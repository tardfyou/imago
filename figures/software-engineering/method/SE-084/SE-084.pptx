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737dbd7ba1417e" /><Relationship Type="http://schemas.openxmlformats.org/officeDocument/2006/relationships/extended-properties" Target="/docProps/app.xml" Id="R4be5792a8d8d4779" /><Relationship Type="http://schemas.openxmlformats.org/officeDocument/2006/relationships/officeDocument" Target="/ppt/presentation.xml" Id="R7db465b443d641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bf511615564bcc"/>
  </p:sldMasterIdLst>
  <p:notesMasterIdLst>
    <p:notesMasterId xmlns:r="http://schemas.openxmlformats.org/officeDocument/2006/relationships" r:id="Rccad81ee8f69430f"/>
  </p:notesMasterIdLst>
  <p:sldIdLst>
    <p:sldId xmlns:r="http://schemas.openxmlformats.org/officeDocument/2006/relationships" id="256" r:id="R38105ac888b1432c"/>
  </p:sldIdLst>
  <p:sldSz cx="6829425" cy="5057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cccf8caff244cd" /><Relationship Type="http://schemas.openxmlformats.org/officeDocument/2006/relationships/slideMaster" Target="/ppt/slideMasters/slideMaster1.xml" Id="R9cbf511615564bcc" /><Relationship Type="http://schemas.openxmlformats.org/officeDocument/2006/relationships/notesMaster" Target="/ppt/notesMasters/notesMaster1.xml" Id="Rccad81ee8f69430f" /><Relationship Type="http://schemas.openxmlformats.org/officeDocument/2006/relationships/presProps" Target="/ppt/presProps.xml" Id="R95ba55015f804545" /><Relationship Type="http://schemas.openxmlformats.org/officeDocument/2006/relationships/tableStyles" Target="/ppt/tableStyles.xml" Id="R51951cff753f4941" /><Relationship Type="http://schemas.openxmlformats.org/officeDocument/2006/relationships/slide" Target="/ppt/slides/slide1.xml" Id="R38105ac888b143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3c2ed6537c49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08c66f394a4b30" /><Relationship Type="http://schemas.openxmlformats.org/officeDocument/2006/relationships/notesMaster" Target="/ppt/notesMasters/notesMaster1.xml" Id="R2713b761a3de467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素材ID：SE-084</ns1:t>
            </ns1:r>
          </ns1:p>
          <ns1:p>
            <ns1:r>
              <ns1:t>论文：Attention! Your Copied Data is Under Monitoring: A Systematic Study of Clipboard Usage in Android Apps</ns1:t>
            </ns1:r>
          </ns1:p>
          <ns1:p>
            <ns1:r>
              <ns1:t>会议：ICSE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3，PDF第6页</ns1:t>
            </ns1:r>
          </ns1:p>
          <ns1:p>
            <ns1:r>
              <ns1:t>类型：方法细节</ns1:t>
            </ns1:r>
          </ns1:p>
          <ns1:p>
            <ns1:r>
              <ns1:t>借鉴点：上下两组代码和小变量框共同展示两个断点：异步回调和键值读写；蓝虚线代表反向查找，红实线代表污点传播，保留关键变量高亮。</ns1:t>
            </ns1:r>
          </ns1:p>
          <ns1:p>
            <ns1:r>
              <ns1:t>论文URL：https://mainarke.github.io/assets/papers/icse24_chen.pdf</ns1:t>
            </ns1:r>
          </ns1:p>
          <ns1:p>
            <ns1:r>
              <ns1:t>官方获奖URL：https://www2.sigsoft.org/awards/distinguishedpaper/#42nd-international-conference-on-software-engineering-icse-2024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070d8adbe47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ab9741aed74082" /><Relationship Type="http://schemas.openxmlformats.org/officeDocument/2006/relationships/slideLayout" Target="/ppt/slideLayouts/slideLayout1.xml" Id="R29f9f6f0777b48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f9f6f0777b48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e5c3c696e4a6f" /><Relationship Type="http://schemas.openxmlformats.org/officeDocument/2006/relationships/notesSlide" Target="/ppt/notesSlides/notesSlide1.xml" Id="R62038f4d510b4c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02C24-D93F-43CD-A87E-24BF5A5E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3" y="19621"/>
            <a:ext cx="6727872" cy="1568520"/>
          </a:xfrm>
          <a:custGeom xmlns:a="http://schemas.openxmlformats.org/drawingml/2006/main">
            <a:pathLst>
              <a:path w="6727872" h="1568520">
                <a:moveTo>
                  <a:pt x="6727872" y="0"/>
                </a:moveTo>
                <a:lnTo>
                  <a:pt x="6727872" y="1568520"/>
                </a:lnTo>
                <a:lnTo>
                  <a:pt x="0" y="1568520"/>
                </a:lnTo>
                <a:lnTo>
                  <a:pt x="0" y="0"/>
                </a:lnTo>
                <a:lnTo>
                  <a:pt x="6727872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3B6044-0EFD-4C97-AED0-96F89633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5" y="256556"/>
            <a:ext cx="3544201" cy="1167162"/>
          </a:xfrm>
          <a:custGeom xmlns:a="http://schemas.openxmlformats.org/drawingml/2006/main">
            <a:pathLst>
              <a:path w="3544201" h="1167162">
                <a:moveTo>
                  <a:pt x="0" y="0"/>
                </a:moveTo>
                <a:lnTo>
                  <a:pt x="3544201" y="0"/>
                </a:lnTo>
                <a:lnTo>
                  <a:pt x="3544201" y="1167162"/>
                </a:lnTo>
                <a:lnTo>
                  <a:pt x="0" y="11671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.entryi.d(arg3)">
            <a:extLst xmlns:a="http://schemas.openxmlformats.org/drawingml/2006/main">
              <a:ext uri="{FF2B5EF4-FFF2-40B4-BE49-F238E27FC236}">
                <a16:creationId xmlns:a16="http://schemas.microsoft.com/office/drawing/2014/main" id="{4EFE7290-3726-4E8C-807B-322A5B22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76" y="366681"/>
            <a:ext cx="1408993" cy="132515"/>
          </a:xfrm>
          <a:custGeom xmlns:a="http://schemas.openxmlformats.org/drawingml/2006/main">
            <a:pathLst>
              <a:path w="1408993" h="132515">
                <a:moveTo>
                  <a:pt x="23243" y="92368"/>
                </a:moveTo>
                <a:cubicBezTo>
                  <a:pt x="23243" y="95286"/>
                  <a:pt x="22212" y="97726"/>
                  <a:pt x="20149" y="99688"/>
                </a:cubicBezTo>
                <a:cubicBezTo>
                  <a:pt x="18086" y="101650"/>
                  <a:pt x="15244" y="102631"/>
                  <a:pt x="11621" y="102631"/>
                </a:cubicBezTo>
                <a:cubicBezTo>
                  <a:pt x="7999" y="102631"/>
                  <a:pt x="5157" y="101650"/>
                  <a:pt x="3094" y="99688"/>
                </a:cubicBezTo>
                <a:cubicBezTo>
                  <a:pt x="1031" y="97726"/>
                  <a:pt x="0" y="95286"/>
                  <a:pt x="0" y="92368"/>
                </a:cubicBezTo>
                <a:cubicBezTo>
                  <a:pt x="0" y="89450"/>
                  <a:pt x="1031" y="87010"/>
                  <a:pt x="3094" y="85048"/>
                </a:cubicBezTo>
                <a:cubicBezTo>
                  <a:pt x="5157" y="83086"/>
                  <a:pt x="7999" y="82105"/>
                  <a:pt x="11621" y="82105"/>
                </a:cubicBezTo>
                <a:cubicBezTo>
                  <a:pt x="15244" y="82105"/>
                  <a:pt x="18086" y="83086"/>
                  <a:pt x="20149" y="85048"/>
                </a:cubicBezTo>
                <a:cubicBezTo>
                  <a:pt x="22212" y="87010"/>
                  <a:pt x="23243" y="89450"/>
                  <a:pt x="23243" y="92368"/>
                </a:cubicBezTo>
                <a:close/>
                <a:moveTo>
                  <a:pt x="142990" y="73653"/>
                </a:moveTo>
                <a:lnTo>
                  <a:pt x="79524" y="73653"/>
                </a:lnTo>
                <a:cubicBezTo>
                  <a:pt x="81134" y="77678"/>
                  <a:pt x="83989" y="80923"/>
                  <a:pt x="88089" y="83388"/>
                </a:cubicBezTo>
                <a:cubicBezTo>
                  <a:pt x="92190" y="85853"/>
                  <a:pt x="97736" y="87086"/>
                  <a:pt x="104729" y="87086"/>
                </a:cubicBezTo>
                <a:cubicBezTo>
                  <a:pt x="110465" y="87086"/>
                  <a:pt x="118086" y="85871"/>
                  <a:pt x="127595" y="83442"/>
                </a:cubicBezTo>
                <a:cubicBezTo>
                  <a:pt x="131519" y="82450"/>
                  <a:pt x="134236" y="81954"/>
                  <a:pt x="135745" y="81954"/>
                </a:cubicBezTo>
                <a:cubicBezTo>
                  <a:pt x="137808" y="81954"/>
                  <a:pt x="139543" y="82684"/>
                  <a:pt x="140952" y="84143"/>
                </a:cubicBezTo>
                <a:cubicBezTo>
                  <a:pt x="142361" y="85602"/>
                  <a:pt x="143065" y="87438"/>
                  <a:pt x="143065" y="89652"/>
                </a:cubicBezTo>
                <a:cubicBezTo>
                  <a:pt x="143065" y="91664"/>
                  <a:pt x="142310" y="93374"/>
                  <a:pt x="140801" y="94783"/>
                </a:cubicBezTo>
                <a:cubicBezTo>
                  <a:pt x="138789" y="96645"/>
                  <a:pt x="133884" y="98418"/>
                  <a:pt x="126086" y="100103"/>
                </a:cubicBezTo>
                <a:cubicBezTo>
                  <a:pt x="118288" y="101789"/>
                  <a:pt x="110792" y="102631"/>
                  <a:pt x="103597" y="102631"/>
                </a:cubicBezTo>
                <a:cubicBezTo>
                  <a:pt x="91221" y="102631"/>
                  <a:pt x="81323" y="99135"/>
                  <a:pt x="73902" y="92142"/>
                </a:cubicBezTo>
                <a:cubicBezTo>
                  <a:pt x="66482" y="85149"/>
                  <a:pt x="62771" y="76546"/>
                  <a:pt x="62771" y="66333"/>
                </a:cubicBezTo>
                <a:cubicBezTo>
                  <a:pt x="62771" y="55466"/>
                  <a:pt x="66783" y="46624"/>
                  <a:pt x="74808" y="39807"/>
                </a:cubicBezTo>
                <a:cubicBezTo>
                  <a:pt x="82832" y="32990"/>
                  <a:pt x="92076" y="29582"/>
                  <a:pt x="102541" y="29582"/>
                </a:cubicBezTo>
                <a:cubicBezTo>
                  <a:pt x="108830" y="29582"/>
                  <a:pt x="114603" y="30687"/>
                  <a:pt x="119860" y="32898"/>
                </a:cubicBezTo>
                <a:cubicBezTo>
                  <a:pt x="125117" y="35107"/>
                  <a:pt x="129029" y="37492"/>
                  <a:pt x="131595" y="40053"/>
                </a:cubicBezTo>
                <a:cubicBezTo>
                  <a:pt x="135217" y="43769"/>
                  <a:pt x="138210" y="48365"/>
                  <a:pt x="140575" y="53839"/>
                </a:cubicBezTo>
                <a:cubicBezTo>
                  <a:pt x="142185" y="57656"/>
                  <a:pt x="142990" y="62076"/>
                  <a:pt x="142990" y="67099"/>
                </a:cubicBezTo>
                <a:lnTo>
                  <a:pt x="142990" y="73653"/>
                </a:lnTo>
                <a:moveTo>
                  <a:pt x="125859" y="58107"/>
                </a:moveTo>
                <a:cubicBezTo>
                  <a:pt x="123495" y="53756"/>
                  <a:pt x="120401" y="50504"/>
                  <a:pt x="116577" y="48354"/>
                </a:cubicBezTo>
                <a:cubicBezTo>
                  <a:pt x="112754" y="46203"/>
                  <a:pt x="108201" y="45128"/>
                  <a:pt x="102918" y="45128"/>
                </a:cubicBezTo>
                <a:cubicBezTo>
                  <a:pt x="97686" y="45128"/>
                  <a:pt x="93158" y="46203"/>
                  <a:pt x="89335" y="48354"/>
                </a:cubicBezTo>
                <a:cubicBezTo>
                  <a:pt x="85511" y="50504"/>
                  <a:pt x="82392" y="53756"/>
                  <a:pt x="79977" y="58107"/>
                </a:cubicBezTo>
                <a:lnTo>
                  <a:pt x="125859" y="58107"/>
                </a:lnTo>
                <a:close/>
                <a:moveTo>
                  <a:pt x="181235" y="31695"/>
                </a:moveTo>
                <a:lnTo>
                  <a:pt x="181235" y="36827"/>
                </a:lnTo>
                <a:cubicBezTo>
                  <a:pt x="184052" y="34412"/>
                  <a:pt x="187159" y="32601"/>
                  <a:pt x="190555" y="31393"/>
                </a:cubicBezTo>
                <a:cubicBezTo>
                  <a:pt x="193951" y="30186"/>
                  <a:pt x="197636" y="29582"/>
                  <a:pt x="201610" y="29582"/>
                </a:cubicBezTo>
                <a:cubicBezTo>
                  <a:pt x="210767" y="29582"/>
                  <a:pt x="218011" y="32424"/>
                  <a:pt x="223344" y="38109"/>
                </a:cubicBezTo>
                <a:cubicBezTo>
                  <a:pt x="227570" y="42637"/>
                  <a:pt x="229683" y="48574"/>
                  <a:pt x="229683" y="55919"/>
                </a:cubicBezTo>
                <a:lnTo>
                  <a:pt x="229683" y="84671"/>
                </a:lnTo>
                <a:cubicBezTo>
                  <a:pt x="232953" y="84671"/>
                  <a:pt x="235368" y="85388"/>
                  <a:pt x="236928" y="86822"/>
                </a:cubicBezTo>
                <a:cubicBezTo>
                  <a:pt x="238487" y="88255"/>
                  <a:pt x="239267" y="90129"/>
                  <a:pt x="239267" y="92444"/>
                </a:cubicBezTo>
                <a:cubicBezTo>
                  <a:pt x="239267" y="94758"/>
                  <a:pt x="238475" y="96632"/>
                  <a:pt x="236890" y="98066"/>
                </a:cubicBezTo>
                <a:cubicBezTo>
                  <a:pt x="235305" y="99500"/>
                  <a:pt x="232651" y="100216"/>
                  <a:pt x="228928" y="100216"/>
                </a:cubicBezTo>
                <a:lnTo>
                  <a:pt x="214967" y="100216"/>
                </a:lnTo>
                <a:cubicBezTo>
                  <a:pt x="211245" y="100216"/>
                  <a:pt x="208591" y="99487"/>
                  <a:pt x="207006" y="98028"/>
                </a:cubicBezTo>
                <a:cubicBezTo>
                  <a:pt x="205421" y="96569"/>
                  <a:pt x="204629" y="94682"/>
                  <a:pt x="204629" y="92368"/>
                </a:cubicBezTo>
                <a:cubicBezTo>
                  <a:pt x="204629" y="90054"/>
                  <a:pt x="205409" y="88193"/>
                  <a:pt x="206968" y="86784"/>
                </a:cubicBezTo>
                <a:cubicBezTo>
                  <a:pt x="208528" y="85375"/>
                  <a:pt x="210943" y="84671"/>
                  <a:pt x="214213" y="84671"/>
                </a:cubicBezTo>
                <a:lnTo>
                  <a:pt x="214213" y="55523"/>
                </a:lnTo>
                <a:cubicBezTo>
                  <a:pt x="214213" y="52158"/>
                  <a:pt x="213307" y="49698"/>
                  <a:pt x="211496" y="48141"/>
                </a:cubicBezTo>
                <a:cubicBezTo>
                  <a:pt x="209132" y="46132"/>
                  <a:pt x="205585" y="45128"/>
                  <a:pt x="200856" y="45128"/>
                </a:cubicBezTo>
                <a:cubicBezTo>
                  <a:pt x="197284" y="45128"/>
                  <a:pt x="194152" y="45819"/>
                  <a:pt x="191460" y="47203"/>
                </a:cubicBezTo>
                <a:cubicBezTo>
                  <a:pt x="188769" y="48586"/>
                  <a:pt x="185360" y="51517"/>
                  <a:pt x="181235" y="55994"/>
                </a:cubicBezTo>
                <a:lnTo>
                  <a:pt x="181235" y="84671"/>
                </a:lnTo>
                <a:cubicBezTo>
                  <a:pt x="185209" y="84671"/>
                  <a:pt x="187775" y="85149"/>
                  <a:pt x="188932" y="86105"/>
                </a:cubicBezTo>
                <a:cubicBezTo>
                  <a:pt x="191397" y="88016"/>
                  <a:pt x="192630" y="90129"/>
                  <a:pt x="192630" y="92444"/>
                </a:cubicBezTo>
                <a:cubicBezTo>
                  <a:pt x="192630" y="94758"/>
                  <a:pt x="191838" y="96632"/>
                  <a:pt x="190253" y="98066"/>
                </a:cubicBezTo>
                <a:cubicBezTo>
                  <a:pt x="188668" y="99500"/>
                  <a:pt x="186014" y="100216"/>
                  <a:pt x="182291" y="100216"/>
                </a:cubicBezTo>
                <a:lnTo>
                  <a:pt x="164708" y="100216"/>
                </a:lnTo>
                <a:cubicBezTo>
                  <a:pt x="160985" y="100216"/>
                  <a:pt x="158332" y="99487"/>
                  <a:pt x="156747" y="98028"/>
                </a:cubicBezTo>
                <a:cubicBezTo>
                  <a:pt x="155162" y="96569"/>
                  <a:pt x="154370" y="94682"/>
                  <a:pt x="154370" y="92368"/>
                </a:cubicBezTo>
                <a:cubicBezTo>
                  <a:pt x="154370" y="90054"/>
                  <a:pt x="155577" y="87947"/>
                  <a:pt x="157992" y="86048"/>
                </a:cubicBezTo>
                <a:cubicBezTo>
                  <a:pt x="159199" y="85130"/>
                  <a:pt x="161790" y="84671"/>
                  <a:pt x="165765" y="84671"/>
                </a:cubicBezTo>
                <a:lnTo>
                  <a:pt x="165765" y="47241"/>
                </a:lnTo>
                <a:cubicBezTo>
                  <a:pt x="162495" y="47241"/>
                  <a:pt x="160080" y="46511"/>
                  <a:pt x="158520" y="45052"/>
                </a:cubicBezTo>
                <a:cubicBezTo>
                  <a:pt x="156961" y="43593"/>
                  <a:pt x="156181" y="41707"/>
                  <a:pt x="156181" y="39392"/>
                </a:cubicBezTo>
                <a:cubicBezTo>
                  <a:pt x="156181" y="37078"/>
                  <a:pt x="156973" y="35217"/>
                  <a:pt x="158558" y="33808"/>
                </a:cubicBezTo>
                <a:cubicBezTo>
                  <a:pt x="160143" y="32399"/>
                  <a:pt x="162796" y="31695"/>
                  <a:pt x="166519" y="31695"/>
                </a:cubicBezTo>
                <a:lnTo>
                  <a:pt x="181235" y="31695"/>
                </a:lnTo>
                <a:close/>
                <a:moveTo>
                  <a:pt x="285813" y="47241"/>
                </a:moveTo>
                <a:lnTo>
                  <a:pt x="285813" y="78082"/>
                </a:lnTo>
                <a:cubicBezTo>
                  <a:pt x="285813" y="81383"/>
                  <a:pt x="286492" y="83559"/>
                  <a:pt x="287851" y="84610"/>
                </a:cubicBezTo>
                <a:cubicBezTo>
                  <a:pt x="289964" y="86260"/>
                  <a:pt x="293737" y="87086"/>
                  <a:pt x="299170" y="87086"/>
                </a:cubicBezTo>
                <a:cubicBezTo>
                  <a:pt x="307069" y="87086"/>
                  <a:pt x="314364" y="85382"/>
                  <a:pt x="321055" y="81975"/>
                </a:cubicBezTo>
                <a:cubicBezTo>
                  <a:pt x="323621" y="80653"/>
                  <a:pt x="325633" y="79992"/>
                  <a:pt x="327092" y="79992"/>
                </a:cubicBezTo>
                <a:cubicBezTo>
                  <a:pt x="329105" y="79992"/>
                  <a:pt x="330853" y="80752"/>
                  <a:pt x="332337" y="82273"/>
                </a:cubicBezTo>
                <a:cubicBezTo>
                  <a:pt x="333821" y="83791"/>
                  <a:pt x="334563" y="85639"/>
                  <a:pt x="334563" y="87817"/>
                </a:cubicBezTo>
                <a:cubicBezTo>
                  <a:pt x="334563" y="89843"/>
                  <a:pt x="333758" y="91591"/>
                  <a:pt x="332148" y="93059"/>
                </a:cubicBezTo>
                <a:cubicBezTo>
                  <a:pt x="329683" y="95439"/>
                  <a:pt x="324816" y="97630"/>
                  <a:pt x="317546" y="99632"/>
                </a:cubicBezTo>
                <a:cubicBezTo>
                  <a:pt x="310276" y="101631"/>
                  <a:pt x="304151" y="102631"/>
                  <a:pt x="299170" y="102631"/>
                </a:cubicBezTo>
                <a:cubicBezTo>
                  <a:pt x="289561" y="102631"/>
                  <a:pt x="282354" y="100562"/>
                  <a:pt x="277550" y="96422"/>
                </a:cubicBezTo>
                <a:cubicBezTo>
                  <a:pt x="272745" y="92283"/>
                  <a:pt x="270343" y="87203"/>
                  <a:pt x="270343" y="81183"/>
                </a:cubicBezTo>
                <a:lnTo>
                  <a:pt x="270343" y="47241"/>
                </a:lnTo>
                <a:lnTo>
                  <a:pt x="264759" y="47241"/>
                </a:lnTo>
                <a:cubicBezTo>
                  <a:pt x="261036" y="47241"/>
                  <a:pt x="258382" y="46521"/>
                  <a:pt x="256797" y="45080"/>
                </a:cubicBezTo>
                <a:cubicBezTo>
                  <a:pt x="255212" y="43639"/>
                  <a:pt x="254420" y="41755"/>
                  <a:pt x="254420" y="39430"/>
                </a:cubicBezTo>
                <a:cubicBezTo>
                  <a:pt x="254420" y="37155"/>
                  <a:pt x="255212" y="35298"/>
                  <a:pt x="256797" y="33857"/>
                </a:cubicBezTo>
                <a:cubicBezTo>
                  <a:pt x="258382" y="32416"/>
                  <a:pt x="261036" y="31695"/>
                  <a:pt x="264759" y="31695"/>
                </a:cubicBezTo>
                <a:lnTo>
                  <a:pt x="270343" y="31695"/>
                </a:lnTo>
                <a:lnTo>
                  <a:pt x="270343" y="17734"/>
                </a:lnTo>
                <a:cubicBezTo>
                  <a:pt x="270343" y="14011"/>
                  <a:pt x="271060" y="11357"/>
                  <a:pt x="272494" y="9773"/>
                </a:cubicBezTo>
                <a:cubicBezTo>
                  <a:pt x="273928" y="8188"/>
                  <a:pt x="275802" y="7395"/>
                  <a:pt x="278116" y="7395"/>
                </a:cubicBezTo>
                <a:cubicBezTo>
                  <a:pt x="280380" y="7395"/>
                  <a:pt x="282229" y="8188"/>
                  <a:pt x="283662" y="9773"/>
                </a:cubicBezTo>
                <a:cubicBezTo>
                  <a:pt x="285096" y="11357"/>
                  <a:pt x="285813" y="14011"/>
                  <a:pt x="285813" y="17734"/>
                </a:cubicBezTo>
                <a:lnTo>
                  <a:pt x="285813" y="31695"/>
                </a:lnTo>
                <a:lnTo>
                  <a:pt x="314414" y="31695"/>
                </a:lnTo>
                <a:cubicBezTo>
                  <a:pt x="318137" y="31695"/>
                  <a:pt x="320791" y="32416"/>
                  <a:pt x="322376" y="33857"/>
                </a:cubicBezTo>
                <a:cubicBezTo>
                  <a:pt x="323960" y="35298"/>
                  <a:pt x="324753" y="37180"/>
                  <a:pt x="324753" y="39506"/>
                </a:cubicBezTo>
                <a:cubicBezTo>
                  <a:pt x="324753" y="41780"/>
                  <a:pt x="323960" y="43639"/>
                  <a:pt x="322376" y="45080"/>
                </a:cubicBezTo>
                <a:cubicBezTo>
                  <a:pt x="320791" y="46521"/>
                  <a:pt x="318137" y="47241"/>
                  <a:pt x="314414" y="47241"/>
                </a:cubicBezTo>
                <a:lnTo>
                  <a:pt x="285813" y="47241"/>
                </a:lnTo>
                <a:close/>
                <a:moveTo>
                  <a:pt x="379147" y="31695"/>
                </a:moveTo>
                <a:lnTo>
                  <a:pt x="379147" y="41354"/>
                </a:lnTo>
                <a:cubicBezTo>
                  <a:pt x="385637" y="36646"/>
                  <a:pt x="390756" y="33507"/>
                  <a:pt x="394504" y="31938"/>
                </a:cubicBezTo>
                <a:cubicBezTo>
                  <a:pt x="398252" y="30367"/>
                  <a:pt x="401762" y="29582"/>
                  <a:pt x="405032" y="29582"/>
                </a:cubicBezTo>
                <a:cubicBezTo>
                  <a:pt x="410063" y="29582"/>
                  <a:pt x="414943" y="31450"/>
                  <a:pt x="419672" y="35185"/>
                </a:cubicBezTo>
                <a:cubicBezTo>
                  <a:pt x="422891" y="37710"/>
                  <a:pt x="424501" y="40285"/>
                  <a:pt x="424501" y="42911"/>
                </a:cubicBezTo>
                <a:cubicBezTo>
                  <a:pt x="424501" y="45132"/>
                  <a:pt x="423734" y="47013"/>
                  <a:pt x="422200" y="48554"/>
                </a:cubicBezTo>
                <a:cubicBezTo>
                  <a:pt x="420665" y="50093"/>
                  <a:pt x="418816" y="50863"/>
                  <a:pt x="416653" y="50863"/>
                </a:cubicBezTo>
                <a:cubicBezTo>
                  <a:pt x="414741" y="50863"/>
                  <a:pt x="412729" y="49907"/>
                  <a:pt x="410616" y="47995"/>
                </a:cubicBezTo>
                <a:cubicBezTo>
                  <a:pt x="408503" y="46083"/>
                  <a:pt x="406616" y="45128"/>
                  <a:pt x="404956" y="45128"/>
                </a:cubicBezTo>
                <a:cubicBezTo>
                  <a:pt x="402793" y="45128"/>
                  <a:pt x="399560" y="46486"/>
                  <a:pt x="395259" y="49203"/>
                </a:cubicBezTo>
                <a:cubicBezTo>
                  <a:pt x="390958" y="51919"/>
                  <a:pt x="385587" y="55994"/>
                  <a:pt x="379147" y="61428"/>
                </a:cubicBezTo>
                <a:lnTo>
                  <a:pt x="379147" y="84671"/>
                </a:lnTo>
                <a:lnTo>
                  <a:pt x="401183" y="84671"/>
                </a:lnTo>
                <a:cubicBezTo>
                  <a:pt x="404906" y="84671"/>
                  <a:pt x="407560" y="85388"/>
                  <a:pt x="409144" y="86822"/>
                </a:cubicBezTo>
                <a:cubicBezTo>
                  <a:pt x="410729" y="88255"/>
                  <a:pt x="411522" y="90129"/>
                  <a:pt x="411522" y="92444"/>
                </a:cubicBezTo>
                <a:cubicBezTo>
                  <a:pt x="411522" y="94758"/>
                  <a:pt x="410729" y="96632"/>
                  <a:pt x="409144" y="98066"/>
                </a:cubicBezTo>
                <a:cubicBezTo>
                  <a:pt x="407560" y="99500"/>
                  <a:pt x="404906" y="100216"/>
                  <a:pt x="401183" y="100216"/>
                </a:cubicBezTo>
                <a:lnTo>
                  <a:pt x="354471" y="100216"/>
                </a:lnTo>
                <a:cubicBezTo>
                  <a:pt x="350748" y="100216"/>
                  <a:pt x="348094" y="99487"/>
                  <a:pt x="346509" y="98028"/>
                </a:cubicBezTo>
                <a:cubicBezTo>
                  <a:pt x="344924" y="96569"/>
                  <a:pt x="344132" y="94682"/>
                  <a:pt x="344132" y="92368"/>
                </a:cubicBezTo>
                <a:cubicBezTo>
                  <a:pt x="344132" y="90054"/>
                  <a:pt x="344924" y="88193"/>
                  <a:pt x="346509" y="86784"/>
                </a:cubicBezTo>
                <a:cubicBezTo>
                  <a:pt x="348094" y="85375"/>
                  <a:pt x="350748" y="84671"/>
                  <a:pt x="354471" y="84671"/>
                </a:cubicBezTo>
                <a:lnTo>
                  <a:pt x="363677" y="84671"/>
                </a:lnTo>
                <a:lnTo>
                  <a:pt x="363677" y="47241"/>
                </a:lnTo>
                <a:lnTo>
                  <a:pt x="358093" y="47241"/>
                </a:lnTo>
                <a:cubicBezTo>
                  <a:pt x="354370" y="47241"/>
                  <a:pt x="351716" y="46511"/>
                  <a:pt x="350131" y="45052"/>
                </a:cubicBezTo>
                <a:cubicBezTo>
                  <a:pt x="348547" y="43593"/>
                  <a:pt x="347754" y="41707"/>
                  <a:pt x="347754" y="39392"/>
                </a:cubicBezTo>
                <a:cubicBezTo>
                  <a:pt x="347754" y="37078"/>
                  <a:pt x="348547" y="35217"/>
                  <a:pt x="350131" y="33808"/>
                </a:cubicBezTo>
                <a:cubicBezTo>
                  <a:pt x="351716" y="32399"/>
                  <a:pt x="354370" y="31695"/>
                  <a:pt x="358093" y="31695"/>
                </a:cubicBezTo>
                <a:lnTo>
                  <a:pt x="379147" y="31695"/>
                </a:lnTo>
                <a:close/>
                <a:moveTo>
                  <a:pt x="466444" y="99742"/>
                </a:moveTo>
                <a:lnTo>
                  <a:pt x="439655" y="47241"/>
                </a:lnTo>
                <a:cubicBezTo>
                  <a:pt x="437139" y="47241"/>
                  <a:pt x="435227" y="46524"/>
                  <a:pt x="433919" y="45090"/>
                </a:cubicBezTo>
                <a:cubicBezTo>
                  <a:pt x="432611" y="43656"/>
                  <a:pt x="431957" y="41782"/>
                  <a:pt x="431957" y="39468"/>
                </a:cubicBezTo>
                <a:cubicBezTo>
                  <a:pt x="431957" y="37154"/>
                  <a:pt x="432750" y="35280"/>
                  <a:pt x="434334" y="33846"/>
                </a:cubicBezTo>
                <a:cubicBezTo>
                  <a:pt x="435919" y="32412"/>
                  <a:pt x="438573" y="31695"/>
                  <a:pt x="442296" y="31695"/>
                </a:cubicBezTo>
                <a:lnTo>
                  <a:pt x="456408" y="31695"/>
                </a:lnTo>
                <a:cubicBezTo>
                  <a:pt x="460131" y="31695"/>
                  <a:pt x="462784" y="32412"/>
                  <a:pt x="464369" y="33846"/>
                </a:cubicBezTo>
                <a:cubicBezTo>
                  <a:pt x="465954" y="35280"/>
                  <a:pt x="466746" y="37154"/>
                  <a:pt x="466746" y="39468"/>
                </a:cubicBezTo>
                <a:cubicBezTo>
                  <a:pt x="466746" y="41782"/>
                  <a:pt x="465954" y="43656"/>
                  <a:pt x="464369" y="45090"/>
                </a:cubicBezTo>
                <a:cubicBezTo>
                  <a:pt x="462784" y="46524"/>
                  <a:pt x="460282" y="47241"/>
                  <a:pt x="456860" y="47241"/>
                </a:cubicBezTo>
                <a:lnTo>
                  <a:pt x="475123" y="82737"/>
                </a:lnTo>
                <a:lnTo>
                  <a:pt x="493234" y="47241"/>
                </a:lnTo>
                <a:cubicBezTo>
                  <a:pt x="489914" y="47241"/>
                  <a:pt x="487461" y="46511"/>
                  <a:pt x="485876" y="45052"/>
                </a:cubicBezTo>
                <a:cubicBezTo>
                  <a:pt x="484292" y="43593"/>
                  <a:pt x="483499" y="41707"/>
                  <a:pt x="483499" y="39392"/>
                </a:cubicBezTo>
                <a:cubicBezTo>
                  <a:pt x="483499" y="37078"/>
                  <a:pt x="484292" y="35217"/>
                  <a:pt x="485876" y="33808"/>
                </a:cubicBezTo>
                <a:cubicBezTo>
                  <a:pt x="487461" y="32399"/>
                  <a:pt x="490115" y="31695"/>
                  <a:pt x="493838" y="31695"/>
                </a:cubicBezTo>
                <a:lnTo>
                  <a:pt x="508403" y="31695"/>
                </a:lnTo>
                <a:cubicBezTo>
                  <a:pt x="512075" y="31695"/>
                  <a:pt x="514704" y="32412"/>
                  <a:pt x="516289" y="33846"/>
                </a:cubicBezTo>
                <a:cubicBezTo>
                  <a:pt x="517873" y="35280"/>
                  <a:pt x="518666" y="37154"/>
                  <a:pt x="518666" y="39468"/>
                </a:cubicBezTo>
                <a:cubicBezTo>
                  <a:pt x="518666" y="41782"/>
                  <a:pt x="517987" y="43656"/>
                  <a:pt x="516628" y="45090"/>
                </a:cubicBezTo>
                <a:cubicBezTo>
                  <a:pt x="515270" y="46524"/>
                  <a:pt x="513257" y="47241"/>
                  <a:pt x="510591" y="47241"/>
                </a:cubicBezTo>
                <a:lnTo>
                  <a:pt x="475123" y="116970"/>
                </a:lnTo>
                <a:cubicBezTo>
                  <a:pt x="478997" y="116970"/>
                  <a:pt x="481537" y="116970"/>
                  <a:pt x="482745" y="116970"/>
                </a:cubicBezTo>
                <a:cubicBezTo>
                  <a:pt x="485160" y="119888"/>
                  <a:pt x="486367" y="122504"/>
                  <a:pt x="486367" y="124818"/>
                </a:cubicBezTo>
                <a:cubicBezTo>
                  <a:pt x="486367" y="127132"/>
                  <a:pt x="485575" y="128994"/>
                  <a:pt x="483990" y="130402"/>
                </a:cubicBezTo>
                <a:cubicBezTo>
                  <a:pt x="482405" y="131811"/>
                  <a:pt x="479751" y="132515"/>
                  <a:pt x="476028" y="132515"/>
                </a:cubicBezTo>
                <a:lnTo>
                  <a:pt x="442296" y="132515"/>
                </a:lnTo>
                <a:cubicBezTo>
                  <a:pt x="438573" y="132515"/>
                  <a:pt x="435919" y="131811"/>
                  <a:pt x="434334" y="130402"/>
                </a:cubicBezTo>
                <a:cubicBezTo>
                  <a:pt x="432750" y="128994"/>
                  <a:pt x="431957" y="127132"/>
                  <a:pt x="431957" y="124818"/>
                </a:cubicBezTo>
                <a:cubicBezTo>
                  <a:pt x="431957" y="122504"/>
                  <a:pt x="432750" y="120617"/>
                  <a:pt x="434334" y="119158"/>
                </a:cubicBezTo>
                <a:cubicBezTo>
                  <a:pt x="435919" y="117699"/>
                  <a:pt x="438573" y="116970"/>
                  <a:pt x="442296" y="116970"/>
                </a:cubicBezTo>
                <a:lnTo>
                  <a:pt x="457691" y="116970"/>
                </a:lnTo>
                <a:lnTo>
                  <a:pt x="466444" y="99742"/>
                </a:lnTo>
                <a:close/>
                <a:moveTo>
                  <a:pt x="666093" y="2264"/>
                </a:moveTo>
                <a:lnTo>
                  <a:pt x="666093" y="18715"/>
                </a:lnTo>
                <a:lnTo>
                  <a:pt x="647679" y="18715"/>
                </a:lnTo>
                <a:lnTo>
                  <a:pt x="647679" y="2264"/>
                </a:lnTo>
                <a:lnTo>
                  <a:pt x="666093" y="2264"/>
                </a:lnTo>
                <a:moveTo>
                  <a:pt x="668206" y="31695"/>
                </a:moveTo>
                <a:lnTo>
                  <a:pt x="668206" y="84671"/>
                </a:lnTo>
                <a:lnTo>
                  <a:pt x="686770" y="84671"/>
                </a:lnTo>
                <a:cubicBezTo>
                  <a:pt x="690493" y="84671"/>
                  <a:pt x="693147" y="85388"/>
                  <a:pt x="694731" y="86822"/>
                </a:cubicBezTo>
                <a:cubicBezTo>
                  <a:pt x="696316" y="88255"/>
                  <a:pt x="697108" y="90129"/>
                  <a:pt x="697108" y="92444"/>
                </a:cubicBezTo>
                <a:cubicBezTo>
                  <a:pt x="697108" y="94758"/>
                  <a:pt x="696316" y="96632"/>
                  <a:pt x="694731" y="98066"/>
                </a:cubicBezTo>
                <a:cubicBezTo>
                  <a:pt x="693147" y="99500"/>
                  <a:pt x="690493" y="100216"/>
                  <a:pt x="686770" y="100216"/>
                </a:cubicBezTo>
                <a:lnTo>
                  <a:pt x="634171" y="100216"/>
                </a:lnTo>
                <a:cubicBezTo>
                  <a:pt x="630448" y="100216"/>
                  <a:pt x="627794" y="99487"/>
                  <a:pt x="626210" y="98028"/>
                </a:cubicBezTo>
                <a:cubicBezTo>
                  <a:pt x="624625" y="96569"/>
                  <a:pt x="623833" y="94682"/>
                  <a:pt x="623833" y="92368"/>
                </a:cubicBezTo>
                <a:cubicBezTo>
                  <a:pt x="623833" y="90054"/>
                  <a:pt x="624625" y="88193"/>
                  <a:pt x="626210" y="86784"/>
                </a:cubicBezTo>
                <a:cubicBezTo>
                  <a:pt x="627794" y="85375"/>
                  <a:pt x="630448" y="84671"/>
                  <a:pt x="634171" y="84671"/>
                </a:cubicBezTo>
                <a:lnTo>
                  <a:pt x="652735" y="84671"/>
                </a:lnTo>
                <a:lnTo>
                  <a:pt x="652735" y="47241"/>
                </a:lnTo>
                <a:lnTo>
                  <a:pt x="640284" y="47241"/>
                </a:lnTo>
                <a:cubicBezTo>
                  <a:pt x="636611" y="47241"/>
                  <a:pt x="633970" y="46511"/>
                  <a:pt x="632360" y="45052"/>
                </a:cubicBezTo>
                <a:cubicBezTo>
                  <a:pt x="630750" y="43593"/>
                  <a:pt x="629945" y="41707"/>
                  <a:pt x="629945" y="39392"/>
                </a:cubicBezTo>
                <a:cubicBezTo>
                  <a:pt x="629945" y="37078"/>
                  <a:pt x="630738" y="35217"/>
                  <a:pt x="632322" y="33808"/>
                </a:cubicBezTo>
                <a:cubicBezTo>
                  <a:pt x="633907" y="32399"/>
                  <a:pt x="636561" y="31695"/>
                  <a:pt x="640284" y="31695"/>
                </a:cubicBezTo>
                <a:lnTo>
                  <a:pt x="668206" y="31695"/>
                </a:lnTo>
                <a:close/>
                <a:moveTo>
                  <a:pt x="765087" y="92368"/>
                </a:moveTo>
                <a:cubicBezTo>
                  <a:pt x="765087" y="95286"/>
                  <a:pt x="764055" y="97726"/>
                  <a:pt x="761993" y="99688"/>
                </a:cubicBezTo>
                <a:cubicBezTo>
                  <a:pt x="759930" y="101650"/>
                  <a:pt x="757087" y="102631"/>
                  <a:pt x="753465" y="102631"/>
                </a:cubicBezTo>
                <a:cubicBezTo>
                  <a:pt x="749843" y="102631"/>
                  <a:pt x="747000" y="101650"/>
                  <a:pt x="744938" y="99688"/>
                </a:cubicBezTo>
                <a:cubicBezTo>
                  <a:pt x="742875" y="97726"/>
                  <a:pt x="741844" y="95286"/>
                  <a:pt x="741844" y="92368"/>
                </a:cubicBezTo>
                <a:cubicBezTo>
                  <a:pt x="741844" y="89450"/>
                  <a:pt x="742875" y="87010"/>
                  <a:pt x="744938" y="85048"/>
                </a:cubicBezTo>
                <a:cubicBezTo>
                  <a:pt x="747000" y="83086"/>
                  <a:pt x="749843" y="82105"/>
                  <a:pt x="753465" y="82105"/>
                </a:cubicBezTo>
                <a:cubicBezTo>
                  <a:pt x="757087" y="82105"/>
                  <a:pt x="759930" y="83086"/>
                  <a:pt x="761993" y="85048"/>
                </a:cubicBezTo>
                <a:cubicBezTo>
                  <a:pt x="764055" y="87010"/>
                  <a:pt x="765087" y="89450"/>
                  <a:pt x="765087" y="92368"/>
                </a:cubicBezTo>
                <a:close/>
                <a:moveTo>
                  <a:pt x="881513" y="2264"/>
                </a:moveTo>
                <a:lnTo>
                  <a:pt x="881513" y="84671"/>
                </a:lnTo>
                <a:lnTo>
                  <a:pt x="884154" y="84671"/>
                </a:lnTo>
                <a:cubicBezTo>
                  <a:pt x="887827" y="84671"/>
                  <a:pt x="890468" y="85388"/>
                  <a:pt x="892078" y="86822"/>
                </a:cubicBezTo>
                <a:cubicBezTo>
                  <a:pt x="893688" y="88255"/>
                  <a:pt x="894493" y="90129"/>
                  <a:pt x="894493" y="92444"/>
                </a:cubicBezTo>
                <a:cubicBezTo>
                  <a:pt x="894493" y="94758"/>
                  <a:pt x="893700" y="96632"/>
                  <a:pt x="892116" y="98066"/>
                </a:cubicBezTo>
                <a:cubicBezTo>
                  <a:pt x="890531" y="99500"/>
                  <a:pt x="887877" y="100216"/>
                  <a:pt x="884154" y="100216"/>
                </a:cubicBezTo>
                <a:lnTo>
                  <a:pt x="866043" y="100216"/>
                </a:lnTo>
                <a:lnTo>
                  <a:pt x="866043" y="96443"/>
                </a:lnTo>
                <a:cubicBezTo>
                  <a:pt x="862521" y="98481"/>
                  <a:pt x="858836" y="100022"/>
                  <a:pt x="854987" y="101065"/>
                </a:cubicBezTo>
                <a:cubicBezTo>
                  <a:pt x="851138" y="102109"/>
                  <a:pt x="847151" y="102631"/>
                  <a:pt x="843026" y="102631"/>
                </a:cubicBezTo>
                <a:cubicBezTo>
                  <a:pt x="831405" y="102631"/>
                  <a:pt x="822047" y="99273"/>
                  <a:pt x="814953" y="92557"/>
                </a:cubicBezTo>
                <a:cubicBezTo>
                  <a:pt x="807860" y="85841"/>
                  <a:pt x="804313" y="77477"/>
                  <a:pt x="804313" y="67465"/>
                </a:cubicBezTo>
                <a:cubicBezTo>
                  <a:pt x="804313" y="57001"/>
                  <a:pt x="808036" y="48071"/>
                  <a:pt x="815482" y="40675"/>
                </a:cubicBezTo>
                <a:cubicBezTo>
                  <a:pt x="822927" y="33280"/>
                  <a:pt x="832008" y="29582"/>
                  <a:pt x="842724" y="29582"/>
                </a:cubicBezTo>
                <a:cubicBezTo>
                  <a:pt x="846749" y="29582"/>
                  <a:pt x="850698" y="30201"/>
                  <a:pt x="854572" y="31440"/>
                </a:cubicBezTo>
                <a:cubicBezTo>
                  <a:pt x="858446" y="32679"/>
                  <a:pt x="862269" y="34537"/>
                  <a:pt x="866043" y="37013"/>
                </a:cubicBezTo>
                <a:lnTo>
                  <a:pt x="866043" y="17810"/>
                </a:lnTo>
                <a:lnTo>
                  <a:pt x="863401" y="17810"/>
                </a:lnTo>
                <a:cubicBezTo>
                  <a:pt x="859678" y="17810"/>
                  <a:pt x="857025" y="17093"/>
                  <a:pt x="855440" y="15659"/>
                </a:cubicBezTo>
                <a:cubicBezTo>
                  <a:pt x="853855" y="14225"/>
                  <a:pt x="853063" y="12351"/>
                  <a:pt x="853063" y="10037"/>
                </a:cubicBezTo>
                <a:cubicBezTo>
                  <a:pt x="853063" y="7723"/>
                  <a:pt x="853855" y="5848"/>
                  <a:pt x="855440" y="4415"/>
                </a:cubicBezTo>
                <a:cubicBezTo>
                  <a:pt x="857025" y="2981"/>
                  <a:pt x="859678" y="2264"/>
                  <a:pt x="863401" y="2264"/>
                </a:cubicBezTo>
                <a:lnTo>
                  <a:pt x="881513" y="2264"/>
                </a:lnTo>
                <a:moveTo>
                  <a:pt x="866043" y="67911"/>
                </a:moveTo>
                <a:cubicBezTo>
                  <a:pt x="866043" y="61545"/>
                  <a:pt x="863804" y="56156"/>
                  <a:pt x="859326" y="51745"/>
                </a:cubicBezTo>
                <a:cubicBezTo>
                  <a:pt x="854849" y="47333"/>
                  <a:pt x="849365" y="45128"/>
                  <a:pt x="842875" y="45128"/>
                </a:cubicBezTo>
                <a:cubicBezTo>
                  <a:pt x="836435" y="45128"/>
                  <a:pt x="830977" y="47333"/>
                  <a:pt x="826499" y="51745"/>
                </a:cubicBezTo>
                <a:cubicBezTo>
                  <a:pt x="822022" y="56156"/>
                  <a:pt x="819783" y="61470"/>
                  <a:pt x="819783" y="67687"/>
                </a:cubicBezTo>
                <a:cubicBezTo>
                  <a:pt x="819783" y="73351"/>
                  <a:pt x="821795" y="78001"/>
                  <a:pt x="825820" y="81636"/>
                </a:cubicBezTo>
                <a:cubicBezTo>
                  <a:pt x="829845" y="85269"/>
                  <a:pt x="835530" y="87086"/>
                  <a:pt x="842875" y="87086"/>
                </a:cubicBezTo>
                <a:cubicBezTo>
                  <a:pt x="850170" y="87086"/>
                  <a:pt x="855855" y="85269"/>
                  <a:pt x="859930" y="81636"/>
                </a:cubicBezTo>
                <a:cubicBezTo>
                  <a:pt x="864005" y="78001"/>
                  <a:pt x="866043" y="73426"/>
                  <a:pt x="866043" y="67911"/>
                </a:cubicBezTo>
                <a:close/>
                <a:moveTo>
                  <a:pt x="933191" y="62598"/>
                </a:moveTo>
                <a:cubicBezTo>
                  <a:pt x="933191" y="53789"/>
                  <a:pt x="934650" y="44878"/>
                  <a:pt x="937568" y="35867"/>
                </a:cubicBezTo>
                <a:cubicBezTo>
                  <a:pt x="939731" y="29221"/>
                  <a:pt x="943076" y="21821"/>
                  <a:pt x="947604" y="13666"/>
                </a:cubicBezTo>
                <a:cubicBezTo>
                  <a:pt x="950874" y="7827"/>
                  <a:pt x="953289" y="4241"/>
                  <a:pt x="954849" y="2908"/>
                </a:cubicBezTo>
                <a:cubicBezTo>
                  <a:pt x="956409" y="1573"/>
                  <a:pt x="958144" y="906"/>
                  <a:pt x="960056" y="906"/>
                </a:cubicBezTo>
                <a:cubicBezTo>
                  <a:pt x="962270" y="906"/>
                  <a:pt x="964131" y="1661"/>
                  <a:pt x="965640" y="3172"/>
                </a:cubicBezTo>
                <a:cubicBezTo>
                  <a:pt x="967150" y="4681"/>
                  <a:pt x="967904" y="6493"/>
                  <a:pt x="967904" y="8608"/>
                </a:cubicBezTo>
                <a:cubicBezTo>
                  <a:pt x="967904" y="10068"/>
                  <a:pt x="967301" y="11805"/>
                  <a:pt x="966093" y="13817"/>
                </a:cubicBezTo>
                <a:cubicBezTo>
                  <a:pt x="960660" y="22728"/>
                  <a:pt x="956698" y="31085"/>
                  <a:pt x="954207" y="38888"/>
                </a:cubicBezTo>
                <a:cubicBezTo>
                  <a:pt x="951717" y="46690"/>
                  <a:pt x="950472" y="54594"/>
                  <a:pt x="950472" y="62598"/>
                </a:cubicBezTo>
                <a:cubicBezTo>
                  <a:pt x="950472" y="70652"/>
                  <a:pt x="951717" y="78580"/>
                  <a:pt x="954207" y="86383"/>
                </a:cubicBezTo>
                <a:cubicBezTo>
                  <a:pt x="956698" y="94186"/>
                  <a:pt x="960660" y="102543"/>
                  <a:pt x="966093" y="111454"/>
                </a:cubicBezTo>
                <a:cubicBezTo>
                  <a:pt x="967301" y="113416"/>
                  <a:pt x="967904" y="115152"/>
                  <a:pt x="967904" y="116663"/>
                </a:cubicBezTo>
                <a:cubicBezTo>
                  <a:pt x="967904" y="118778"/>
                  <a:pt x="967150" y="120589"/>
                  <a:pt x="965640" y="122099"/>
                </a:cubicBezTo>
                <a:cubicBezTo>
                  <a:pt x="964131" y="123610"/>
                  <a:pt x="962270" y="124365"/>
                  <a:pt x="960056" y="124365"/>
                </a:cubicBezTo>
                <a:cubicBezTo>
                  <a:pt x="958194" y="124365"/>
                  <a:pt x="956559" y="123761"/>
                  <a:pt x="955151" y="122554"/>
                </a:cubicBezTo>
                <a:cubicBezTo>
                  <a:pt x="953138" y="120792"/>
                  <a:pt x="950472" y="116839"/>
                  <a:pt x="947152" y="110697"/>
                </a:cubicBezTo>
                <a:cubicBezTo>
                  <a:pt x="942372" y="101787"/>
                  <a:pt x="939102" y="94438"/>
                  <a:pt x="937341" y="88649"/>
                </a:cubicBezTo>
                <a:cubicBezTo>
                  <a:pt x="934574" y="79788"/>
                  <a:pt x="933191" y="71105"/>
                  <a:pt x="933191" y="62598"/>
                </a:cubicBezTo>
                <a:close/>
                <a:moveTo>
                  <a:pt x="1045391" y="100216"/>
                </a:moveTo>
                <a:lnTo>
                  <a:pt x="1045391" y="96594"/>
                </a:lnTo>
                <a:cubicBezTo>
                  <a:pt x="1041517" y="98607"/>
                  <a:pt x="1037241" y="100116"/>
                  <a:pt x="1032562" y="101122"/>
                </a:cubicBezTo>
                <a:cubicBezTo>
                  <a:pt x="1027883" y="102128"/>
                  <a:pt x="1023632" y="102631"/>
                  <a:pt x="1019809" y="102631"/>
                </a:cubicBezTo>
                <a:cubicBezTo>
                  <a:pt x="1011507" y="102631"/>
                  <a:pt x="1004766" y="100434"/>
                  <a:pt x="999584" y="96040"/>
                </a:cubicBezTo>
                <a:cubicBezTo>
                  <a:pt x="994402" y="91644"/>
                  <a:pt x="991811" y="86784"/>
                  <a:pt x="991811" y="81459"/>
                </a:cubicBezTo>
                <a:cubicBezTo>
                  <a:pt x="991811" y="74980"/>
                  <a:pt x="995119" y="68966"/>
                  <a:pt x="1001735" y="63416"/>
                </a:cubicBezTo>
                <a:cubicBezTo>
                  <a:pt x="1008351" y="57865"/>
                  <a:pt x="1017494" y="55089"/>
                  <a:pt x="1029166" y="55089"/>
                </a:cubicBezTo>
                <a:cubicBezTo>
                  <a:pt x="1033845" y="55089"/>
                  <a:pt x="1039253" y="55592"/>
                  <a:pt x="1045391" y="56598"/>
                </a:cubicBezTo>
                <a:lnTo>
                  <a:pt x="1045391" y="52924"/>
                </a:lnTo>
                <a:cubicBezTo>
                  <a:pt x="1045391" y="50625"/>
                  <a:pt x="1044397" y="48751"/>
                  <a:pt x="1042410" y="47302"/>
                </a:cubicBezTo>
                <a:cubicBezTo>
                  <a:pt x="1040423" y="45852"/>
                  <a:pt x="1036637" y="45128"/>
                  <a:pt x="1031053" y="45128"/>
                </a:cubicBezTo>
                <a:cubicBezTo>
                  <a:pt x="1026475" y="45128"/>
                  <a:pt x="1020538" y="46014"/>
                  <a:pt x="1013243" y="47788"/>
                </a:cubicBezTo>
                <a:cubicBezTo>
                  <a:pt x="1010526" y="48429"/>
                  <a:pt x="1008413" y="48750"/>
                  <a:pt x="1006904" y="48750"/>
                </a:cubicBezTo>
                <a:cubicBezTo>
                  <a:pt x="1004841" y="48750"/>
                  <a:pt x="1003093" y="48008"/>
                  <a:pt x="1001659" y="46524"/>
                </a:cubicBezTo>
                <a:cubicBezTo>
                  <a:pt x="1000226" y="45040"/>
                  <a:pt x="999509" y="43140"/>
                  <a:pt x="999509" y="40826"/>
                </a:cubicBezTo>
                <a:cubicBezTo>
                  <a:pt x="999509" y="39518"/>
                  <a:pt x="999760" y="38386"/>
                  <a:pt x="1000263" y="37430"/>
                </a:cubicBezTo>
                <a:cubicBezTo>
                  <a:pt x="1000766" y="36474"/>
                  <a:pt x="1001471" y="35707"/>
                  <a:pt x="1002376" y="35129"/>
                </a:cubicBezTo>
                <a:cubicBezTo>
                  <a:pt x="1003282" y="34550"/>
                  <a:pt x="1005168" y="33858"/>
                  <a:pt x="1008036" y="33053"/>
                </a:cubicBezTo>
                <a:cubicBezTo>
                  <a:pt x="1011860" y="31997"/>
                  <a:pt x="1015759" y="31154"/>
                  <a:pt x="1019733" y="30525"/>
                </a:cubicBezTo>
                <a:cubicBezTo>
                  <a:pt x="1023708" y="29896"/>
                  <a:pt x="1027305" y="29582"/>
                  <a:pt x="1030524" y="29582"/>
                </a:cubicBezTo>
                <a:cubicBezTo>
                  <a:pt x="1040134" y="29582"/>
                  <a:pt x="1047592" y="31657"/>
                  <a:pt x="1052900" y="35808"/>
                </a:cubicBezTo>
                <a:cubicBezTo>
                  <a:pt x="1058207" y="39958"/>
                  <a:pt x="1060861" y="45631"/>
                  <a:pt x="1060861" y="52825"/>
                </a:cubicBezTo>
                <a:lnTo>
                  <a:pt x="1060861" y="84671"/>
                </a:lnTo>
                <a:lnTo>
                  <a:pt x="1063502" y="84671"/>
                </a:lnTo>
                <a:cubicBezTo>
                  <a:pt x="1067225" y="84671"/>
                  <a:pt x="1069879" y="85388"/>
                  <a:pt x="1071464" y="86822"/>
                </a:cubicBezTo>
                <a:cubicBezTo>
                  <a:pt x="1073049" y="88255"/>
                  <a:pt x="1073841" y="90129"/>
                  <a:pt x="1073841" y="92444"/>
                </a:cubicBezTo>
                <a:cubicBezTo>
                  <a:pt x="1073841" y="94758"/>
                  <a:pt x="1073049" y="96632"/>
                  <a:pt x="1071464" y="98066"/>
                </a:cubicBezTo>
                <a:cubicBezTo>
                  <a:pt x="1069879" y="99500"/>
                  <a:pt x="1067225" y="100216"/>
                  <a:pt x="1063502" y="100216"/>
                </a:cubicBezTo>
                <a:lnTo>
                  <a:pt x="1045391" y="100216"/>
                </a:lnTo>
                <a:moveTo>
                  <a:pt x="1045391" y="72429"/>
                </a:moveTo>
                <a:cubicBezTo>
                  <a:pt x="1039203" y="71233"/>
                  <a:pt x="1033493" y="70635"/>
                  <a:pt x="1028261" y="70635"/>
                </a:cubicBezTo>
                <a:cubicBezTo>
                  <a:pt x="1021972" y="70635"/>
                  <a:pt x="1016564" y="72155"/>
                  <a:pt x="1012036" y="75195"/>
                </a:cubicBezTo>
                <a:cubicBezTo>
                  <a:pt x="1009218" y="77140"/>
                  <a:pt x="1007810" y="79109"/>
                  <a:pt x="1007810" y="81103"/>
                </a:cubicBezTo>
                <a:cubicBezTo>
                  <a:pt x="1007810" y="82549"/>
                  <a:pt x="1008489" y="83721"/>
                  <a:pt x="1009847" y="84619"/>
                </a:cubicBezTo>
                <a:cubicBezTo>
                  <a:pt x="1012363" y="86263"/>
                  <a:pt x="1015809" y="87086"/>
                  <a:pt x="1020186" y="87086"/>
                </a:cubicBezTo>
                <a:cubicBezTo>
                  <a:pt x="1023909" y="87086"/>
                  <a:pt x="1028122" y="86363"/>
                  <a:pt x="1032826" y="84918"/>
                </a:cubicBezTo>
                <a:cubicBezTo>
                  <a:pt x="1037530" y="83472"/>
                  <a:pt x="1041718" y="81502"/>
                  <a:pt x="1045391" y="79009"/>
                </a:cubicBezTo>
                <a:lnTo>
                  <a:pt x="1045391" y="72429"/>
                </a:lnTo>
                <a:close/>
                <a:moveTo>
                  <a:pt x="1120991" y="31695"/>
                </a:moveTo>
                <a:lnTo>
                  <a:pt x="1120991" y="41354"/>
                </a:lnTo>
                <a:cubicBezTo>
                  <a:pt x="1127481" y="36646"/>
                  <a:pt x="1132600" y="33507"/>
                  <a:pt x="1136348" y="31938"/>
                </a:cubicBezTo>
                <a:cubicBezTo>
                  <a:pt x="1140096" y="30367"/>
                  <a:pt x="1143605" y="29582"/>
                  <a:pt x="1146875" y="29582"/>
                </a:cubicBezTo>
                <a:cubicBezTo>
                  <a:pt x="1151906" y="29582"/>
                  <a:pt x="1156786" y="31450"/>
                  <a:pt x="1161515" y="35185"/>
                </a:cubicBezTo>
                <a:cubicBezTo>
                  <a:pt x="1164735" y="37710"/>
                  <a:pt x="1166345" y="40285"/>
                  <a:pt x="1166345" y="42911"/>
                </a:cubicBezTo>
                <a:cubicBezTo>
                  <a:pt x="1166345" y="45132"/>
                  <a:pt x="1165578" y="47013"/>
                  <a:pt x="1164043" y="48554"/>
                </a:cubicBezTo>
                <a:cubicBezTo>
                  <a:pt x="1162509" y="50093"/>
                  <a:pt x="1160660" y="50863"/>
                  <a:pt x="1158497" y="50863"/>
                </a:cubicBezTo>
                <a:cubicBezTo>
                  <a:pt x="1156585" y="50863"/>
                  <a:pt x="1154573" y="49907"/>
                  <a:pt x="1152460" y="47995"/>
                </a:cubicBezTo>
                <a:cubicBezTo>
                  <a:pt x="1150347" y="46083"/>
                  <a:pt x="1148460" y="45128"/>
                  <a:pt x="1146800" y="45128"/>
                </a:cubicBezTo>
                <a:cubicBezTo>
                  <a:pt x="1144637" y="45128"/>
                  <a:pt x="1141404" y="46486"/>
                  <a:pt x="1137103" y="49203"/>
                </a:cubicBezTo>
                <a:cubicBezTo>
                  <a:pt x="1132801" y="51919"/>
                  <a:pt x="1127431" y="55994"/>
                  <a:pt x="1120991" y="61428"/>
                </a:cubicBezTo>
                <a:lnTo>
                  <a:pt x="1120991" y="84671"/>
                </a:lnTo>
                <a:lnTo>
                  <a:pt x="1143027" y="84671"/>
                </a:lnTo>
                <a:cubicBezTo>
                  <a:pt x="1146750" y="84671"/>
                  <a:pt x="1149403" y="85388"/>
                  <a:pt x="1150988" y="86822"/>
                </a:cubicBezTo>
                <a:cubicBezTo>
                  <a:pt x="1152573" y="88255"/>
                  <a:pt x="1153365" y="90129"/>
                  <a:pt x="1153365" y="92444"/>
                </a:cubicBezTo>
                <a:cubicBezTo>
                  <a:pt x="1153365" y="94758"/>
                  <a:pt x="1152573" y="96632"/>
                  <a:pt x="1150988" y="98066"/>
                </a:cubicBezTo>
                <a:cubicBezTo>
                  <a:pt x="1149403" y="99500"/>
                  <a:pt x="1146750" y="100216"/>
                  <a:pt x="1143027" y="100216"/>
                </a:cubicBezTo>
                <a:lnTo>
                  <a:pt x="1096314" y="100216"/>
                </a:lnTo>
                <a:cubicBezTo>
                  <a:pt x="1092591" y="100216"/>
                  <a:pt x="1089938" y="99487"/>
                  <a:pt x="1088353" y="98028"/>
                </a:cubicBezTo>
                <a:cubicBezTo>
                  <a:pt x="1086768" y="96569"/>
                  <a:pt x="1085976" y="94682"/>
                  <a:pt x="1085976" y="92368"/>
                </a:cubicBezTo>
                <a:cubicBezTo>
                  <a:pt x="1085976" y="90054"/>
                  <a:pt x="1086768" y="88193"/>
                  <a:pt x="1088353" y="86784"/>
                </a:cubicBezTo>
                <a:cubicBezTo>
                  <a:pt x="1089938" y="85375"/>
                  <a:pt x="1092591" y="84671"/>
                  <a:pt x="1096314" y="84671"/>
                </a:cubicBezTo>
                <a:lnTo>
                  <a:pt x="1105521" y="84671"/>
                </a:lnTo>
                <a:lnTo>
                  <a:pt x="1105521" y="47241"/>
                </a:lnTo>
                <a:lnTo>
                  <a:pt x="1099937" y="47241"/>
                </a:lnTo>
                <a:cubicBezTo>
                  <a:pt x="1096214" y="47241"/>
                  <a:pt x="1093560" y="46511"/>
                  <a:pt x="1091975" y="45052"/>
                </a:cubicBezTo>
                <a:cubicBezTo>
                  <a:pt x="1090390" y="43593"/>
                  <a:pt x="1089598" y="41707"/>
                  <a:pt x="1089598" y="39392"/>
                </a:cubicBezTo>
                <a:cubicBezTo>
                  <a:pt x="1089598" y="37078"/>
                  <a:pt x="1090390" y="35217"/>
                  <a:pt x="1091975" y="33808"/>
                </a:cubicBezTo>
                <a:cubicBezTo>
                  <a:pt x="1093560" y="32399"/>
                  <a:pt x="1096214" y="31695"/>
                  <a:pt x="1099937" y="31695"/>
                </a:cubicBezTo>
                <a:lnTo>
                  <a:pt x="1120991" y="31695"/>
                </a:lnTo>
                <a:close/>
                <a:moveTo>
                  <a:pt x="1233946" y="36374"/>
                </a:moveTo>
                <a:lnTo>
                  <a:pt x="1233946" y="31695"/>
                </a:lnTo>
                <a:lnTo>
                  <a:pt x="1252057" y="31695"/>
                </a:lnTo>
                <a:cubicBezTo>
                  <a:pt x="1255780" y="31695"/>
                  <a:pt x="1258434" y="32412"/>
                  <a:pt x="1260019" y="33846"/>
                </a:cubicBezTo>
                <a:cubicBezTo>
                  <a:pt x="1261603" y="35280"/>
                  <a:pt x="1262396" y="37154"/>
                  <a:pt x="1262396" y="39468"/>
                </a:cubicBezTo>
                <a:cubicBezTo>
                  <a:pt x="1262396" y="41782"/>
                  <a:pt x="1261603" y="43656"/>
                  <a:pt x="1260019" y="45090"/>
                </a:cubicBezTo>
                <a:cubicBezTo>
                  <a:pt x="1258434" y="46524"/>
                  <a:pt x="1255780" y="47241"/>
                  <a:pt x="1252057" y="47241"/>
                </a:cubicBezTo>
                <a:lnTo>
                  <a:pt x="1249416" y="47241"/>
                </a:lnTo>
                <a:lnTo>
                  <a:pt x="1249416" y="103487"/>
                </a:lnTo>
                <a:cubicBezTo>
                  <a:pt x="1249416" y="108916"/>
                  <a:pt x="1248271" y="113653"/>
                  <a:pt x="1245982" y="117698"/>
                </a:cubicBezTo>
                <a:cubicBezTo>
                  <a:pt x="1243693" y="121745"/>
                  <a:pt x="1240184" y="125226"/>
                  <a:pt x="1235455" y="128141"/>
                </a:cubicBezTo>
                <a:cubicBezTo>
                  <a:pt x="1230726" y="131057"/>
                  <a:pt x="1225393" y="132515"/>
                  <a:pt x="1219457" y="132515"/>
                </a:cubicBezTo>
                <a:lnTo>
                  <a:pt x="1201949" y="132515"/>
                </a:lnTo>
                <a:cubicBezTo>
                  <a:pt x="1198226" y="132515"/>
                  <a:pt x="1195572" y="131794"/>
                  <a:pt x="1193988" y="130353"/>
                </a:cubicBezTo>
                <a:cubicBezTo>
                  <a:pt x="1192403" y="128913"/>
                  <a:pt x="1191610" y="127055"/>
                  <a:pt x="1191610" y="124780"/>
                </a:cubicBezTo>
                <a:cubicBezTo>
                  <a:pt x="1191610" y="122455"/>
                  <a:pt x="1192403" y="120571"/>
                  <a:pt x="1193988" y="119130"/>
                </a:cubicBezTo>
                <a:cubicBezTo>
                  <a:pt x="1195572" y="117690"/>
                  <a:pt x="1198226" y="116970"/>
                  <a:pt x="1201949" y="116970"/>
                </a:cubicBezTo>
                <a:lnTo>
                  <a:pt x="1219004" y="116970"/>
                </a:lnTo>
                <a:cubicBezTo>
                  <a:pt x="1223733" y="116970"/>
                  <a:pt x="1227406" y="115695"/>
                  <a:pt x="1230022" y="113147"/>
                </a:cubicBezTo>
                <a:cubicBezTo>
                  <a:pt x="1232638" y="110600"/>
                  <a:pt x="1233946" y="107379"/>
                  <a:pt x="1233946" y="103483"/>
                </a:cubicBezTo>
                <a:lnTo>
                  <a:pt x="1233946" y="95991"/>
                </a:lnTo>
                <a:cubicBezTo>
                  <a:pt x="1230525" y="98204"/>
                  <a:pt x="1227041" y="99864"/>
                  <a:pt x="1223494" y="100971"/>
                </a:cubicBezTo>
                <a:cubicBezTo>
                  <a:pt x="1219947" y="102078"/>
                  <a:pt x="1216312" y="102631"/>
                  <a:pt x="1212589" y="102631"/>
                </a:cubicBezTo>
                <a:cubicBezTo>
                  <a:pt x="1202075" y="102631"/>
                  <a:pt x="1193271" y="99119"/>
                  <a:pt x="1186177" y="92095"/>
                </a:cubicBezTo>
                <a:cubicBezTo>
                  <a:pt x="1179083" y="85069"/>
                  <a:pt x="1175537" y="76393"/>
                  <a:pt x="1175537" y="66069"/>
                </a:cubicBezTo>
                <a:cubicBezTo>
                  <a:pt x="1175537" y="55694"/>
                  <a:pt x="1179083" y="46995"/>
                  <a:pt x="1186177" y="39970"/>
                </a:cubicBezTo>
                <a:cubicBezTo>
                  <a:pt x="1193271" y="32944"/>
                  <a:pt x="1202075" y="29431"/>
                  <a:pt x="1212589" y="29431"/>
                </a:cubicBezTo>
                <a:cubicBezTo>
                  <a:pt x="1216514" y="29431"/>
                  <a:pt x="1220249" y="30003"/>
                  <a:pt x="1223796" y="31148"/>
                </a:cubicBezTo>
                <a:cubicBezTo>
                  <a:pt x="1227343" y="32292"/>
                  <a:pt x="1230726" y="34034"/>
                  <a:pt x="1233946" y="36374"/>
                </a:cubicBezTo>
                <a:moveTo>
                  <a:pt x="1233870" y="66031"/>
                </a:moveTo>
                <a:cubicBezTo>
                  <a:pt x="1233870" y="60346"/>
                  <a:pt x="1231770" y="55416"/>
                  <a:pt x="1227569" y="51240"/>
                </a:cubicBezTo>
                <a:cubicBezTo>
                  <a:pt x="1223368" y="47065"/>
                  <a:pt x="1218325" y="44977"/>
                  <a:pt x="1212439" y="44977"/>
                </a:cubicBezTo>
                <a:cubicBezTo>
                  <a:pt x="1206552" y="44977"/>
                  <a:pt x="1201509" y="47065"/>
                  <a:pt x="1197308" y="51240"/>
                </a:cubicBezTo>
                <a:cubicBezTo>
                  <a:pt x="1193107" y="55416"/>
                  <a:pt x="1191007" y="60346"/>
                  <a:pt x="1191007" y="66031"/>
                </a:cubicBezTo>
                <a:cubicBezTo>
                  <a:pt x="1191007" y="71766"/>
                  <a:pt x="1193107" y="76709"/>
                  <a:pt x="1197308" y="80860"/>
                </a:cubicBezTo>
                <a:cubicBezTo>
                  <a:pt x="1201509" y="85010"/>
                  <a:pt x="1206552" y="87086"/>
                  <a:pt x="1212439" y="87086"/>
                </a:cubicBezTo>
                <a:cubicBezTo>
                  <a:pt x="1218325" y="87086"/>
                  <a:pt x="1223368" y="85010"/>
                  <a:pt x="1227569" y="80860"/>
                </a:cubicBezTo>
                <a:cubicBezTo>
                  <a:pt x="1231770" y="76709"/>
                  <a:pt x="1233870" y="71766"/>
                  <a:pt x="1233870" y="66031"/>
                </a:cubicBezTo>
                <a:close/>
                <a:moveTo>
                  <a:pt x="1331732" y="48523"/>
                </a:moveTo>
                <a:cubicBezTo>
                  <a:pt x="1336311" y="51643"/>
                  <a:pt x="1339732" y="55252"/>
                  <a:pt x="1341996" y="59353"/>
                </a:cubicBezTo>
                <a:cubicBezTo>
                  <a:pt x="1344259" y="63453"/>
                  <a:pt x="1345391" y="68044"/>
                  <a:pt x="1345391" y="73125"/>
                </a:cubicBezTo>
                <a:cubicBezTo>
                  <a:pt x="1345391" y="78609"/>
                  <a:pt x="1343895" y="83677"/>
                  <a:pt x="1340901" y="88331"/>
                </a:cubicBezTo>
                <a:cubicBezTo>
                  <a:pt x="1337908" y="92985"/>
                  <a:pt x="1333569" y="96506"/>
                  <a:pt x="1327884" y="98896"/>
                </a:cubicBezTo>
                <a:cubicBezTo>
                  <a:pt x="1322199" y="101286"/>
                  <a:pt x="1314753" y="102480"/>
                  <a:pt x="1305546" y="102480"/>
                </a:cubicBezTo>
                <a:cubicBezTo>
                  <a:pt x="1293573" y="102480"/>
                  <a:pt x="1284567" y="100613"/>
                  <a:pt x="1278530" y="96877"/>
                </a:cubicBezTo>
                <a:cubicBezTo>
                  <a:pt x="1275159" y="94756"/>
                  <a:pt x="1273474" y="92231"/>
                  <a:pt x="1273474" y="89302"/>
                </a:cubicBezTo>
                <a:cubicBezTo>
                  <a:pt x="1273474" y="87081"/>
                  <a:pt x="1274216" y="85201"/>
                  <a:pt x="1275700" y="83662"/>
                </a:cubicBezTo>
                <a:cubicBezTo>
                  <a:pt x="1277184" y="82121"/>
                  <a:pt x="1278983" y="81350"/>
                  <a:pt x="1281096" y="81350"/>
                </a:cubicBezTo>
                <a:cubicBezTo>
                  <a:pt x="1282555" y="81350"/>
                  <a:pt x="1284064" y="81854"/>
                  <a:pt x="1285624" y="82860"/>
                </a:cubicBezTo>
                <a:cubicBezTo>
                  <a:pt x="1287837" y="84369"/>
                  <a:pt x="1289925" y="85375"/>
                  <a:pt x="1291887" y="85878"/>
                </a:cubicBezTo>
                <a:cubicBezTo>
                  <a:pt x="1294906" y="86583"/>
                  <a:pt x="1299056" y="86935"/>
                  <a:pt x="1304339" y="86935"/>
                </a:cubicBezTo>
                <a:cubicBezTo>
                  <a:pt x="1313344" y="86935"/>
                  <a:pt x="1319859" y="85768"/>
                  <a:pt x="1323884" y="83435"/>
                </a:cubicBezTo>
                <a:cubicBezTo>
                  <a:pt x="1327909" y="81100"/>
                  <a:pt x="1329921" y="77800"/>
                  <a:pt x="1329921" y="73535"/>
                </a:cubicBezTo>
                <a:cubicBezTo>
                  <a:pt x="1329921" y="70374"/>
                  <a:pt x="1328752" y="67325"/>
                  <a:pt x="1326412" y="64390"/>
                </a:cubicBezTo>
                <a:cubicBezTo>
                  <a:pt x="1324073" y="61453"/>
                  <a:pt x="1320941" y="59181"/>
                  <a:pt x="1317017" y="57574"/>
                </a:cubicBezTo>
                <a:cubicBezTo>
                  <a:pt x="1314753" y="56670"/>
                  <a:pt x="1310929" y="56043"/>
                  <a:pt x="1305546" y="55693"/>
                </a:cubicBezTo>
                <a:cubicBezTo>
                  <a:pt x="1302981" y="55542"/>
                  <a:pt x="1301006" y="54749"/>
                  <a:pt x="1299622" y="53315"/>
                </a:cubicBezTo>
                <a:cubicBezTo>
                  <a:pt x="1298239" y="51882"/>
                  <a:pt x="1297547" y="50108"/>
                  <a:pt x="1297547" y="47995"/>
                </a:cubicBezTo>
                <a:cubicBezTo>
                  <a:pt x="1297547" y="45782"/>
                  <a:pt x="1298302" y="43920"/>
                  <a:pt x="1299811" y="42411"/>
                </a:cubicBezTo>
                <a:cubicBezTo>
                  <a:pt x="1301320" y="40902"/>
                  <a:pt x="1303232" y="40147"/>
                  <a:pt x="1305546" y="40147"/>
                </a:cubicBezTo>
                <a:cubicBezTo>
                  <a:pt x="1310678" y="40147"/>
                  <a:pt x="1313420" y="40122"/>
                  <a:pt x="1313772" y="40072"/>
                </a:cubicBezTo>
                <a:cubicBezTo>
                  <a:pt x="1315784" y="39870"/>
                  <a:pt x="1317797" y="39219"/>
                  <a:pt x="1319809" y="38117"/>
                </a:cubicBezTo>
                <a:cubicBezTo>
                  <a:pt x="1321821" y="37013"/>
                  <a:pt x="1323444" y="35496"/>
                  <a:pt x="1324676" y="33565"/>
                </a:cubicBezTo>
                <a:cubicBezTo>
                  <a:pt x="1325909" y="31633"/>
                  <a:pt x="1326525" y="29639"/>
                  <a:pt x="1326525" y="27582"/>
                </a:cubicBezTo>
                <a:cubicBezTo>
                  <a:pt x="1326525" y="24323"/>
                  <a:pt x="1325079" y="21503"/>
                  <a:pt x="1322186" y="19121"/>
                </a:cubicBezTo>
                <a:cubicBezTo>
                  <a:pt x="1319293" y="16737"/>
                  <a:pt x="1314954" y="15546"/>
                  <a:pt x="1309169" y="15546"/>
                </a:cubicBezTo>
                <a:cubicBezTo>
                  <a:pt x="1301723" y="15546"/>
                  <a:pt x="1296038" y="17692"/>
                  <a:pt x="1292114" y="21986"/>
                </a:cubicBezTo>
                <a:cubicBezTo>
                  <a:pt x="1290957" y="23233"/>
                  <a:pt x="1290026" y="24031"/>
                  <a:pt x="1289321" y="24382"/>
                </a:cubicBezTo>
                <a:cubicBezTo>
                  <a:pt x="1288265" y="24931"/>
                  <a:pt x="1287083" y="25205"/>
                  <a:pt x="1285775" y="25205"/>
                </a:cubicBezTo>
                <a:cubicBezTo>
                  <a:pt x="1283662" y="25205"/>
                  <a:pt x="1281851" y="24448"/>
                  <a:pt x="1280341" y="22934"/>
                </a:cubicBezTo>
                <a:cubicBezTo>
                  <a:pt x="1278832" y="21420"/>
                  <a:pt x="1278077" y="19553"/>
                  <a:pt x="1278077" y="17333"/>
                </a:cubicBezTo>
                <a:cubicBezTo>
                  <a:pt x="1278077" y="13851"/>
                  <a:pt x="1280392" y="10470"/>
                  <a:pt x="1285020" y="7190"/>
                </a:cubicBezTo>
                <a:cubicBezTo>
                  <a:pt x="1291761" y="2397"/>
                  <a:pt x="1300188" y="0"/>
                  <a:pt x="1310301" y="0"/>
                </a:cubicBezTo>
                <a:cubicBezTo>
                  <a:pt x="1319859" y="0"/>
                  <a:pt x="1327532" y="2721"/>
                  <a:pt x="1333317" y="8164"/>
                </a:cubicBezTo>
                <a:cubicBezTo>
                  <a:pt x="1339103" y="13606"/>
                  <a:pt x="1341996" y="20155"/>
                  <a:pt x="1341996" y="27813"/>
                </a:cubicBezTo>
                <a:cubicBezTo>
                  <a:pt x="1341996" y="31794"/>
                  <a:pt x="1341140" y="35511"/>
                  <a:pt x="1339430" y="38963"/>
                </a:cubicBezTo>
                <a:cubicBezTo>
                  <a:pt x="1337719" y="42414"/>
                  <a:pt x="1335153" y="45601"/>
                  <a:pt x="1331732" y="48523"/>
                </a:cubicBezTo>
                <a:close/>
                <a:moveTo>
                  <a:pt x="1408993" y="62598"/>
                </a:moveTo>
                <a:cubicBezTo>
                  <a:pt x="1408993" y="71406"/>
                  <a:pt x="1407534" y="80342"/>
                  <a:pt x="1404616" y="89404"/>
                </a:cubicBezTo>
                <a:cubicBezTo>
                  <a:pt x="1402452" y="96049"/>
                  <a:pt x="1399107" y="103425"/>
                  <a:pt x="1394579" y="111529"/>
                </a:cubicBezTo>
                <a:cubicBezTo>
                  <a:pt x="1391309" y="117368"/>
                  <a:pt x="1388894" y="120967"/>
                  <a:pt x="1387334" y="122325"/>
                </a:cubicBezTo>
                <a:cubicBezTo>
                  <a:pt x="1385775" y="123685"/>
                  <a:pt x="1384039" y="124365"/>
                  <a:pt x="1382127" y="124365"/>
                </a:cubicBezTo>
                <a:cubicBezTo>
                  <a:pt x="1379914" y="124365"/>
                  <a:pt x="1378052" y="123610"/>
                  <a:pt x="1376543" y="122099"/>
                </a:cubicBezTo>
                <a:cubicBezTo>
                  <a:pt x="1375034" y="120589"/>
                  <a:pt x="1374279" y="118778"/>
                  <a:pt x="1374279" y="116663"/>
                </a:cubicBezTo>
                <a:cubicBezTo>
                  <a:pt x="1374279" y="115152"/>
                  <a:pt x="1374883" y="113416"/>
                  <a:pt x="1376090" y="111454"/>
                </a:cubicBezTo>
                <a:cubicBezTo>
                  <a:pt x="1381524" y="102543"/>
                  <a:pt x="1385486" y="94186"/>
                  <a:pt x="1387976" y="86383"/>
                </a:cubicBezTo>
                <a:cubicBezTo>
                  <a:pt x="1390466" y="78580"/>
                  <a:pt x="1391711" y="70652"/>
                  <a:pt x="1391711" y="62598"/>
                </a:cubicBezTo>
                <a:cubicBezTo>
                  <a:pt x="1391711" y="54594"/>
                  <a:pt x="1390466" y="46690"/>
                  <a:pt x="1387976" y="38888"/>
                </a:cubicBezTo>
                <a:cubicBezTo>
                  <a:pt x="1385486" y="31085"/>
                  <a:pt x="1381524" y="22728"/>
                  <a:pt x="1376090" y="13817"/>
                </a:cubicBezTo>
                <a:cubicBezTo>
                  <a:pt x="1374883" y="11805"/>
                  <a:pt x="1374279" y="10068"/>
                  <a:pt x="1374279" y="8608"/>
                </a:cubicBezTo>
                <a:cubicBezTo>
                  <a:pt x="1374279" y="6493"/>
                  <a:pt x="1375034" y="4681"/>
                  <a:pt x="1376543" y="3172"/>
                </a:cubicBezTo>
                <a:cubicBezTo>
                  <a:pt x="1378052" y="1661"/>
                  <a:pt x="1379914" y="906"/>
                  <a:pt x="1382127" y="906"/>
                </a:cubicBezTo>
                <a:cubicBezTo>
                  <a:pt x="1383989" y="906"/>
                  <a:pt x="1385624" y="1509"/>
                  <a:pt x="1387033" y="2717"/>
                </a:cubicBezTo>
                <a:cubicBezTo>
                  <a:pt x="1389045" y="4429"/>
                  <a:pt x="1391711" y="8381"/>
                  <a:pt x="1395032" y="14574"/>
                </a:cubicBezTo>
                <a:cubicBezTo>
                  <a:pt x="1399811" y="23484"/>
                  <a:pt x="1403081" y="30807"/>
                  <a:pt x="1404842" y="36546"/>
                </a:cubicBezTo>
                <a:cubicBezTo>
                  <a:pt x="1407609" y="45457"/>
                  <a:pt x="1408993" y="54141"/>
                  <a:pt x="1408993" y="625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7AFD12-EA9D-4365-B3DC-61FD7B16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986" y="735816"/>
            <a:ext cx="361708" cy="185461"/>
          </a:xfrm>
          <a:custGeom xmlns:a="http://schemas.openxmlformats.org/drawingml/2006/main">
            <a:pathLst>
              <a:path w="361708" h="185461">
                <a:moveTo>
                  <a:pt x="0" y="0"/>
                </a:moveTo>
                <a:lnTo>
                  <a:pt x="361708" y="0"/>
                </a:lnTo>
                <a:lnTo>
                  <a:pt x="361708" y="185461"/>
                </a:lnTo>
                <a:lnTo>
                  <a:pt x="0" y="1854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v0_3=newc(">
            <a:extLst xmlns:a="http://schemas.openxmlformats.org/drawingml/2006/main">
              <a:ext uri="{FF2B5EF4-FFF2-40B4-BE49-F238E27FC236}">
                <a16:creationId xmlns:a16="http://schemas.microsoft.com/office/drawing/2014/main" id="{980EC41E-7EB5-4B7D-B7A4-3002E5EC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89" y="787137"/>
            <a:ext cx="1179476" cy="139458"/>
          </a:xfrm>
          <a:custGeom xmlns:a="http://schemas.openxmlformats.org/drawingml/2006/main">
            <a:pathLst>
              <a:path w="1179476" h="139458">
                <a:moveTo>
                  <a:pt x="47467" y="97047"/>
                </a:moveTo>
                <a:lnTo>
                  <a:pt x="36751" y="97047"/>
                </a:lnTo>
                <a:lnTo>
                  <a:pt x="10716" y="37883"/>
                </a:lnTo>
                <a:lnTo>
                  <a:pt x="4226" y="37883"/>
                </a:lnTo>
                <a:cubicBezTo>
                  <a:pt x="2717" y="37883"/>
                  <a:pt x="1635" y="37581"/>
                  <a:pt x="981" y="36977"/>
                </a:cubicBezTo>
                <a:cubicBezTo>
                  <a:pt x="327" y="36374"/>
                  <a:pt x="0" y="35594"/>
                  <a:pt x="0" y="34638"/>
                </a:cubicBezTo>
                <a:cubicBezTo>
                  <a:pt x="0" y="33755"/>
                  <a:pt x="327" y="33018"/>
                  <a:pt x="981" y="32428"/>
                </a:cubicBezTo>
                <a:cubicBezTo>
                  <a:pt x="1635" y="31839"/>
                  <a:pt x="2717" y="31544"/>
                  <a:pt x="4226" y="31544"/>
                </a:cubicBezTo>
                <a:lnTo>
                  <a:pt x="27997" y="31544"/>
                </a:lnTo>
                <a:cubicBezTo>
                  <a:pt x="29507" y="31544"/>
                  <a:pt x="30588" y="31839"/>
                  <a:pt x="31242" y="32428"/>
                </a:cubicBezTo>
                <a:cubicBezTo>
                  <a:pt x="31896" y="33018"/>
                  <a:pt x="32223" y="33780"/>
                  <a:pt x="32223" y="34714"/>
                </a:cubicBezTo>
                <a:cubicBezTo>
                  <a:pt x="32223" y="35619"/>
                  <a:pt x="31896" y="36374"/>
                  <a:pt x="31242" y="36977"/>
                </a:cubicBezTo>
                <a:cubicBezTo>
                  <a:pt x="30588" y="37581"/>
                  <a:pt x="29507" y="37883"/>
                  <a:pt x="27997" y="37883"/>
                </a:cubicBezTo>
                <a:lnTo>
                  <a:pt x="17508" y="37883"/>
                </a:lnTo>
                <a:lnTo>
                  <a:pt x="40751" y="90708"/>
                </a:lnTo>
                <a:lnTo>
                  <a:pt x="43543" y="90708"/>
                </a:lnTo>
                <a:lnTo>
                  <a:pt x="66333" y="37883"/>
                </a:lnTo>
                <a:lnTo>
                  <a:pt x="55768" y="37883"/>
                </a:lnTo>
                <a:cubicBezTo>
                  <a:pt x="54259" y="37883"/>
                  <a:pt x="53177" y="37581"/>
                  <a:pt x="52523" y="36977"/>
                </a:cubicBezTo>
                <a:cubicBezTo>
                  <a:pt x="51869" y="36374"/>
                  <a:pt x="51542" y="35594"/>
                  <a:pt x="51542" y="34638"/>
                </a:cubicBezTo>
                <a:cubicBezTo>
                  <a:pt x="51542" y="33755"/>
                  <a:pt x="51869" y="33018"/>
                  <a:pt x="52523" y="32428"/>
                </a:cubicBezTo>
                <a:cubicBezTo>
                  <a:pt x="53177" y="31839"/>
                  <a:pt x="54259" y="31544"/>
                  <a:pt x="55768" y="31544"/>
                </a:cubicBezTo>
                <a:lnTo>
                  <a:pt x="79615" y="31544"/>
                </a:lnTo>
                <a:cubicBezTo>
                  <a:pt x="81174" y="31544"/>
                  <a:pt x="82269" y="31839"/>
                  <a:pt x="82897" y="32428"/>
                </a:cubicBezTo>
                <a:cubicBezTo>
                  <a:pt x="83526" y="33018"/>
                  <a:pt x="83841" y="33780"/>
                  <a:pt x="83841" y="34714"/>
                </a:cubicBezTo>
                <a:cubicBezTo>
                  <a:pt x="83841" y="35619"/>
                  <a:pt x="83526" y="36374"/>
                  <a:pt x="82897" y="36977"/>
                </a:cubicBezTo>
                <a:cubicBezTo>
                  <a:pt x="82269" y="37581"/>
                  <a:pt x="81174" y="37883"/>
                  <a:pt x="79615" y="37883"/>
                </a:cubicBezTo>
                <a:lnTo>
                  <a:pt x="73200" y="37883"/>
                </a:lnTo>
                <a:lnTo>
                  <a:pt x="47467" y="97047"/>
                </a:lnTo>
                <a:close/>
                <a:moveTo>
                  <a:pt x="163742" y="41838"/>
                </a:moveTo>
                <a:lnTo>
                  <a:pt x="163742" y="57549"/>
                </a:lnTo>
                <a:cubicBezTo>
                  <a:pt x="163742" y="71192"/>
                  <a:pt x="160497" y="81991"/>
                  <a:pt x="154007" y="89946"/>
                </a:cubicBezTo>
                <a:cubicBezTo>
                  <a:pt x="148926" y="96189"/>
                  <a:pt x="142512" y="99311"/>
                  <a:pt x="134764" y="99311"/>
                </a:cubicBezTo>
                <a:cubicBezTo>
                  <a:pt x="131041" y="99311"/>
                  <a:pt x="127532" y="98568"/>
                  <a:pt x="124237" y="97082"/>
                </a:cubicBezTo>
                <a:cubicBezTo>
                  <a:pt x="120942" y="95598"/>
                  <a:pt x="118137" y="93521"/>
                  <a:pt x="115823" y="90852"/>
                </a:cubicBezTo>
                <a:cubicBezTo>
                  <a:pt x="114364" y="89190"/>
                  <a:pt x="112766" y="86522"/>
                  <a:pt x="111031" y="82848"/>
                </a:cubicBezTo>
                <a:cubicBezTo>
                  <a:pt x="109295" y="79172"/>
                  <a:pt x="108050" y="75798"/>
                  <a:pt x="107295" y="72726"/>
                </a:cubicBezTo>
                <a:cubicBezTo>
                  <a:pt x="106138" y="68397"/>
                  <a:pt x="105559" y="63337"/>
                  <a:pt x="105559" y="57549"/>
                </a:cubicBezTo>
                <a:lnTo>
                  <a:pt x="105559" y="41838"/>
                </a:lnTo>
                <a:cubicBezTo>
                  <a:pt x="105559" y="28144"/>
                  <a:pt x="108804" y="17320"/>
                  <a:pt x="115294" y="9365"/>
                </a:cubicBezTo>
                <a:cubicBezTo>
                  <a:pt x="120376" y="3122"/>
                  <a:pt x="126790" y="0"/>
                  <a:pt x="134538" y="0"/>
                </a:cubicBezTo>
                <a:cubicBezTo>
                  <a:pt x="138311" y="0"/>
                  <a:pt x="141833" y="743"/>
                  <a:pt x="145103" y="2229"/>
                </a:cubicBezTo>
                <a:cubicBezTo>
                  <a:pt x="148373" y="3713"/>
                  <a:pt x="151165" y="5790"/>
                  <a:pt x="153479" y="8459"/>
                </a:cubicBezTo>
                <a:cubicBezTo>
                  <a:pt x="154988" y="10171"/>
                  <a:pt x="156598" y="12865"/>
                  <a:pt x="158309" y="16541"/>
                </a:cubicBezTo>
                <a:cubicBezTo>
                  <a:pt x="160019" y="20215"/>
                  <a:pt x="161277" y="23563"/>
                  <a:pt x="162082" y="26585"/>
                </a:cubicBezTo>
                <a:cubicBezTo>
                  <a:pt x="163189" y="30914"/>
                  <a:pt x="163742" y="35999"/>
                  <a:pt x="163742" y="41838"/>
                </a:cubicBezTo>
                <a:moveTo>
                  <a:pt x="157403" y="42689"/>
                </a:moveTo>
                <a:cubicBezTo>
                  <a:pt x="157403" y="36698"/>
                  <a:pt x="156561" y="31122"/>
                  <a:pt x="154875" y="25962"/>
                </a:cubicBezTo>
                <a:cubicBezTo>
                  <a:pt x="153190" y="20801"/>
                  <a:pt x="151291" y="16682"/>
                  <a:pt x="149178" y="13607"/>
                </a:cubicBezTo>
                <a:cubicBezTo>
                  <a:pt x="147920" y="11843"/>
                  <a:pt x="146285" y="10319"/>
                  <a:pt x="144273" y="9034"/>
                </a:cubicBezTo>
                <a:cubicBezTo>
                  <a:pt x="141405" y="7237"/>
                  <a:pt x="138185" y="6339"/>
                  <a:pt x="134613" y="6339"/>
                </a:cubicBezTo>
                <a:cubicBezTo>
                  <a:pt x="127519" y="6397"/>
                  <a:pt x="121960" y="10056"/>
                  <a:pt x="117936" y="17314"/>
                </a:cubicBezTo>
                <a:cubicBezTo>
                  <a:pt x="113911" y="24571"/>
                  <a:pt x="111898" y="33032"/>
                  <a:pt x="111898" y="42696"/>
                </a:cubicBezTo>
                <a:lnTo>
                  <a:pt x="111898" y="56662"/>
                </a:lnTo>
                <a:cubicBezTo>
                  <a:pt x="111898" y="62652"/>
                  <a:pt x="112741" y="68239"/>
                  <a:pt x="114426" y="73424"/>
                </a:cubicBezTo>
                <a:cubicBezTo>
                  <a:pt x="116112" y="78608"/>
                  <a:pt x="118036" y="82734"/>
                  <a:pt x="120199" y="85803"/>
                </a:cubicBezTo>
                <a:cubicBezTo>
                  <a:pt x="121407" y="87513"/>
                  <a:pt x="123017" y="88997"/>
                  <a:pt x="125029" y="90255"/>
                </a:cubicBezTo>
                <a:cubicBezTo>
                  <a:pt x="127897" y="92066"/>
                  <a:pt x="131142" y="92972"/>
                  <a:pt x="134764" y="92972"/>
                </a:cubicBezTo>
                <a:cubicBezTo>
                  <a:pt x="141807" y="92972"/>
                  <a:pt x="147341" y="89337"/>
                  <a:pt x="151366" y="82067"/>
                </a:cubicBezTo>
                <a:cubicBezTo>
                  <a:pt x="155391" y="74798"/>
                  <a:pt x="157403" y="66329"/>
                  <a:pt x="157403" y="56662"/>
                </a:cubicBezTo>
                <a:lnTo>
                  <a:pt x="157403" y="42689"/>
                </a:lnTo>
                <a:close/>
                <a:moveTo>
                  <a:pt x="269528" y="139458"/>
                </a:moveTo>
                <a:lnTo>
                  <a:pt x="185235" y="139458"/>
                </a:lnTo>
                <a:cubicBezTo>
                  <a:pt x="183725" y="139458"/>
                  <a:pt x="182644" y="139169"/>
                  <a:pt x="181990" y="138590"/>
                </a:cubicBezTo>
                <a:cubicBezTo>
                  <a:pt x="181336" y="138012"/>
                  <a:pt x="181009" y="137244"/>
                  <a:pt x="181009" y="136288"/>
                </a:cubicBezTo>
                <a:cubicBezTo>
                  <a:pt x="181009" y="135333"/>
                  <a:pt x="181336" y="134565"/>
                  <a:pt x="181990" y="133987"/>
                </a:cubicBezTo>
                <a:cubicBezTo>
                  <a:pt x="182644" y="133408"/>
                  <a:pt x="183725" y="133119"/>
                  <a:pt x="185235" y="133119"/>
                </a:cubicBezTo>
                <a:lnTo>
                  <a:pt x="269528" y="133119"/>
                </a:lnTo>
                <a:cubicBezTo>
                  <a:pt x="271088" y="133119"/>
                  <a:pt x="272182" y="133408"/>
                  <a:pt x="272811" y="133987"/>
                </a:cubicBezTo>
                <a:cubicBezTo>
                  <a:pt x="273440" y="134565"/>
                  <a:pt x="273754" y="135333"/>
                  <a:pt x="273754" y="136288"/>
                </a:cubicBezTo>
                <a:cubicBezTo>
                  <a:pt x="273754" y="137244"/>
                  <a:pt x="273440" y="138012"/>
                  <a:pt x="272811" y="138590"/>
                </a:cubicBezTo>
                <a:cubicBezTo>
                  <a:pt x="272182" y="139169"/>
                  <a:pt x="271088" y="139458"/>
                  <a:pt x="269528" y="139458"/>
                </a:cubicBezTo>
                <a:close/>
                <a:moveTo>
                  <a:pt x="333129" y="45552"/>
                </a:moveTo>
                <a:cubicBezTo>
                  <a:pt x="338965" y="48167"/>
                  <a:pt x="343418" y="51748"/>
                  <a:pt x="346486" y="56296"/>
                </a:cubicBezTo>
                <a:cubicBezTo>
                  <a:pt x="349555" y="60845"/>
                  <a:pt x="351090" y="65582"/>
                  <a:pt x="351090" y="70510"/>
                </a:cubicBezTo>
                <a:cubicBezTo>
                  <a:pt x="351090" y="78098"/>
                  <a:pt x="348008" y="84796"/>
                  <a:pt x="341845" y="90602"/>
                </a:cubicBezTo>
                <a:cubicBezTo>
                  <a:pt x="335683" y="96408"/>
                  <a:pt x="327973" y="99311"/>
                  <a:pt x="318716" y="99311"/>
                </a:cubicBezTo>
                <a:cubicBezTo>
                  <a:pt x="313282" y="99311"/>
                  <a:pt x="307648" y="98154"/>
                  <a:pt x="301812" y="95840"/>
                </a:cubicBezTo>
                <a:cubicBezTo>
                  <a:pt x="295976" y="93525"/>
                  <a:pt x="291901" y="91161"/>
                  <a:pt x="289586" y="88746"/>
                </a:cubicBezTo>
                <a:cubicBezTo>
                  <a:pt x="288832" y="87941"/>
                  <a:pt x="288454" y="87086"/>
                  <a:pt x="288454" y="86180"/>
                </a:cubicBezTo>
                <a:cubicBezTo>
                  <a:pt x="288454" y="85375"/>
                  <a:pt x="288744" y="84671"/>
                  <a:pt x="289322" y="84067"/>
                </a:cubicBezTo>
                <a:cubicBezTo>
                  <a:pt x="289901" y="83463"/>
                  <a:pt x="290593" y="83162"/>
                  <a:pt x="291398" y="83162"/>
                </a:cubicBezTo>
                <a:cubicBezTo>
                  <a:pt x="292203" y="83162"/>
                  <a:pt x="293108" y="83539"/>
                  <a:pt x="294114" y="84294"/>
                </a:cubicBezTo>
                <a:cubicBezTo>
                  <a:pt x="301912" y="90079"/>
                  <a:pt x="310163" y="92972"/>
                  <a:pt x="318867" y="92972"/>
                </a:cubicBezTo>
                <a:cubicBezTo>
                  <a:pt x="326212" y="92972"/>
                  <a:pt x="332362" y="90674"/>
                  <a:pt x="337318" y="86079"/>
                </a:cubicBezTo>
                <a:cubicBezTo>
                  <a:pt x="342273" y="81483"/>
                  <a:pt x="344751" y="76373"/>
                  <a:pt x="344751" y="70748"/>
                </a:cubicBezTo>
                <a:cubicBezTo>
                  <a:pt x="344751" y="66981"/>
                  <a:pt x="343531" y="63289"/>
                  <a:pt x="341091" y="59673"/>
                </a:cubicBezTo>
                <a:cubicBezTo>
                  <a:pt x="338651" y="56057"/>
                  <a:pt x="335142" y="53207"/>
                  <a:pt x="330564" y="51122"/>
                </a:cubicBezTo>
                <a:cubicBezTo>
                  <a:pt x="325985" y="49038"/>
                  <a:pt x="321357" y="47995"/>
                  <a:pt x="316678" y="47995"/>
                </a:cubicBezTo>
                <a:cubicBezTo>
                  <a:pt x="315169" y="47995"/>
                  <a:pt x="314087" y="47703"/>
                  <a:pt x="313433" y="47118"/>
                </a:cubicBezTo>
                <a:cubicBezTo>
                  <a:pt x="312779" y="46532"/>
                  <a:pt x="312452" y="45755"/>
                  <a:pt x="312452" y="44788"/>
                </a:cubicBezTo>
                <a:cubicBezTo>
                  <a:pt x="312452" y="43871"/>
                  <a:pt x="312767" y="43108"/>
                  <a:pt x="313395" y="42498"/>
                </a:cubicBezTo>
                <a:cubicBezTo>
                  <a:pt x="314024" y="41887"/>
                  <a:pt x="314968" y="41581"/>
                  <a:pt x="316225" y="41581"/>
                </a:cubicBezTo>
                <a:lnTo>
                  <a:pt x="321659" y="41656"/>
                </a:lnTo>
                <a:cubicBezTo>
                  <a:pt x="327344" y="41656"/>
                  <a:pt x="332035" y="39917"/>
                  <a:pt x="335733" y="36440"/>
                </a:cubicBezTo>
                <a:cubicBezTo>
                  <a:pt x="339431" y="32961"/>
                  <a:pt x="341279" y="28926"/>
                  <a:pt x="341279" y="24337"/>
                </a:cubicBezTo>
                <a:cubicBezTo>
                  <a:pt x="341279" y="19599"/>
                  <a:pt x="339343" y="15414"/>
                  <a:pt x="335469" y="11784"/>
                </a:cubicBezTo>
                <a:cubicBezTo>
                  <a:pt x="331595" y="8154"/>
                  <a:pt x="326539" y="6339"/>
                  <a:pt x="320300" y="6339"/>
                </a:cubicBezTo>
                <a:cubicBezTo>
                  <a:pt x="315923" y="6339"/>
                  <a:pt x="311899" y="7099"/>
                  <a:pt x="308226" y="8619"/>
                </a:cubicBezTo>
                <a:cubicBezTo>
                  <a:pt x="304554" y="10140"/>
                  <a:pt x="301610" y="12217"/>
                  <a:pt x="299397" y="14852"/>
                </a:cubicBezTo>
                <a:cubicBezTo>
                  <a:pt x="298592" y="15865"/>
                  <a:pt x="297976" y="16485"/>
                  <a:pt x="297548" y="16713"/>
                </a:cubicBezTo>
                <a:cubicBezTo>
                  <a:pt x="297120" y="16941"/>
                  <a:pt x="296630" y="17055"/>
                  <a:pt x="296076" y="17055"/>
                </a:cubicBezTo>
                <a:cubicBezTo>
                  <a:pt x="295221" y="17055"/>
                  <a:pt x="294492" y="16765"/>
                  <a:pt x="293888" y="16185"/>
                </a:cubicBezTo>
                <a:cubicBezTo>
                  <a:pt x="293284" y="15603"/>
                  <a:pt x="292982" y="14907"/>
                  <a:pt x="292982" y="14098"/>
                </a:cubicBezTo>
                <a:cubicBezTo>
                  <a:pt x="292982" y="12077"/>
                  <a:pt x="295171" y="9526"/>
                  <a:pt x="299548" y="6443"/>
                </a:cubicBezTo>
                <a:cubicBezTo>
                  <a:pt x="305635" y="2148"/>
                  <a:pt x="312553" y="0"/>
                  <a:pt x="320300" y="0"/>
                </a:cubicBezTo>
                <a:cubicBezTo>
                  <a:pt x="328300" y="0"/>
                  <a:pt x="334865" y="2409"/>
                  <a:pt x="339997" y="7226"/>
                </a:cubicBezTo>
                <a:cubicBezTo>
                  <a:pt x="345128" y="12043"/>
                  <a:pt x="347694" y="17781"/>
                  <a:pt x="347694" y="24441"/>
                </a:cubicBezTo>
                <a:cubicBezTo>
                  <a:pt x="347694" y="28678"/>
                  <a:pt x="346461" y="32689"/>
                  <a:pt x="343996" y="36473"/>
                </a:cubicBezTo>
                <a:cubicBezTo>
                  <a:pt x="341531" y="40255"/>
                  <a:pt x="337909" y="43282"/>
                  <a:pt x="333129" y="45552"/>
                </a:cubicBezTo>
                <a:close/>
                <a:moveTo>
                  <a:pt x="540173" y="44524"/>
                </a:moveTo>
                <a:lnTo>
                  <a:pt x="471048" y="44524"/>
                </a:lnTo>
                <a:cubicBezTo>
                  <a:pt x="469538" y="44524"/>
                  <a:pt x="468457" y="44226"/>
                  <a:pt x="467803" y="43630"/>
                </a:cubicBezTo>
                <a:cubicBezTo>
                  <a:pt x="467149" y="43033"/>
                  <a:pt x="466822" y="42262"/>
                  <a:pt x="466822" y="41317"/>
                </a:cubicBezTo>
                <a:cubicBezTo>
                  <a:pt x="466822" y="40422"/>
                  <a:pt x="467149" y="39677"/>
                  <a:pt x="467803" y="39081"/>
                </a:cubicBezTo>
                <a:cubicBezTo>
                  <a:pt x="468457" y="38484"/>
                  <a:pt x="469538" y="38185"/>
                  <a:pt x="471048" y="38185"/>
                </a:cubicBezTo>
                <a:lnTo>
                  <a:pt x="540173" y="38185"/>
                </a:lnTo>
                <a:cubicBezTo>
                  <a:pt x="541682" y="38185"/>
                  <a:pt x="542764" y="38484"/>
                  <a:pt x="543418" y="39081"/>
                </a:cubicBezTo>
                <a:cubicBezTo>
                  <a:pt x="544072" y="39677"/>
                  <a:pt x="544399" y="40447"/>
                  <a:pt x="544399" y="41392"/>
                </a:cubicBezTo>
                <a:cubicBezTo>
                  <a:pt x="544399" y="42287"/>
                  <a:pt x="544072" y="43033"/>
                  <a:pt x="543418" y="43630"/>
                </a:cubicBezTo>
                <a:cubicBezTo>
                  <a:pt x="542764" y="44226"/>
                  <a:pt x="541682" y="44524"/>
                  <a:pt x="540173" y="44524"/>
                </a:cubicBezTo>
                <a:moveTo>
                  <a:pt x="540173" y="67314"/>
                </a:moveTo>
                <a:lnTo>
                  <a:pt x="471048" y="67314"/>
                </a:lnTo>
                <a:cubicBezTo>
                  <a:pt x="469538" y="67314"/>
                  <a:pt x="468457" y="67025"/>
                  <a:pt x="467803" y="66446"/>
                </a:cubicBezTo>
                <a:cubicBezTo>
                  <a:pt x="467149" y="65868"/>
                  <a:pt x="466822" y="65100"/>
                  <a:pt x="466822" y="64145"/>
                </a:cubicBezTo>
                <a:cubicBezTo>
                  <a:pt x="466822" y="63189"/>
                  <a:pt x="467149" y="62421"/>
                  <a:pt x="467803" y="61843"/>
                </a:cubicBezTo>
                <a:cubicBezTo>
                  <a:pt x="468457" y="61264"/>
                  <a:pt x="469538" y="60975"/>
                  <a:pt x="471048" y="60975"/>
                </a:cubicBezTo>
                <a:lnTo>
                  <a:pt x="540173" y="60975"/>
                </a:lnTo>
                <a:cubicBezTo>
                  <a:pt x="541682" y="60975"/>
                  <a:pt x="542764" y="61264"/>
                  <a:pt x="543418" y="61843"/>
                </a:cubicBezTo>
                <a:cubicBezTo>
                  <a:pt x="544072" y="62421"/>
                  <a:pt x="544399" y="63189"/>
                  <a:pt x="544399" y="64145"/>
                </a:cubicBezTo>
                <a:cubicBezTo>
                  <a:pt x="544399" y="65100"/>
                  <a:pt x="544072" y="65868"/>
                  <a:pt x="543418" y="66446"/>
                </a:cubicBezTo>
                <a:cubicBezTo>
                  <a:pt x="542764" y="67025"/>
                  <a:pt x="541682" y="67314"/>
                  <a:pt x="540173" y="67314"/>
                </a:cubicBezTo>
                <a:close/>
                <a:moveTo>
                  <a:pt x="670545" y="31544"/>
                </a:moveTo>
                <a:lnTo>
                  <a:pt x="670545" y="41053"/>
                </a:lnTo>
                <a:cubicBezTo>
                  <a:pt x="674972" y="36603"/>
                  <a:pt x="678972" y="33529"/>
                  <a:pt x="682544" y="31829"/>
                </a:cubicBezTo>
                <a:cubicBezTo>
                  <a:pt x="686116" y="30130"/>
                  <a:pt x="690141" y="29280"/>
                  <a:pt x="694618" y="29280"/>
                </a:cubicBezTo>
                <a:cubicBezTo>
                  <a:pt x="699448" y="29280"/>
                  <a:pt x="703850" y="30314"/>
                  <a:pt x="707824" y="32381"/>
                </a:cubicBezTo>
                <a:cubicBezTo>
                  <a:pt x="710642" y="33895"/>
                  <a:pt x="713195" y="36405"/>
                  <a:pt x="715484" y="39911"/>
                </a:cubicBezTo>
                <a:cubicBezTo>
                  <a:pt x="717773" y="43416"/>
                  <a:pt x="718918" y="47008"/>
                  <a:pt x="718918" y="50688"/>
                </a:cubicBezTo>
                <a:lnTo>
                  <a:pt x="718918" y="90708"/>
                </a:lnTo>
                <a:lnTo>
                  <a:pt x="724276" y="90708"/>
                </a:lnTo>
                <a:cubicBezTo>
                  <a:pt x="725785" y="90708"/>
                  <a:pt x="726866" y="90997"/>
                  <a:pt x="727520" y="91576"/>
                </a:cubicBezTo>
                <a:cubicBezTo>
                  <a:pt x="728174" y="92154"/>
                  <a:pt x="728502" y="92922"/>
                  <a:pt x="728502" y="93878"/>
                </a:cubicBezTo>
                <a:cubicBezTo>
                  <a:pt x="728502" y="94783"/>
                  <a:pt x="728174" y="95538"/>
                  <a:pt x="727520" y="96141"/>
                </a:cubicBezTo>
                <a:cubicBezTo>
                  <a:pt x="726866" y="96745"/>
                  <a:pt x="725785" y="97047"/>
                  <a:pt x="724276" y="97047"/>
                </a:cubicBezTo>
                <a:lnTo>
                  <a:pt x="707296" y="97047"/>
                </a:lnTo>
                <a:cubicBezTo>
                  <a:pt x="705736" y="97047"/>
                  <a:pt x="704630" y="96745"/>
                  <a:pt x="703976" y="96141"/>
                </a:cubicBezTo>
                <a:cubicBezTo>
                  <a:pt x="703322" y="95538"/>
                  <a:pt x="702995" y="94783"/>
                  <a:pt x="702995" y="93878"/>
                </a:cubicBezTo>
                <a:cubicBezTo>
                  <a:pt x="702995" y="92922"/>
                  <a:pt x="703322" y="92154"/>
                  <a:pt x="703976" y="91576"/>
                </a:cubicBezTo>
                <a:cubicBezTo>
                  <a:pt x="704630" y="90997"/>
                  <a:pt x="705736" y="90708"/>
                  <a:pt x="707296" y="90708"/>
                </a:cubicBezTo>
                <a:lnTo>
                  <a:pt x="712579" y="90708"/>
                </a:lnTo>
                <a:lnTo>
                  <a:pt x="712579" y="51684"/>
                </a:lnTo>
                <a:cubicBezTo>
                  <a:pt x="712579" y="47187"/>
                  <a:pt x="710943" y="43386"/>
                  <a:pt x="707673" y="40279"/>
                </a:cubicBezTo>
                <a:cubicBezTo>
                  <a:pt x="704403" y="37172"/>
                  <a:pt x="700026" y="35619"/>
                  <a:pt x="694543" y="35619"/>
                </a:cubicBezTo>
                <a:cubicBezTo>
                  <a:pt x="690367" y="35619"/>
                  <a:pt x="686745" y="36462"/>
                  <a:pt x="683676" y="38147"/>
                </a:cubicBezTo>
                <a:cubicBezTo>
                  <a:pt x="680607" y="39833"/>
                  <a:pt x="676230" y="44021"/>
                  <a:pt x="670545" y="50712"/>
                </a:cubicBezTo>
                <a:lnTo>
                  <a:pt x="670545" y="90708"/>
                </a:lnTo>
                <a:lnTo>
                  <a:pt x="677714" y="90708"/>
                </a:lnTo>
                <a:cubicBezTo>
                  <a:pt x="679223" y="90708"/>
                  <a:pt x="680305" y="90997"/>
                  <a:pt x="680959" y="91576"/>
                </a:cubicBezTo>
                <a:cubicBezTo>
                  <a:pt x="681613" y="92154"/>
                  <a:pt x="681940" y="92922"/>
                  <a:pt x="681940" y="93878"/>
                </a:cubicBezTo>
                <a:cubicBezTo>
                  <a:pt x="681940" y="94783"/>
                  <a:pt x="681613" y="95538"/>
                  <a:pt x="680959" y="96141"/>
                </a:cubicBezTo>
                <a:cubicBezTo>
                  <a:pt x="680305" y="96745"/>
                  <a:pt x="679223" y="97047"/>
                  <a:pt x="677714" y="97047"/>
                </a:cubicBezTo>
                <a:lnTo>
                  <a:pt x="657037" y="97047"/>
                </a:lnTo>
                <a:cubicBezTo>
                  <a:pt x="655528" y="97047"/>
                  <a:pt x="654446" y="96745"/>
                  <a:pt x="653792" y="96141"/>
                </a:cubicBezTo>
                <a:cubicBezTo>
                  <a:pt x="653138" y="95538"/>
                  <a:pt x="652811" y="94783"/>
                  <a:pt x="652811" y="93878"/>
                </a:cubicBezTo>
                <a:cubicBezTo>
                  <a:pt x="652811" y="92922"/>
                  <a:pt x="653138" y="92154"/>
                  <a:pt x="653792" y="91576"/>
                </a:cubicBezTo>
                <a:cubicBezTo>
                  <a:pt x="654446" y="90997"/>
                  <a:pt x="655528" y="90708"/>
                  <a:pt x="657037" y="90708"/>
                </a:cubicBezTo>
                <a:lnTo>
                  <a:pt x="664206" y="90708"/>
                </a:lnTo>
                <a:lnTo>
                  <a:pt x="664206" y="37883"/>
                </a:lnTo>
                <a:lnTo>
                  <a:pt x="658848" y="37883"/>
                </a:lnTo>
                <a:cubicBezTo>
                  <a:pt x="657339" y="37883"/>
                  <a:pt x="656257" y="37581"/>
                  <a:pt x="655603" y="36977"/>
                </a:cubicBezTo>
                <a:cubicBezTo>
                  <a:pt x="654949" y="36374"/>
                  <a:pt x="654622" y="35594"/>
                  <a:pt x="654622" y="34638"/>
                </a:cubicBezTo>
                <a:cubicBezTo>
                  <a:pt x="654622" y="33755"/>
                  <a:pt x="654949" y="33018"/>
                  <a:pt x="655603" y="32428"/>
                </a:cubicBezTo>
                <a:cubicBezTo>
                  <a:pt x="656257" y="31839"/>
                  <a:pt x="657339" y="31544"/>
                  <a:pt x="658848" y="31544"/>
                </a:cubicBezTo>
                <a:lnTo>
                  <a:pt x="670545" y="31544"/>
                </a:lnTo>
                <a:close/>
                <a:moveTo>
                  <a:pt x="818063" y="65805"/>
                </a:moveTo>
                <a:lnTo>
                  <a:pt x="753465" y="65805"/>
                </a:lnTo>
                <a:cubicBezTo>
                  <a:pt x="754572" y="74005"/>
                  <a:pt x="758006" y="80608"/>
                  <a:pt x="763766" y="85614"/>
                </a:cubicBezTo>
                <a:cubicBezTo>
                  <a:pt x="769526" y="90620"/>
                  <a:pt x="776658" y="93123"/>
                  <a:pt x="785160" y="93123"/>
                </a:cubicBezTo>
                <a:cubicBezTo>
                  <a:pt x="789889" y="93123"/>
                  <a:pt x="794845" y="92343"/>
                  <a:pt x="800027" y="90783"/>
                </a:cubicBezTo>
                <a:cubicBezTo>
                  <a:pt x="805208" y="89224"/>
                  <a:pt x="809434" y="87161"/>
                  <a:pt x="812705" y="84595"/>
                </a:cubicBezTo>
                <a:cubicBezTo>
                  <a:pt x="813660" y="83841"/>
                  <a:pt x="814491" y="83463"/>
                  <a:pt x="815195" y="83463"/>
                </a:cubicBezTo>
                <a:cubicBezTo>
                  <a:pt x="816000" y="83463"/>
                  <a:pt x="816704" y="83778"/>
                  <a:pt x="817308" y="84407"/>
                </a:cubicBezTo>
                <a:cubicBezTo>
                  <a:pt x="817912" y="85036"/>
                  <a:pt x="818213" y="85778"/>
                  <a:pt x="818213" y="86633"/>
                </a:cubicBezTo>
                <a:cubicBezTo>
                  <a:pt x="818213" y="87488"/>
                  <a:pt x="817811" y="88318"/>
                  <a:pt x="817006" y="89123"/>
                </a:cubicBezTo>
                <a:cubicBezTo>
                  <a:pt x="814591" y="91639"/>
                  <a:pt x="810302" y="93991"/>
                  <a:pt x="804139" y="96179"/>
                </a:cubicBezTo>
                <a:cubicBezTo>
                  <a:pt x="797977" y="98368"/>
                  <a:pt x="791650" y="99462"/>
                  <a:pt x="785160" y="99462"/>
                </a:cubicBezTo>
                <a:cubicBezTo>
                  <a:pt x="774293" y="99462"/>
                  <a:pt x="765225" y="95899"/>
                  <a:pt x="757955" y="88772"/>
                </a:cubicBezTo>
                <a:cubicBezTo>
                  <a:pt x="750686" y="81645"/>
                  <a:pt x="747051" y="73020"/>
                  <a:pt x="747051" y="62897"/>
                </a:cubicBezTo>
                <a:cubicBezTo>
                  <a:pt x="747051" y="53681"/>
                  <a:pt x="750459" y="45775"/>
                  <a:pt x="757276" y="39178"/>
                </a:cubicBezTo>
                <a:cubicBezTo>
                  <a:pt x="764093" y="32579"/>
                  <a:pt x="772532" y="29280"/>
                  <a:pt x="782594" y="29280"/>
                </a:cubicBezTo>
                <a:cubicBezTo>
                  <a:pt x="792958" y="29280"/>
                  <a:pt x="801486" y="32671"/>
                  <a:pt x="808177" y="39451"/>
                </a:cubicBezTo>
                <a:cubicBezTo>
                  <a:pt x="814868" y="46232"/>
                  <a:pt x="818163" y="55017"/>
                  <a:pt x="818063" y="65805"/>
                </a:cubicBezTo>
                <a:moveTo>
                  <a:pt x="811648" y="59466"/>
                </a:moveTo>
                <a:cubicBezTo>
                  <a:pt x="810390" y="52405"/>
                  <a:pt x="807083" y="46666"/>
                  <a:pt x="801725" y="42248"/>
                </a:cubicBezTo>
                <a:cubicBezTo>
                  <a:pt x="796367" y="37829"/>
                  <a:pt x="789990" y="35619"/>
                  <a:pt x="782594" y="35619"/>
                </a:cubicBezTo>
                <a:cubicBezTo>
                  <a:pt x="775199" y="35619"/>
                  <a:pt x="768835" y="37804"/>
                  <a:pt x="763502" y="42173"/>
                </a:cubicBezTo>
                <a:cubicBezTo>
                  <a:pt x="758169" y="46540"/>
                  <a:pt x="754849" y="52305"/>
                  <a:pt x="753541" y="59466"/>
                </a:cubicBezTo>
                <a:lnTo>
                  <a:pt x="811648" y="59466"/>
                </a:lnTo>
                <a:close/>
                <a:moveTo>
                  <a:pt x="898341" y="97047"/>
                </a:moveTo>
                <a:lnTo>
                  <a:pt x="890493" y="97198"/>
                </a:lnTo>
                <a:lnTo>
                  <a:pt x="876532" y="56414"/>
                </a:lnTo>
                <a:lnTo>
                  <a:pt x="862647" y="97198"/>
                </a:lnTo>
                <a:lnTo>
                  <a:pt x="854798" y="97047"/>
                </a:lnTo>
                <a:lnTo>
                  <a:pt x="841668" y="37883"/>
                </a:lnTo>
                <a:lnTo>
                  <a:pt x="838574" y="37883"/>
                </a:lnTo>
                <a:cubicBezTo>
                  <a:pt x="837064" y="37883"/>
                  <a:pt x="835983" y="37581"/>
                  <a:pt x="835329" y="36977"/>
                </a:cubicBezTo>
                <a:cubicBezTo>
                  <a:pt x="834675" y="36374"/>
                  <a:pt x="834348" y="35594"/>
                  <a:pt x="834348" y="34638"/>
                </a:cubicBezTo>
                <a:cubicBezTo>
                  <a:pt x="834348" y="33755"/>
                  <a:pt x="834675" y="33018"/>
                  <a:pt x="835329" y="32428"/>
                </a:cubicBezTo>
                <a:cubicBezTo>
                  <a:pt x="835983" y="31839"/>
                  <a:pt x="837064" y="31544"/>
                  <a:pt x="838574" y="31544"/>
                </a:cubicBezTo>
                <a:lnTo>
                  <a:pt x="856006" y="31544"/>
                </a:lnTo>
                <a:cubicBezTo>
                  <a:pt x="857515" y="31544"/>
                  <a:pt x="858597" y="31839"/>
                  <a:pt x="859251" y="32428"/>
                </a:cubicBezTo>
                <a:cubicBezTo>
                  <a:pt x="859905" y="33018"/>
                  <a:pt x="860232" y="33780"/>
                  <a:pt x="860232" y="34714"/>
                </a:cubicBezTo>
                <a:cubicBezTo>
                  <a:pt x="860232" y="35619"/>
                  <a:pt x="859905" y="36374"/>
                  <a:pt x="859251" y="36977"/>
                </a:cubicBezTo>
                <a:cubicBezTo>
                  <a:pt x="858597" y="37581"/>
                  <a:pt x="857515" y="37883"/>
                  <a:pt x="856006" y="37883"/>
                </a:cubicBezTo>
                <a:lnTo>
                  <a:pt x="847931" y="37883"/>
                </a:lnTo>
                <a:lnTo>
                  <a:pt x="859175" y="88293"/>
                </a:lnTo>
                <a:lnTo>
                  <a:pt x="872683" y="48297"/>
                </a:lnTo>
                <a:lnTo>
                  <a:pt x="880230" y="48297"/>
                </a:lnTo>
                <a:lnTo>
                  <a:pt x="894115" y="88444"/>
                </a:lnTo>
                <a:lnTo>
                  <a:pt x="904907" y="37883"/>
                </a:lnTo>
                <a:lnTo>
                  <a:pt x="896907" y="37883"/>
                </a:lnTo>
                <a:cubicBezTo>
                  <a:pt x="895398" y="37883"/>
                  <a:pt x="894304" y="37581"/>
                  <a:pt x="893625" y="36977"/>
                </a:cubicBezTo>
                <a:cubicBezTo>
                  <a:pt x="892946" y="36374"/>
                  <a:pt x="892606" y="35594"/>
                  <a:pt x="892606" y="34638"/>
                </a:cubicBezTo>
                <a:cubicBezTo>
                  <a:pt x="892606" y="33755"/>
                  <a:pt x="892933" y="33018"/>
                  <a:pt x="893587" y="32428"/>
                </a:cubicBezTo>
                <a:cubicBezTo>
                  <a:pt x="894241" y="31839"/>
                  <a:pt x="895348" y="31544"/>
                  <a:pt x="896907" y="31544"/>
                </a:cubicBezTo>
                <a:lnTo>
                  <a:pt x="914264" y="31544"/>
                </a:lnTo>
                <a:cubicBezTo>
                  <a:pt x="915824" y="31544"/>
                  <a:pt x="916931" y="31839"/>
                  <a:pt x="917585" y="32428"/>
                </a:cubicBezTo>
                <a:cubicBezTo>
                  <a:pt x="918239" y="33018"/>
                  <a:pt x="918566" y="33780"/>
                  <a:pt x="918566" y="34714"/>
                </a:cubicBezTo>
                <a:cubicBezTo>
                  <a:pt x="918566" y="35619"/>
                  <a:pt x="918239" y="36374"/>
                  <a:pt x="917585" y="36977"/>
                </a:cubicBezTo>
                <a:cubicBezTo>
                  <a:pt x="916931" y="37581"/>
                  <a:pt x="915824" y="37883"/>
                  <a:pt x="914264" y="37883"/>
                </a:cubicBezTo>
                <a:lnTo>
                  <a:pt x="911246" y="37883"/>
                </a:lnTo>
                <a:lnTo>
                  <a:pt x="898341" y="97047"/>
                </a:lnTo>
                <a:close/>
                <a:moveTo>
                  <a:pt x="1088406" y="37892"/>
                </a:moveTo>
                <a:lnTo>
                  <a:pt x="1088406" y="35801"/>
                </a:lnTo>
                <a:cubicBezTo>
                  <a:pt x="1088406" y="34257"/>
                  <a:pt x="1088707" y="33162"/>
                  <a:pt x="1089311" y="32516"/>
                </a:cubicBezTo>
                <a:cubicBezTo>
                  <a:pt x="1089915" y="31868"/>
                  <a:pt x="1090669" y="31544"/>
                  <a:pt x="1091575" y="31544"/>
                </a:cubicBezTo>
                <a:cubicBezTo>
                  <a:pt x="1092531" y="31544"/>
                  <a:pt x="1093311" y="31871"/>
                  <a:pt x="1093914" y="32525"/>
                </a:cubicBezTo>
                <a:cubicBezTo>
                  <a:pt x="1094518" y="33179"/>
                  <a:pt x="1094820" y="34286"/>
                  <a:pt x="1094820" y="35846"/>
                </a:cubicBezTo>
                <a:lnTo>
                  <a:pt x="1094820" y="50184"/>
                </a:lnTo>
                <a:cubicBezTo>
                  <a:pt x="1094770" y="51743"/>
                  <a:pt x="1094455" y="52850"/>
                  <a:pt x="1093877" y="53504"/>
                </a:cubicBezTo>
                <a:cubicBezTo>
                  <a:pt x="1093298" y="54158"/>
                  <a:pt x="1092531" y="54485"/>
                  <a:pt x="1091575" y="54485"/>
                </a:cubicBezTo>
                <a:cubicBezTo>
                  <a:pt x="1090720" y="54485"/>
                  <a:pt x="1090003" y="54195"/>
                  <a:pt x="1089424" y="53615"/>
                </a:cubicBezTo>
                <a:cubicBezTo>
                  <a:pt x="1088846" y="53033"/>
                  <a:pt x="1088506" y="52060"/>
                  <a:pt x="1088406" y="50695"/>
                </a:cubicBezTo>
                <a:cubicBezTo>
                  <a:pt x="1088104" y="47109"/>
                  <a:pt x="1085752" y="43700"/>
                  <a:pt x="1081350" y="40468"/>
                </a:cubicBezTo>
                <a:cubicBezTo>
                  <a:pt x="1076948" y="37235"/>
                  <a:pt x="1071024" y="35619"/>
                  <a:pt x="1063578" y="35619"/>
                </a:cubicBezTo>
                <a:cubicBezTo>
                  <a:pt x="1054170" y="35619"/>
                  <a:pt x="1047026" y="38570"/>
                  <a:pt x="1042146" y="44472"/>
                </a:cubicBezTo>
                <a:cubicBezTo>
                  <a:pt x="1037266" y="50374"/>
                  <a:pt x="1034826" y="57133"/>
                  <a:pt x="1034826" y="64748"/>
                </a:cubicBezTo>
                <a:cubicBezTo>
                  <a:pt x="1034826" y="72971"/>
                  <a:pt x="1037517" y="79755"/>
                  <a:pt x="1042901" y="85102"/>
                </a:cubicBezTo>
                <a:cubicBezTo>
                  <a:pt x="1048284" y="90449"/>
                  <a:pt x="1055252" y="93123"/>
                  <a:pt x="1063804" y="93123"/>
                </a:cubicBezTo>
                <a:cubicBezTo>
                  <a:pt x="1068735" y="93123"/>
                  <a:pt x="1073753" y="92207"/>
                  <a:pt x="1078859" y="90375"/>
                </a:cubicBezTo>
                <a:cubicBezTo>
                  <a:pt x="1083966" y="88542"/>
                  <a:pt x="1088582" y="85590"/>
                  <a:pt x="1092707" y="81518"/>
                </a:cubicBezTo>
                <a:cubicBezTo>
                  <a:pt x="1093763" y="80501"/>
                  <a:pt x="1094694" y="79992"/>
                  <a:pt x="1095499" y="79992"/>
                </a:cubicBezTo>
                <a:cubicBezTo>
                  <a:pt x="1096354" y="79992"/>
                  <a:pt x="1097071" y="80284"/>
                  <a:pt x="1097650" y="80867"/>
                </a:cubicBezTo>
                <a:cubicBezTo>
                  <a:pt x="1098228" y="81450"/>
                  <a:pt x="1098518" y="82173"/>
                  <a:pt x="1098518" y="83034"/>
                </a:cubicBezTo>
                <a:cubicBezTo>
                  <a:pt x="1098518" y="85215"/>
                  <a:pt x="1095977" y="87978"/>
                  <a:pt x="1090896" y="91324"/>
                </a:cubicBezTo>
                <a:cubicBezTo>
                  <a:pt x="1082695" y="96749"/>
                  <a:pt x="1073564" y="99462"/>
                  <a:pt x="1063502" y="99462"/>
                </a:cubicBezTo>
                <a:cubicBezTo>
                  <a:pt x="1053289" y="99462"/>
                  <a:pt x="1044900" y="96201"/>
                  <a:pt x="1038335" y="89680"/>
                </a:cubicBezTo>
                <a:cubicBezTo>
                  <a:pt x="1031770" y="83157"/>
                  <a:pt x="1028487" y="74884"/>
                  <a:pt x="1028487" y="64862"/>
                </a:cubicBezTo>
                <a:cubicBezTo>
                  <a:pt x="1028487" y="54638"/>
                  <a:pt x="1031845" y="46152"/>
                  <a:pt x="1038561" y="39404"/>
                </a:cubicBezTo>
                <a:cubicBezTo>
                  <a:pt x="1045278" y="32655"/>
                  <a:pt x="1053742" y="29280"/>
                  <a:pt x="1063955" y="29280"/>
                </a:cubicBezTo>
                <a:cubicBezTo>
                  <a:pt x="1073665" y="29280"/>
                  <a:pt x="1081815" y="32151"/>
                  <a:pt x="1088406" y="37892"/>
                </a:cubicBezTo>
                <a:close/>
                <a:moveTo>
                  <a:pt x="1153969" y="59428"/>
                </a:moveTo>
                <a:cubicBezTo>
                  <a:pt x="1153969" y="53639"/>
                  <a:pt x="1154724" y="47498"/>
                  <a:pt x="1156233" y="41003"/>
                </a:cubicBezTo>
                <a:cubicBezTo>
                  <a:pt x="1157742" y="34508"/>
                  <a:pt x="1160635" y="27008"/>
                  <a:pt x="1164911" y="18501"/>
                </a:cubicBezTo>
                <a:cubicBezTo>
                  <a:pt x="1169188" y="9992"/>
                  <a:pt x="1172307" y="4856"/>
                  <a:pt x="1174269" y="3094"/>
                </a:cubicBezTo>
                <a:cubicBezTo>
                  <a:pt x="1174873" y="2541"/>
                  <a:pt x="1175527" y="2264"/>
                  <a:pt x="1176231" y="2264"/>
                </a:cubicBezTo>
                <a:cubicBezTo>
                  <a:pt x="1177136" y="2264"/>
                  <a:pt x="1177904" y="2566"/>
                  <a:pt x="1178533" y="3169"/>
                </a:cubicBezTo>
                <a:cubicBezTo>
                  <a:pt x="1179161" y="3773"/>
                  <a:pt x="1179476" y="4503"/>
                  <a:pt x="1179476" y="5360"/>
                </a:cubicBezTo>
                <a:cubicBezTo>
                  <a:pt x="1179476" y="5863"/>
                  <a:pt x="1179300" y="6417"/>
                  <a:pt x="1178948" y="7021"/>
                </a:cubicBezTo>
                <a:cubicBezTo>
                  <a:pt x="1173414" y="17191"/>
                  <a:pt x="1169464" y="26405"/>
                  <a:pt x="1167100" y="34662"/>
                </a:cubicBezTo>
                <a:cubicBezTo>
                  <a:pt x="1164735" y="42917"/>
                  <a:pt x="1163553" y="51173"/>
                  <a:pt x="1163553" y="59428"/>
                </a:cubicBezTo>
                <a:cubicBezTo>
                  <a:pt x="1163553" y="67735"/>
                  <a:pt x="1164735" y="76017"/>
                  <a:pt x="1167100" y="84272"/>
                </a:cubicBezTo>
                <a:cubicBezTo>
                  <a:pt x="1169464" y="92528"/>
                  <a:pt x="1173414" y="101716"/>
                  <a:pt x="1178948" y="111836"/>
                </a:cubicBezTo>
                <a:cubicBezTo>
                  <a:pt x="1179300" y="112439"/>
                  <a:pt x="1179476" y="112993"/>
                  <a:pt x="1179476" y="113496"/>
                </a:cubicBezTo>
                <a:cubicBezTo>
                  <a:pt x="1179476" y="114353"/>
                  <a:pt x="1179161" y="115096"/>
                  <a:pt x="1178533" y="115724"/>
                </a:cubicBezTo>
                <a:cubicBezTo>
                  <a:pt x="1177904" y="116353"/>
                  <a:pt x="1177136" y="116668"/>
                  <a:pt x="1176231" y="116668"/>
                </a:cubicBezTo>
                <a:cubicBezTo>
                  <a:pt x="1175527" y="116668"/>
                  <a:pt x="1174873" y="116391"/>
                  <a:pt x="1174269" y="115838"/>
                </a:cubicBezTo>
                <a:cubicBezTo>
                  <a:pt x="1172407" y="114126"/>
                  <a:pt x="1169364" y="109116"/>
                  <a:pt x="1165138" y="100808"/>
                </a:cubicBezTo>
                <a:cubicBezTo>
                  <a:pt x="1160912" y="92503"/>
                  <a:pt x="1157994" y="85154"/>
                  <a:pt x="1156384" y="78761"/>
                </a:cubicBezTo>
                <a:cubicBezTo>
                  <a:pt x="1154774" y="72367"/>
                  <a:pt x="1153969" y="65923"/>
                  <a:pt x="1153969" y="594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73247-28F4-4FC8-B2B5-ADBEBB47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986" y="758735"/>
            <a:ext cx="361708" cy="170700"/>
          </a:xfrm>
          <a:custGeom xmlns:a="http://schemas.openxmlformats.org/drawingml/2006/main">
            <a:pathLst>
              <a:path w="361708" h="170700">
                <a:moveTo>
                  <a:pt x="0" y="0"/>
                </a:moveTo>
                <a:lnTo>
                  <a:pt x="361708" y="0"/>
                </a:lnTo>
                <a:lnTo>
                  <a:pt x="361708" y="170700"/>
                </a:lnTo>
                <a:lnTo>
                  <a:pt x="0" y="1707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v0_2)">
            <a:extLst xmlns:a="http://schemas.openxmlformats.org/drawingml/2006/main">
              <a:ext uri="{FF2B5EF4-FFF2-40B4-BE49-F238E27FC236}">
                <a16:creationId xmlns:a16="http://schemas.microsoft.com/office/drawing/2014/main" id="{ABA671AB-13AE-4BC2-970A-4A70C815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438" y="787137"/>
            <a:ext cx="405477" cy="139458"/>
          </a:xfrm>
          <a:custGeom xmlns:a="http://schemas.openxmlformats.org/drawingml/2006/main">
            <a:pathLst>
              <a:path w="405477" h="139458">
                <a:moveTo>
                  <a:pt x="47467" y="97047"/>
                </a:moveTo>
                <a:lnTo>
                  <a:pt x="36751" y="97047"/>
                </a:lnTo>
                <a:lnTo>
                  <a:pt x="10716" y="37883"/>
                </a:lnTo>
                <a:lnTo>
                  <a:pt x="4226" y="37883"/>
                </a:lnTo>
                <a:cubicBezTo>
                  <a:pt x="2717" y="37883"/>
                  <a:pt x="1635" y="37581"/>
                  <a:pt x="981" y="36977"/>
                </a:cubicBezTo>
                <a:cubicBezTo>
                  <a:pt x="327" y="36374"/>
                  <a:pt x="0" y="35594"/>
                  <a:pt x="0" y="34638"/>
                </a:cubicBezTo>
                <a:cubicBezTo>
                  <a:pt x="0" y="33755"/>
                  <a:pt x="327" y="33018"/>
                  <a:pt x="981" y="32428"/>
                </a:cubicBezTo>
                <a:cubicBezTo>
                  <a:pt x="1635" y="31839"/>
                  <a:pt x="2717" y="31544"/>
                  <a:pt x="4226" y="31544"/>
                </a:cubicBezTo>
                <a:lnTo>
                  <a:pt x="27997" y="31544"/>
                </a:lnTo>
                <a:cubicBezTo>
                  <a:pt x="29507" y="31544"/>
                  <a:pt x="30588" y="31839"/>
                  <a:pt x="31242" y="32428"/>
                </a:cubicBezTo>
                <a:cubicBezTo>
                  <a:pt x="31896" y="33018"/>
                  <a:pt x="32223" y="33780"/>
                  <a:pt x="32223" y="34714"/>
                </a:cubicBezTo>
                <a:cubicBezTo>
                  <a:pt x="32223" y="35619"/>
                  <a:pt x="31896" y="36374"/>
                  <a:pt x="31242" y="36977"/>
                </a:cubicBezTo>
                <a:cubicBezTo>
                  <a:pt x="30588" y="37581"/>
                  <a:pt x="29507" y="37883"/>
                  <a:pt x="27997" y="37883"/>
                </a:cubicBezTo>
                <a:lnTo>
                  <a:pt x="17508" y="37883"/>
                </a:lnTo>
                <a:lnTo>
                  <a:pt x="40751" y="90708"/>
                </a:lnTo>
                <a:lnTo>
                  <a:pt x="43543" y="90708"/>
                </a:lnTo>
                <a:lnTo>
                  <a:pt x="66333" y="37883"/>
                </a:lnTo>
                <a:lnTo>
                  <a:pt x="55768" y="37883"/>
                </a:lnTo>
                <a:cubicBezTo>
                  <a:pt x="54259" y="37883"/>
                  <a:pt x="53177" y="37581"/>
                  <a:pt x="52523" y="36977"/>
                </a:cubicBezTo>
                <a:cubicBezTo>
                  <a:pt x="51869" y="36374"/>
                  <a:pt x="51542" y="35594"/>
                  <a:pt x="51542" y="34638"/>
                </a:cubicBezTo>
                <a:cubicBezTo>
                  <a:pt x="51542" y="33755"/>
                  <a:pt x="51869" y="33018"/>
                  <a:pt x="52523" y="32428"/>
                </a:cubicBezTo>
                <a:cubicBezTo>
                  <a:pt x="53177" y="31839"/>
                  <a:pt x="54259" y="31544"/>
                  <a:pt x="55768" y="31544"/>
                </a:cubicBezTo>
                <a:lnTo>
                  <a:pt x="79615" y="31544"/>
                </a:lnTo>
                <a:cubicBezTo>
                  <a:pt x="81174" y="31544"/>
                  <a:pt x="82269" y="31839"/>
                  <a:pt x="82897" y="32428"/>
                </a:cubicBezTo>
                <a:cubicBezTo>
                  <a:pt x="83526" y="33018"/>
                  <a:pt x="83841" y="33780"/>
                  <a:pt x="83841" y="34714"/>
                </a:cubicBezTo>
                <a:cubicBezTo>
                  <a:pt x="83841" y="35619"/>
                  <a:pt x="83526" y="36374"/>
                  <a:pt x="82897" y="36977"/>
                </a:cubicBezTo>
                <a:cubicBezTo>
                  <a:pt x="82269" y="37581"/>
                  <a:pt x="81174" y="37883"/>
                  <a:pt x="79615" y="37883"/>
                </a:cubicBezTo>
                <a:lnTo>
                  <a:pt x="73200" y="37883"/>
                </a:lnTo>
                <a:lnTo>
                  <a:pt x="47467" y="97047"/>
                </a:lnTo>
                <a:close/>
                <a:moveTo>
                  <a:pt x="163742" y="41838"/>
                </a:moveTo>
                <a:lnTo>
                  <a:pt x="163742" y="57549"/>
                </a:lnTo>
                <a:cubicBezTo>
                  <a:pt x="163742" y="71192"/>
                  <a:pt x="160497" y="81991"/>
                  <a:pt x="154007" y="89946"/>
                </a:cubicBezTo>
                <a:cubicBezTo>
                  <a:pt x="148926" y="96189"/>
                  <a:pt x="142512" y="99311"/>
                  <a:pt x="134764" y="99311"/>
                </a:cubicBezTo>
                <a:cubicBezTo>
                  <a:pt x="131041" y="99311"/>
                  <a:pt x="127532" y="98568"/>
                  <a:pt x="124237" y="97082"/>
                </a:cubicBezTo>
                <a:cubicBezTo>
                  <a:pt x="120941" y="95598"/>
                  <a:pt x="118137" y="93521"/>
                  <a:pt x="115823" y="90852"/>
                </a:cubicBezTo>
                <a:cubicBezTo>
                  <a:pt x="114364" y="89190"/>
                  <a:pt x="112766" y="86522"/>
                  <a:pt x="111031" y="82848"/>
                </a:cubicBezTo>
                <a:cubicBezTo>
                  <a:pt x="109295" y="79172"/>
                  <a:pt x="108050" y="75798"/>
                  <a:pt x="107295" y="72726"/>
                </a:cubicBezTo>
                <a:cubicBezTo>
                  <a:pt x="106138" y="68397"/>
                  <a:pt x="105559" y="63337"/>
                  <a:pt x="105559" y="57549"/>
                </a:cubicBezTo>
                <a:lnTo>
                  <a:pt x="105559" y="41838"/>
                </a:lnTo>
                <a:cubicBezTo>
                  <a:pt x="105559" y="28144"/>
                  <a:pt x="108804" y="17320"/>
                  <a:pt x="115294" y="9365"/>
                </a:cubicBezTo>
                <a:cubicBezTo>
                  <a:pt x="120376" y="3122"/>
                  <a:pt x="126790" y="0"/>
                  <a:pt x="134538" y="0"/>
                </a:cubicBezTo>
                <a:cubicBezTo>
                  <a:pt x="138311" y="0"/>
                  <a:pt x="141833" y="743"/>
                  <a:pt x="145103" y="2229"/>
                </a:cubicBezTo>
                <a:cubicBezTo>
                  <a:pt x="148373" y="3713"/>
                  <a:pt x="151165" y="5790"/>
                  <a:pt x="153479" y="8459"/>
                </a:cubicBezTo>
                <a:cubicBezTo>
                  <a:pt x="154988" y="10171"/>
                  <a:pt x="156598" y="12865"/>
                  <a:pt x="158309" y="16541"/>
                </a:cubicBezTo>
                <a:cubicBezTo>
                  <a:pt x="160019" y="20215"/>
                  <a:pt x="161277" y="23563"/>
                  <a:pt x="162082" y="26585"/>
                </a:cubicBezTo>
                <a:cubicBezTo>
                  <a:pt x="163189" y="30914"/>
                  <a:pt x="163742" y="35999"/>
                  <a:pt x="163742" y="41838"/>
                </a:cubicBezTo>
                <a:moveTo>
                  <a:pt x="157403" y="42689"/>
                </a:moveTo>
                <a:cubicBezTo>
                  <a:pt x="157403" y="36698"/>
                  <a:pt x="156561" y="31122"/>
                  <a:pt x="154875" y="25962"/>
                </a:cubicBezTo>
                <a:cubicBezTo>
                  <a:pt x="153190" y="20801"/>
                  <a:pt x="151291" y="16682"/>
                  <a:pt x="149178" y="13607"/>
                </a:cubicBezTo>
                <a:cubicBezTo>
                  <a:pt x="147920" y="11843"/>
                  <a:pt x="146285" y="10319"/>
                  <a:pt x="144273" y="9034"/>
                </a:cubicBezTo>
                <a:cubicBezTo>
                  <a:pt x="141405" y="7237"/>
                  <a:pt x="138185" y="6339"/>
                  <a:pt x="134613" y="6339"/>
                </a:cubicBezTo>
                <a:cubicBezTo>
                  <a:pt x="127519" y="6397"/>
                  <a:pt x="121960" y="10056"/>
                  <a:pt x="117935" y="17314"/>
                </a:cubicBezTo>
                <a:cubicBezTo>
                  <a:pt x="113911" y="24571"/>
                  <a:pt x="111898" y="33032"/>
                  <a:pt x="111898" y="42696"/>
                </a:cubicBezTo>
                <a:lnTo>
                  <a:pt x="111898" y="56662"/>
                </a:lnTo>
                <a:cubicBezTo>
                  <a:pt x="111898" y="62652"/>
                  <a:pt x="112741" y="68239"/>
                  <a:pt x="114426" y="73424"/>
                </a:cubicBezTo>
                <a:cubicBezTo>
                  <a:pt x="116112" y="78608"/>
                  <a:pt x="118036" y="82734"/>
                  <a:pt x="120199" y="85803"/>
                </a:cubicBezTo>
                <a:cubicBezTo>
                  <a:pt x="121407" y="87513"/>
                  <a:pt x="123017" y="88997"/>
                  <a:pt x="125029" y="90255"/>
                </a:cubicBezTo>
                <a:cubicBezTo>
                  <a:pt x="127897" y="92066"/>
                  <a:pt x="131142" y="92972"/>
                  <a:pt x="134764" y="92972"/>
                </a:cubicBezTo>
                <a:cubicBezTo>
                  <a:pt x="141807" y="92972"/>
                  <a:pt x="147341" y="89337"/>
                  <a:pt x="151366" y="82067"/>
                </a:cubicBezTo>
                <a:cubicBezTo>
                  <a:pt x="155391" y="74798"/>
                  <a:pt x="157403" y="66329"/>
                  <a:pt x="157403" y="56662"/>
                </a:cubicBezTo>
                <a:lnTo>
                  <a:pt x="157403" y="42689"/>
                </a:lnTo>
                <a:close/>
                <a:moveTo>
                  <a:pt x="269528" y="139458"/>
                </a:moveTo>
                <a:lnTo>
                  <a:pt x="185235" y="139458"/>
                </a:lnTo>
                <a:cubicBezTo>
                  <a:pt x="183725" y="139458"/>
                  <a:pt x="182644" y="139169"/>
                  <a:pt x="181990" y="138590"/>
                </a:cubicBezTo>
                <a:cubicBezTo>
                  <a:pt x="181336" y="138012"/>
                  <a:pt x="181009" y="137244"/>
                  <a:pt x="181009" y="136288"/>
                </a:cubicBezTo>
                <a:cubicBezTo>
                  <a:pt x="181009" y="135333"/>
                  <a:pt x="181336" y="134565"/>
                  <a:pt x="181990" y="133987"/>
                </a:cubicBezTo>
                <a:cubicBezTo>
                  <a:pt x="182644" y="133408"/>
                  <a:pt x="183725" y="133119"/>
                  <a:pt x="185235" y="133119"/>
                </a:cubicBezTo>
                <a:lnTo>
                  <a:pt x="269528" y="133119"/>
                </a:lnTo>
                <a:cubicBezTo>
                  <a:pt x="271088" y="133119"/>
                  <a:pt x="272182" y="133408"/>
                  <a:pt x="272811" y="133987"/>
                </a:cubicBezTo>
                <a:cubicBezTo>
                  <a:pt x="273440" y="134565"/>
                  <a:pt x="273754" y="135333"/>
                  <a:pt x="273754" y="136288"/>
                </a:cubicBezTo>
                <a:cubicBezTo>
                  <a:pt x="273754" y="137244"/>
                  <a:pt x="273440" y="138012"/>
                  <a:pt x="272811" y="138590"/>
                </a:cubicBezTo>
                <a:cubicBezTo>
                  <a:pt x="272182" y="139169"/>
                  <a:pt x="271088" y="139458"/>
                  <a:pt x="269528" y="139458"/>
                </a:cubicBezTo>
                <a:close/>
                <a:moveTo>
                  <a:pt x="292831" y="90708"/>
                </a:moveTo>
                <a:lnTo>
                  <a:pt x="341506" y="90708"/>
                </a:lnTo>
                <a:lnTo>
                  <a:pt x="341506" y="88142"/>
                </a:lnTo>
                <a:cubicBezTo>
                  <a:pt x="341506" y="86633"/>
                  <a:pt x="341808" y="85551"/>
                  <a:pt x="342411" y="84897"/>
                </a:cubicBezTo>
                <a:cubicBezTo>
                  <a:pt x="343015" y="84243"/>
                  <a:pt x="343795" y="83916"/>
                  <a:pt x="344751" y="83916"/>
                </a:cubicBezTo>
                <a:cubicBezTo>
                  <a:pt x="345656" y="83916"/>
                  <a:pt x="346411" y="84243"/>
                  <a:pt x="347015" y="84897"/>
                </a:cubicBezTo>
                <a:cubicBezTo>
                  <a:pt x="347618" y="85551"/>
                  <a:pt x="347920" y="86633"/>
                  <a:pt x="347920" y="88142"/>
                </a:cubicBezTo>
                <a:lnTo>
                  <a:pt x="347920" y="97047"/>
                </a:lnTo>
                <a:lnTo>
                  <a:pt x="286643" y="97047"/>
                </a:lnTo>
                <a:lnTo>
                  <a:pt x="286643" y="87539"/>
                </a:lnTo>
                <a:cubicBezTo>
                  <a:pt x="299523" y="75967"/>
                  <a:pt x="312050" y="64195"/>
                  <a:pt x="324224" y="52221"/>
                </a:cubicBezTo>
                <a:cubicBezTo>
                  <a:pt x="329909" y="46637"/>
                  <a:pt x="333808" y="42537"/>
                  <a:pt x="335921" y="39921"/>
                </a:cubicBezTo>
                <a:cubicBezTo>
                  <a:pt x="338034" y="37304"/>
                  <a:pt x="339481" y="35003"/>
                  <a:pt x="340261" y="33016"/>
                </a:cubicBezTo>
                <a:cubicBezTo>
                  <a:pt x="341040" y="31028"/>
                  <a:pt x="341430" y="29029"/>
                  <a:pt x="341430" y="27016"/>
                </a:cubicBezTo>
                <a:cubicBezTo>
                  <a:pt x="341430" y="21583"/>
                  <a:pt x="339242" y="16778"/>
                  <a:pt x="334865" y="12603"/>
                </a:cubicBezTo>
                <a:cubicBezTo>
                  <a:pt x="330488" y="8427"/>
                  <a:pt x="325206" y="6339"/>
                  <a:pt x="319017" y="6339"/>
                </a:cubicBezTo>
                <a:cubicBezTo>
                  <a:pt x="313483" y="6339"/>
                  <a:pt x="308578" y="7936"/>
                  <a:pt x="304302" y="11131"/>
                </a:cubicBezTo>
                <a:cubicBezTo>
                  <a:pt x="300026" y="14324"/>
                  <a:pt x="297259" y="18278"/>
                  <a:pt x="296001" y="22993"/>
                </a:cubicBezTo>
                <a:cubicBezTo>
                  <a:pt x="295699" y="24210"/>
                  <a:pt x="295322" y="24996"/>
                  <a:pt x="294869" y="25351"/>
                </a:cubicBezTo>
                <a:cubicBezTo>
                  <a:pt x="294265" y="25858"/>
                  <a:pt x="293561" y="26111"/>
                  <a:pt x="292756" y="26111"/>
                </a:cubicBezTo>
                <a:cubicBezTo>
                  <a:pt x="291901" y="26111"/>
                  <a:pt x="291184" y="25821"/>
                  <a:pt x="290605" y="25240"/>
                </a:cubicBezTo>
                <a:cubicBezTo>
                  <a:pt x="290027" y="24660"/>
                  <a:pt x="289737" y="23966"/>
                  <a:pt x="289737" y="23158"/>
                </a:cubicBezTo>
                <a:cubicBezTo>
                  <a:pt x="289737" y="20737"/>
                  <a:pt x="291058" y="17458"/>
                  <a:pt x="293699" y="13322"/>
                </a:cubicBezTo>
                <a:cubicBezTo>
                  <a:pt x="296340" y="9184"/>
                  <a:pt x="299988" y="5929"/>
                  <a:pt x="304642" y="3559"/>
                </a:cubicBezTo>
                <a:cubicBezTo>
                  <a:pt x="309295" y="1186"/>
                  <a:pt x="314062" y="0"/>
                  <a:pt x="318942" y="0"/>
                </a:cubicBezTo>
                <a:cubicBezTo>
                  <a:pt x="326841" y="0"/>
                  <a:pt x="333632" y="2744"/>
                  <a:pt x="339317" y="8233"/>
                </a:cubicBezTo>
                <a:cubicBezTo>
                  <a:pt x="345002" y="13721"/>
                  <a:pt x="347845" y="19939"/>
                  <a:pt x="347845" y="26886"/>
                </a:cubicBezTo>
                <a:cubicBezTo>
                  <a:pt x="347845" y="29808"/>
                  <a:pt x="347367" y="32490"/>
                  <a:pt x="346411" y="34933"/>
                </a:cubicBezTo>
                <a:cubicBezTo>
                  <a:pt x="345455" y="37374"/>
                  <a:pt x="343833" y="40043"/>
                  <a:pt x="341544" y="42939"/>
                </a:cubicBezTo>
                <a:cubicBezTo>
                  <a:pt x="339254" y="45834"/>
                  <a:pt x="335142" y="50201"/>
                  <a:pt x="329205" y="56042"/>
                </a:cubicBezTo>
                <a:cubicBezTo>
                  <a:pt x="314314" y="70745"/>
                  <a:pt x="302189" y="82149"/>
                  <a:pt x="292831" y="90255"/>
                </a:cubicBezTo>
                <a:lnTo>
                  <a:pt x="292831" y="90708"/>
                </a:lnTo>
                <a:close/>
                <a:moveTo>
                  <a:pt x="405477" y="59504"/>
                </a:moveTo>
                <a:cubicBezTo>
                  <a:pt x="405477" y="65292"/>
                  <a:pt x="404722" y="71421"/>
                  <a:pt x="403213" y="77891"/>
                </a:cubicBezTo>
                <a:cubicBezTo>
                  <a:pt x="401704" y="84360"/>
                  <a:pt x="398811" y="91861"/>
                  <a:pt x="394535" y="100393"/>
                </a:cubicBezTo>
                <a:cubicBezTo>
                  <a:pt x="390258" y="108927"/>
                  <a:pt x="387139" y="114050"/>
                  <a:pt x="385177" y="115762"/>
                </a:cubicBezTo>
                <a:cubicBezTo>
                  <a:pt x="384573" y="116366"/>
                  <a:pt x="383919" y="116668"/>
                  <a:pt x="383215" y="116668"/>
                </a:cubicBezTo>
                <a:cubicBezTo>
                  <a:pt x="382309" y="116668"/>
                  <a:pt x="381542" y="116352"/>
                  <a:pt x="380913" y="115722"/>
                </a:cubicBezTo>
                <a:cubicBezTo>
                  <a:pt x="380284" y="115093"/>
                  <a:pt x="379970" y="114351"/>
                  <a:pt x="379970" y="113496"/>
                </a:cubicBezTo>
                <a:cubicBezTo>
                  <a:pt x="379970" y="112993"/>
                  <a:pt x="380146" y="112439"/>
                  <a:pt x="380498" y="111836"/>
                </a:cubicBezTo>
                <a:cubicBezTo>
                  <a:pt x="386032" y="101716"/>
                  <a:pt x="389982" y="92528"/>
                  <a:pt x="392346" y="84272"/>
                </a:cubicBezTo>
                <a:cubicBezTo>
                  <a:pt x="394711" y="76015"/>
                  <a:pt x="395893" y="67759"/>
                  <a:pt x="395893" y="59504"/>
                </a:cubicBezTo>
                <a:cubicBezTo>
                  <a:pt x="395893" y="51196"/>
                  <a:pt x="394711" y="42915"/>
                  <a:pt x="392346" y="34659"/>
                </a:cubicBezTo>
                <a:cubicBezTo>
                  <a:pt x="389982" y="26404"/>
                  <a:pt x="386032" y="17191"/>
                  <a:pt x="380498" y="7021"/>
                </a:cubicBezTo>
                <a:cubicBezTo>
                  <a:pt x="380146" y="6417"/>
                  <a:pt x="379970" y="5863"/>
                  <a:pt x="379970" y="5360"/>
                </a:cubicBezTo>
                <a:cubicBezTo>
                  <a:pt x="379970" y="4503"/>
                  <a:pt x="380284" y="3773"/>
                  <a:pt x="380913" y="3169"/>
                </a:cubicBezTo>
                <a:cubicBezTo>
                  <a:pt x="381542" y="2566"/>
                  <a:pt x="382309" y="2264"/>
                  <a:pt x="383215" y="2264"/>
                </a:cubicBezTo>
                <a:cubicBezTo>
                  <a:pt x="383919" y="2264"/>
                  <a:pt x="384573" y="2541"/>
                  <a:pt x="385177" y="3094"/>
                </a:cubicBezTo>
                <a:cubicBezTo>
                  <a:pt x="387038" y="4806"/>
                  <a:pt x="390082" y="9816"/>
                  <a:pt x="394308" y="18123"/>
                </a:cubicBezTo>
                <a:cubicBezTo>
                  <a:pt x="398534" y="26429"/>
                  <a:pt x="401452" y="33779"/>
                  <a:pt x="403062" y="40173"/>
                </a:cubicBezTo>
                <a:cubicBezTo>
                  <a:pt x="404672" y="46565"/>
                  <a:pt x="405477" y="53009"/>
                  <a:pt x="405477" y="595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v1.post(v0_3)">
            <a:extLst xmlns:a="http://schemas.openxmlformats.org/drawingml/2006/main">
              <a:ext uri="{FF2B5EF4-FFF2-40B4-BE49-F238E27FC236}">
                <a16:creationId xmlns:a16="http://schemas.microsoft.com/office/drawing/2014/main" id="{3E3C4A62-3C51-40A3-AE12-CA275470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89" y="1204424"/>
            <a:ext cx="1156535" cy="139458"/>
          </a:xfrm>
          <a:custGeom xmlns:a="http://schemas.openxmlformats.org/drawingml/2006/main">
            <a:pathLst>
              <a:path w="1156535" h="139458">
                <a:moveTo>
                  <a:pt x="47467" y="97047"/>
                </a:moveTo>
                <a:lnTo>
                  <a:pt x="36751" y="97047"/>
                </a:lnTo>
                <a:lnTo>
                  <a:pt x="10716" y="37883"/>
                </a:lnTo>
                <a:lnTo>
                  <a:pt x="4226" y="37883"/>
                </a:lnTo>
                <a:cubicBezTo>
                  <a:pt x="2717" y="37883"/>
                  <a:pt x="1635" y="37581"/>
                  <a:pt x="981" y="36977"/>
                </a:cubicBezTo>
                <a:cubicBezTo>
                  <a:pt x="327" y="36374"/>
                  <a:pt x="0" y="35594"/>
                  <a:pt x="0" y="34638"/>
                </a:cubicBezTo>
                <a:cubicBezTo>
                  <a:pt x="0" y="33755"/>
                  <a:pt x="327" y="33018"/>
                  <a:pt x="981" y="32428"/>
                </a:cubicBezTo>
                <a:cubicBezTo>
                  <a:pt x="1635" y="31839"/>
                  <a:pt x="2717" y="31544"/>
                  <a:pt x="4226" y="31544"/>
                </a:cubicBezTo>
                <a:lnTo>
                  <a:pt x="27997" y="31544"/>
                </a:lnTo>
                <a:cubicBezTo>
                  <a:pt x="29507" y="31544"/>
                  <a:pt x="30588" y="31839"/>
                  <a:pt x="31242" y="32428"/>
                </a:cubicBezTo>
                <a:cubicBezTo>
                  <a:pt x="31896" y="33018"/>
                  <a:pt x="32223" y="33780"/>
                  <a:pt x="32223" y="34714"/>
                </a:cubicBezTo>
                <a:cubicBezTo>
                  <a:pt x="32223" y="35619"/>
                  <a:pt x="31896" y="36374"/>
                  <a:pt x="31242" y="36977"/>
                </a:cubicBezTo>
                <a:cubicBezTo>
                  <a:pt x="30588" y="37581"/>
                  <a:pt x="29507" y="37883"/>
                  <a:pt x="27997" y="37883"/>
                </a:cubicBezTo>
                <a:lnTo>
                  <a:pt x="17508" y="37883"/>
                </a:lnTo>
                <a:lnTo>
                  <a:pt x="40751" y="90708"/>
                </a:lnTo>
                <a:lnTo>
                  <a:pt x="43543" y="90708"/>
                </a:lnTo>
                <a:lnTo>
                  <a:pt x="66333" y="37883"/>
                </a:lnTo>
                <a:lnTo>
                  <a:pt x="55768" y="37883"/>
                </a:lnTo>
                <a:cubicBezTo>
                  <a:pt x="54259" y="37883"/>
                  <a:pt x="53177" y="37581"/>
                  <a:pt x="52523" y="36977"/>
                </a:cubicBezTo>
                <a:cubicBezTo>
                  <a:pt x="51869" y="36374"/>
                  <a:pt x="51542" y="35594"/>
                  <a:pt x="51542" y="34638"/>
                </a:cubicBezTo>
                <a:cubicBezTo>
                  <a:pt x="51542" y="33755"/>
                  <a:pt x="51869" y="33018"/>
                  <a:pt x="52523" y="32428"/>
                </a:cubicBezTo>
                <a:cubicBezTo>
                  <a:pt x="53177" y="31839"/>
                  <a:pt x="54259" y="31544"/>
                  <a:pt x="55768" y="31544"/>
                </a:cubicBezTo>
                <a:lnTo>
                  <a:pt x="79615" y="31544"/>
                </a:lnTo>
                <a:cubicBezTo>
                  <a:pt x="81174" y="31544"/>
                  <a:pt x="82269" y="31839"/>
                  <a:pt x="82897" y="32428"/>
                </a:cubicBezTo>
                <a:cubicBezTo>
                  <a:pt x="83526" y="33018"/>
                  <a:pt x="83841" y="33780"/>
                  <a:pt x="83841" y="34714"/>
                </a:cubicBezTo>
                <a:cubicBezTo>
                  <a:pt x="83841" y="35619"/>
                  <a:pt x="83526" y="36374"/>
                  <a:pt x="82897" y="36977"/>
                </a:cubicBezTo>
                <a:cubicBezTo>
                  <a:pt x="82269" y="37581"/>
                  <a:pt x="81174" y="37883"/>
                  <a:pt x="79615" y="37883"/>
                </a:cubicBezTo>
                <a:lnTo>
                  <a:pt x="73200" y="37883"/>
                </a:lnTo>
                <a:lnTo>
                  <a:pt x="47467" y="97047"/>
                </a:lnTo>
                <a:close/>
                <a:moveTo>
                  <a:pt x="137783" y="1056"/>
                </a:moveTo>
                <a:lnTo>
                  <a:pt x="137783" y="90708"/>
                </a:lnTo>
                <a:lnTo>
                  <a:pt x="159516" y="90708"/>
                </a:lnTo>
                <a:cubicBezTo>
                  <a:pt x="161026" y="90708"/>
                  <a:pt x="162107" y="90997"/>
                  <a:pt x="162761" y="91576"/>
                </a:cubicBezTo>
                <a:cubicBezTo>
                  <a:pt x="163415" y="92154"/>
                  <a:pt x="163742" y="92922"/>
                  <a:pt x="163742" y="93878"/>
                </a:cubicBezTo>
                <a:cubicBezTo>
                  <a:pt x="163742" y="94783"/>
                  <a:pt x="163415" y="95538"/>
                  <a:pt x="162761" y="96141"/>
                </a:cubicBezTo>
                <a:cubicBezTo>
                  <a:pt x="162107" y="96745"/>
                  <a:pt x="161026" y="97047"/>
                  <a:pt x="159516" y="97047"/>
                </a:cubicBezTo>
                <a:lnTo>
                  <a:pt x="109710" y="97047"/>
                </a:lnTo>
                <a:cubicBezTo>
                  <a:pt x="108201" y="97047"/>
                  <a:pt x="107119" y="96745"/>
                  <a:pt x="106465" y="96141"/>
                </a:cubicBezTo>
                <a:cubicBezTo>
                  <a:pt x="105811" y="95538"/>
                  <a:pt x="105484" y="94783"/>
                  <a:pt x="105484" y="93878"/>
                </a:cubicBezTo>
                <a:cubicBezTo>
                  <a:pt x="105484" y="92922"/>
                  <a:pt x="105811" y="92154"/>
                  <a:pt x="106465" y="91576"/>
                </a:cubicBezTo>
                <a:cubicBezTo>
                  <a:pt x="107119" y="90997"/>
                  <a:pt x="108201" y="90708"/>
                  <a:pt x="109710" y="90708"/>
                </a:cubicBezTo>
                <a:lnTo>
                  <a:pt x="131444" y="90708"/>
                </a:lnTo>
                <a:lnTo>
                  <a:pt x="131444" y="9810"/>
                </a:lnTo>
                <a:lnTo>
                  <a:pt x="110766" y="16300"/>
                </a:lnTo>
                <a:cubicBezTo>
                  <a:pt x="109760" y="16602"/>
                  <a:pt x="109031" y="16753"/>
                  <a:pt x="108578" y="16753"/>
                </a:cubicBezTo>
                <a:cubicBezTo>
                  <a:pt x="107823" y="16753"/>
                  <a:pt x="107132" y="16439"/>
                  <a:pt x="106503" y="15810"/>
                </a:cubicBezTo>
                <a:cubicBezTo>
                  <a:pt x="105874" y="15181"/>
                  <a:pt x="105559" y="14439"/>
                  <a:pt x="105559" y="13584"/>
                </a:cubicBezTo>
                <a:cubicBezTo>
                  <a:pt x="105559" y="12829"/>
                  <a:pt x="105811" y="12125"/>
                  <a:pt x="106314" y="11471"/>
                </a:cubicBezTo>
                <a:cubicBezTo>
                  <a:pt x="106717" y="11068"/>
                  <a:pt x="107547" y="10640"/>
                  <a:pt x="108804" y="10188"/>
                </a:cubicBezTo>
                <a:lnTo>
                  <a:pt x="137783" y="1056"/>
                </a:lnTo>
                <a:close/>
                <a:moveTo>
                  <a:pt x="226061" y="78936"/>
                </a:moveTo>
                <a:lnTo>
                  <a:pt x="228777" y="78936"/>
                </a:lnTo>
                <a:cubicBezTo>
                  <a:pt x="231595" y="78936"/>
                  <a:pt x="234010" y="79933"/>
                  <a:pt x="236022" y="81928"/>
                </a:cubicBezTo>
                <a:cubicBezTo>
                  <a:pt x="238034" y="83922"/>
                  <a:pt x="239040" y="86333"/>
                  <a:pt x="239040" y="89161"/>
                </a:cubicBezTo>
                <a:cubicBezTo>
                  <a:pt x="239040" y="92090"/>
                  <a:pt x="238022" y="94539"/>
                  <a:pt x="235984" y="96509"/>
                </a:cubicBezTo>
                <a:cubicBezTo>
                  <a:pt x="233947" y="98478"/>
                  <a:pt x="231544" y="99462"/>
                  <a:pt x="228777" y="99462"/>
                </a:cubicBezTo>
                <a:lnTo>
                  <a:pt x="226061" y="99462"/>
                </a:lnTo>
                <a:cubicBezTo>
                  <a:pt x="223243" y="99462"/>
                  <a:pt x="220828" y="98465"/>
                  <a:pt x="218816" y="96472"/>
                </a:cubicBezTo>
                <a:cubicBezTo>
                  <a:pt x="216804" y="94477"/>
                  <a:pt x="215798" y="92065"/>
                  <a:pt x="215798" y="89236"/>
                </a:cubicBezTo>
                <a:cubicBezTo>
                  <a:pt x="215798" y="86307"/>
                  <a:pt x="216816" y="83859"/>
                  <a:pt x="218854" y="81890"/>
                </a:cubicBezTo>
                <a:cubicBezTo>
                  <a:pt x="220891" y="79921"/>
                  <a:pt x="223294" y="78936"/>
                  <a:pt x="226061" y="78936"/>
                </a:cubicBezTo>
                <a:close/>
                <a:moveTo>
                  <a:pt x="296227" y="31544"/>
                </a:moveTo>
                <a:lnTo>
                  <a:pt x="296227" y="43045"/>
                </a:lnTo>
                <a:cubicBezTo>
                  <a:pt x="300001" y="38481"/>
                  <a:pt x="304050" y="35046"/>
                  <a:pt x="308377" y="32740"/>
                </a:cubicBezTo>
                <a:cubicBezTo>
                  <a:pt x="312704" y="30433"/>
                  <a:pt x="317810" y="29280"/>
                  <a:pt x="323696" y="29280"/>
                </a:cubicBezTo>
                <a:cubicBezTo>
                  <a:pt x="329935" y="29280"/>
                  <a:pt x="335695" y="30741"/>
                  <a:pt x="340978" y="33662"/>
                </a:cubicBezTo>
                <a:cubicBezTo>
                  <a:pt x="346260" y="36583"/>
                  <a:pt x="350348" y="40650"/>
                  <a:pt x="353241" y="45863"/>
                </a:cubicBezTo>
                <a:cubicBezTo>
                  <a:pt x="356133" y="51077"/>
                  <a:pt x="357580" y="56554"/>
                  <a:pt x="357580" y="62296"/>
                </a:cubicBezTo>
                <a:cubicBezTo>
                  <a:pt x="357580" y="71413"/>
                  <a:pt x="354322" y="79208"/>
                  <a:pt x="347807" y="85680"/>
                </a:cubicBezTo>
                <a:cubicBezTo>
                  <a:pt x="341292" y="92151"/>
                  <a:pt x="333280" y="95387"/>
                  <a:pt x="323772" y="95387"/>
                </a:cubicBezTo>
                <a:cubicBezTo>
                  <a:pt x="312452" y="95387"/>
                  <a:pt x="303271" y="90798"/>
                  <a:pt x="296227" y="81622"/>
                </a:cubicBezTo>
                <a:lnTo>
                  <a:pt x="296227" y="119837"/>
                </a:lnTo>
                <a:lnTo>
                  <a:pt x="311622" y="119837"/>
                </a:lnTo>
                <a:cubicBezTo>
                  <a:pt x="313131" y="119837"/>
                  <a:pt x="314213" y="120126"/>
                  <a:pt x="314867" y="120705"/>
                </a:cubicBezTo>
                <a:cubicBezTo>
                  <a:pt x="315521" y="121284"/>
                  <a:pt x="315848" y="122051"/>
                  <a:pt x="315848" y="123007"/>
                </a:cubicBezTo>
                <a:cubicBezTo>
                  <a:pt x="315848" y="123912"/>
                  <a:pt x="315521" y="124667"/>
                  <a:pt x="314867" y="125271"/>
                </a:cubicBezTo>
                <a:cubicBezTo>
                  <a:pt x="314213" y="125874"/>
                  <a:pt x="313131" y="126176"/>
                  <a:pt x="311622" y="126176"/>
                </a:cubicBezTo>
                <a:lnTo>
                  <a:pt x="281361" y="126176"/>
                </a:lnTo>
                <a:cubicBezTo>
                  <a:pt x="279852" y="126176"/>
                  <a:pt x="278770" y="125887"/>
                  <a:pt x="278116" y="125308"/>
                </a:cubicBezTo>
                <a:cubicBezTo>
                  <a:pt x="277462" y="124730"/>
                  <a:pt x="277135" y="123963"/>
                  <a:pt x="277135" y="123007"/>
                </a:cubicBezTo>
                <a:cubicBezTo>
                  <a:pt x="277135" y="122051"/>
                  <a:pt x="277462" y="121284"/>
                  <a:pt x="278116" y="120705"/>
                </a:cubicBezTo>
                <a:cubicBezTo>
                  <a:pt x="278770" y="120126"/>
                  <a:pt x="279852" y="119837"/>
                  <a:pt x="281361" y="119837"/>
                </a:cubicBezTo>
                <a:lnTo>
                  <a:pt x="289888" y="119837"/>
                </a:lnTo>
                <a:lnTo>
                  <a:pt x="289888" y="37883"/>
                </a:lnTo>
                <a:lnTo>
                  <a:pt x="281361" y="37883"/>
                </a:lnTo>
                <a:cubicBezTo>
                  <a:pt x="279852" y="37883"/>
                  <a:pt x="278770" y="37581"/>
                  <a:pt x="278116" y="36977"/>
                </a:cubicBezTo>
                <a:cubicBezTo>
                  <a:pt x="277462" y="36374"/>
                  <a:pt x="277135" y="35594"/>
                  <a:pt x="277135" y="34638"/>
                </a:cubicBezTo>
                <a:cubicBezTo>
                  <a:pt x="277135" y="33755"/>
                  <a:pt x="277462" y="33018"/>
                  <a:pt x="278116" y="32428"/>
                </a:cubicBezTo>
                <a:cubicBezTo>
                  <a:pt x="278770" y="31839"/>
                  <a:pt x="279852" y="31544"/>
                  <a:pt x="281361" y="31544"/>
                </a:cubicBezTo>
                <a:lnTo>
                  <a:pt x="296227" y="31544"/>
                </a:lnTo>
                <a:moveTo>
                  <a:pt x="351165" y="62296"/>
                </a:moveTo>
                <a:cubicBezTo>
                  <a:pt x="351165" y="54969"/>
                  <a:pt x="348511" y="48692"/>
                  <a:pt x="343204" y="43463"/>
                </a:cubicBezTo>
                <a:cubicBezTo>
                  <a:pt x="337896" y="38234"/>
                  <a:pt x="331419" y="35619"/>
                  <a:pt x="323772" y="35619"/>
                </a:cubicBezTo>
                <a:cubicBezTo>
                  <a:pt x="316074" y="35619"/>
                  <a:pt x="309559" y="38246"/>
                  <a:pt x="304227" y="43500"/>
                </a:cubicBezTo>
                <a:cubicBezTo>
                  <a:pt x="298894" y="48755"/>
                  <a:pt x="296227" y="55020"/>
                  <a:pt x="296227" y="62296"/>
                </a:cubicBezTo>
                <a:cubicBezTo>
                  <a:pt x="296227" y="69622"/>
                  <a:pt x="298894" y="75912"/>
                  <a:pt x="304227" y="81166"/>
                </a:cubicBezTo>
                <a:cubicBezTo>
                  <a:pt x="309559" y="86421"/>
                  <a:pt x="316074" y="89048"/>
                  <a:pt x="323772" y="89048"/>
                </a:cubicBezTo>
                <a:cubicBezTo>
                  <a:pt x="331368" y="89048"/>
                  <a:pt x="337833" y="86433"/>
                  <a:pt x="343166" y="81204"/>
                </a:cubicBezTo>
                <a:cubicBezTo>
                  <a:pt x="348499" y="75975"/>
                  <a:pt x="351165" y="69672"/>
                  <a:pt x="351165" y="62296"/>
                </a:cubicBezTo>
                <a:close/>
                <a:moveTo>
                  <a:pt x="448273" y="64409"/>
                </a:moveTo>
                <a:cubicBezTo>
                  <a:pt x="448273" y="74079"/>
                  <a:pt x="444814" y="82339"/>
                  <a:pt x="437896" y="89189"/>
                </a:cubicBezTo>
                <a:cubicBezTo>
                  <a:pt x="430979" y="96038"/>
                  <a:pt x="422640" y="99462"/>
                  <a:pt x="412880" y="99462"/>
                </a:cubicBezTo>
                <a:cubicBezTo>
                  <a:pt x="403019" y="99462"/>
                  <a:pt x="394643" y="96025"/>
                  <a:pt x="387750" y="89152"/>
                </a:cubicBezTo>
                <a:cubicBezTo>
                  <a:pt x="380858" y="82276"/>
                  <a:pt x="377412" y="74029"/>
                  <a:pt x="377412" y="64409"/>
                </a:cubicBezTo>
                <a:cubicBezTo>
                  <a:pt x="377412" y="54738"/>
                  <a:pt x="380858" y="46466"/>
                  <a:pt x="387750" y="39593"/>
                </a:cubicBezTo>
                <a:cubicBezTo>
                  <a:pt x="394643" y="32718"/>
                  <a:pt x="403019" y="29280"/>
                  <a:pt x="412880" y="29280"/>
                </a:cubicBezTo>
                <a:cubicBezTo>
                  <a:pt x="422640" y="29280"/>
                  <a:pt x="430979" y="32705"/>
                  <a:pt x="437896" y="39555"/>
                </a:cubicBezTo>
                <a:cubicBezTo>
                  <a:pt x="444814" y="46403"/>
                  <a:pt x="448273" y="54688"/>
                  <a:pt x="448273" y="64409"/>
                </a:cubicBezTo>
                <a:moveTo>
                  <a:pt x="441858" y="64371"/>
                </a:moveTo>
                <a:cubicBezTo>
                  <a:pt x="441858" y="56402"/>
                  <a:pt x="439028" y="49618"/>
                  <a:pt x="433368" y="44019"/>
                </a:cubicBezTo>
                <a:cubicBezTo>
                  <a:pt x="427709" y="38419"/>
                  <a:pt x="420854" y="35619"/>
                  <a:pt x="412804" y="35619"/>
                </a:cubicBezTo>
                <a:cubicBezTo>
                  <a:pt x="404755" y="35619"/>
                  <a:pt x="397900" y="38432"/>
                  <a:pt x="392240" y="44057"/>
                </a:cubicBezTo>
                <a:cubicBezTo>
                  <a:pt x="386581" y="49681"/>
                  <a:pt x="383751" y="56452"/>
                  <a:pt x="383751" y="64371"/>
                </a:cubicBezTo>
                <a:cubicBezTo>
                  <a:pt x="383751" y="72240"/>
                  <a:pt x="386581" y="78999"/>
                  <a:pt x="392240" y="84650"/>
                </a:cubicBezTo>
                <a:cubicBezTo>
                  <a:pt x="397900" y="90298"/>
                  <a:pt x="404755" y="93123"/>
                  <a:pt x="412804" y="93123"/>
                </a:cubicBezTo>
                <a:cubicBezTo>
                  <a:pt x="420854" y="93123"/>
                  <a:pt x="427709" y="90311"/>
                  <a:pt x="433368" y="84687"/>
                </a:cubicBezTo>
                <a:cubicBezTo>
                  <a:pt x="439028" y="79062"/>
                  <a:pt x="441858" y="72290"/>
                  <a:pt x="441858" y="64371"/>
                </a:cubicBezTo>
                <a:close/>
                <a:moveTo>
                  <a:pt x="526514" y="35619"/>
                </a:moveTo>
                <a:cubicBezTo>
                  <a:pt x="526514" y="34187"/>
                  <a:pt x="526816" y="33150"/>
                  <a:pt x="527420" y="32509"/>
                </a:cubicBezTo>
                <a:cubicBezTo>
                  <a:pt x="528023" y="31866"/>
                  <a:pt x="528778" y="31544"/>
                  <a:pt x="529683" y="31544"/>
                </a:cubicBezTo>
                <a:cubicBezTo>
                  <a:pt x="530639" y="31544"/>
                  <a:pt x="531419" y="31873"/>
                  <a:pt x="532023" y="32530"/>
                </a:cubicBezTo>
                <a:cubicBezTo>
                  <a:pt x="532627" y="33185"/>
                  <a:pt x="532928" y="34296"/>
                  <a:pt x="532928" y="35862"/>
                </a:cubicBezTo>
                <a:lnTo>
                  <a:pt x="532928" y="46771"/>
                </a:lnTo>
                <a:cubicBezTo>
                  <a:pt x="532928" y="48287"/>
                  <a:pt x="532627" y="49373"/>
                  <a:pt x="532023" y="50030"/>
                </a:cubicBezTo>
                <a:cubicBezTo>
                  <a:pt x="531419" y="50686"/>
                  <a:pt x="530639" y="51014"/>
                  <a:pt x="529683" y="51014"/>
                </a:cubicBezTo>
                <a:cubicBezTo>
                  <a:pt x="528828" y="51014"/>
                  <a:pt x="528111" y="50735"/>
                  <a:pt x="527533" y="50177"/>
                </a:cubicBezTo>
                <a:cubicBezTo>
                  <a:pt x="526954" y="49617"/>
                  <a:pt x="526615" y="48702"/>
                  <a:pt x="526514" y="47432"/>
                </a:cubicBezTo>
                <a:cubicBezTo>
                  <a:pt x="526212" y="44383"/>
                  <a:pt x="524653" y="41868"/>
                  <a:pt x="521835" y="39888"/>
                </a:cubicBezTo>
                <a:cubicBezTo>
                  <a:pt x="517710" y="37042"/>
                  <a:pt x="512251" y="35619"/>
                  <a:pt x="505459" y="35619"/>
                </a:cubicBezTo>
                <a:cubicBezTo>
                  <a:pt x="498366" y="35619"/>
                  <a:pt x="492857" y="37053"/>
                  <a:pt x="488933" y="39921"/>
                </a:cubicBezTo>
                <a:cubicBezTo>
                  <a:pt x="485965" y="42084"/>
                  <a:pt x="484480" y="44499"/>
                  <a:pt x="484480" y="47165"/>
                </a:cubicBezTo>
                <a:cubicBezTo>
                  <a:pt x="484480" y="50184"/>
                  <a:pt x="486241" y="52699"/>
                  <a:pt x="489763" y="54712"/>
                </a:cubicBezTo>
                <a:cubicBezTo>
                  <a:pt x="492178" y="56120"/>
                  <a:pt x="496756" y="57202"/>
                  <a:pt x="503497" y="57957"/>
                </a:cubicBezTo>
                <a:cubicBezTo>
                  <a:pt x="512302" y="58916"/>
                  <a:pt x="518414" y="60001"/>
                  <a:pt x="521835" y="61213"/>
                </a:cubicBezTo>
                <a:cubicBezTo>
                  <a:pt x="526715" y="62980"/>
                  <a:pt x="530350" y="65430"/>
                  <a:pt x="532740" y="68562"/>
                </a:cubicBezTo>
                <a:cubicBezTo>
                  <a:pt x="535129" y="71692"/>
                  <a:pt x="536324" y="75074"/>
                  <a:pt x="536324" y="78709"/>
                </a:cubicBezTo>
                <a:cubicBezTo>
                  <a:pt x="536324" y="84111"/>
                  <a:pt x="533733" y="88920"/>
                  <a:pt x="528552" y="93137"/>
                </a:cubicBezTo>
                <a:cubicBezTo>
                  <a:pt x="523370" y="97354"/>
                  <a:pt x="515773" y="99462"/>
                  <a:pt x="505761" y="99462"/>
                </a:cubicBezTo>
                <a:cubicBezTo>
                  <a:pt x="495750" y="99462"/>
                  <a:pt x="487549" y="96921"/>
                  <a:pt x="481160" y="91840"/>
                </a:cubicBezTo>
                <a:cubicBezTo>
                  <a:pt x="481160" y="93576"/>
                  <a:pt x="481059" y="94699"/>
                  <a:pt x="480858" y="95210"/>
                </a:cubicBezTo>
                <a:cubicBezTo>
                  <a:pt x="480657" y="95719"/>
                  <a:pt x="480292" y="96153"/>
                  <a:pt x="479764" y="96512"/>
                </a:cubicBezTo>
                <a:cubicBezTo>
                  <a:pt x="479236" y="96869"/>
                  <a:pt x="478644" y="97047"/>
                  <a:pt x="477990" y="97047"/>
                </a:cubicBezTo>
                <a:cubicBezTo>
                  <a:pt x="477085" y="97047"/>
                  <a:pt x="476330" y="96719"/>
                  <a:pt x="475727" y="96064"/>
                </a:cubicBezTo>
                <a:cubicBezTo>
                  <a:pt x="475123" y="95406"/>
                  <a:pt x="474821" y="94321"/>
                  <a:pt x="474821" y="92807"/>
                </a:cubicBezTo>
                <a:lnTo>
                  <a:pt x="474821" y="79704"/>
                </a:lnTo>
                <a:cubicBezTo>
                  <a:pt x="474821" y="78190"/>
                  <a:pt x="475110" y="77106"/>
                  <a:pt x="475689" y="76450"/>
                </a:cubicBezTo>
                <a:cubicBezTo>
                  <a:pt x="476267" y="75793"/>
                  <a:pt x="477035" y="75464"/>
                  <a:pt x="477990" y="75464"/>
                </a:cubicBezTo>
                <a:cubicBezTo>
                  <a:pt x="478896" y="75464"/>
                  <a:pt x="479663" y="75779"/>
                  <a:pt x="480292" y="76408"/>
                </a:cubicBezTo>
                <a:cubicBezTo>
                  <a:pt x="480921" y="77036"/>
                  <a:pt x="481235" y="77879"/>
                  <a:pt x="481235" y="78936"/>
                </a:cubicBezTo>
                <a:cubicBezTo>
                  <a:pt x="481235" y="81250"/>
                  <a:pt x="481814" y="83187"/>
                  <a:pt x="482971" y="84746"/>
                </a:cubicBezTo>
                <a:cubicBezTo>
                  <a:pt x="484732" y="87161"/>
                  <a:pt x="487537" y="89161"/>
                  <a:pt x="491385" y="90746"/>
                </a:cubicBezTo>
                <a:cubicBezTo>
                  <a:pt x="495234" y="92330"/>
                  <a:pt x="499951" y="93123"/>
                  <a:pt x="505535" y="93123"/>
                </a:cubicBezTo>
                <a:cubicBezTo>
                  <a:pt x="513786" y="93123"/>
                  <a:pt x="519923" y="91581"/>
                  <a:pt x="523948" y="88496"/>
                </a:cubicBezTo>
                <a:cubicBezTo>
                  <a:pt x="527973" y="85411"/>
                  <a:pt x="529985" y="82150"/>
                  <a:pt x="529985" y="78712"/>
                </a:cubicBezTo>
                <a:cubicBezTo>
                  <a:pt x="529985" y="74767"/>
                  <a:pt x="527948" y="71607"/>
                  <a:pt x="523873" y="69231"/>
                </a:cubicBezTo>
                <a:cubicBezTo>
                  <a:pt x="519747" y="66854"/>
                  <a:pt x="513748" y="65262"/>
                  <a:pt x="505875" y="64454"/>
                </a:cubicBezTo>
                <a:cubicBezTo>
                  <a:pt x="498001" y="63644"/>
                  <a:pt x="492354" y="62587"/>
                  <a:pt x="488933" y="61282"/>
                </a:cubicBezTo>
                <a:cubicBezTo>
                  <a:pt x="485512" y="59977"/>
                  <a:pt x="482845" y="58019"/>
                  <a:pt x="480934" y="55410"/>
                </a:cubicBezTo>
                <a:cubicBezTo>
                  <a:pt x="479022" y="52798"/>
                  <a:pt x="478066" y="49986"/>
                  <a:pt x="478066" y="46974"/>
                </a:cubicBezTo>
                <a:cubicBezTo>
                  <a:pt x="478066" y="41553"/>
                  <a:pt x="480732" y="37249"/>
                  <a:pt x="486065" y="34063"/>
                </a:cubicBezTo>
                <a:cubicBezTo>
                  <a:pt x="491398" y="30874"/>
                  <a:pt x="497762" y="29280"/>
                  <a:pt x="505158" y="29280"/>
                </a:cubicBezTo>
                <a:cubicBezTo>
                  <a:pt x="513911" y="29280"/>
                  <a:pt x="521030" y="31393"/>
                  <a:pt x="526514" y="35619"/>
                </a:cubicBezTo>
                <a:close/>
                <a:moveTo>
                  <a:pt x="585285" y="31544"/>
                </a:moveTo>
                <a:lnTo>
                  <a:pt x="619697" y="31544"/>
                </a:lnTo>
                <a:cubicBezTo>
                  <a:pt x="621206" y="31544"/>
                  <a:pt x="622288" y="31839"/>
                  <a:pt x="622942" y="32428"/>
                </a:cubicBezTo>
                <a:cubicBezTo>
                  <a:pt x="623596" y="33018"/>
                  <a:pt x="623923" y="33780"/>
                  <a:pt x="623923" y="34714"/>
                </a:cubicBezTo>
                <a:cubicBezTo>
                  <a:pt x="623923" y="35619"/>
                  <a:pt x="623596" y="36374"/>
                  <a:pt x="622942" y="36977"/>
                </a:cubicBezTo>
                <a:cubicBezTo>
                  <a:pt x="622288" y="37581"/>
                  <a:pt x="621206" y="37883"/>
                  <a:pt x="619697" y="37883"/>
                </a:cubicBezTo>
                <a:lnTo>
                  <a:pt x="585285" y="37883"/>
                </a:lnTo>
                <a:lnTo>
                  <a:pt x="585285" y="80183"/>
                </a:lnTo>
                <a:cubicBezTo>
                  <a:pt x="585285" y="83865"/>
                  <a:pt x="586757" y="86943"/>
                  <a:pt x="589700" y="89416"/>
                </a:cubicBezTo>
                <a:cubicBezTo>
                  <a:pt x="592643" y="91887"/>
                  <a:pt x="596957" y="93123"/>
                  <a:pt x="602642" y="93123"/>
                </a:cubicBezTo>
                <a:cubicBezTo>
                  <a:pt x="606919" y="93123"/>
                  <a:pt x="611547" y="92481"/>
                  <a:pt x="616528" y="91199"/>
                </a:cubicBezTo>
                <a:cubicBezTo>
                  <a:pt x="621508" y="89916"/>
                  <a:pt x="625382" y="88469"/>
                  <a:pt x="628149" y="86859"/>
                </a:cubicBezTo>
                <a:cubicBezTo>
                  <a:pt x="629155" y="86205"/>
                  <a:pt x="629985" y="85878"/>
                  <a:pt x="630639" y="85878"/>
                </a:cubicBezTo>
                <a:cubicBezTo>
                  <a:pt x="631444" y="85878"/>
                  <a:pt x="632149" y="86193"/>
                  <a:pt x="632752" y="86822"/>
                </a:cubicBezTo>
                <a:cubicBezTo>
                  <a:pt x="633356" y="87450"/>
                  <a:pt x="633658" y="88193"/>
                  <a:pt x="633658" y="89048"/>
                </a:cubicBezTo>
                <a:cubicBezTo>
                  <a:pt x="633658" y="89802"/>
                  <a:pt x="633331" y="90507"/>
                  <a:pt x="632677" y="91161"/>
                </a:cubicBezTo>
                <a:cubicBezTo>
                  <a:pt x="631067" y="92821"/>
                  <a:pt x="627156" y="94620"/>
                  <a:pt x="620942" y="96556"/>
                </a:cubicBezTo>
                <a:cubicBezTo>
                  <a:pt x="614729" y="98493"/>
                  <a:pt x="608780" y="99462"/>
                  <a:pt x="603095" y="99462"/>
                </a:cubicBezTo>
                <a:cubicBezTo>
                  <a:pt x="595700" y="99462"/>
                  <a:pt x="589813" y="97722"/>
                  <a:pt x="585436" y="94243"/>
                </a:cubicBezTo>
                <a:cubicBezTo>
                  <a:pt x="581059" y="90762"/>
                  <a:pt x="578871" y="86072"/>
                  <a:pt x="578871" y="80171"/>
                </a:cubicBezTo>
                <a:lnTo>
                  <a:pt x="578871" y="37883"/>
                </a:lnTo>
                <a:lnTo>
                  <a:pt x="567174" y="37883"/>
                </a:lnTo>
                <a:cubicBezTo>
                  <a:pt x="565665" y="37883"/>
                  <a:pt x="564583" y="37585"/>
                  <a:pt x="563929" y="36989"/>
                </a:cubicBezTo>
                <a:cubicBezTo>
                  <a:pt x="563275" y="36392"/>
                  <a:pt x="562948" y="35621"/>
                  <a:pt x="562948" y="34676"/>
                </a:cubicBezTo>
                <a:cubicBezTo>
                  <a:pt x="562948" y="33781"/>
                  <a:pt x="563275" y="33036"/>
                  <a:pt x="563929" y="32440"/>
                </a:cubicBezTo>
                <a:cubicBezTo>
                  <a:pt x="564583" y="31843"/>
                  <a:pt x="565665" y="31544"/>
                  <a:pt x="567174" y="31544"/>
                </a:cubicBezTo>
                <a:lnTo>
                  <a:pt x="578871" y="31544"/>
                </a:lnTo>
                <a:lnTo>
                  <a:pt x="578871" y="12706"/>
                </a:lnTo>
                <a:cubicBezTo>
                  <a:pt x="578871" y="11186"/>
                  <a:pt x="579173" y="10097"/>
                  <a:pt x="579777" y="9440"/>
                </a:cubicBezTo>
                <a:cubicBezTo>
                  <a:pt x="580380" y="8781"/>
                  <a:pt x="581135" y="8452"/>
                  <a:pt x="582041" y="8452"/>
                </a:cubicBezTo>
                <a:cubicBezTo>
                  <a:pt x="582996" y="8452"/>
                  <a:pt x="583776" y="8781"/>
                  <a:pt x="584380" y="9440"/>
                </a:cubicBezTo>
                <a:cubicBezTo>
                  <a:pt x="584984" y="10097"/>
                  <a:pt x="585285" y="11186"/>
                  <a:pt x="585285" y="12706"/>
                </a:cubicBezTo>
                <a:lnTo>
                  <a:pt x="585285" y="31544"/>
                </a:lnTo>
                <a:close/>
                <a:moveTo>
                  <a:pt x="690317" y="59428"/>
                </a:moveTo>
                <a:cubicBezTo>
                  <a:pt x="690317" y="53639"/>
                  <a:pt x="691071" y="47498"/>
                  <a:pt x="692581" y="41003"/>
                </a:cubicBezTo>
                <a:cubicBezTo>
                  <a:pt x="694090" y="34508"/>
                  <a:pt x="696983" y="27008"/>
                  <a:pt x="701259" y="18501"/>
                </a:cubicBezTo>
                <a:cubicBezTo>
                  <a:pt x="705535" y="9992"/>
                  <a:pt x="708654" y="4856"/>
                  <a:pt x="710616" y="3094"/>
                </a:cubicBezTo>
                <a:cubicBezTo>
                  <a:pt x="711220" y="2541"/>
                  <a:pt x="711874" y="2264"/>
                  <a:pt x="712579" y="2264"/>
                </a:cubicBezTo>
                <a:cubicBezTo>
                  <a:pt x="713484" y="2264"/>
                  <a:pt x="714251" y="2566"/>
                  <a:pt x="714880" y="3169"/>
                </a:cubicBezTo>
                <a:cubicBezTo>
                  <a:pt x="715509" y="3773"/>
                  <a:pt x="715824" y="4503"/>
                  <a:pt x="715824" y="5360"/>
                </a:cubicBezTo>
                <a:cubicBezTo>
                  <a:pt x="715824" y="5863"/>
                  <a:pt x="715647" y="6417"/>
                  <a:pt x="715295" y="7021"/>
                </a:cubicBezTo>
                <a:cubicBezTo>
                  <a:pt x="709761" y="17191"/>
                  <a:pt x="705812" y="26405"/>
                  <a:pt x="703447" y="34662"/>
                </a:cubicBezTo>
                <a:cubicBezTo>
                  <a:pt x="701083" y="42917"/>
                  <a:pt x="699901" y="51173"/>
                  <a:pt x="699901" y="59428"/>
                </a:cubicBezTo>
                <a:cubicBezTo>
                  <a:pt x="699901" y="67735"/>
                  <a:pt x="701083" y="76017"/>
                  <a:pt x="703447" y="84272"/>
                </a:cubicBezTo>
                <a:cubicBezTo>
                  <a:pt x="705812" y="92528"/>
                  <a:pt x="709761" y="101716"/>
                  <a:pt x="715295" y="111836"/>
                </a:cubicBezTo>
                <a:cubicBezTo>
                  <a:pt x="715647" y="112439"/>
                  <a:pt x="715824" y="112993"/>
                  <a:pt x="715824" y="113496"/>
                </a:cubicBezTo>
                <a:cubicBezTo>
                  <a:pt x="715824" y="114353"/>
                  <a:pt x="715509" y="115096"/>
                  <a:pt x="714880" y="115724"/>
                </a:cubicBezTo>
                <a:cubicBezTo>
                  <a:pt x="714251" y="116353"/>
                  <a:pt x="713484" y="116668"/>
                  <a:pt x="712579" y="116668"/>
                </a:cubicBezTo>
                <a:cubicBezTo>
                  <a:pt x="711874" y="116668"/>
                  <a:pt x="711220" y="116391"/>
                  <a:pt x="710616" y="115838"/>
                </a:cubicBezTo>
                <a:cubicBezTo>
                  <a:pt x="708755" y="114126"/>
                  <a:pt x="705711" y="109116"/>
                  <a:pt x="701485" y="100808"/>
                </a:cubicBezTo>
                <a:cubicBezTo>
                  <a:pt x="697259" y="92503"/>
                  <a:pt x="694341" y="85154"/>
                  <a:pt x="692731" y="78761"/>
                </a:cubicBezTo>
                <a:cubicBezTo>
                  <a:pt x="691122" y="72367"/>
                  <a:pt x="690317" y="65923"/>
                  <a:pt x="690317" y="59428"/>
                </a:cubicBezTo>
                <a:close/>
                <a:moveTo>
                  <a:pt x="789311" y="97047"/>
                </a:moveTo>
                <a:lnTo>
                  <a:pt x="778595" y="97047"/>
                </a:lnTo>
                <a:lnTo>
                  <a:pt x="752560" y="37883"/>
                </a:lnTo>
                <a:lnTo>
                  <a:pt x="746070" y="37883"/>
                </a:lnTo>
                <a:cubicBezTo>
                  <a:pt x="744560" y="37883"/>
                  <a:pt x="743479" y="37581"/>
                  <a:pt x="742825" y="36977"/>
                </a:cubicBezTo>
                <a:cubicBezTo>
                  <a:pt x="742171" y="36374"/>
                  <a:pt x="741844" y="35594"/>
                  <a:pt x="741844" y="34638"/>
                </a:cubicBezTo>
                <a:cubicBezTo>
                  <a:pt x="741844" y="33755"/>
                  <a:pt x="742171" y="33018"/>
                  <a:pt x="742825" y="32428"/>
                </a:cubicBezTo>
                <a:cubicBezTo>
                  <a:pt x="743479" y="31839"/>
                  <a:pt x="744560" y="31544"/>
                  <a:pt x="746070" y="31544"/>
                </a:cubicBezTo>
                <a:lnTo>
                  <a:pt x="769841" y="31544"/>
                </a:lnTo>
                <a:cubicBezTo>
                  <a:pt x="771350" y="31544"/>
                  <a:pt x="772432" y="31839"/>
                  <a:pt x="773086" y="32428"/>
                </a:cubicBezTo>
                <a:cubicBezTo>
                  <a:pt x="773740" y="33018"/>
                  <a:pt x="774067" y="33780"/>
                  <a:pt x="774067" y="34714"/>
                </a:cubicBezTo>
                <a:cubicBezTo>
                  <a:pt x="774067" y="35619"/>
                  <a:pt x="773740" y="36374"/>
                  <a:pt x="773086" y="36977"/>
                </a:cubicBezTo>
                <a:cubicBezTo>
                  <a:pt x="772432" y="37581"/>
                  <a:pt x="771350" y="37883"/>
                  <a:pt x="769841" y="37883"/>
                </a:cubicBezTo>
                <a:lnTo>
                  <a:pt x="759351" y="37883"/>
                </a:lnTo>
                <a:lnTo>
                  <a:pt x="782594" y="90708"/>
                </a:lnTo>
                <a:lnTo>
                  <a:pt x="785387" y="90708"/>
                </a:lnTo>
                <a:lnTo>
                  <a:pt x="808177" y="37883"/>
                </a:lnTo>
                <a:lnTo>
                  <a:pt x="797612" y="37883"/>
                </a:lnTo>
                <a:cubicBezTo>
                  <a:pt x="796102" y="37883"/>
                  <a:pt x="795021" y="37581"/>
                  <a:pt x="794367" y="36977"/>
                </a:cubicBezTo>
                <a:cubicBezTo>
                  <a:pt x="793713" y="36374"/>
                  <a:pt x="793386" y="35594"/>
                  <a:pt x="793386" y="34638"/>
                </a:cubicBezTo>
                <a:cubicBezTo>
                  <a:pt x="793386" y="33755"/>
                  <a:pt x="793713" y="33018"/>
                  <a:pt x="794367" y="32428"/>
                </a:cubicBezTo>
                <a:cubicBezTo>
                  <a:pt x="795021" y="31839"/>
                  <a:pt x="796102" y="31544"/>
                  <a:pt x="797612" y="31544"/>
                </a:cubicBezTo>
                <a:lnTo>
                  <a:pt x="821458" y="31544"/>
                </a:lnTo>
                <a:cubicBezTo>
                  <a:pt x="823018" y="31544"/>
                  <a:pt x="824112" y="31839"/>
                  <a:pt x="824741" y="32428"/>
                </a:cubicBezTo>
                <a:cubicBezTo>
                  <a:pt x="825370" y="33018"/>
                  <a:pt x="825684" y="33780"/>
                  <a:pt x="825684" y="34714"/>
                </a:cubicBezTo>
                <a:cubicBezTo>
                  <a:pt x="825684" y="35619"/>
                  <a:pt x="825370" y="36374"/>
                  <a:pt x="824741" y="36977"/>
                </a:cubicBezTo>
                <a:cubicBezTo>
                  <a:pt x="824112" y="37581"/>
                  <a:pt x="823018" y="37883"/>
                  <a:pt x="821458" y="37883"/>
                </a:cubicBezTo>
                <a:lnTo>
                  <a:pt x="815044" y="37883"/>
                </a:lnTo>
                <a:lnTo>
                  <a:pt x="789311" y="97047"/>
                </a:lnTo>
                <a:close/>
                <a:moveTo>
                  <a:pt x="905586" y="41838"/>
                </a:moveTo>
                <a:lnTo>
                  <a:pt x="905586" y="57549"/>
                </a:lnTo>
                <a:cubicBezTo>
                  <a:pt x="905586" y="71192"/>
                  <a:pt x="902341" y="81991"/>
                  <a:pt x="895851" y="89946"/>
                </a:cubicBezTo>
                <a:cubicBezTo>
                  <a:pt x="890770" y="96189"/>
                  <a:pt x="884355" y="99311"/>
                  <a:pt x="876608" y="99311"/>
                </a:cubicBezTo>
                <a:cubicBezTo>
                  <a:pt x="872885" y="99311"/>
                  <a:pt x="869376" y="98568"/>
                  <a:pt x="866080" y="97082"/>
                </a:cubicBezTo>
                <a:cubicBezTo>
                  <a:pt x="862785" y="95598"/>
                  <a:pt x="859980" y="93521"/>
                  <a:pt x="857666" y="90852"/>
                </a:cubicBezTo>
                <a:cubicBezTo>
                  <a:pt x="856207" y="89190"/>
                  <a:pt x="854610" y="86522"/>
                  <a:pt x="852874" y="82848"/>
                </a:cubicBezTo>
                <a:cubicBezTo>
                  <a:pt x="851138" y="79172"/>
                  <a:pt x="849893" y="75798"/>
                  <a:pt x="849139" y="72726"/>
                </a:cubicBezTo>
                <a:cubicBezTo>
                  <a:pt x="847982" y="68397"/>
                  <a:pt x="847403" y="63337"/>
                  <a:pt x="847403" y="57549"/>
                </a:cubicBezTo>
                <a:lnTo>
                  <a:pt x="847403" y="41838"/>
                </a:lnTo>
                <a:cubicBezTo>
                  <a:pt x="847403" y="28144"/>
                  <a:pt x="850648" y="17320"/>
                  <a:pt x="857138" y="9365"/>
                </a:cubicBezTo>
                <a:cubicBezTo>
                  <a:pt x="862219" y="3122"/>
                  <a:pt x="868634" y="0"/>
                  <a:pt x="876381" y="0"/>
                </a:cubicBezTo>
                <a:cubicBezTo>
                  <a:pt x="880154" y="0"/>
                  <a:pt x="883676" y="743"/>
                  <a:pt x="886946" y="2229"/>
                </a:cubicBezTo>
                <a:cubicBezTo>
                  <a:pt x="890216" y="3713"/>
                  <a:pt x="893008" y="5790"/>
                  <a:pt x="895323" y="8459"/>
                </a:cubicBezTo>
                <a:cubicBezTo>
                  <a:pt x="896832" y="10171"/>
                  <a:pt x="898442" y="12865"/>
                  <a:pt x="900152" y="16541"/>
                </a:cubicBezTo>
                <a:cubicBezTo>
                  <a:pt x="901863" y="20215"/>
                  <a:pt x="903121" y="23563"/>
                  <a:pt x="903926" y="26585"/>
                </a:cubicBezTo>
                <a:cubicBezTo>
                  <a:pt x="905032" y="30914"/>
                  <a:pt x="905586" y="35999"/>
                  <a:pt x="905586" y="41838"/>
                </a:cubicBezTo>
                <a:moveTo>
                  <a:pt x="899247" y="42689"/>
                </a:moveTo>
                <a:cubicBezTo>
                  <a:pt x="899247" y="36698"/>
                  <a:pt x="898404" y="31122"/>
                  <a:pt x="896719" y="25962"/>
                </a:cubicBezTo>
                <a:cubicBezTo>
                  <a:pt x="895033" y="20801"/>
                  <a:pt x="893134" y="16682"/>
                  <a:pt x="891021" y="13607"/>
                </a:cubicBezTo>
                <a:cubicBezTo>
                  <a:pt x="889764" y="11843"/>
                  <a:pt x="888128" y="10319"/>
                  <a:pt x="886116" y="9034"/>
                </a:cubicBezTo>
                <a:cubicBezTo>
                  <a:pt x="883248" y="7237"/>
                  <a:pt x="880029" y="6339"/>
                  <a:pt x="876457" y="6339"/>
                </a:cubicBezTo>
                <a:cubicBezTo>
                  <a:pt x="869363" y="6397"/>
                  <a:pt x="863804" y="10056"/>
                  <a:pt x="859779" y="17314"/>
                </a:cubicBezTo>
                <a:cubicBezTo>
                  <a:pt x="855754" y="24571"/>
                  <a:pt x="853742" y="33032"/>
                  <a:pt x="853742" y="42696"/>
                </a:cubicBezTo>
                <a:lnTo>
                  <a:pt x="853742" y="56662"/>
                </a:lnTo>
                <a:cubicBezTo>
                  <a:pt x="853742" y="62652"/>
                  <a:pt x="854585" y="68239"/>
                  <a:pt x="856270" y="73424"/>
                </a:cubicBezTo>
                <a:cubicBezTo>
                  <a:pt x="857955" y="78608"/>
                  <a:pt x="859880" y="82734"/>
                  <a:pt x="862043" y="85803"/>
                </a:cubicBezTo>
                <a:cubicBezTo>
                  <a:pt x="863250" y="87513"/>
                  <a:pt x="864860" y="88997"/>
                  <a:pt x="866873" y="90255"/>
                </a:cubicBezTo>
                <a:cubicBezTo>
                  <a:pt x="869740" y="92066"/>
                  <a:pt x="872985" y="92972"/>
                  <a:pt x="876608" y="92972"/>
                </a:cubicBezTo>
                <a:cubicBezTo>
                  <a:pt x="883651" y="92972"/>
                  <a:pt x="889185" y="89337"/>
                  <a:pt x="893210" y="82067"/>
                </a:cubicBezTo>
                <a:cubicBezTo>
                  <a:pt x="897234" y="74798"/>
                  <a:pt x="899247" y="66329"/>
                  <a:pt x="899247" y="56662"/>
                </a:cubicBezTo>
                <a:lnTo>
                  <a:pt x="899247" y="42689"/>
                </a:lnTo>
                <a:close/>
                <a:moveTo>
                  <a:pt x="1011372" y="139458"/>
                </a:moveTo>
                <a:lnTo>
                  <a:pt x="927078" y="139458"/>
                </a:lnTo>
                <a:cubicBezTo>
                  <a:pt x="925569" y="139458"/>
                  <a:pt x="924487" y="139169"/>
                  <a:pt x="923833" y="138590"/>
                </a:cubicBezTo>
                <a:cubicBezTo>
                  <a:pt x="923179" y="138012"/>
                  <a:pt x="922852" y="137244"/>
                  <a:pt x="922852" y="136288"/>
                </a:cubicBezTo>
                <a:cubicBezTo>
                  <a:pt x="922852" y="135333"/>
                  <a:pt x="923179" y="134565"/>
                  <a:pt x="923833" y="133987"/>
                </a:cubicBezTo>
                <a:cubicBezTo>
                  <a:pt x="924487" y="133408"/>
                  <a:pt x="925569" y="133119"/>
                  <a:pt x="927078" y="133119"/>
                </a:cubicBezTo>
                <a:lnTo>
                  <a:pt x="1011372" y="133119"/>
                </a:lnTo>
                <a:cubicBezTo>
                  <a:pt x="1012931" y="133119"/>
                  <a:pt x="1014025" y="133408"/>
                  <a:pt x="1014654" y="133987"/>
                </a:cubicBezTo>
                <a:cubicBezTo>
                  <a:pt x="1015283" y="134565"/>
                  <a:pt x="1015598" y="135333"/>
                  <a:pt x="1015598" y="136288"/>
                </a:cubicBezTo>
                <a:cubicBezTo>
                  <a:pt x="1015598" y="137244"/>
                  <a:pt x="1015283" y="138012"/>
                  <a:pt x="1014654" y="138590"/>
                </a:cubicBezTo>
                <a:cubicBezTo>
                  <a:pt x="1014025" y="139169"/>
                  <a:pt x="1012931" y="139458"/>
                  <a:pt x="1011372" y="139458"/>
                </a:cubicBezTo>
                <a:close/>
                <a:moveTo>
                  <a:pt x="1074973" y="45552"/>
                </a:moveTo>
                <a:cubicBezTo>
                  <a:pt x="1080809" y="48167"/>
                  <a:pt x="1085261" y="51748"/>
                  <a:pt x="1088330" y="56296"/>
                </a:cubicBezTo>
                <a:cubicBezTo>
                  <a:pt x="1091399" y="60845"/>
                  <a:pt x="1092933" y="65582"/>
                  <a:pt x="1092933" y="70510"/>
                </a:cubicBezTo>
                <a:cubicBezTo>
                  <a:pt x="1092933" y="78098"/>
                  <a:pt x="1089852" y="84796"/>
                  <a:pt x="1083689" y="90602"/>
                </a:cubicBezTo>
                <a:cubicBezTo>
                  <a:pt x="1077526" y="96408"/>
                  <a:pt x="1069816" y="99311"/>
                  <a:pt x="1060559" y="99311"/>
                </a:cubicBezTo>
                <a:cubicBezTo>
                  <a:pt x="1055126" y="99311"/>
                  <a:pt x="1049491" y="98154"/>
                  <a:pt x="1043655" y="95840"/>
                </a:cubicBezTo>
                <a:cubicBezTo>
                  <a:pt x="1037819" y="93525"/>
                  <a:pt x="1033744" y="91161"/>
                  <a:pt x="1031430" y="88746"/>
                </a:cubicBezTo>
                <a:cubicBezTo>
                  <a:pt x="1030675" y="87941"/>
                  <a:pt x="1030298" y="87086"/>
                  <a:pt x="1030298" y="86180"/>
                </a:cubicBezTo>
                <a:cubicBezTo>
                  <a:pt x="1030298" y="85375"/>
                  <a:pt x="1030587" y="84671"/>
                  <a:pt x="1031166" y="84067"/>
                </a:cubicBezTo>
                <a:cubicBezTo>
                  <a:pt x="1031744" y="83463"/>
                  <a:pt x="1032436" y="83162"/>
                  <a:pt x="1033241" y="83162"/>
                </a:cubicBezTo>
                <a:cubicBezTo>
                  <a:pt x="1034046" y="83162"/>
                  <a:pt x="1034952" y="83539"/>
                  <a:pt x="1035958" y="84294"/>
                </a:cubicBezTo>
                <a:cubicBezTo>
                  <a:pt x="1043756" y="90079"/>
                  <a:pt x="1052007" y="92972"/>
                  <a:pt x="1060710" y="92972"/>
                </a:cubicBezTo>
                <a:cubicBezTo>
                  <a:pt x="1068055" y="92972"/>
                  <a:pt x="1074206" y="90674"/>
                  <a:pt x="1079161" y="86079"/>
                </a:cubicBezTo>
                <a:cubicBezTo>
                  <a:pt x="1084117" y="81483"/>
                  <a:pt x="1086594" y="76373"/>
                  <a:pt x="1086594" y="70748"/>
                </a:cubicBezTo>
                <a:cubicBezTo>
                  <a:pt x="1086594" y="66981"/>
                  <a:pt x="1085374" y="63289"/>
                  <a:pt x="1082934" y="59673"/>
                </a:cubicBezTo>
                <a:cubicBezTo>
                  <a:pt x="1080494" y="56057"/>
                  <a:pt x="1076985" y="53207"/>
                  <a:pt x="1072407" y="51122"/>
                </a:cubicBezTo>
                <a:cubicBezTo>
                  <a:pt x="1067829" y="49038"/>
                  <a:pt x="1063200" y="47995"/>
                  <a:pt x="1058522" y="47995"/>
                </a:cubicBezTo>
                <a:cubicBezTo>
                  <a:pt x="1057012" y="47995"/>
                  <a:pt x="1055931" y="47703"/>
                  <a:pt x="1055277" y="47118"/>
                </a:cubicBezTo>
                <a:cubicBezTo>
                  <a:pt x="1054623" y="46532"/>
                  <a:pt x="1054296" y="45755"/>
                  <a:pt x="1054296" y="44788"/>
                </a:cubicBezTo>
                <a:cubicBezTo>
                  <a:pt x="1054296" y="43871"/>
                  <a:pt x="1054610" y="43108"/>
                  <a:pt x="1055239" y="42498"/>
                </a:cubicBezTo>
                <a:cubicBezTo>
                  <a:pt x="1055868" y="41887"/>
                  <a:pt x="1056811" y="41581"/>
                  <a:pt x="1058069" y="41581"/>
                </a:cubicBezTo>
                <a:lnTo>
                  <a:pt x="1063502" y="41656"/>
                </a:lnTo>
                <a:cubicBezTo>
                  <a:pt x="1069187" y="41656"/>
                  <a:pt x="1073879" y="39917"/>
                  <a:pt x="1077576" y="36440"/>
                </a:cubicBezTo>
                <a:cubicBezTo>
                  <a:pt x="1081274" y="32961"/>
                  <a:pt x="1083123" y="28926"/>
                  <a:pt x="1083123" y="24337"/>
                </a:cubicBezTo>
                <a:cubicBezTo>
                  <a:pt x="1083123" y="19599"/>
                  <a:pt x="1081186" y="15414"/>
                  <a:pt x="1077312" y="11784"/>
                </a:cubicBezTo>
                <a:cubicBezTo>
                  <a:pt x="1073438" y="8154"/>
                  <a:pt x="1068382" y="6339"/>
                  <a:pt x="1062144" y="6339"/>
                </a:cubicBezTo>
                <a:cubicBezTo>
                  <a:pt x="1057767" y="6339"/>
                  <a:pt x="1053742" y="7099"/>
                  <a:pt x="1050070" y="8619"/>
                </a:cubicBezTo>
                <a:cubicBezTo>
                  <a:pt x="1046397" y="10140"/>
                  <a:pt x="1043454" y="12217"/>
                  <a:pt x="1041240" y="14852"/>
                </a:cubicBezTo>
                <a:cubicBezTo>
                  <a:pt x="1040435" y="15865"/>
                  <a:pt x="1039819" y="16485"/>
                  <a:pt x="1039391" y="16713"/>
                </a:cubicBezTo>
                <a:cubicBezTo>
                  <a:pt x="1038964" y="16941"/>
                  <a:pt x="1038473" y="17055"/>
                  <a:pt x="1037920" y="17055"/>
                </a:cubicBezTo>
                <a:cubicBezTo>
                  <a:pt x="1037065" y="17055"/>
                  <a:pt x="1036335" y="16765"/>
                  <a:pt x="1035731" y="16185"/>
                </a:cubicBezTo>
                <a:cubicBezTo>
                  <a:pt x="1035128" y="15603"/>
                  <a:pt x="1034826" y="14907"/>
                  <a:pt x="1034826" y="14098"/>
                </a:cubicBezTo>
                <a:cubicBezTo>
                  <a:pt x="1034826" y="12077"/>
                  <a:pt x="1037014" y="9526"/>
                  <a:pt x="1041391" y="6443"/>
                </a:cubicBezTo>
                <a:cubicBezTo>
                  <a:pt x="1047479" y="2148"/>
                  <a:pt x="1054396" y="0"/>
                  <a:pt x="1062144" y="0"/>
                </a:cubicBezTo>
                <a:cubicBezTo>
                  <a:pt x="1070143" y="0"/>
                  <a:pt x="1076709" y="2409"/>
                  <a:pt x="1081840" y="7226"/>
                </a:cubicBezTo>
                <a:cubicBezTo>
                  <a:pt x="1086972" y="12043"/>
                  <a:pt x="1089537" y="17781"/>
                  <a:pt x="1089537" y="24441"/>
                </a:cubicBezTo>
                <a:cubicBezTo>
                  <a:pt x="1089537" y="28678"/>
                  <a:pt x="1088305" y="32689"/>
                  <a:pt x="1085840" y="36473"/>
                </a:cubicBezTo>
                <a:cubicBezTo>
                  <a:pt x="1083375" y="40255"/>
                  <a:pt x="1079752" y="43282"/>
                  <a:pt x="1074973" y="45552"/>
                </a:cubicBezTo>
                <a:close/>
                <a:moveTo>
                  <a:pt x="1156535" y="59504"/>
                </a:moveTo>
                <a:cubicBezTo>
                  <a:pt x="1156535" y="65292"/>
                  <a:pt x="1155780" y="71421"/>
                  <a:pt x="1154271" y="77891"/>
                </a:cubicBezTo>
                <a:cubicBezTo>
                  <a:pt x="1152762" y="84360"/>
                  <a:pt x="1149869" y="91861"/>
                  <a:pt x="1145592" y="100393"/>
                </a:cubicBezTo>
                <a:cubicBezTo>
                  <a:pt x="1141316" y="108927"/>
                  <a:pt x="1138197" y="114050"/>
                  <a:pt x="1136235" y="115762"/>
                </a:cubicBezTo>
                <a:cubicBezTo>
                  <a:pt x="1135631" y="116366"/>
                  <a:pt x="1134977" y="116668"/>
                  <a:pt x="1134273" y="116668"/>
                </a:cubicBezTo>
                <a:cubicBezTo>
                  <a:pt x="1133367" y="116668"/>
                  <a:pt x="1132600" y="116352"/>
                  <a:pt x="1131971" y="115722"/>
                </a:cubicBezTo>
                <a:cubicBezTo>
                  <a:pt x="1131342" y="115093"/>
                  <a:pt x="1131028" y="114351"/>
                  <a:pt x="1131028" y="113496"/>
                </a:cubicBezTo>
                <a:cubicBezTo>
                  <a:pt x="1131028" y="112993"/>
                  <a:pt x="1131204" y="112439"/>
                  <a:pt x="1131556" y="111836"/>
                </a:cubicBezTo>
                <a:cubicBezTo>
                  <a:pt x="1137090" y="101716"/>
                  <a:pt x="1141039" y="92528"/>
                  <a:pt x="1143404" y="84272"/>
                </a:cubicBezTo>
                <a:cubicBezTo>
                  <a:pt x="1145769" y="76015"/>
                  <a:pt x="1146951" y="67759"/>
                  <a:pt x="1146951" y="59504"/>
                </a:cubicBezTo>
                <a:cubicBezTo>
                  <a:pt x="1146951" y="51196"/>
                  <a:pt x="1145769" y="42915"/>
                  <a:pt x="1143404" y="34659"/>
                </a:cubicBezTo>
                <a:cubicBezTo>
                  <a:pt x="1141039" y="26404"/>
                  <a:pt x="1137090" y="17191"/>
                  <a:pt x="1131556" y="7021"/>
                </a:cubicBezTo>
                <a:cubicBezTo>
                  <a:pt x="1131204" y="6417"/>
                  <a:pt x="1131028" y="5863"/>
                  <a:pt x="1131028" y="5360"/>
                </a:cubicBezTo>
                <a:cubicBezTo>
                  <a:pt x="1131028" y="4503"/>
                  <a:pt x="1131342" y="3773"/>
                  <a:pt x="1131971" y="3169"/>
                </a:cubicBezTo>
                <a:cubicBezTo>
                  <a:pt x="1132600" y="2566"/>
                  <a:pt x="1133367" y="2264"/>
                  <a:pt x="1134273" y="2264"/>
                </a:cubicBezTo>
                <a:cubicBezTo>
                  <a:pt x="1134977" y="2264"/>
                  <a:pt x="1135631" y="2541"/>
                  <a:pt x="1136235" y="3094"/>
                </a:cubicBezTo>
                <a:cubicBezTo>
                  <a:pt x="1138096" y="4806"/>
                  <a:pt x="1141140" y="9816"/>
                  <a:pt x="1145366" y="18123"/>
                </a:cubicBezTo>
                <a:cubicBezTo>
                  <a:pt x="1149592" y="26429"/>
                  <a:pt x="1152510" y="33779"/>
                  <a:pt x="1154120" y="40173"/>
                </a:cubicBezTo>
                <a:cubicBezTo>
                  <a:pt x="1155730" y="46565"/>
                  <a:pt x="1156535" y="53009"/>
                  <a:pt x="1156535" y="595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C2DA9-59A8-4BB6-8EBD-9F3453E2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67" y="256556"/>
            <a:ext cx="2618357" cy="1167162"/>
          </a:xfrm>
          <a:custGeom xmlns:a="http://schemas.openxmlformats.org/drawingml/2006/main">
            <a:pathLst>
              <a:path w="2618357" h="1167162">
                <a:moveTo>
                  <a:pt x="0" y="0"/>
                </a:moveTo>
                <a:lnTo>
                  <a:pt x="2618357" y="0"/>
                </a:lnTo>
                <a:lnTo>
                  <a:pt x="2618357" y="1167162"/>
                </a:lnTo>
                <a:lnTo>
                  <a:pt x="0" y="11671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.entryc.run()">
            <a:extLst xmlns:a="http://schemas.openxmlformats.org/drawingml/2006/main">
              <a:ext uri="{FF2B5EF4-FFF2-40B4-BE49-F238E27FC236}">
                <a16:creationId xmlns:a16="http://schemas.microsoft.com/office/drawing/2014/main" id="{2D7230A1-DD67-4506-9C0B-7ADFA42D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629" y="367586"/>
            <a:ext cx="1223532" cy="131610"/>
          </a:xfrm>
          <a:custGeom xmlns:a="http://schemas.openxmlformats.org/drawingml/2006/main">
            <a:pathLst>
              <a:path w="1223532" h="131610">
                <a:moveTo>
                  <a:pt x="23243" y="91463"/>
                </a:moveTo>
                <a:cubicBezTo>
                  <a:pt x="23243" y="94381"/>
                  <a:pt x="22212" y="96821"/>
                  <a:pt x="20149" y="98783"/>
                </a:cubicBezTo>
                <a:cubicBezTo>
                  <a:pt x="18086" y="100745"/>
                  <a:pt x="15244" y="101726"/>
                  <a:pt x="11621" y="101726"/>
                </a:cubicBezTo>
                <a:cubicBezTo>
                  <a:pt x="7999" y="101726"/>
                  <a:pt x="5157" y="100745"/>
                  <a:pt x="3094" y="98783"/>
                </a:cubicBezTo>
                <a:cubicBezTo>
                  <a:pt x="1031" y="96821"/>
                  <a:pt x="0" y="94381"/>
                  <a:pt x="0" y="91463"/>
                </a:cubicBezTo>
                <a:cubicBezTo>
                  <a:pt x="0" y="88545"/>
                  <a:pt x="1031" y="86105"/>
                  <a:pt x="3094" y="84143"/>
                </a:cubicBezTo>
                <a:cubicBezTo>
                  <a:pt x="5157" y="82181"/>
                  <a:pt x="7999" y="81200"/>
                  <a:pt x="11621" y="81200"/>
                </a:cubicBezTo>
                <a:cubicBezTo>
                  <a:pt x="15244" y="81200"/>
                  <a:pt x="18086" y="82181"/>
                  <a:pt x="20149" y="84143"/>
                </a:cubicBezTo>
                <a:cubicBezTo>
                  <a:pt x="22212" y="86105"/>
                  <a:pt x="23243" y="88545"/>
                  <a:pt x="23243" y="91463"/>
                </a:cubicBezTo>
                <a:close/>
                <a:moveTo>
                  <a:pt x="142990" y="72748"/>
                </a:moveTo>
                <a:lnTo>
                  <a:pt x="79524" y="72748"/>
                </a:lnTo>
                <a:cubicBezTo>
                  <a:pt x="81134" y="76772"/>
                  <a:pt x="83989" y="80017"/>
                  <a:pt x="88089" y="82482"/>
                </a:cubicBezTo>
                <a:cubicBezTo>
                  <a:pt x="92190" y="84948"/>
                  <a:pt x="97736" y="86180"/>
                  <a:pt x="104729" y="86180"/>
                </a:cubicBezTo>
                <a:cubicBezTo>
                  <a:pt x="110465" y="86180"/>
                  <a:pt x="118086" y="84966"/>
                  <a:pt x="127595" y="82537"/>
                </a:cubicBezTo>
                <a:cubicBezTo>
                  <a:pt x="131519" y="81545"/>
                  <a:pt x="134236" y="81049"/>
                  <a:pt x="135745" y="81049"/>
                </a:cubicBezTo>
                <a:cubicBezTo>
                  <a:pt x="137808" y="81049"/>
                  <a:pt x="139543" y="81778"/>
                  <a:pt x="140952" y="83237"/>
                </a:cubicBezTo>
                <a:cubicBezTo>
                  <a:pt x="142361" y="84696"/>
                  <a:pt x="143065" y="86532"/>
                  <a:pt x="143065" y="88746"/>
                </a:cubicBezTo>
                <a:cubicBezTo>
                  <a:pt x="143065" y="90758"/>
                  <a:pt x="142310" y="92469"/>
                  <a:pt x="140801" y="93877"/>
                </a:cubicBezTo>
                <a:cubicBezTo>
                  <a:pt x="138789" y="95739"/>
                  <a:pt x="133884" y="97512"/>
                  <a:pt x="126086" y="99198"/>
                </a:cubicBezTo>
                <a:cubicBezTo>
                  <a:pt x="118288" y="100883"/>
                  <a:pt x="110792" y="101726"/>
                  <a:pt x="103597" y="101726"/>
                </a:cubicBezTo>
                <a:cubicBezTo>
                  <a:pt x="91221" y="101726"/>
                  <a:pt x="81323" y="98229"/>
                  <a:pt x="73902" y="91236"/>
                </a:cubicBezTo>
                <a:cubicBezTo>
                  <a:pt x="66481" y="84243"/>
                  <a:pt x="62771" y="75640"/>
                  <a:pt x="62771" y="65427"/>
                </a:cubicBezTo>
                <a:cubicBezTo>
                  <a:pt x="62771" y="54561"/>
                  <a:pt x="66783" y="45719"/>
                  <a:pt x="74808" y="38902"/>
                </a:cubicBezTo>
                <a:cubicBezTo>
                  <a:pt x="82832" y="32085"/>
                  <a:pt x="92076" y="28676"/>
                  <a:pt x="102541" y="28676"/>
                </a:cubicBezTo>
                <a:cubicBezTo>
                  <a:pt x="108829" y="28676"/>
                  <a:pt x="114602" y="29782"/>
                  <a:pt x="119860" y="31992"/>
                </a:cubicBezTo>
                <a:cubicBezTo>
                  <a:pt x="125117" y="34201"/>
                  <a:pt x="129029" y="36586"/>
                  <a:pt x="131595" y="39147"/>
                </a:cubicBezTo>
                <a:cubicBezTo>
                  <a:pt x="135217" y="42864"/>
                  <a:pt x="138210" y="47459"/>
                  <a:pt x="140575" y="52933"/>
                </a:cubicBezTo>
                <a:cubicBezTo>
                  <a:pt x="142185" y="56751"/>
                  <a:pt x="142990" y="61171"/>
                  <a:pt x="142990" y="66194"/>
                </a:cubicBezTo>
                <a:lnTo>
                  <a:pt x="142990" y="72748"/>
                </a:lnTo>
                <a:moveTo>
                  <a:pt x="125859" y="57202"/>
                </a:moveTo>
                <a:cubicBezTo>
                  <a:pt x="123495" y="52850"/>
                  <a:pt x="120401" y="49599"/>
                  <a:pt x="116577" y="47448"/>
                </a:cubicBezTo>
                <a:cubicBezTo>
                  <a:pt x="112754" y="45297"/>
                  <a:pt x="108201" y="44222"/>
                  <a:pt x="102918" y="44222"/>
                </a:cubicBezTo>
                <a:cubicBezTo>
                  <a:pt x="97686" y="44222"/>
                  <a:pt x="93158" y="45297"/>
                  <a:pt x="89335" y="47448"/>
                </a:cubicBezTo>
                <a:cubicBezTo>
                  <a:pt x="85511" y="49599"/>
                  <a:pt x="82392" y="52850"/>
                  <a:pt x="79977" y="57202"/>
                </a:cubicBezTo>
                <a:lnTo>
                  <a:pt x="125859" y="57202"/>
                </a:lnTo>
                <a:close/>
                <a:moveTo>
                  <a:pt x="181235" y="30789"/>
                </a:moveTo>
                <a:lnTo>
                  <a:pt x="181235" y="35921"/>
                </a:lnTo>
                <a:cubicBezTo>
                  <a:pt x="184053" y="33506"/>
                  <a:pt x="187159" y="31695"/>
                  <a:pt x="190555" y="30488"/>
                </a:cubicBezTo>
                <a:cubicBezTo>
                  <a:pt x="193951" y="29280"/>
                  <a:pt x="197636" y="28676"/>
                  <a:pt x="201611" y="28676"/>
                </a:cubicBezTo>
                <a:cubicBezTo>
                  <a:pt x="210767" y="28676"/>
                  <a:pt x="218011" y="31519"/>
                  <a:pt x="223344" y="37204"/>
                </a:cubicBezTo>
                <a:cubicBezTo>
                  <a:pt x="227570" y="41732"/>
                  <a:pt x="229683" y="47668"/>
                  <a:pt x="229683" y="55013"/>
                </a:cubicBezTo>
                <a:lnTo>
                  <a:pt x="229683" y="83765"/>
                </a:lnTo>
                <a:cubicBezTo>
                  <a:pt x="232953" y="83765"/>
                  <a:pt x="235368" y="84482"/>
                  <a:pt x="236928" y="85916"/>
                </a:cubicBezTo>
                <a:cubicBezTo>
                  <a:pt x="238487" y="87350"/>
                  <a:pt x="239267" y="89224"/>
                  <a:pt x="239267" y="91538"/>
                </a:cubicBezTo>
                <a:cubicBezTo>
                  <a:pt x="239267" y="93852"/>
                  <a:pt x="238475" y="95726"/>
                  <a:pt x="236890" y="97160"/>
                </a:cubicBezTo>
                <a:cubicBezTo>
                  <a:pt x="235305" y="98594"/>
                  <a:pt x="232651" y="99311"/>
                  <a:pt x="228929" y="99311"/>
                </a:cubicBezTo>
                <a:lnTo>
                  <a:pt x="214968" y="99311"/>
                </a:lnTo>
                <a:cubicBezTo>
                  <a:pt x="211245" y="99311"/>
                  <a:pt x="208591" y="98581"/>
                  <a:pt x="207006" y="97122"/>
                </a:cubicBezTo>
                <a:cubicBezTo>
                  <a:pt x="205421" y="95663"/>
                  <a:pt x="204629" y="93777"/>
                  <a:pt x="204629" y="91463"/>
                </a:cubicBezTo>
                <a:cubicBezTo>
                  <a:pt x="204629" y="89148"/>
                  <a:pt x="205409" y="87287"/>
                  <a:pt x="206968" y="85878"/>
                </a:cubicBezTo>
                <a:cubicBezTo>
                  <a:pt x="208528" y="84470"/>
                  <a:pt x="210943" y="83765"/>
                  <a:pt x="214213" y="83765"/>
                </a:cubicBezTo>
                <a:lnTo>
                  <a:pt x="214213" y="54617"/>
                </a:lnTo>
                <a:cubicBezTo>
                  <a:pt x="214213" y="51253"/>
                  <a:pt x="213307" y="48792"/>
                  <a:pt x="211496" y="47236"/>
                </a:cubicBezTo>
                <a:cubicBezTo>
                  <a:pt x="209132" y="45227"/>
                  <a:pt x="205585" y="44222"/>
                  <a:pt x="200856" y="44222"/>
                </a:cubicBezTo>
                <a:cubicBezTo>
                  <a:pt x="197284" y="44222"/>
                  <a:pt x="194152" y="44914"/>
                  <a:pt x="191461" y="46297"/>
                </a:cubicBezTo>
                <a:cubicBezTo>
                  <a:pt x="188769" y="47681"/>
                  <a:pt x="185361" y="50611"/>
                  <a:pt x="181235" y="55089"/>
                </a:cubicBezTo>
                <a:lnTo>
                  <a:pt x="181235" y="83765"/>
                </a:lnTo>
                <a:cubicBezTo>
                  <a:pt x="185210" y="83765"/>
                  <a:pt x="187775" y="84243"/>
                  <a:pt x="188933" y="85199"/>
                </a:cubicBezTo>
                <a:cubicBezTo>
                  <a:pt x="191398" y="87111"/>
                  <a:pt x="192630" y="89224"/>
                  <a:pt x="192630" y="91538"/>
                </a:cubicBezTo>
                <a:cubicBezTo>
                  <a:pt x="192630" y="93852"/>
                  <a:pt x="191838" y="95726"/>
                  <a:pt x="190253" y="97160"/>
                </a:cubicBezTo>
                <a:cubicBezTo>
                  <a:pt x="188668" y="98594"/>
                  <a:pt x="186015" y="99311"/>
                  <a:pt x="182292" y="99311"/>
                </a:cubicBezTo>
                <a:lnTo>
                  <a:pt x="164709" y="99311"/>
                </a:lnTo>
                <a:cubicBezTo>
                  <a:pt x="160986" y="99311"/>
                  <a:pt x="158332" y="98581"/>
                  <a:pt x="156747" y="97122"/>
                </a:cubicBezTo>
                <a:cubicBezTo>
                  <a:pt x="155162" y="95663"/>
                  <a:pt x="154370" y="93777"/>
                  <a:pt x="154370" y="91463"/>
                </a:cubicBezTo>
                <a:cubicBezTo>
                  <a:pt x="154370" y="89148"/>
                  <a:pt x="155577" y="87042"/>
                  <a:pt x="157992" y="85143"/>
                </a:cubicBezTo>
                <a:cubicBezTo>
                  <a:pt x="159200" y="84224"/>
                  <a:pt x="161791" y="83765"/>
                  <a:pt x="165765" y="83765"/>
                </a:cubicBezTo>
                <a:lnTo>
                  <a:pt x="165765" y="46335"/>
                </a:lnTo>
                <a:cubicBezTo>
                  <a:pt x="162495" y="46335"/>
                  <a:pt x="160080" y="45606"/>
                  <a:pt x="158520" y="44147"/>
                </a:cubicBezTo>
                <a:cubicBezTo>
                  <a:pt x="156961" y="42688"/>
                  <a:pt x="156181" y="40801"/>
                  <a:pt x="156181" y="38487"/>
                </a:cubicBezTo>
                <a:cubicBezTo>
                  <a:pt x="156181" y="36173"/>
                  <a:pt x="156973" y="34311"/>
                  <a:pt x="158558" y="32902"/>
                </a:cubicBezTo>
                <a:cubicBezTo>
                  <a:pt x="160143" y="31494"/>
                  <a:pt x="162797" y="30789"/>
                  <a:pt x="166520" y="30789"/>
                </a:cubicBezTo>
                <a:lnTo>
                  <a:pt x="181235" y="30789"/>
                </a:lnTo>
                <a:close/>
                <a:moveTo>
                  <a:pt x="285813" y="46335"/>
                </a:moveTo>
                <a:lnTo>
                  <a:pt x="285813" y="77176"/>
                </a:lnTo>
                <a:cubicBezTo>
                  <a:pt x="285813" y="80478"/>
                  <a:pt x="286492" y="82654"/>
                  <a:pt x="287851" y="83704"/>
                </a:cubicBezTo>
                <a:cubicBezTo>
                  <a:pt x="289964" y="85355"/>
                  <a:pt x="293737" y="86180"/>
                  <a:pt x="299170" y="86180"/>
                </a:cubicBezTo>
                <a:cubicBezTo>
                  <a:pt x="307069" y="86180"/>
                  <a:pt x="314364" y="84477"/>
                  <a:pt x="321055" y="81070"/>
                </a:cubicBezTo>
                <a:cubicBezTo>
                  <a:pt x="323621" y="79748"/>
                  <a:pt x="325633" y="79087"/>
                  <a:pt x="327092" y="79087"/>
                </a:cubicBezTo>
                <a:cubicBezTo>
                  <a:pt x="329105" y="79087"/>
                  <a:pt x="330853" y="79847"/>
                  <a:pt x="332337" y="81367"/>
                </a:cubicBezTo>
                <a:cubicBezTo>
                  <a:pt x="333821" y="82886"/>
                  <a:pt x="334563" y="84734"/>
                  <a:pt x="334563" y="86911"/>
                </a:cubicBezTo>
                <a:cubicBezTo>
                  <a:pt x="334563" y="88938"/>
                  <a:pt x="333758" y="90685"/>
                  <a:pt x="332148" y="92154"/>
                </a:cubicBezTo>
                <a:cubicBezTo>
                  <a:pt x="329683" y="94534"/>
                  <a:pt x="324816" y="96725"/>
                  <a:pt x="317546" y="98726"/>
                </a:cubicBezTo>
                <a:cubicBezTo>
                  <a:pt x="310276" y="100726"/>
                  <a:pt x="304151" y="101726"/>
                  <a:pt x="299170" y="101726"/>
                </a:cubicBezTo>
                <a:cubicBezTo>
                  <a:pt x="289561" y="101726"/>
                  <a:pt x="282354" y="99656"/>
                  <a:pt x="277550" y="95516"/>
                </a:cubicBezTo>
                <a:cubicBezTo>
                  <a:pt x="272745" y="91377"/>
                  <a:pt x="270343" y="86297"/>
                  <a:pt x="270343" y="80277"/>
                </a:cubicBezTo>
                <a:lnTo>
                  <a:pt x="270343" y="46335"/>
                </a:lnTo>
                <a:lnTo>
                  <a:pt x="264759" y="46335"/>
                </a:lnTo>
                <a:cubicBezTo>
                  <a:pt x="261036" y="46335"/>
                  <a:pt x="258382" y="45615"/>
                  <a:pt x="256797" y="44175"/>
                </a:cubicBezTo>
                <a:cubicBezTo>
                  <a:pt x="255212" y="42733"/>
                  <a:pt x="254420" y="40850"/>
                  <a:pt x="254420" y="38524"/>
                </a:cubicBezTo>
                <a:cubicBezTo>
                  <a:pt x="254420" y="36250"/>
                  <a:pt x="255212" y="34392"/>
                  <a:pt x="256797" y="32952"/>
                </a:cubicBezTo>
                <a:cubicBezTo>
                  <a:pt x="258382" y="31510"/>
                  <a:pt x="261036" y="30789"/>
                  <a:pt x="264759" y="30789"/>
                </a:cubicBezTo>
                <a:lnTo>
                  <a:pt x="270343" y="30789"/>
                </a:lnTo>
                <a:lnTo>
                  <a:pt x="270343" y="16829"/>
                </a:lnTo>
                <a:cubicBezTo>
                  <a:pt x="270343" y="13106"/>
                  <a:pt x="271060" y="10452"/>
                  <a:pt x="272494" y="8867"/>
                </a:cubicBezTo>
                <a:cubicBezTo>
                  <a:pt x="273928" y="7282"/>
                  <a:pt x="275802" y="6490"/>
                  <a:pt x="278116" y="6490"/>
                </a:cubicBezTo>
                <a:cubicBezTo>
                  <a:pt x="280380" y="6490"/>
                  <a:pt x="282229" y="7282"/>
                  <a:pt x="283662" y="8867"/>
                </a:cubicBezTo>
                <a:cubicBezTo>
                  <a:pt x="285096" y="10452"/>
                  <a:pt x="285813" y="13106"/>
                  <a:pt x="285813" y="16829"/>
                </a:cubicBezTo>
                <a:lnTo>
                  <a:pt x="285813" y="30789"/>
                </a:lnTo>
                <a:lnTo>
                  <a:pt x="314414" y="30789"/>
                </a:lnTo>
                <a:cubicBezTo>
                  <a:pt x="318137" y="30789"/>
                  <a:pt x="320791" y="31510"/>
                  <a:pt x="322376" y="32952"/>
                </a:cubicBezTo>
                <a:cubicBezTo>
                  <a:pt x="323960" y="34392"/>
                  <a:pt x="324753" y="36275"/>
                  <a:pt x="324753" y="38600"/>
                </a:cubicBezTo>
                <a:cubicBezTo>
                  <a:pt x="324753" y="40875"/>
                  <a:pt x="323960" y="42733"/>
                  <a:pt x="322376" y="44175"/>
                </a:cubicBezTo>
                <a:cubicBezTo>
                  <a:pt x="320791" y="45615"/>
                  <a:pt x="318137" y="46335"/>
                  <a:pt x="314414" y="46335"/>
                </a:cubicBezTo>
                <a:lnTo>
                  <a:pt x="285813" y="46335"/>
                </a:lnTo>
                <a:close/>
                <a:moveTo>
                  <a:pt x="379147" y="30789"/>
                </a:moveTo>
                <a:lnTo>
                  <a:pt x="379147" y="40449"/>
                </a:lnTo>
                <a:cubicBezTo>
                  <a:pt x="385637" y="35740"/>
                  <a:pt x="390756" y="32601"/>
                  <a:pt x="394504" y="31032"/>
                </a:cubicBezTo>
                <a:cubicBezTo>
                  <a:pt x="398252" y="29462"/>
                  <a:pt x="401762" y="28676"/>
                  <a:pt x="405032" y="28676"/>
                </a:cubicBezTo>
                <a:cubicBezTo>
                  <a:pt x="410063" y="28676"/>
                  <a:pt x="414943" y="30544"/>
                  <a:pt x="419672" y="34280"/>
                </a:cubicBezTo>
                <a:cubicBezTo>
                  <a:pt x="422891" y="36805"/>
                  <a:pt x="424501" y="39380"/>
                  <a:pt x="424501" y="42005"/>
                </a:cubicBezTo>
                <a:cubicBezTo>
                  <a:pt x="424501" y="44227"/>
                  <a:pt x="423734" y="46108"/>
                  <a:pt x="422200" y="47649"/>
                </a:cubicBezTo>
                <a:cubicBezTo>
                  <a:pt x="420665" y="49188"/>
                  <a:pt x="418816" y="49957"/>
                  <a:pt x="416653" y="49957"/>
                </a:cubicBezTo>
                <a:cubicBezTo>
                  <a:pt x="414741" y="49957"/>
                  <a:pt x="412729" y="49001"/>
                  <a:pt x="410616" y="47090"/>
                </a:cubicBezTo>
                <a:cubicBezTo>
                  <a:pt x="408503" y="45178"/>
                  <a:pt x="406616" y="44222"/>
                  <a:pt x="404956" y="44222"/>
                </a:cubicBezTo>
                <a:cubicBezTo>
                  <a:pt x="402793" y="44222"/>
                  <a:pt x="399560" y="45580"/>
                  <a:pt x="395259" y="48297"/>
                </a:cubicBezTo>
                <a:cubicBezTo>
                  <a:pt x="390958" y="51014"/>
                  <a:pt x="385587" y="55089"/>
                  <a:pt x="379147" y="60522"/>
                </a:cubicBezTo>
                <a:lnTo>
                  <a:pt x="379147" y="83765"/>
                </a:lnTo>
                <a:lnTo>
                  <a:pt x="401183" y="83765"/>
                </a:lnTo>
                <a:cubicBezTo>
                  <a:pt x="404906" y="83765"/>
                  <a:pt x="407560" y="84482"/>
                  <a:pt x="409144" y="85916"/>
                </a:cubicBezTo>
                <a:cubicBezTo>
                  <a:pt x="410729" y="87350"/>
                  <a:pt x="411522" y="89224"/>
                  <a:pt x="411522" y="91538"/>
                </a:cubicBezTo>
                <a:cubicBezTo>
                  <a:pt x="411522" y="93852"/>
                  <a:pt x="410729" y="95726"/>
                  <a:pt x="409144" y="97160"/>
                </a:cubicBezTo>
                <a:cubicBezTo>
                  <a:pt x="407560" y="98594"/>
                  <a:pt x="404906" y="99311"/>
                  <a:pt x="401183" y="99311"/>
                </a:cubicBezTo>
                <a:lnTo>
                  <a:pt x="354471" y="99311"/>
                </a:lnTo>
                <a:cubicBezTo>
                  <a:pt x="350748" y="99311"/>
                  <a:pt x="348094" y="98581"/>
                  <a:pt x="346509" y="97122"/>
                </a:cubicBezTo>
                <a:cubicBezTo>
                  <a:pt x="344924" y="95663"/>
                  <a:pt x="344132" y="93777"/>
                  <a:pt x="344132" y="91463"/>
                </a:cubicBezTo>
                <a:cubicBezTo>
                  <a:pt x="344132" y="89148"/>
                  <a:pt x="344924" y="87287"/>
                  <a:pt x="346509" y="85878"/>
                </a:cubicBezTo>
                <a:cubicBezTo>
                  <a:pt x="348094" y="84470"/>
                  <a:pt x="350748" y="83765"/>
                  <a:pt x="354471" y="83765"/>
                </a:cubicBezTo>
                <a:lnTo>
                  <a:pt x="363677" y="83765"/>
                </a:lnTo>
                <a:lnTo>
                  <a:pt x="363677" y="46335"/>
                </a:lnTo>
                <a:lnTo>
                  <a:pt x="358093" y="46335"/>
                </a:lnTo>
                <a:cubicBezTo>
                  <a:pt x="354370" y="46335"/>
                  <a:pt x="351716" y="45606"/>
                  <a:pt x="350131" y="44147"/>
                </a:cubicBezTo>
                <a:cubicBezTo>
                  <a:pt x="348547" y="42688"/>
                  <a:pt x="347754" y="40801"/>
                  <a:pt x="347754" y="38487"/>
                </a:cubicBezTo>
                <a:cubicBezTo>
                  <a:pt x="347754" y="36173"/>
                  <a:pt x="348547" y="34311"/>
                  <a:pt x="350131" y="32902"/>
                </a:cubicBezTo>
                <a:cubicBezTo>
                  <a:pt x="351716" y="31494"/>
                  <a:pt x="354370" y="30789"/>
                  <a:pt x="358093" y="30789"/>
                </a:cubicBezTo>
                <a:lnTo>
                  <a:pt x="379147" y="30789"/>
                </a:lnTo>
                <a:close/>
                <a:moveTo>
                  <a:pt x="466444" y="98837"/>
                </a:moveTo>
                <a:lnTo>
                  <a:pt x="439655" y="46335"/>
                </a:lnTo>
                <a:cubicBezTo>
                  <a:pt x="437139" y="46335"/>
                  <a:pt x="435227" y="45618"/>
                  <a:pt x="433919" y="44184"/>
                </a:cubicBezTo>
                <a:cubicBezTo>
                  <a:pt x="432611" y="42750"/>
                  <a:pt x="431957" y="40876"/>
                  <a:pt x="431957" y="38562"/>
                </a:cubicBezTo>
                <a:cubicBezTo>
                  <a:pt x="431957" y="36248"/>
                  <a:pt x="432750" y="34374"/>
                  <a:pt x="434334" y="32940"/>
                </a:cubicBezTo>
                <a:cubicBezTo>
                  <a:pt x="435919" y="31506"/>
                  <a:pt x="438573" y="30789"/>
                  <a:pt x="442296" y="30789"/>
                </a:cubicBezTo>
                <a:lnTo>
                  <a:pt x="456408" y="30789"/>
                </a:lnTo>
                <a:cubicBezTo>
                  <a:pt x="460131" y="30789"/>
                  <a:pt x="462784" y="31506"/>
                  <a:pt x="464369" y="32940"/>
                </a:cubicBezTo>
                <a:cubicBezTo>
                  <a:pt x="465954" y="34374"/>
                  <a:pt x="466746" y="36248"/>
                  <a:pt x="466746" y="38562"/>
                </a:cubicBezTo>
                <a:cubicBezTo>
                  <a:pt x="466746" y="40876"/>
                  <a:pt x="465954" y="42750"/>
                  <a:pt x="464369" y="44184"/>
                </a:cubicBezTo>
                <a:cubicBezTo>
                  <a:pt x="462784" y="45618"/>
                  <a:pt x="460282" y="46335"/>
                  <a:pt x="456860" y="46335"/>
                </a:cubicBezTo>
                <a:lnTo>
                  <a:pt x="475123" y="81832"/>
                </a:lnTo>
                <a:lnTo>
                  <a:pt x="493234" y="46335"/>
                </a:lnTo>
                <a:cubicBezTo>
                  <a:pt x="489914" y="46335"/>
                  <a:pt x="487461" y="45606"/>
                  <a:pt x="485876" y="44147"/>
                </a:cubicBezTo>
                <a:cubicBezTo>
                  <a:pt x="484292" y="42688"/>
                  <a:pt x="483499" y="40801"/>
                  <a:pt x="483499" y="38487"/>
                </a:cubicBezTo>
                <a:cubicBezTo>
                  <a:pt x="483499" y="36173"/>
                  <a:pt x="484292" y="34311"/>
                  <a:pt x="485876" y="32902"/>
                </a:cubicBezTo>
                <a:cubicBezTo>
                  <a:pt x="487461" y="31494"/>
                  <a:pt x="490115" y="30789"/>
                  <a:pt x="493838" y="30789"/>
                </a:cubicBezTo>
                <a:lnTo>
                  <a:pt x="508403" y="30789"/>
                </a:lnTo>
                <a:cubicBezTo>
                  <a:pt x="512075" y="30789"/>
                  <a:pt x="514704" y="31506"/>
                  <a:pt x="516289" y="32940"/>
                </a:cubicBezTo>
                <a:cubicBezTo>
                  <a:pt x="517873" y="34374"/>
                  <a:pt x="518666" y="36248"/>
                  <a:pt x="518666" y="38562"/>
                </a:cubicBezTo>
                <a:cubicBezTo>
                  <a:pt x="518666" y="40876"/>
                  <a:pt x="517986" y="42750"/>
                  <a:pt x="516628" y="44184"/>
                </a:cubicBezTo>
                <a:cubicBezTo>
                  <a:pt x="515270" y="45618"/>
                  <a:pt x="513257" y="46335"/>
                  <a:pt x="510591" y="46335"/>
                </a:cubicBezTo>
                <a:lnTo>
                  <a:pt x="475123" y="116064"/>
                </a:lnTo>
                <a:cubicBezTo>
                  <a:pt x="478997" y="116064"/>
                  <a:pt x="481537" y="116064"/>
                  <a:pt x="482745" y="116064"/>
                </a:cubicBezTo>
                <a:cubicBezTo>
                  <a:pt x="485160" y="118982"/>
                  <a:pt x="486367" y="121598"/>
                  <a:pt x="486367" y="123912"/>
                </a:cubicBezTo>
                <a:cubicBezTo>
                  <a:pt x="486367" y="126226"/>
                  <a:pt x="485575" y="128088"/>
                  <a:pt x="483990" y="129497"/>
                </a:cubicBezTo>
                <a:cubicBezTo>
                  <a:pt x="482405" y="130905"/>
                  <a:pt x="479751" y="131610"/>
                  <a:pt x="476028" y="131610"/>
                </a:cubicBezTo>
                <a:lnTo>
                  <a:pt x="442296" y="131610"/>
                </a:lnTo>
                <a:cubicBezTo>
                  <a:pt x="438573" y="131610"/>
                  <a:pt x="435919" y="130905"/>
                  <a:pt x="434334" y="129497"/>
                </a:cubicBezTo>
                <a:cubicBezTo>
                  <a:pt x="432750" y="128088"/>
                  <a:pt x="431957" y="126226"/>
                  <a:pt x="431957" y="123912"/>
                </a:cubicBezTo>
                <a:cubicBezTo>
                  <a:pt x="431957" y="121598"/>
                  <a:pt x="432750" y="119711"/>
                  <a:pt x="434334" y="118252"/>
                </a:cubicBezTo>
                <a:cubicBezTo>
                  <a:pt x="435919" y="116793"/>
                  <a:pt x="438573" y="116064"/>
                  <a:pt x="442296" y="116064"/>
                </a:cubicBezTo>
                <a:lnTo>
                  <a:pt x="457691" y="116064"/>
                </a:lnTo>
                <a:lnTo>
                  <a:pt x="466444" y="98837"/>
                </a:lnTo>
                <a:close/>
                <a:moveTo>
                  <a:pt x="684657" y="33506"/>
                </a:moveTo>
                <a:cubicBezTo>
                  <a:pt x="686519" y="31796"/>
                  <a:pt x="688430" y="30940"/>
                  <a:pt x="690392" y="30940"/>
                </a:cubicBezTo>
                <a:cubicBezTo>
                  <a:pt x="692606" y="30940"/>
                  <a:pt x="694430" y="31733"/>
                  <a:pt x="695864" y="33317"/>
                </a:cubicBezTo>
                <a:cubicBezTo>
                  <a:pt x="697297" y="34902"/>
                  <a:pt x="698014" y="37531"/>
                  <a:pt x="698014" y="41203"/>
                </a:cubicBezTo>
                <a:lnTo>
                  <a:pt x="698014" y="51165"/>
                </a:lnTo>
                <a:cubicBezTo>
                  <a:pt x="698014" y="54888"/>
                  <a:pt x="697297" y="57529"/>
                  <a:pt x="695864" y="59088"/>
                </a:cubicBezTo>
                <a:cubicBezTo>
                  <a:pt x="694430" y="60648"/>
                  <a:pt x="692556" y="61428"/>
                  <a:pt x="690241" y="61428"/>
                </a:cubicBezTo>
                <a:cubicBezTo>
                  <a:pt x="688128" y="61428"/>
                  <a:pt x="686342" y="60824"/>
                  <a:pt x="684883" y="59617"/>
                </a:cubicBezTo>
                <a:cubicBezTo>
                  <a:pt x="683827" y="58711"/>
                  <a:pt x="682997" y="56862"/>
                  <a:pt x="682393" y="54070"/>
                </a:cubicBezTo>
                <a:cubicBezTo>
                  <a:pt x="681789" y="51278"/>
                  <a:pt x="680330" y="49203"/>
                  <a:pt x="678016" y="47844"/>
                </a:cubicBezTo>
                <a:cubicBezTo>
                  <a:pt x="673941" y="45429"/>
                  <a:pt x="668734" y="44222"/>
                  <a:pt x="662395" y="44222"/>
                </a:cubicBezTo>
                <a:cubicBezTo>
                  <a:pt x="655100" y="44222"/>
                  <a:pt x="649252" y="46349"/>
                  <a:pt x="644850" y="50603"/>
                </a:cubicBezTo>
                <a:cubicBezTo>
                  <a:pt x="640448" y="54856"/>
                  <a:pt x="638247" y="60235"/>
                  <a:pt x="638247" y="66739"/>
                </a:cubicBezTo>
                <a:cubicBezTo>
                  <a:pt x="638247" y="72744"/>
                  <a:pt x="640360" y="77486"/>
                  <a:pt x="644586" y="80964"/>
                </a:cubicBezTo>
                <a:cubicBezTo>
                  <a:pt x="648812" y="84441"/>
                  <a:pt x="655830" y="86180"/>
                  <a:pt x="665640" y="86180"/>
                </a:cubicBezTo>
                <a:cubicBezTo>
                  <a:pt x="672080" y="86180"/>
                  <a:pt x="677337" y="85532"/>
                  <a:pt x="681412" y="84235"/>
                </a:cubicBezTo>
                <a:cubicBezTo>
                  <a:pt x="683827" y="83436"/>
                  <a:pt x="686116" y="82077"/>
                  <a:pt x="688279" y="80157"/>
                </a:cubicBezTo>
                <a:cubicBezTo>
                  <a:pt x="690443" y="78236"/>
                  <a:pt x="692405" y="77275"/>
                  <a:pt x="694166" y="77275"/>
                </a:cubicBezTo>
                <a:cubicBezTo>
                  <a:pt x="696279" y="77275"/>
                  <a:pt x="698102" y="78055"/>
                  <a:pt x="699637" y="79615"/>
                </a:cubicBezTo>
                <a:cubicBezTo>
                  <a:pt x="701171" y="81174"/>
                  <a:pt x="701938" y="83011"/>
                  <a:pt x="701938" y="85124"/>
                </a:cubicBezTo>
                <a:cubicBezTo>
                  <a:pt x="701938" y="88545"/>
                  <a:pt x="699599" y="91790"/>
                  <a:pt x="694920" y="94859"/>
                </a:cubicBezTo>
                <a:cubicBezTo>
                  <a:pt x="687977" y="99437"/>
                  <a:pt x="677815" y="101726"/>
                  <a:pt x="664433" y="101726"/>
                </a:cubicBezTo>
                <a:cubicBezTo>
                  <a:pt x="652409" y="101726"/>
                  <a:pt x="643051" y="99238"/>
                  <a:pt x="636360" y="94262"/>
                </a:cubicBezTo>
                <a:cubicBezTo>
                  <a:pt x="627304" y="87579"/>
                  <a:pt x="622776" y="78432"/>
                  <a:pt x="622776" y="66821"/>
                </a:cubicBezTo>
                <a:cubicBezTo>
                  <a:pt x="622776" y="55816"/>
                  <a:pt x="626449" y="46708"/>
                  <a:pt x="633794" y="39496"/>
                </a:cubicBezTo>
                <a:cubicBezTo>
                  <a:pt x="641139" y="32283"/>
                  <a:pt x="650723" y="28676"/>
                  <a:pt x="662546" y="28676"/>
                </a:cubicBezTo>
                <a:cubicBezTo>
                  <a:pt x="666822" y="28676"/>
                  <a:pt x="670797" y="29079"/>
                  <a:pt x="674469" y="29884"/>
                </a:cubicBezTo>
                <a:cubicBezTo>
                  <a:pt x="678142" y="30689"/>
                  <a:pt x="681538" y="31896"/>
                  <a:pt x="684657" y="33506"/>
                </a:cubicBezTo>
                <a:close/>
                <a:moveTo>
                  <a:pt x="765087" y="91463"/>
                </a:moveTo>
                <a:cubicBezTo>
                  <a:pt x="765087" y="94381"/>
                  <a:pt x="764055" y="96821"/>
                  <a:pt x="761993" y="98783"/>
                </a:cubicBezTo>
                <a:cubicBezTo>
                  <a:pt x="759930" y="100745"/>
                  <a:pt x="757087" y="101726"/>
                  <a:pt x="753465" y="101726"/>
                </a:cubicBezTo>
                <a:cubicBezTo>
                  <a:pt x="749843" y="101726"/>
                  <a:pt x="747000" y="100745"/>
                  <a:pt x="744938" y="98783"/>
                </a:cubicBezTo>
                <a:cubicBezTo>
                  <a:pt x="742875" y="96821"/>
                  <a:pt x="741844" y="94381"/>
                  <a:pt x="741844" y="91463"/>
                </a:cubicBezTo>
                <a:cubicBezTo>
                  <a:pt x="741844" y="88545"/>
                  <a:pt x="742875" y="86105"/>
                  <a:pt x="744938" y="84143"/>
                </a:cubicBezTo>
                <a:cubicBezTo>
                  <a:pt x="747000" y="82181"/>
                  <a:pt x="749843" y="81200"/>
                  <a:pt x="753465" y="81200"/>
                </a:cubicBezTo>
                <a:cubicBezTo>
                  <a:pt x="757087" y="81200"/>
                  <a:pt x="759930" y="82181"/>
                  <a:pt x="761993" y="84143"/>
                </a:cubicBezTo>
                <a:cubicBezTo>
                  <a:pt x="764055" y="86105"/>
                  <a:pt x="765087" y="88545"/>
                  <a:pt x="765087" y="91463"/>
                </a:cubicBezTo>
                <a:close/>
                <a:moveTo>
                  <a:pt x="842800" y="30789"/>
                </a:moveTo>
                <a:lnTo>
                  <a:pt x="842800" y="40449"/>
                </a:lnTo>
                <a:cubicBezTo>
                  <a:pt x="849290" y="35740"/>
                  <a:pt x="854409" y="32601"/>
                  <a:pt x="858157" y="31032"/>
                </a:cubicBezTo>
                <a:cubicBezTo>
                  <a:pt x="861905" y="29462"/>
                  <a:pt x="865414" y="28676"/>
                  <a:pt x="868684" y="28676"/>
                </a:cubicBezTo>
                <a:cubicBezTo>
                  <a:pt x="873715" y="28676"/>
                  <a:pt x="878595" y="30544"/>
                  <a:pt x="883324" y="34280"/>
                </a:cubicBezTo>
                <a:cubicBezTo>
                  <a:pt x="886544" y="36805"/>
                  <a:pt x="888154" y="39380"/>
                  <a:pt x="888154" y="42005"/>
                </a:cubicBezTo>
                <a:cubicBezTo>
                  <a:pt x="888154" y="44227"/>
                  <a:pt x="887386" y="46108"/>
                  <a:pt x="885852" y="47649"/>
                </a:cubicBezTo>
                <a:cubicBezTo>
                  <a:pt x="884318" y="49188"/>
                  <a:pt x="882469" y="49957"/>
                  <a:pt x="880305" y="49957"/>
                </a:cubicBezTo>
                <a:cubicBezTo>
                  <a:pt x="878394" y="49957"/>
                  <a:pt x="876381" y="49001"/>
                  <a:pt x="874268" y="47090"/>
                </a:cubicBezTo>
                <a:cubicBezTo>
                  <a:pt x="872155" y="45178"/>
                  <a:pt x="870269" y="44222"/>
                  <a:pt x="868608" y="44222"/>
                </a:cubicBezTo>
                <a:cubicBezTo>
                  <a:pt x="866445" y="44222"/>
                  <a:pt x="863213" y="45580"/>
                  <a:pt x="858911" y="48297"/>
                </a:cubicBezTo>
                <a:cubicBezTo>
                  <a:pt x="854610" y="51014"/>
                  <a:pt x="849239" y="55089"/>
                  <a:pt x="842800" y="60522"/>
                </a:cubicBezTo>
                <a:lnTo>
                  <a:pt x="842800" y="83765"/>
                </a:lnTo>
                <a:lnTo>
                  <a:pt x="864835" y="83765"/>
                </a:lnTo>
                <a:cubicBezTo>
                  <a:pt x="868558" y="83765"/>
                  <a:pt x="871212" y="84482"/>
                  <a:pt x="872797" y="85916"/>
                </a:cubicBezTo>
                <a:cubicBezTo>
                  <a:pt x="874381" y="87350"/>
                  <a:pt x="875174" y="89224"/>
                  <a:pt x="875174" y="91538"/>
                </a:cubicBezTo>
                <a:cubicBezTo>
                  <a:pt x="875174" y="93852"/>
                  <a:pt x="874381" y="95726"/>
                  <a:pt x="872797" y="97160"/>
                </a:cubicBezTo>
                <a:cubicBezTo>
                  <a:pt x="871212" y="98594"/>
                  <a:pt x="868558" y="99311"/>
                  <a:pt x="864835" y="99311"/>
                </a:cubicBezTo>
                <a:lnTo>
                  <a:pt x="818123" y="99311"/>
                </a:lnTo>
                <a:cubicBezTo>
                  <a:pt x="814400" y="99311"/>
                  <a:pt x="811746" y="98581"/>
                  <a:pt x="810161" y="97122"/>
                </a:cubicBezTo>
                <a:cubicBezTo>
                  <a:pt x="808577" y="95663"/>
                  <a:pt x="807784" y="93777"/>
                  <a:pt x="807784" y="91463"/>
                </a:cubicBezTo>
                <a:cubicBezTo>
                  <a:pt x="807784" y="89148"/>
                  <a:pt x="808577" y="87287"/>
                  <a:pt x="810161" y="85878"/>
                </a:cubicBezTo>
                <a:cubicBezTo>
                  <a:pt x="811746" y="84470"/>
                  <a:pt x="814400" y="83765"/>
                  <a:pt x="818123" y="83765"/>
                </a:cubicBezTo>
                <a:lnTo>
                  <a:pt x="827329" y="83765"/>
                </a:lnTo>
                <a:lnTo>
                  <a:pt x="827329" y="46335"/>
                </a:lnTo>
                <a:lnTo>
                  <a:pt x="821745" y="46335"/>
                </a:lnTo>
                <a:cubicBezTo>
                  <a:pt x="818022" y="46335"/>
                  <a:pt x="815368" y="45606"/>
                  <a:pt x="813784" y="44147"/>
                </a:cubicBezTo>
                <a:cubicBezTo>
                  <a:pt x="812199" y="42688"/>
                  <a:pt x="811407" y="40801"/>
                  <a:pt x="811407" y="38487"/>
                </a:cubicBezTo>
                <a:cubicBezTo>
                  <a:pt x="811407" y="36173"/>
                  <a:pt x="812199" y="34311"/>
                  <a:pt x="813784" y="32902"/>
                </a:cubicBezTo>
                <a:cubicBezTo>
                  <a:pt x="815368" y="31494"/>
                  <a:pt x="818022" y="30789"/>
                  <a:pt x="821745" y="30789"/>
                </a:cubicBezTo>
                <a:lnTo>
                  <a:pt x="842800" y="30789"/>
                </a:lnTo>
                <a:close/>
                <a:moveTo>
                  <a:pt x="971602" y="30789"/>
                </a:moveTo>
                <a:lnTo>
                  <a:pt x="971602" y="83765"/>
                </a:lnTo>
                <a:cubicBezTo>
                  <a:pt x="974872" y="83765"/>
                  <a:pt x="977287" y="84482"/>
                  <a:pt x="978847" y="85916"/>
                </a:cubicBezTo>
                <a:cubicBezTo>
                  <a:pt x="980406" y="87350"/>
                  <a:pt x="981186" y="89224"/>
                  <a:pt x="981186" y="91538"/>
                </a:cubicBezTo>
                <a:cubicBezTo>
                  <a:pt x="981186" y="93852"/>
                  <a:pt x="980394" y="95726"/>
                  <a:pt x="978809" y="97160"/>
                </a:cubicBezTo>
                <a:cubicBezTo>
                  <a:pt x="977224" y="98594"/>
                  <a:pt x="974570" y="99311"/>
                  <a:pt x="970847" y="99311"/>
                </a:cubicBezTo>
                <a:lnTo>
                  <a:pt x="956132" y="99311"/>
                </a:lnTo>
                <a:lnTo>
                  <a:pt x="956132" y="95689"/>
                </a:lnTo>
                <a:cubicBezTo>
                  <a:pt x="951705" y="97701"/>
                  <a:pt x="947479" y="99210"/>
                  <a:pt x="943454" y="100216"/>
                </a:cubicBezTo>
                <a:cubicBezTo>
                  <a:pt x="939429" y="101223"/>
                  <a:pt x="935606" y="101726"/>
                  <a:pt x="931983" y="101726"/>
                </a:cubicBezTo>
                <a:cubicBezTo>
                  <a:pt x="926902" y="101726"/>
                  <a:pt x="922500" y="100660"/>
                  <a:pt x="918777" y="98528"/>
                </a:cubicBezTo>
                <a:cubicBezTo>
                  <a:pt x="915054" y="96395"/>
                  <a:pt x="912111" y="93447"/>
                  <a:pt x="909948" y="89685"/>
                </a:cubicBezTo>
                <a:cubicBezTo>
                  <a:pt x="908388" y="86976"/>
                  <a:pt x="907608" y="83589"/>
                  <a:pt x="907608" y="79525"/>
                </a:cubicBezTo>
                <a:lnTo>
                  <a:pt x="907608" y="46335"/>
                </a:lnTo>
                <a:lnTo>
                  <a:pt x="904967" y="46335"/>
                </a:lnTo>
                <a:cubicBezTo>
                  <a:pt x="901244" y="46335"/>
                  <a:pt x="898590" y="45606"/>
                  <a:pt x="897006" y="44147"/>
                </a:cubicBezTo>
                <a:cubicBezTo>
                  <a:pt x="895421" y="42688"/>
                  <a:pt x="894628" y="40801"/>
                  <a:pt x="894628" y="38487"/>
                </a:cubicBezTo>
                <a:cubicBezTo>
                  <a:pt x="894628" y="36173"/>
                  <a:pt x="895421" y="34311"/>
                  <a:pt x="897006" y="32902"/>
                </a:cubicBezTo>
                <a:cubicBezTo>
                  <a:pt x="898590" y="31494"/>
                  <a:pt x="901244" y="30789"/>
                  <a:pt x="904967" y="30789"/>
                </a:cubicBezTo>
                <a:lnTo>
                  <a:pt x="923078" y="30789"/>
                </a:lnTo>
                <a:lnTo>
                  <a:pt x="923078" y="76698"/>
                </a:lnTo>
                <a:cubicBezTo>
                  <a:pt x="923078" y="79958"/>
                  <a:pt x="923871" y="82354"/>
                  <a:pt x="925456" y="83886"/>
                </a:cubicBezTo>
                <a:cubicBezTo>
                  <a:pt x="927040" y="85415"/>
                  <a:pt x="929468" y="86180"/>
                  <a:pt x="932738" y="86180"/>
                </a:cubicBezTo>
                <a:cubicBezTo>
                  <a:pt x="935857" y="86180"/>
                  <a:pt x="939215" y="85565"/>
                  <a:pt x="942812" y="84336"/>
                </a:cubicBezTo>
                <a:cubicBezTo>
                  <a:pt x="946410" y="83107"/>
                  <a:pt x="950849" y="80887"/>
                  <a:pt x="956132" y="77676"/>
                </a:cubicBezTo>
                <a:lnTo>
                  <a:pt x="956132" y="46335"/>
                </a:lnTo>
                <a:lnTo>
                  <a:pt x="950547" y="46335"/>
                </a:lnTo>
                <a:cubicBezTo>
                  <a:pt x="946825" y="46335"/>
                  <a:pt x="944171" y="45606"/>
                  <a:pt x="942586" y="44147"/>
                </a:cubicBezTo>
                <a:cubicBezTo>
                  <a:pt x="941001" y="42688"/>
                  <a:pt x="940209" y="40801"/>
                  <a:pt x="940209" y="38487"/>
                </a:cubicBezTo>
                <a:cubicBezTo>
                  <a:pt x="940209" y="36173"/>
                  <a:pt x="941001" y="34311"/>
                  <a:pt x="942586" y="32902"/>
                </a:cubicBezTo>
                <a:cubicBezTo>
                  <a:pt x="944171" y="31494"/>
                  <a:pt x="946825" y="30789"/>
                  <a:pt x="950547" y="30789"/>
                </a:cubicBezTo>
                <a:lnTo>
                  <a:pt x="971602" y="30789"/>
                </a:lnTo>
                <a:close/>
                <a:moveTo>
                  <a:pt x="1015809" y="30789"/>
                </a:moveTo>
                <a:lnTo>
                  <a:pt x="1015809" y="35921"/>
                </a:lnTo>
                <a:cubicBezTo>
                  <a:pt x="1018626" y="33506"/>
                  <a:pt x="1021733" y="31695"/>
                  <a:pt x="1025129" y="30488"/>
                </a:cubicBezTo>
                <a:cubicBezTo>
                  <a:pt x="1028525" y="29280"/>
                  <a:pt x="1032210" y="28676"/>
                  <a:pt x="1036184" y="28676"/>
                </a:cubicBezTo>
                <a:cubicBezTo>
                  <a:pt x="1045341" y="28676"/>
                  <a:pt x="1052585" y="31519"/>
                  <a:pt x="1057918" y="37204"/>
                </a:cubicBezTo>
                <a:cubicBezTo>
                  <a:pt x="1062144" y="41732"/>
                  <a:pt x="1064257" y="47668"/>
                  <a:pt x="1064257" y="55013"/>
                </a:cubicBezTo>
                <a:lnTo>
                  <a:pt x="1064257" y="83765"/>
                </a:lnTo>
                <a:cubicBezTo>
                  <a:pt x="1067527" y="83765"/>
                  <a:pt x="1069942" y="84482"/>
                  <a:pt x="1071502" y="85916"/>
                </a:cubicBezTo>
                <a:cubicBezTo>
                  <a:pt x="1073061" y="87350"/>
                  <a:pt x="1073841" y="89224"/>
                  <a:pt x="1073841" y="91538"/>
                </a:cubicBezTo>
                <a:cubicBezTo>
                  <a:pt x="1073841" y="93852"/>
                  <a:pt x="1073049" y="95726"/>
                  <a:pt x="1071464" y="97160"/>
                </a:cubicBezTo>
                <a:cubicBezTo>
                  <a:pt x="1069879" y="98594"/>
                  <a:pt x="1067225" y="99311"/>
                  <a:pt x="1063502" y="99311"/>
                </a:cubicBezTo>
                <a:lnTo>
                  <a:pt x="1049541" y="99311"/>
                </a:lnTo>
                <a:cubicBezTo>
                  <a:pt x="1045819" y="99311"/>
                  <a:pt x="1043165" y="98581"/>
                  <a:pt x="1041580" y="97122"/>
                </a:cubicBezTo>
                <a:cubicBezTo>
                  <a:pt x="1039995" y="95663"/>
                  <a:pt x="1039203" y="93777"/>
                  <a:pt x="1039203" y="91463"/>
                </a:cubicBezTo>
                <a:cubicBezTo>
                  <a:pt x="1039203" y="89148"/>
                  <a:pt x="1039983" y="87287"/>
                  <a:pt x="1041542" y="85878"/>
                </a:cubicBezTo>
                <a:cubicBezTo>
                  <a:pt x="1043102" y="84470"/>
                  <a:pt x="1045517" y="83765"/>
                  <a:pt x="1048787" y="83765"/>
                </a:cubicBezTo>
                <a:lnTo>
                  <a:pt x="1048787" y="54617"/>
                </a:lnTo>
                <a:cubicBezTo>
                  <a:pt x="1048787" y="51253"/>
                  <a:pt x="1047881" y="48792"/>
                  <a:pt x="1046070" y="47236"/>
                </a:cubicBezTo>
                <a:cubicBezTo>
                  <a:pt x="1043706" y="45227"/>
                  <a:pt x="1040159" y="44222"/>
                  <a:pt x="1035430" y="44222"/>
                </a:cubicBezTo>
                <a:cubicBezTo>
                  <a:pt x="1031858" y="44222"/>
                  <a:pt x="1028726" y="44914"/>
                  <a:pt x="1026034" y="46297"/>
                </a:cubicBezTo>
                <a:cubicBezTo>
                  <a:pt x="1023343" y="47681"/>
                  <a:pt x="1019934" y="50611"/>
                  <a:pt x="1015809" y="55089"/>
                </a:cubicBezTo>
                <a:lnTo>
                  <a:pt x="1015809" y="83765"/>
                </a:lnTo>
                <a:cubicBezTo>
                  <a:pt x="1019783" y="83765"/>
                  <a:pt x="1022349" y="84243"/>
                  <a:pt x="1023506" y="85199"/>
                </a:cubicBezTo>
                <a:cubicBezTo>
                  <a:pt x="1025971" y="87111"/>
                  <a:pt x="1027204" y="89224"/>
                  <a:pt x="1027204" y="91538"/>
                </a:cubicBezTo>
                <a:cubicBezTo>
                  <a:pt x="1027204" y="93852"/>
                  <a:pt x="1026412" y="95726"/>
                  <a:pt x="1024827" y="97160"/>
                </a:cubicBezTo>
                <a:cubicBezTo>
                  <a:pt x="1023242" y="98594"/>
                  <a:pt x="1020588" y="99311"/>
                  <a:pt x="1016865" y="99311"/>
                </a:cubicBezTo>
                <a:lnTo>
                  <a:pt x="999282" y="99311"/>
                </a:lnTo>
                <a:cubicBezTo>
                  <a:pt x="995559" y="99311"/>
                  <a:pt x="992906" y="98581"/>
                  <a:pt x="991321" y="97122"/>
                </a:cubicBezTo>
                <a:cubicBezTo>
                  <a:pt x="989736" y="95663"/>
                  <a:pt x="988944" y="93777"/>
                  <a:pt x="988944" y="91463"/>
                </a:cubicBezTo>
                <a:cubicBezTo>
                  <a:pt x="988944" y="89148"/>
                  <a:pt x="990151" y="87042"/>
                  <a:pt x="992566" y="85143"/>
                </a:cubicBezTo>
                <a:cubicBezTo>
                  <a:pt x="993773" y="84224"/>
                  <a:pt x="996364" y="83765"/>
                  <a:pt x="1000339" y="83765"/>
                </a:cubicBezTo>
                <a:lnTo>
                  <a:pt x="1000339" y="46335"/>
                </a:lnTo>
                <a:cubicBezTo>
                  <a:pt x="997069" y="46335"/>
                  <a:pt x="994654" y="45606"/>
                  <a:pt x="993094" y="44147"/>
                </a:cubicBezTo>
                <a:cubicBezTo>
                  <a:pt x="991535" y="42688"/>
                  <a:pt x="990755" y="40801"/>
                  <a:pt x="990755" y="38487"/>
                </a:cubicBezTo>
                <a:cubicBezTo>
                  <a:pt x="990755" y="36173"/>
                  <a:pt x="991547" y="34311"/>
                  <a:pt x="993132" y="32902"/>
                </a:cubicBezTo>
                <a:cubicBezTo>
                  <a:pt x="994717" y="31494"/>
                  <a:pt x="997370" y="30789"/>
                  <a:pt x="1001093" y="30789"/>
                </a:cubicBezTo>
                <a:lnTo>
                  <a:pt x="1015809" y="30789"/>
                </a:lnTo>
                <a:close/>
                <a:moveTo>
                  <a:pt x="1118652" y="61692"/>
                </a:moveTo>
                <a:cubicBezTo>
                  <a:pt x="1118652" y="52883"/>
                  <a:pt x="1120111" y="43973"/>
                  <a:pt x="1123029" y="34961"/>
                </a:cubicBezTo>
                <a:cubicBezTo>
                  <a:pt x="1125192" y="28316"/>
                  <a:pt x="1128537" y="20915"/>
                  <a:pt x="1133065" y="12761"/>
                </a:cubicBezTo>
                <a:cubicBezTo>
                  <a:pt x="1136335" y="6921"/>
                  <a:pt x="1138750" y="3335"/>
                  <a:pt x="1140310" y="2002"/>
                </a:cubicBezTo>
                <a:cubicBezTo>
                  <a:pt x="1141869" y="667"/>
                  <a:pt x="1143605" y="0"/>
                  <a:pt x="1145517" y="0"/>
                </a:cubicBezTo>
                <a:cubicBezTo>
                  <a:pt x="1147730" y="0"/>
                  <a:pt x="1149592" y="755"/>
                  <a:pt x="1151101" y="2266"/>
                </a:cubicBezTo>
                <a:cubicBezTo>
                  <a:pt x="1152610" y="3776"/>
                  <a:pt x="1153365" y="5587"/>
                  <a:pt x="1153365" y="7702"/>
                </a:cubicBezTo>
                <a:cubicBezTo>
                  <a:pt x="1153365" y="9163"/>
                  <a:pt x="1152761" y="10899"/>
                  <a:pt x="1151554" y="12911"/>
                </a:cubicBezTo>
                <a:cubicBezTo>
                  <a:pt x="1146121" y="21823"/>
                  <a:pt x="1142159" y="30179"/>
                  <a:pt x="1139668" y="37982"/>
                </a:cubicBezTo>
                <a:cubicBezTo>
                  <a:pt x="1137178" y="45785"/>
                  <a:pt x="1135933" y="53688"/>
                  <a:pt x="1135933" y="61692"/>
                </a:cubicBezTo>
                <a:cubicBezTo>
                  <a:pt x="1135933" y="69746"/>
                  <a:pt x="1137178" y="77675"/>
                  <a:pt x="1139668" y="85477"/>
                </a:cubicBezTo>
                <a:cubicBezTo>
                  <a:pt x="1142159" y="93280"/>
                  <a:pt x="1146121" y="101637"/>
                  <a:pt x="1151554" y="110548"/>
                </a:cubicBezTo>
                <a:cubicBezTo>
                  <a:pt x="1152761" y="112510"/>
                  <a:pt x="1153365" y="114247"/>
                  <a:pt x="1153365" y="115757"/>
                </a:cubicBezTo>
                <a:cubicBezTo>
                  <a:pt x="1153365" y="117872"/>
                  <a:pt x="1152610" y="119684"/>
                  <a:pt x="1151101" y="121193"/>
                </a:cubicBezTo>
                <a:cubicBezTo>
                  <a:pt x="1149592" y="122704"/>
                  <a:pt x="1147730" y="123459"/>
                  <a:pt x="1145517" y="123459"/>
                </a:cubicBezTo>
                <a:cubicBezTo>
                  <a:pt x="1143655" y="123459"/>
                  <a:pt x="1142020" y="122856"/>
                  <a:pt x="1140612" y="121648"/>
                </a:cubicBezTo>
                <a:cubicBezTo>
                  <a:pt x="1138599" y="119886"/>
                  <a:pt x="1135933" y="115933"/>
                  <a:pt x="1132612" y="109791"/>
                </a:cubicBezTo>
                <a:cubicBezTo>
                  <a:pt x="1127833" y="100882"/>
                  <a:pt x="1124563" y="93532"/>
                  <a:pt x="1122802" y="87744"/>
                </a:cubicBezTo>
                <a:cubicBezTo>
                  <a:pt x="1120035" y="78883"/>
                  <a:pt x="1118652" y="70199"/>
                  <a:pt x="1118652" y="61692"/>
                </a:cubicBezTo>
                <a:close/>
                <a:moveTo>
                  <a:pt x="1223532" y="61692"/>
                </a:moveTo>
                <a:cubicBezTo>
                  <a:pt x="1223532" y="70501"/>
                  <a:pt x="1222073" y="79436"/>
                  <a:pt x="1219155" y="88498"/>
                </a:cubicBezTo>
                <a:cubicBezTo>
                  <a:pt x="1216992" y="95144"/>
                  <a:pt x="1213646" y="102519"/>
                  <a:pt x="1209118" y="110623"/>
                </a:cubicBezTo>
                <a:cubicBezTo>
                  <a:pt x="1205848" y="116463"/>
                  <a:pt x="1203433" y="120061"/>
                  <a:pt x="1201874" y="121420"/>
                </a:cubicBezTo>
                <a:cubicBezTo>
                  <a:pt x="1200314" y="122780"/>
                  <a:pt x="1198578" y="123459"/>
                  <a:pt x="1196666" y="123459"/>
                </a:cubicBezTo>
                <a:cubicBezTo>
                  <a:pt x="1194453" y="123459"/>
                  <a:pt x="1192591" y="122704"/>
                  <a:pt x="1191082" y="121193"/>
                </a:cubicBezTo>
                <a:cubicBezTo>
                  <a:pt x="1189573" y="119684"/>
                  <a:pt x="1188818" y="117872"/>
                  <a:pt x="1188818" y="115757"/>
                </a:cubicBezTo>
                <a:cubicBezTo>
                  <a:pt x="1188818" y="114247"/>
                  <a:pt x="1189422" y="112510"/>
                  <a:pt x="1190629" y="110548"/>
                </a:cubicBezTo>
                <a:cubicBezTo>
                  <a:pt x="1196063" y="101637"/>
                  <a:pt x="1200025" y="93280"/>
                  <a:pt x="1202515" y="85477"/>
                </a:cubicBezTo>
                <a:cubicBezTo>
                  <a:pt x="1205005" y="77675"/>
                  <a:pt x="1206250" y="69746"/>
                  <a:pt x="1206250" y="61692"/>
                </a:cubicBezTo>
                <a:cubicBezTo>
                  <a:pt x="1206250" y="53688"/>
                  <a:pt x="1205005" y="45785"/>
                  <a:pt x="1202515" y="37982"/>
                </a:cubicBezTo>
                <a:cubicBezTo>
                  <a:pt x="1200025" y="30179"/>
                  <a:pt x="1196063" y="21823"/>
                  <a:pt x="1190629" y="12911"/>
                </a:cubicBezTo>
                <a:cubicBezTo>
                  <a:pt x="1189422" y="10899"/>
                  <a:pt x="1188818" y="9163"/>
                  <a:pt x="1188818" y="7702"/>
                </a:cubicBezTo>
                <a:cubicBezTo>
                  <a:pt x="1188818" y="5587"/>
                  <a:pt x="1189573" y="3776"/>
                  <a:pt x="1191082" y="2266"/>
                </a:cubicBezTo>
                <a:cubicBezTo>
                  <a:pt x="1192591" y="755"/>
                  <a:pt x="1194453" y="0"/>
                  <a:pt x="1196666" y="0"/>
                </a:cubicBezTo>
                <a:cubicBezTo>
                  <a:pt x="1198528" y="0"/>
                  <a:pt x="1200163" y="604"/>
                  <a:pt x="1201572" y="1811"/>
                </a:cubicBezTo>
                <a:cubicBezTo>
                  <a:pt x="1203584" y="3523"/>
                  <a:pt x="1206250" y="7476"/>
                  <a:pt x="1209571" y="13668"/>
                </a:cubicBezTo>
                <a:cubicBezTo>
                  <a:pt x="1214350" y="22578"/>
                  <a:pt x="1217620" y="29902"/>
                  <a:pt x="1219381" y="35640"/>
                </a:cubicBezTo>
                <a:cubicBezTo>
                  <a:pt x="1222148" y="44551"/>
                  <a:pt x="1223532" y="53235"/>
                  <a:pt x="1223532" y="616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v1=this.a">
            <a:extLst xmlns:a="http://schemas.openxmlformats.org/drawingml/2006/main">
              <a:ext uri="{FF2B5EF4-FFF2-40B4-BE49-F238E27FC236}">
                <a16:creationId xmlns:a16="http://schemas.microsoft.com/office/drawing/2014/main" id="{677ECE9B-1979-443E-A628-6B17EE91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142" y="786232"/>
            <a:ext cx="1006617" cy="100367"/>
          </a:xfrm>
          <a:custGeom xmlns:a="http://schemas.openxmlformats.org/drawingml/2006/main">
            <a:pathLst>
              <a:path w="1006617" h="100367">
                <a:moveTo>
                  <a:pt x="47467" y="97953"/>
                </a:moveTo>
                <a:lnTo>
                  <a:pt x="36751" y="97953"/>
                </a:lnTo>
                <a:lnTo>
                  <a:pt x="10716" y="38789"/>
                </a:lnTo>
                <a:lnTo>
                  <a:pt x="4226" y="38789"/>
                </a:lnTo>
                <a:cubicBezTo>
                  <a:pt x="2717" y="38789"/>
                  <a:pt x="1635" y="38487"/>
                  <a:pt x="981" y="37883"/>
                </a:cubicBezTo>
                <a:cubicBezTo>
                  <a:pt x="327" y="37279"/>
                  <a:pt x="0" y="36500"/>
                  <a:pt x="0" y="35544"/>
                </a:cubicBezTo>
                <a:cubicBezTo>
                  <a:pt x="0" y="34660"/>
                  <a:pt x="327" y="33924"/>
                  <a:pt x="981" y="33334"/>
                </a:cubicBezTo>
                <a:cubicBezTo>
                  <a:pt x="1635" y="32744"/>
                  <a:pt x="2717" y="32450"/>
                  <a:pt x="4226" y="32450"/>
                </a:cubicBezTo>
                <a:lnTo>
                  <a:pt x="27997" y="32450"/>
                </a:lnTo>
                <a:cubicBezTo>
                  <a:pt x="29507" y="32450"/>
                  <a:pt x="30588" y="32744"/>
                  <a:pt x="31242" y="33334"/>
                </a:cubicBezTo>
                <a:cubicBezTo>
                  <a:pt x="31896" y="33924"/>
                  <a:pt x="32223" y="34685"/>
                  <a:pt x="32223" y="35619"/>
                </a:cubicBezTo>
                <a:cubicBezTo>
                  <a:pt x="32223" y="36525"/>
                  <a:pt x="31896" y="37279"/>
                  <a:pt x="31242" y="37883"/>
                </a:cubicBezTo>
                <a:cubicBezTo>
                  <a:pt x="30588" y="38487"/>
                  <a:pt x="29507" y="38789"/>
                  <a:pt x="27997" y="38789"/>
                </a:cubicBezTo>
                <a:lnTo>
                  <a:pt x="17508" y="38789"/>
                </a:lnTo>
                <a:lnTo>
                  <a:pt x="40751" y="91614"/>
                </a:lnTo>
                <a:lnTo>
                  <a:pt x="43543" y="91614"/>
                </a:lnTo>
                <a:lnTo>
                  <a:pt x="66333" y="38789"/>
                </a:lnTo>
                <a:lnTo>
                  <a:pt x="55768" y="38789"/>
                </a:lnTo>
                <a:cubicBezTo>
                  <a:pt x="54259" y="38789"/>
                  <a:pt x="53177" y="38487"/>
                  <a:pt x="52523" y="37883"/>
                </a:cubicBezTo>
                <a:cubicBezTo>
                  <a:pt x="51869" y="37279"/>
                  <a:pt x="51542" y="36500"/>
                  <a:pt x="51542" y="35544"/>
                </a:cubicBezTo>
                <a:cubicBezTo>
                  <a:pt x="51542" y="34660"/>
                  <a:pt x="51869" y="33924"/>
                  <a:pt x="52523" y="33334"/>
                </a:cubicBezTo>
                <a:cubicBezTo>
                  <a:pt x="53177" y="32744"/>
                  <a:pt x="54259" y="32450"/>
                  <a:pt x="55768" y="32450"/>
                </a:cubicBezTo>
                <a:lnTo>
                  <a:pt x="79615" y="32450"/>
                </a:lnTo>
                <a:cubicBezTo>
                  <a:pt x="81174" y="32450"/>
                  <a:pt x="82269" y="32744"/>
                  <a:pt x="82897" y="33334"/>
                </a:cubicBezTo>
                <a:cubicBezTo>
                  <a:pt x="83526" y="33924"/>
                  <a:pt x="83841" y="34685"/>
                  <a:pt x="83841" y="35619"/>
                </a:cubicBezTo>
                <a:cubicBezTo>
                  <a:pt x="83841" y="36525"/>
                  <a:pt x="83526" y="37279"/>
                  <a:pt x="82897" y="37883"/>
                </a:cubicBezTo>
                <a:cubicBezTo>
                  <a:pt x="82269" y="38487"/>
                  <a:pt x="81174" y="38789"/>
                  <a:pt x="79615" y="38789"/>
                </a:cubicBezTo>
                <a:lnTo>
                  <a:pt x="73200" y="38789"/>
                </a:lnTo>
                <a:lnTo>
                  <a:pt x="47467" y="97953"/>
                </a:lnTo>
                <a:close/>
                <a:moveTo>
                  <a:pt x="137783" y="1962"/>
                </a:moveTo>
                <a:lnTo>
                  <a:pt x="137783" y="91614"/>
                </a:lnTo>
                <a:lnTo>
                  <a:pt x="159516" y="91614"/>
                </a:lnTo>
                <a:cubicBezTo>
                  <a:pt x="161026" y="91614"/>
                  <a:pt x="162107" y="91903"/>
                  <a:pt x="162761" y="92481"/>
                </a:cubicBezTo>
                <a:cubicBezTo>
                  <a:pt x="163415" y="93060"/>
                  <a:pt x="163742" y="93827"/>
                  <a:pt x="163742" y="94783"/>
                </a:cubicBezTo>
                <a:cubicBezTo>
                  <a:pt x="163742" y="95689"/>
                  <a:pt x="163415" y="96443"/>
                  <a:pt x="162761" y="97047"/>
                </a:cubicBezTo>
                <a:cubicBezTo>
                  <a:pt x="162107" y="97651"/>
                  <a:pt x="161026" y="97953"/>
                  <a:pt x="159516" y="97953"/>
                </a:cubicBezTo>
                <a:lnTo>
                  <a:pt x="109710" y="97953"/>
                </a:lnTo>
                <a:cubicBezTo>
                  <a:pt x="108201" y="97953"/>
                  <a:pt x="107119" y="97651"/>
                  <a:pt x="106465" y="97047"/>
                </a:cubicBezTo>
                <a:cubicBezTo>
                  <a:pt x="105811" y="96443"/>
                  <a:pt x="105484" y="95689"/>
                  <a:pt x="105484" y="94783"/>
                </a:cubicBezTo>
                <a:cubicBezTo>
                  <a:pt x="105484" y="93827"/>
                  <a:pt x="105811" y="93060"/>
                  <a:pt x="106465" y="92481"/>
                </a:cubicBezTo>
                <a:cubicBezTo>
                  <a:pt x="107119" y="91903"/>
                  <a:pt x="108201" y="91614"/>
                  <a:pt x="109710" y="91614"/>
                </a:cubicBezTo>
                <a:lnTo>
                  <a:pt x="131444" y="91614"/>
                </a:lnTo>
                <a:lnTo>
                  <a:pt x="131444" y="10716"/>
                </a:lnTo>
                <a:lnTo>
                  <a:pt x="110766" y="17206"/>
                </a:lnTo>
                <a:cubicBezTo>
                  <a:pt x="109760" y="17508"/>
                  <a:pt x="109031" y="17659"/>
                  <a:pt x="108578" y="17659"/>
                </a:cubicBezTo>
                <a:cubicBezTo>
                  <a:pt x="107823" y="17659"/>
                  <a:pt x="107132" y="17344"/>
                  <a:pt x="106503" y="16715"/>
                </a:cubicBezTo>
                <a:cubicBezTo>
                  <a:pt x="105874" y="16086"/>
                  <a:pt x="105559" y="15344"/>
                  <a:pt x="105559" y="14489"/>
                </a:cubicBezTo>
                <a:cubicBezTo>
                  <a:pt x="105559" y="13734"/>
                  <a:pt x="105811" y="13030"/>
                  <a:pt x="106314" y="12376"/>
                </a:cubicBezTo>
                <a:cubicBezTo>
                  <a:pt x="106716" y="11974"/>
                  <a:pt x="107547" y="11546"/>
                  <a:pt x="108804" y="11093"/>
                </a:cubicBezTo>
                <a:lnTo>
                  <a:pt x="137783" y="1962"/>
                </a:lnTo>
                <a:close/>
                <a:moveTo>
                  <a:pt x="354712" y="45429"/>
                </a:moveTo>
                <a:lnTo>
                  <a:pt x="285587" y="45429"/>
                </a:lnTo>
                <a:cubicBezTo>
                  <a:pt x="284078" y="45429"/>
                  <a:pt x="282996" y="45132"/>
                  <a:pt x="282342" y="44536"/>
                </a:cubicBezTo>
                <a:cubicBezTo>
                  <a:pt x="281688" y="43938"/>
                  <a:pt x="281361" y="43167"/>
                  <a:pt x="281361" y="42222"/>
                </a:cubicBezTo>
                <a:cubicBezTo>
                  <a:pt x="281361" y="41328"/>
                  <a:pt x="281688" y="40582"/>
                  <a:pt x="282342" y="39987"/>
                </a:cubicBezTo>
                <a:cubicBezTo>
                  <a:pt x="282996" y="39389"/>
                  <a:pt x="284078" y="39090"/>
                  <a:pt x="285587" y="39090"/>
                </a:cubicBezTo>
                <a:lnTo>
                  <a:pt x="354712" y="39090"/>
                </a:lnTo>
                <a:cubicBezTo>
                  <a:pt x="356221" y="39090"/>
                  <a:pt x="357303" y="39389"/>
                  <a:pt x="357957" y="39987"/>
                </a:cubicBezTo>
                <a:cubicBezTo>
                  <a:pt x="358611" y="40582"/>
                  <a:pt x="358938" y="41353"/>
                  <a:pt x="358938" y="42298"/>
                </a:cubicBezTo>
                <a:cubicBezTo>
                  <a:pt x="358938" y="43192"/>
                  <a:pt x="358611" y="43938"/>
                  <a:pt x="357957" y="44536"/>
                </a:cubicBezTo>
                <a:cubicBezTo>
                  <a:pt x="357303" y="45132"/>
                  <a:pt x="356221" y="45429"/>
                  <a:pt x="354712" y="45429"/>
                </a:cubicBezTo>
                <a:moveTo>
                  <a:pt x="354712" y="68220"/>
                </a:moveTo>
                <a:lnTo>
                  <a:pt x="285587" y="68220"/>
                </a:lnTo>
                <a:cubicBezTo>
                  <a:pt x="284078" y="68220"/>
                  <a:pt x="282996" y="67930"/>
                  <a:pt x="282342" y="67352"/>
                </a:cubicBezTo>
                <a:cubicBezTo>
                  <a:pt x="281688" y="66773"/>
                  <a:pt x="281361" y="66006"/>
                  <a:pt x="281361" y="65050"/>
                </a:cubicBezTo>
                <a:cubicBezTo>
                  <a:pt x="281361" y="64094"/>
                  <a:pt x="281688" y="63327"/>
                  <a:pt x="282342" y="62749"/>
                </a:cubicBezTo>
                <a:cubicBezTo>
                  <a:pt x="282996" y="62170"/>
                  <a:pt x="284078" y="61881"/>
                  <a:pt x="285587" y="61881"/>
                </a:cubicBezTo>
                <a:lnTo>
                  <a:pt x="354712" y="61881"/>
                </a:lnTo>
                <a:cubicBezTo>
                  <a:pt x="356221" y="61881"/>
                  <a:pt x="357303" y="62170"/>
                  <a:pt x="357957" y="62749"/>
                </a:cubicBezTo>
                <a:cubicBezTo>
                  <a:pt x="358611" y="63327"/>
                  <a:pt x="358938" y="64094"/>
                  <a:pt x="358938" y="65050"/>
                </a:cubicBezTo>
                <a:cubicBezTo>
                  <a:pt x="358938" y="66006"/>
                  <a:pt x="358611" y="66773"/>
                  <a:pt x="357957" y="67352"/>
                </a:cubicBezTo>
                <a:cubicBezTo>
                  <a:pt x="357303" y="67930"/>
                  <a:pt x="356221" y="68220"/>
                  <a:pt x="354712" y="68220"/>
                </a:cubicBezTo>
                <a:close/>
                <a:moveTo>
                  <a:pt x="492555" y="32450"/>
                </a:moveTo>
                <a:lnTo>
                  <a:pt x="526967" y="32450"/>
                </a:lnTo>
                <a:cubicBezTo>
                  <a:pt x="528476" y="32450"/>
                  <a:pt x="529558" y="32744"/>
                  <a:pt x="530212" y="33334"/>
                </a:cubicBezTo>
                <a:cubicBezTo>
                  <a:pt x="530866" y="33924"/>
                  <a:pt x="531193" y="34685"/>
                  <a:pt x="531193" y="35619"/>
                </a:cubicBezTo>
                <a:cubicBezTo>
                  <a:pt x="531193" y="36525"/>
                  <a:pt x="530866" y="37279"/>
                  <a:pt x="530212" y="37883"/>
                </a:cubicBezTo>
                <a:cubicBezTo>
                  <a:pt x="529558" y="38487"/>
                  <a:pt x="528476" y="38789"/>
                  <a:pt x="526967" y="38789"/>
                </a:cubicBezTo>
                <a:lnTo>
                  <a:pt x="492555" y="38789"/>
                </a:lnTo>
                <a:lnTo>
                  <a:pt x="492555" y="81089"/>
                </a:lnTo>
                <a:cubicBezTo>
                  <a:pt x="492555" y="84771"/>
                  <a:pt x="494027" y="87848"/>
                  <a:pt x="496970" y="90321"/>
                </a:cubicBezTo>
                <a:cubicBezTo>
                  <a:pt x="499913" y="92793"/>
                  <a:pt x="504227" y="94028"/>
                  <a:pt x="509912" y="94028"/>
                </a:cubicBezTo>
                <a:cubicBezTo>
                  <a:pt x="514188" y="94028"/>
                  <a:pt x="518817" y="93387"/>
                  <a:pt x="523797" y="92104"/>
                </a:cubicBezTo>
                <a:cubicBezTo>
                  <a:pt x="528778" y="90821"/>
                  <a:pt x="532652" y="89375"/>
                  <a:pt x="535419" y="87765"/>
                </a:cubicBezTo>
                <a:cubicBezTo>
                  <a:pt x="536425" y="87111"/>
                  <a:pt x="537255" y="86784"/>
                  <a:pt x="537909" y="86784"/>
                </a:cubicBezTo>
                <a:cubicBezTo>
                  <a:pt x="538714" y="86784"/>
                  <a:pt x="539418" y="87098"/>
                  <a:pt x="540022" y="87727"/>
                </a:cubicBezTo>
                <a:cubicBezTo>
                  <a:pt x="540626" y="88356"/>
                  <a:pt x="540928" y="89098"/>
                  <a:pt x="540928" y="89953"/>
                </a:cubicBezTo>
                <a:cubicBezTo>
                  <a:pt x="540928" y="90708"/>
                  <a:pt x="540601" y="91412"/>
                  <a:pt x="539947" y="92066"/>
                </a:cubicBezTo>
                <a:cubicBezTo>
                  <a:pt x="538337" y="93727"/>
                  <a:pt x="534425" y="95525"/>
                  <a:pt x="528212" y="97462"/>
                </a:cubicBezTo>
                <a:cubicBezTo>
                  <a:pt x="521999" y="99399"/>
                  <a:pt x="516050" y="100367"/>
                  <a:pt x="510365" y="100367"/>
                </a:cubicBezTo>
                <a:cubicBezTo>
                  <a:pt x="502969" y="100367"/>
                  <a:pt x="497083" y="98628"/>
                  <a:pt x="492706" y="95149"/>
                </a:cubicBezTo>
                <a:cubicBezTo>
                  <a:pt x="488329" y="91668"/>
                  <a:pt x="486141" y="86977"/>
                  <a:pt x="486141" y="81077"/>
                </a:cubicBezTo>
                <a:lnTo>
                  <a:pt x="486141" y="38789"/>
                </a:lnTo>
                <a:lnTo>
                  <a:pt x="474444" y="38789"/>
                </a:lnTo>
                <a:cubicBezTo>
                  <a:pt x="472934" y="38789"/>
                  <a:pt x="471853" y="38491"/>
                  <a:pt x="471199" y="37895"/>
                </a:cubicBezTo>
                <a:cubicBezTo>
                  <a:pt x="470545" y="37297"/>
                  <a:pt x="470218" y="36526"/>
                  <a:pt x="470218" y="35581"/>
                </a:cubicBezTo>
                <a:cubicBezTo>
                  <a:pt x="470218" y="34687"/>
                  <a:pt x="470545" y="33942"/>
                  <a:pt x="471199" y="33346"/>
                </a:cubicBezTo>
                <a:cubicBezTo>
                  <a:pt x="471853" y="32748"/>
                  <a:pt x="472934" y="32450"/>
                  <a:pt x="474444" y="32450"/>
                </a:cubicBezTo>
                <a:lnTo>
                  <a:pt x="486141" y="32450"/>
                </a:lnTo>
                <a:lnTo>
                  <a:pt x="486141" y="13612"/>
                </a:lnTo>
                <a:cubicBezTo>
                  <a:pt x="486141" y="12092"/>
                  <a:pt x="486442" y="11003"/>
                  <a:pt x="487046" y="10346"/>
                </a:cubicBezTo>
                <a:cubicBezTo>
                  <a:pt x="487650" y="9687"/>
                  <a:pt x="488405" y="9358"/>
                  <a:pt x="489310" y="9358"/>
                </a:cubicBezTo>
                <a:cubicBezTo>
                  <a:pt x="490266" y="9358"/>
                  <a:pt x="491046" y="9687"/>
                  <a:pt x="491649" y="10346"/>
                </a:cubicBezTo>
                <a:cubicBezTo>
                  <a:pt x="492253" y="11003"/>
                  <a:pt x="492555" y="12092"/>
                  <a:pt x="492555" y="13612"/>
                </a:cubicBezTo>
                <a:lnTo>
                  <a:pt x="492555" y="32450"/>
                </a:lnTo>
                <a:close/>
                <a:moveTo>
                  <a:pt x="577437" y="3169"/>
                </a:moveTo>
                <a:lnTo>
                  <a:pt x="577437" y="42123"/>
                </a:lnTo>
                <a:cubicBezTo>
                  <a:pt x="581462" y="37742"/>
                  <a:pt x="585323" y="34657"/>
                  <a:pt x="589021" y="32869"/>
                </a:cubicBezTo>
                <a:cubicBezTo>
                  <a:pt x="592719" y="31080"/>
                  <a:pt x="596857" y="30186"/>
                  <a:pt x="601435" y="30186"/>
                </a:cubicBezTo>
                <a:cubicBezTo>
                  <a:pt x="606365" y="30186"/>
                  <a:pt x="610553" y="31056"/>
                  <a:pt x="614000" y="32796"/>
                </a:cubicBezTo>
                <a:cubicBezTo>
                  <a:pt x="617446" y="34535"/>
                  <a:pt x="620326" y="37208"/>
                  <a:pt x="622640" y="40814"/>
                </a:cubicBezTo>
                <a:cubicBezTo>
                  <a:pt x="624955" y="44421"/>
                  <a:pt x="626112" y="48216"/>
                  <a:pt x="626112" y="52200"/>
                </a:cubicBezTo>
                <a:lnTo>
                  <a:pt x="626112" y="91614"/>
                </a:lnTo>
                <a:lnTo>
                  <a:pt x="633205" y="91614"/>
                </a:lnTo>
                <a:cubicBezTo>
                  <a:pt x="634765" y="91614"/>
                  <a:pt x="635859" y="91903"/>
                  <a:pt x="636488" y="92481"/>
                </a:cubicBezTo>
                <a:cubicBezTo>
                  <a:pt x="637117" y="93060"/>
                  <a:pt x="637431" y="93827"/>
                  <a:pt x="637431" y="94783"/>
                </a:cubicBezTo>
                <a:cubicBezTo>
                  <a:pt x="637431" y="95689"/>
                  <a:pt x="637117" y="96443"/>
                  <a:pt x="636488" y="97047"/>
                </a:cubicBezTo>
                <a:cubicBezTo>
                  <a:pt x="635859" y="97651"/>
                  <a:pt x="634765" y="97953"/>
                  <a:pt x="633205" y="97953"/>
                </a:cubicBezTo>
                <a:lnTo>
                  <a:pt x="612604" y="97953"/>
                </a:lnTo>
                <a:cubicBezTo>
                  <a:pt x="611044" y="97953"/>
                  <a:pt x="609937" y="97651"/>
                  <a:pt x="609283" y="97047"/>
                </a:cubicBezTo>
                <a:cubicBezTo>
                  <a:pt x="608629" y="96443"/>
                  <a:pt x="608302" y="95689"/>
                  <a:pt x="608302" y="94783"/>
                </a:cubicBezTo>
                <a:cubicBezTo>
                  <a:pt x="608302" y="93827"/>
                  <a:pt x="608629" y="93060"/>
                  <a:pt x="609283" y="92481"/>
                </a:cubicBezTo>
                <a:cubicBezTo>
                  <a:pt x="609937" y="91903"/>
                  <a:pt x="611044" y="91614"/>
                  <a:pt x="612604" y="91614"/>
                </a:cubicBezTo>
                <a:lnTo>
                  <a:pt x="619697" y="91614"/>
                </a:lnTo>
                <a:lnTo>
                  <a:pt x="619697" y="52643"/>
                </a:lnTo>
                <a:cubicBezTo>
                  <a:pt x="619697" y="48053"/>
                  <a:pt x="618050" y="44219"/>
                  <a:pt x="614754" y="41142"/>
                </a:cubicBezTo>
                <a:cubicBezTo>
                  <a:pt x="611459" y="38064"/>
                  <a:pt x="606868" y="36525"/>
                  <a:pt x="600982" y="36525"/>
                </a:cubicBezTo>
                <a:cubicBezTo>
                  <a:pt x="596354" y="36525"/>
                  <a:pt x="592404" y="37659"/>
                  <a:pt x="589134" y="39928"/>
                </a:cubicBezTo>
                <a:cubicBezTo>
                  <a:pt x="586770" y="41542"/>
                  <a:pt x="582871" y="45350"/>
                  <a:pt x="577437" y="51351"/>
                </a:cubicBezTo>
                <a:lnTo>
                  <a:pt x="577437" y="91614"/>
                </a:lnTo>
                <a:lnTo>
                  <a:pt x="584606" y="91614"/>
                </a:lnTo>
                <a:cubicBezTo>
                  <a:pt x="586116" y="91614"/>
                  <a:pt x="587197" y="91903"/>
                  <a:pt x="587851" y="92481"/>
                </a:cubicBezTo>
                <a:cubicBezTo>
                  <a:pt x="588505" y="93060"/>
                  <a:pt x="588832" y="93827"/>
                  <a:pt x="588832" y="94783"/>
                </a:cubicBezTo>
                <a:cubicBezTo>
                  <a:pt x="588832" y="95689"/>
                  <a:pt x="588505" y="96443"/>
                  <a:pt x="587851" y="97047"/>
                </a:cubicBezTo>
                <a:cubicBezTo>
                  <a:pt x="587197" y="97651"/>
                  <a:pt x="586116" y="97953"/>
                  <a:pt x="584606" y="97953"/>
                </a:cubicBezTo>
                <a:lnTo>
                  <a:pt x="563929" y="97953"/>
                </a:lnTo>
                <a:cubicBezTo>
                  <a:pt x="562420" y="97953"/>
                  <a:pt x="561338" y="97651"/>
                  <a:pt x="560684" y="97047"/>
                </a:cubicBezTo>
                <a:cubicBezTo>
                  <a:pt x="560030" y="96443"/>
                  <a:pt x="559703" y="95689"/>
                  <a:pt x="559703" y="94783"/>
                </a:cubicBezTo>
                <a:cubicBezTo>
                  <a:pt x="559703" y="93827"/>
                  <a:pt x="560030" y="93060"/>
                  <a:pt x="560684" y="92481"/>
                </a:cubicBezTo>
                <a:cubicBezTo>
                  <a:pt x="561338" y="91903"/>
                  <a:pt x="562420" y="91614"/>
                  <a:pt x="563929" y="91614"/>
                </a:cubicBezTo>
                <a:lnTo>
                  <a:pt x="571098" y="91614"/>
                </a:lnTo>
                <a:lnTo>
                  <a:pt x="571098" y="9509"/>
                </a:lnTo>
                <a:lnTo>
                  <a:pt x="562571" y="9509"/>
                </a:lnTo>
                <a:cubicBezTo>
                  <a:pt x="561061" y="9509"/>
                  <a:pt x="559980" y="9214"/>
                  <a:pt x="559326" y="8624"/>
                </a:cubicBezTo>
                <a:cubicBezTo>
                  <a:pt x="558672" y="8035"/>
                  <a:pt x="558345" y="7273"/>
                  <a:pt x="558345" y="6339"/>
                </a:cubicBezTo>
                <a:cubicBezTo>
                  <a:pt x="558345" y="5433"/>
                  <a:pt x="558672" y="4679"/>
                  <a:pt x="559326" y="4075"/>
                </a:cubicBezTo>
                <a:cubicBezTo>
                  <a:pt x="559980" y="3471"/>
                  <a:pt x="561061" y="3169"/>
                  <a:pt x="562571" y="3169"/>
                </a:cubicBezTo>
                <a:lnTo>
                  <a:pt x="577437" y="3169"/>
                </a:lnTo>
                <a:close/>
                <a:moveTo>
                  <a:pt x="694166" y="0"/>
                </a:moveTo>
                <a:lnTo>
                  <a:pt x="694166" y="16300"/>
                </a:lnTo>
                <a:lnTo>
                  <a:pt x="684808" y="16300"/>
                </a:lnTo>
                <a:lnTo>
                  <a:pt x="684808" y="0"/>
                </a:lnTo>
                <a:lnTo>
                  <a:pt x="694166" y="0"/>
                </a:lnTo>
                <a:moveTo>
                  <a:pt x="694392" y="32450"/>
                </a:moveTo>
                <a:lnTo>
                  <a:pt x="694392" y="91614"/>
                </a:lnTo>
                <a:lnTo>
                  <a:pt x="719295" y="91614"/>
                </a:lnTo>
                <a:cubicBezTo>
                  <a:pt x="720855" y="91614"/>
                  <a:pt x="721962" y="91903"/>
                  <a:pt x="722616" y="92481"/>
                </a:cubicBezTo>
                <a:cubicBezTo>
                  <a:pt x="723270" y="93060"/>
                  <a:pt x="723597" y="93827"/>
                  <a:pt x="723597" y="94783"/>
                </a:cubicBezTo>
                <a:cubicBezTo>
                  <a:pt x="723597" y="95689"/>
                  <a:pt x="723270" y="96443"/>
                  <a:pt x="722616" y="97047"/>
                </a:cubicBezTo>
                <a:cubicBezTo>
                  <a:pt x="721962" y="97651"/>
                  <a:pt x="720855" y="97953"/>
                  <a:pt x="719295" y="97953"/>
                </a:cubicBezTo>
                <a:lnTo>
                  <a:pt x="663150" y="97953"/>
                </a:lnTo>
                <a:cubicBezTo>
                  <a:pt x="661640" y="97953"/>
                  <a:pt x="660559" y="97651"/>
                  <a:pt x="659905" y="97047"/>
                </a:cubicBezTo>
                <a:cubicBezTo>
                  <a:pt x="659251" y="96443"/>
                  <a:pt x="658924" y="95689"/>
                  <a:pt x="658924" y="94783"/>
                </a:cubicBezTo>
                <a:cubicBezTo>
                  <a:pt x="658924" y="93827"/>
                  <a:pt x="659251" y="93060"/>
                  <a:pt x="659905" y="92481"/>
                </a:cubicBezTo>
                <a:cubicBezTo>
                  <a:pt x="660559" y="91903"/>
                  <a:pt x="661640" y="91614"/>
                  <a:pt x="663150" y="91614"/>
                </a:cubicBezTo>
                <a:lnTo>
                  <a:pt x="688053" y="91614"/>
                </a:lnTo>
                <a:lnTo>
                  <a:pt x="688053" y="38789"/>
                </a:lnTo>
                <a:lnTo>
                  <a:pt x="669564" y="38789"/>
                </a:lnTo>
                <a:cubicBezTo>
                  <a:pt x="668055" y="38789"/>
                  <a:pt x="666961" y="38491"/>
                  <a:pt x="666282" y="37895"/>
                </a:cubicBezTo>
                <a:cubicBezTo>
                  <a:pt x="665602" y="37297"/>
                  <a:pt x="665263" y="36551"/>
                  <a:pt x="665263" y="35657"/>
                </a:cubicBezTo>
                <a:cubicBezTo>
                  <a:pt x="665263" y="34712"/>
                  <a:pt x="665590" y="33942"/>
                  <a:pt x="666244" y="33346"/>
                </a:cubicBezTo>
                <a:cubicBezTo>
                  <a:pt x="666898" y="32748"/>
                  <a:pt x="668005" y="32450"/>
                  <a:pt x="669564" y="32450"/>
                </a:cubicBezTo>
                <a:lnTo>
                  <a:pt x="694392" y="32450"/>
                </a:lnTo>
                <a:close/>
                <a:moveTo>
                  <a:pt x="804705" y="36525"/>
                </a:moveTo>
                <a:cubicBezTo>
                  <a:pt x="804705" y="35092"/>
                  <a:pt x="805007" y="34056"/>
                  <a:pt x="805611" y="33414"/>
                </a:cubicBezTo>
                <a:cubicBezTo>
                  <a:pt x="806215" y="32771"/>
                  <a:pt x="806969" y="32450"/>
                  <a:pt x="807875" y="32450"/>
                </a:cubicBezTo>
                <a:cubicBezTo>
                  <a:pt x="808831" y="32450"/>
                  <a:pt x="809610" y="32778"/>
                  <a:pt x="810214" y="33435"/>
                </a:cubicBezTo>
                <a:cubicBezTo>
                  <a:pt x="810818" y="34091"/>
                  <a:pt x="811120" y="35202"/>
                  <a:pt x="811120" y="36768"/>
                </a:cubicBezTo>
                <a:lnTo>
                  <a:pt x="811120" y="47677"/>
                </a:lnTo>
                <a:cubicBezTo>
                  <a:pt x="811120" y="49192"/>
                  <a:pt x="810818" y="50279"/>
                  <a:pt x="810214" y="50936"/>
                </a:cubicBezTo>
                <a:cubicBezTo>
                  <a:pt x="809610" y="51592"/>
                  <a:pt x="808831" y="51919"/>
                  <a:pt x="807875" y="51919"/>
                </a:cubicBezTo>
                <a:cubicBezTo>
                  <a:pt x="807020" y="51919"/>
                  <a:pt x="806303" y="51640"/>
                  <a:pt x="805724" y="51082"/>
                </a:cubicBezTo>
                <a:cubicBezTo>
                  <a:pt x="805145" y="50523"/>
                  <a:pt x="804806" y="49608"/>
                  <a:pt x="804705" y="48337"/>
                </a:cubicBezTo>
                <a:cubicBezTo>
                  <a:pt x="804403" y="45289"/>
                  <a:pt x="802844" y="42774"/>
                  <a:pt x="800026" y="40793"/>
                </a:cubicBezTo>
                <a:cubicBezTo>
                  <a:pt x="795901" y="37948"/>
                  <a:pt x="790443" y="36525"/>
                  <a:pt x="783651" y="36525"/>
                </a:cubicBezTo>
                <a:cubicBezTo>
                  <a:pt x="776557" y="36525"/>
                  <a:pt x="771048" y="37959"/>
                  <a:pt x="767124" y="40826"/>
                </a:cubicBezTo>
                <a:cubicBezTo>
                  <a:pt x="764156" y="42989"/>
                  <a:pt x="762672" y="45404"/>
                  <a:pt x="762672" y="48071"/>
                </a:cubicBezTo>
                <a:cubicBezTo>
                  <a:pt x="762672" y="51089"/>
                  <a:pt x="764433" y="53605"/>
                  <a:pt x="767954" y="55617"/>
                </a:cubicBezTo>
                <a:cubicBezTo>
                  <a:pt x="770369" y="57026"/>
                  <a:pt x="774947" y="58107"/>
                  <a:pt x="781689" y="58862"/>
                </a:cubicBezTo>
                <a:cubicBezTo>
                  <a:pt x="790493" y="59821"/>
                  <a:pt x="796605" y="60907"/>
                  <a:pt x="800026" y="62119"/>
                </a:cubicBezTo>
                <a:cubicBezTo>
                  <a:pt x="804907" y="63886"/>
                  <a:pt x="808541" y="66335"/>
                  <a:pt x="810931" y="69467"/>
                </a:cubicBezTo>
                <a:cubicBezTo>
                  <a:pt x="813321" y="72597"/>
                  <a:pt x="814516" y="75980"/>
                  <a:pt x="814516" y="79615"/>
                </a:cubicBezTo>
                <a:cubicBezTo>
                  <a:pt x="814516" y="85017"/>
                  <a:pt x="811925" y="89826"/>
                  <a:pt x="806743" y="94043"/>
                </a:cubicBezTo>
                <a:cubicBezTo>
                  <a:pt x="801561" y="98259"/>
                  <a:pt x="793964" y="100367"/>
                  <a:pt x="783953" y="100367"/>
                </a:cubicBezTo>
                <a:cubicBezTo>
                  <a:pt x="773941" y="100367"/>
                  <a:pt x="765741" y="97827"/>
                  <a:pt x="759351" y="92746"/>
                </a:cubicBezTo>
                <a:cubicBezTo>
                  <a:pt x="759351" y="94481"/>
                  <a:pt x="759251" y="95605"/>
                  <a:pt x="759049" y="96115"/>
                </a:cubicBezTo>
                <a:cubicBezTo>
                  <a:pt x="758848" y="96625"/>
                  <a:pt x="758483" y="97059"/>
                  <a:pt x="757955" y="97417"/>
                </a:cubicBezTo>
                <a:cubicBezTo>
                  <a:pt x="757427" y="97774"/>
                  <a:pt x="756836" y="97953"/>
                  <a:pt x="756182" y="97953"/>
                </a:cubicBezTo>
                <a:cubicBezTo>
                  <a:pt x="755276" y="97953"/>
                  <a:pt x="754522" y="97625"/>
                  <a:pt x="753918" y="96969"/>
                </a:cubicBezTo>
                <a:cubicBezTo>
                  <a:pt x="753314" y="96312"/>
                  <a:pt x="753012" y="95226"/>
                  <a:pt x="753012" y="93712"/>
                </a:cubicBezTo>
                <a:lnTo>
                  <a:pt x="753012" y="80610"/>
                </a:lnTo>
                <a:cubicBezTo>
                  <a:pt x="753012" y="79096"/>
                  <a:pt x="753302" y="78011"/>
                  <a:pt x="753880" y="77356"/>
                </a:cubicBezTo>
                <a:cubicBezTo>
                  <a:pt x="754459" y="76698"/>
                  <a:pt x="755226" y="76370"/>
                  <a:pt x="756182" y="76370"/>
                </a:cubicBezTo>
                <a:cubicBezTo>
                  <a:pt x="757087" y="76370"/>
                  <a:pt x="757855" y="76684"/>
                  <a:pt x="758483" y="77313"/>
                </a:cubicBezTo>
                <a:cubicBezTo>
                  <a:pt x="759112" y="77942"/>
                  <a:pt x="759427" y="78785"/>
                  <a:pt x="759427" y="79841"/>
                </a:cubicBezTo>
                <a:cubicBezTo>
                  <a:pt x="759427" y="82155"/>
                  <a:pt x="760005" y="84092"/>
                  <a:pt x="761162" y="85652"/>
                </a:cubicBezTo>
                <a:cubicBezTo>
                  <a:pt x="762923" y="88067"/>
                  <a:pt x="765728" y="90067"/>
                  <a:pt x="769577" y="91651"/>
                </a:cubicBezTo>
                <a:cubicBezTo>
                  <a:pt x="773425" y="93236"/>
                  <a:pt x="778142" y="94028"/>
                  <a:pt x="783726" y="94028"/>
                </a:cubicBezTo>
                <a:cubicBezTo>
                  <a:pt x="791977" y="94028"/>
                  <a:pt x="798115" y="92486"/>
                  <a:pt x="802139" y="89402"/>
                </a:cubicBezTo>
                <a:cubicBezTo>
                  <a:pt x="806164" y="86317"/>
                  <a:pt x="808177" y="83055"/>
                  <a:pt x="808177" y="79617"/>
                </a:cubicBezTo>
                <a:cubicBezTo>
                  <a:pt x="808177" y="75673"/>
                  <a:pt x="806139" y="72512"/>
                  <a:pt x="802064" y="70137"/>
                </a:cubicBezTo>
                <a:cubicBezTo>
                  <a:pt x="797939" y="67760"/>
                  <a:pt x="791939" y="66167"/>
                  <a:pt x="784066" y="65359"/>
                </a:cubicBezTo>
                <a:cubicBezTo>
                  <a:pt x="776192" y="64549"/>
                  <a:pt x="770545" y="63492"/>
                  <a:pt x="767124" y="62187"/>
                </a:cubicBezTo>
                <a:cubicBezTo>
                  <a:pt x="763703" y="60882"/>
                  <a:pt x="761037" y="58925"/>
                  <a:pt x="759125" y="56315"/>
                </a:cubicBezTo>
                <a:cubicBezTo>
                  <a:pt x="757213" y="53704"/>
                  <a:pt x="756257" y="50892"/>
                  <a:pt x="756257" y="47880"/>
                </a:cubicBezTo>
                <a:cubicBezTo>
                  <a:pt x="756257" y="42459"/>
                  <a:pt x="758924" y="38155"/>
                  <a:pt x="764256" y="34968"/>
                </a:cubicBezTo>
                <a:cubicBezTo>
                  <a:pt x="769589" y="31780"/>
                  <a:pt x="775953" y="30186"/>
                  <a:pt x="783349" y="30186"/>
                </a:cubicBezTo>
                <a:cubicBezTo>
                  <a:pt x="792103" y="30186"/>
                  <a:pt x="799222" y="32299"/>
                  <a:pt x="804705" y="36525"/>
                </a:cubicBezTo>
                <a:close/>
                <a:moveTo>
                  <a:pt x="875174" y="79841"/>
                </a:moveTo>
                <a:lnTo>
                  <a:pt x="877890" y="79841"/>
                </a:lnTo>
                <a:cubicBezTo>
                  <a:pt x="880708" y="79841"/>
                  <a:pt x="883123" y="80839"/>
                  <a:pt x="885135" y="82834"/>
                </a:cubicBezTo>
                <a:cubicBezTo>
                  <a:pt x="887147" y="84827"/>
                  <a:pt x="888154" y="87238"/>
                  <a:pt x="888154" y="90067"/>
                </a:cubicBezTo>
                <a:cubicBezTo>
                  <a:pt x="888154" y="92996"/>
                  <a:pt x="887135" y="95445"/>
                  <a:pt x="885097" y="97415"/>
                </a:cubicBezTo>
                <a:cubicBezTo>
                  <a:pt x="883060" y="99383"/>
                  <a:pt x="880658" y="100367"/>
                  <a:pt x="877890" y="100367"/>
                </a:cubicBezTo>
                <a:lnTo>
                  <a:pt x="875174" y="100367"/>
                </a:lnTo>
                <a:cubicBezTo>
                  <a:pt x="872356" y="100367"/>
                  <a:pt x="869942" y="99371"/>
                  <a:pt x="867929" y="97377"/>
                </a:cubicBezTo>
                <a:cubicBezTo>
                  <a:pt x="865917" y="95382"/>
                  <a:pt x="864911" y="92970"/>
                  <a:pt x="864911" y="90142"/>
                </a:cubicBezTo>
                <a:cubicBezTo>
                  <a:pt x="864911" y="87213"/>
                  <a:pt x="865929" y="84764"/>
                  <a:pt x="867967" y="82796"/>
                </a:cubicBezTo>
                <a:cubicBezTo>
                  <a:pt x="870004" y="80826"/>
                  <a:pt x="872407" y="79841"/>
                  <a:pt x="875174" y="79841"/>
                </a:cubicBezTo>
                <a:close/>
                <a:moveTo>
                  <a:pt x="987449" y="97953"/>
                </a:moveTo>
                <a:lnTo>
                  <a:pt x="987449" y="88746"/>
                </a:lnTo>
                <a:cubicBezTo>
                  <a:pt x="978243" y="96494"/>
                  <a:pt x="968407" y="100367"/>
                  <a:pt x="957943" y="100367"/>
                </a:cubicBezTo>
                <a:cubicBezTo>
                  <a:pt x="950346" y="100367"/>
                  <a:pt x="944410" y="98443"/>
                  <a:pt x="940133" y="94594"/>
                </a:cubicBezTo>
                <a:cubicBezTo>
                  <a:pt x="935857" y="90746"/>
                  <a:pt x="933719" y="86029"/>
                  <a:pt x="933719" y="80445"/>
                </a:cubicBezTo>
                <a:cubicBezTo>
                  <a:pt x="933719" y="74307"/>
                  <a:pt x="936536" y="68949"/>
                  <a:pt x="942171" y="64371"/>
                </a:cubicBezTo>
                <a:cubicBezTo>
                  <a:pt x="947806" y="59793"/>
                  <a:pt x="956031" y="57504"/>
                  <a:pt x="966848" y="57504"/>
                </a:cubicBezTo>
                <a:cubicBezTo>
                  <a:pt x="969766" y="57504"/>
                  <a:pt x="972935" y="57692"/>
                  <a:pt x="976356" y="58070"/>
                </a:cubicBezTo>
                <a:cubicBezTo>
                  <a:pt x="979777" y="58447"/>
                  <a:pt x="983475" y="59038"/>
                  <a:pt x="987449" y="59843"/>
                </a:cubicBezTo>
                <a:lnTo>
                  <a:pt x="987449" y="49514"/>
                </a:lnTo>
                <a:cubicBezTo>
                  <a:pt x="987449" y="46019"/>
                  <a:pt x="985840" y="42981"/>
                  <a:pt x="982620" y="40399"/>
                </a:cubicBezTo>
                <a:cubicBezTo>
                  <a:pt x="979400" y="37816"/>
                  <a:pt x="974570" y="36525"/>
                  <a:pt x="968131" y="36525"/>
                </a:cubicBezTo>
                <a:cubicBezTo>
                  <a:pt x="963200" y="36525"/>
                  <a:pt x="956283" y="37980"/>
                  <a:pt x="947378" y="40890"/>
                </a:cubicBezTo>
                <a:cubicBezTo>
                  <a:pt x="945768" y="41401"/>
                  <a:pt x="944737" y="41656"/>
                  <a:pt x="944284" y="41656"/>
                </a:cubicBezTo>
                <a:cubicBezTo>
                  <a:pt x="943479" y="41656"/>
                  <a:pt x="942787" y="41354"/>
                  <a:pt x="942209" y="40751"/>
                </a:cubicBezTo>
                <a:cubicBezTo>
                  <a:pt x="941630" y="40147"/>
                  <a:pt x="941341" y="39392"/>
                  <a:pt x="941341" y="38487"/>
                </a:cubicBezTo>
                <a:cubicBezTo>
                  <a:pt x="941341" y="37632"/>
                  <a:pt x="941592" y="36952"/>
                  <a:pt x="942095" y="36449"/>
                </a:cubicBezTo>
                <a:cubicBezTo>
                  <a:pt x="942800" y="35695"/>
                  <a:pt x="945642" y="34663"/>
                  <a:pt x="950623" y="33355"/>
                </a:cubicBezTo>
                <a:cubicBezTo>
                  <a:pt x="958471" y="31242"/>
                  <a:pt x="964408" y="30186"/>
                  <a:pt x="968432" y="30186"/>
                </a:cubicBezTo>
                <a:cubicBezTo>
                  <a:pt x="976432" y="30186"/>
                  <a:pt x="982670" y="32165"/>
                  <a:pt x="987148" y="36124"/>
                </a:cubicBezTo>
                <a:cubicBezTo>
                  <a:pt x="991625" y="40083"/>
                  <a:pt x="993864" y="44558"/>
                  <a:pt x="993864" y="49552"/>
                </a:cubicBezTo>
                <a:lnTo>
                  <a:pt x="993864" y="91614"/>
                </a:lnTo>
                <a:lnTo>
                  <a:pt x="1002316" y="91614"/>
                </a:lnTo>
                <a:cubicBezTo>
                  <a:pt x="1003876" y="91614"/>
                  <a:pt x="1004982" y="91903"/>
                  <a:pt x="1005636" y="92481"/>
                </a:cubicBezTo>
                <a:cubicBezTo>
                  <a:pt x="1006290" y="93060"/>
                  <a:pt x="1006617" y="93827"/>
                  <a:pt x="1006617" y="94783"/>
                </a:cubicBezTo>
                <a:cubicBezTo>
                  <a:pt x="1006617" y="95689"/>
                  <a:pt x="1006290" y="96443"/>
                  <a:pt x="1005636" y="97047"/>
                </a:cubicBezTo>
                <a:cubicBezTo>
                  <a:pt x="1004982" y="97651"/>
                  <a:pt x="1003876" y="97953"/>
                  <a:pt x="1002316" y="97953"/>
                </a:cubicBezTo>
                <a:lnTo>
                  <a:pt x="987449" y="97953"/>
                </a:lnTo>
                <a:moveTo>
                  <a:pt x="987449" y="66333"/>
                </a:moveTo>
                <a:cubicBezTo>
                  <a:pt x="984481" y="65478"/>
                  <a:pt x="981337" y="64849"/>
                  <a:pt x="978016" y="64446"/>
                </a:cubicBezTo>
                <a:cubicBezTo>
                  <a:pt x="974696" y="64044"/>
                  <a:pt x="971200" y="63843"/>
                  <a:pt x="967527" y="63843"/>
                </a:cubicBezTo>
                <a:cubicBezTo>
                  <a:pt x="958320" y="63843"/>
                  <a:pt x="951126" y="65830"/>
                  <a:pt x="945944" y="69804"/>
                </a:cubicBezTo>
                <a:cubicBezTo>
                  <a:pt x="942020" y="72773"/>
                  <a:pt x="940058" y="76319"/>
                  <a:pt x="940058" y="80445"/>
                </a:cubicBezTo>
                <a:cubicBezTo>
                  <a:pt x="940058" y="84268"/>
                  <a:pt x="941555" y="87488"/>
                  <a:pt x="944548" y="90104"/>
                </a:cubicBezTo>
                <a:cubicBezTo>
                  <a:pt x="947541" y="92720"/>
                  <a:pt x="951906" y="94028"/>
                  <a:pt x="957641" y="94028"/>
                </a:cubicBezTo>
                <a:cubicBezTo>
                  <a:pt x="963125" y="94028"/>
                  <a:pt x="968219" y="92934"/>
                  <a:pt x="972923" y="90746"/>
                </a:cubicBezTo>
                <a:cubicBezTo>
                  <a:pt x="977627" y="88557"/>
                  <a:pt x="982469" y="85073"/>
                  <a:pt x="987449" y="80294"/>
                </a:cubicBezTo>
                <a:lnTo>
                  <a:pt x="987449" y="663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v2.writes(v1)">
            <a:extLst xmlns:a="http://schemas.openxmlformats.org/drawingml/2006/main">
              <a:ext uri="{FF2B5EF4-FFF2-40B4-BE49-F238E27FC236}">
                <a16:creationId xmlns:a16="http://schemas.microsoft.com/office/drawing/2014/main" id="{1C95785E-098B-41A4-A933-4922F9E4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142" y="1203519"/>
            <a:ext cx="1156535" cy="117573"/>
          </a:xfrm>
          <a:custGeom xmlns:a="http://schemas.openxmlformats.org/drawingml/2006/main">
            <a:pathLst>
              <a:path w="1156535" h="117573">
                <a:moveTo>
                  <a:pt x="47467" y="97953"/>
                </a:moveTo>
                <a:lnTo>
                  <a:pt x="36751" y="97953"/>
                </a:lnTo>
                <a:lnTo>
                  <a:pt x="10716" y="38789"/>
                </a:lnTo>
                <a:lnTo>
                  <a:pt x="4226" y="38789"/>
                </a:lnTo>
                <a:cubicBezTo>
                  <a:pt x="2717" y="38789"/>
                  <a:pt x="1635" y="38487"/>
                  <a:pt x="981" y="37883"/>
                </a:cubicBezTo>
                <a:cubicBezTo>
                  <a:pt x="327" y="37279"/>
                  <a:pt x="0" y="36500"/>
                  <a:pt x="0" y="35544"/>
                </a:cubicBezTo>
                <a:cubicBezTo>
                  <a:pt x="0" y="34660"/>
                  <a:pt x="327" y="33924"/>
                  <a:pt x="981" y="33334"/>
                </a:cubicBezTo>
                <a:cubicBezTo>
                  <a:pt x="1635" y="32744"/>
                  <a:pt x="2717" y="32450"/>
                  <a:pt x="4226" y="32450"/>
                </a:cubicBezTo>
                <a:lnTo>
                  <a:pt x="27997" y="32450"/>
                </a:lnTo>
                <a:cubicBezTo>
                  <a:pt x="29507" y="32450"/>
                  <a:pt x="30588" y="32744"/>
                  <a:pt x="31242" y="33334"/>
                </a:cubicBezTo>
                <a:cubicBezTo>
                  <a:pt x="31896" y="33924"/>
                  <a:pt x="32223" y="34685"/>
                  <a:pt x="32223" y="35619"/>
                </a:cubicBezTo>
                <a:cubicBezTo>
                  <a:pt x="32223" y="36525"/>
                  <a:pt x="31896" y="37279"/>
                  <a:pt x="31242" y="37883"/>
                </a:cubicBezTo>
                <a:cubicBezTo>
                  <a:pt x="30588" y="38487"/>
                  <a:pt x="29507" y="38789"/>
                  <a:pt x="27997" y="38789"/>
                </a:cubicBezTo>
                <a:lnTo>
                  <a:pt x="17508" y="38789"/>
                </a:lnTo>
                <a:lnTo>
                  <a:pt x="40751" y="91614"/>
                </a:lnTo>
                <a:lnTo>
                  <a:pt x="43543" y="91614"/>
                </a:lnTo>
                <a:lnTo>
                  <a:pt x="66333" y="38789"/>
                </a:lnTo>
                <a:lnTo>
                  <a:pt x="55768" y="38789"/>
                </a:lnTo>
                <a:cubicBezTo>
                  <a:pt x="54259" y="38789"/>
                  <a:pt x="53177" y="38487"/>
                  <a:pt x="52523" y="37883"/>
                </a:cubicBezTo>
                <a:cubicBezTo>
                  <a:pt x="51869" y="37279"/>
                  <a:pt x="51542" y="36500"/>
                  <a:pt x="51542" y="35544"/>
                </a:cubicBezTo>
                <a:cubicBezTo>
                  <a:pt x="51542" y="34660"/>
                  <a:pt x="51869" y="33924"/>
                  <a:pt x="52523" y="33334"/>
                </a:cubicBezTo>
                <a:cubicBezTo>
                  <a:pt x="53177" y="32744"/>
                  <a:pt x="54259" y="32450"/>
                  <a:pt x="55768" y="32450"/>
                </a:cubicBezTo>
                <a:lnTo>
                  <a:pt x="79615" y="32450"/>
                </a:lnTo>
                <a:cubicBezTo>
                  <a:pt x="81174" y="32450"/>
                  <a:pt x="82269" y="32744"/>
                  <a:pt x="82897" y="33334"/>
                </a:cubicBezTo>
                <a:cubicBezTo>
                  <a:pt x="83526" y="33924"/>
                  <a:pt x="83841" y="34685"/>
                  <a:pt x="83841" y="35619"/>
                </a:cubicBezTo>
                <a:cubicBezTo>
                  <a:pt x="83841" y="36525"/>
                  <a:pt x="83526" y="37279"/>
                  <a:pt x="82897" y="37883"/>
                </a:cubicBezTo>
                <a:cubicBezTo>
                  <a:pt x="82269" y="38487"/>
                  <a:pt x="81174" y="38789"/>
                  <a:pt x="79615" y="38789"/>
                </a:cubicBezTo>
                <a:lnTo>
                  <a:pt x="73200" y="38789"/>
                </a:lnTo>
                <a:lnTo>
                  <a:pt x="47467" y="97953"/>
                </a:lnTo>
                <a:close/>
                <a:moveTo>
                  <a:pt x="107371" y="91614"/>
                </a:moveTo>
                <a:lnTo>
                  <a:pt x="156045" y="91614"/>
                </a:lnTo>
                <a:lnTo>
                  <a:pt x="156045" y="89048"/>
                </a:lnTo>
                <a:cubicBezTo>
                  <a:pt x="156045" y="87539"/>
                  <a:pt x="156347" y="86457"/>
                  <a:pt x="156951" y="85803"/>
                </a:cubicBezTo>
                <a:cubicBezTo>
                  <a:pt x="157554" y="85149"/>
                  <a:pt x="158334" y="84822"/>
                  <a:pt x="159290" y="84822"/>
                </a:cubicBezTo>
                <a:cubicBezTo>
                  <a:pt x="160195" y="84822"/>
                  <a:pt x="160950" y="85149"/>
                  <a:pt x="161554" y="85803"/>
                </a:cubicBezTo>
                <a:cubicBezTo>
                  <a:pt x="162158" y="86457"/>
                  <a:pt x="162459" y="87539"/>
                  <a:pt x="162459" y="89048"/>
                </a:cubicBezTo>
                <a:lnTo>
                  <a:pt x="162459" y="97953"/>
                </a:lnTo>
                <a:lnTo>
                  <a:pt x="101182" y="97953"/>
                </a:lnTo>
                <a:lnTo>
                  <a:pt x="101182" y="88444"/>
                </a:lnTo>
                <a:cubicBezTo>
                  <a:pt x="114062" y="76873"/>
                  <a:pt x="126589" y="65100"/>
                  <a:pt x="138764" y="53127"/>
                </a:cubicBezTo>
                <a:cubicBezTo>
                  <a:pt x="144449" y="47542"/>
                  <a:pt x="148348" y="43442"/>
                  <a:pt x="150461" y="40826"/>
                </a:cubicBezTo>
                <a:cubicBezTo>
                  <a:pt x="152574" y="38210"/>
                  <a:pt x="154020" y="35908"/>
                  <a:pt x="154800" y="33921"/>
                </a:cubicBezTo>
                <a:cubicBezTo>
                  <a:pt x="155580" y="31934"/>
                  <a:pt x="155969" y="29934"/>
                  <a:pt x="155969" y="27922"/>
                </a:cubicBezTo>
                <a:cubicBezTo>
                  <a:pt x="155969" y="22488"/>
                  <a:pt x="153781" y="17684"/>
                  <a:pt x="149404" y="13508"/>
                </a:cubicBezTo>
                <a:cubicBezTo>
                  <a:pt x="145027" y="9332"/>
                  <a:pt x="139745" y="7245"/>
                  <a:pt x="133557" y="7245"/>
                </a:cubicBezTo>
                <a:cubicBezTo>
                  <a:pt x="128023" y="7245"/>
                  <a:pt x="123117" y="8842"/>
                  <a:pt x="118841" y="12037"/>
                </a:cubicBezTo>
                <a:cubicBezTo>
                  <a:pt x="114565" y="15230"/>
                  <a:pt x="111798" y="19184"/>
                  <a:pt x="110540" y="23899"/>
                </a:cubicBezTo>
                <a:cubicBezTo>
                  <a:pt x="110238" y="25115"/>
                  <a:pt x="109861" y="25902"/>
                  <a:pt x="109408" y="26257"/>
                </a:cubicBezTo>
                <a:cubicBezTo>
                  <a:pt x="108804" y="26763"/>
                  <a:pt x="108100" y="27016"/>
                  <a:pt x="107295" y="27016"/>
                </a:cubicBezTo>
                <a:cubicBezTo>
                  <a:pt x="106440" y="27016"/>
                  <a:pt x="105723" y="26726"/>
                  <a:pt x="105144" y="26146"/>
                </a:cubicBezTo>
                <a:cubicBezTo>
                  <a:pt x="104566" y="25566"/>
                  <a:pt x="104276" y="24872"/>
                  <a:pt x="104276" y="24064"/>
                </a:cubicBezTo>
                <a:cubicBezTo>
                  <a:pt x="104276" y="21643"/>
                  <a:pt x="105597" y="18364"/>
                  <a:pt x="108238" y="14227"/>
                </a:cubicBezTo>
                <a:cubicBezTo>
                  <a:pt x="110880" y="10089"/>
                  <a:pt x="114527" y="6835"/>
                  <a:pt x="119181" y="4464"/>
                </a:cubicBezTo>
                <a:cubicBezTo>
                  <a:pt x="123834" y="2092"/>
                  <a:pt x="128601" y="906"/>
                  <a:pt x="133481" y="906"/>
                </a:cubicBezTo>
                <a:cubicBezTo>
                  <a:pt x="141380" y="906"/>
                  <a:pt x="148172" y="3650"/>
                  <a:pt x="153856" y="9138"/>
                </a:cubicBezTo>
                <a:cubicBezTo>
                  <a:pt x="159541" y="14627"/>
                  <a:pt x="162384" y="20845"/>
                  <a:pt x="162384" y="27792"/>
                </a:cubicBezTo>
                <a:cubicBezTo>
                  <a:pt x="162384" y="30713"/>
                  <a:pt x="161906" y="33395"/>
                  <a:pt x="160950" y="35838"/>
                </a:cubicBezTo>
                <a:cubicBezTo>
                  <a:pt x="159994" y="38280"/>
                  <a:pt x="158372" y="40949"/>
                  <a:pt x="156083" y="43845"/>
                </a:cubicBezTo>
                <a:cubicBezTo>
                  <a:pt x="153794" y="46739"/>
                  <a:pt x="149681" y="51107"/>
                  <a:pt x="143744" y="56947"/>
                </a:cubicBezTo>
                <a:cubicBezTo>
                  <a:pt x="128853" y="71650"/>
                  <a:pt x="116728" y="83055"/>
                  <a:pt x="107371" y="91161"/>
                </a:cubicBezTo>
                <a:lnTo>
                  <a:pt x="107371" y="91614"/>
                </a:lnTo>
                <a:close/>
                <a:moveTo>
                  <a:pt x="226061" y="79841"/>
                </a:moveTo>
                <a:lnTo>
                  <a:pt x="228778" y="79841"/>
                </a:lnTo>
                <a:cubicBezTo>
                  <a:pt x="231595" y="79841"/>
                  <a:pt x="234010" y="80839"/>
                  <a:pt x="236022" y="82834"/>
                </a:cubicBezTo>
                <a:cubicBezTo>
                  <a:pt x="238035" y="84827"/>
                  <a:pt x="239041" y="87238"/>
                  <a:pt x="239041" y="90067"/>
                </a:cubicBezTo>
                <a:cubicBezTo>
                  <a:pt x="239041" y="92996"/>
                  <a:pt x="238022" y="95445"/>
                  <a:pt x="235984" y="97415"/>
                </a:cubicBezTo>
                <a:cubicBezTo>
                  <a:pt x="233947" y="99383"/>
                  <a:pt x="231545" y="100367"/>
                  <a:pt x="228778" y="100367"/>
                </a:cubicBezTo>
                <a:lnTo>
                  <a:pt x="226061" y="100367"/>
                </a:lnTo>
                <a:cubicBezTo>
                  <a:pt x="223244" y="100367"/>
                  <a:pt x="220829" y="99371"/>
                  <a:pt x="218816" y="97377"/>
                </a:cubicBezTo>
                <a:cubicBezTo>
                  <a:pt x="216804" y="95382"/>
                  <a:pt x="215798" y="92970"/>
                  <a:pt x="215798" y="90142"/>
                </a:cubicBezTo>
                <a:cubicBezTo>
                  <a:pt x="215798" y="87213"/>
                  <a:pt x="216817" y="84764"/>
                  <a:pt x="218854" y="82796"/>
                </a:cubicBezTo>
                <a:cubicBezTo>
                  <a:pt x="220892" y="80826"/>
                  <a:pt x="223294" y="79841"/>
                  <a:pt x="226061" y="79841"/>
                </a:cubicBezTo>
                <a:close/>
                <a:moveTo>
                  <a:pt x="341959" y="97953"/>
                </a:moveTo>
                <a:lnTo>
                  <a:pt x="334110" y="98104"/>
                </a:lnTo>
                <a:lnTo>
                  <a:pt x="320149" y="57320"/>
                </a:lnTo>
                <a:lnTo>
                  <a:pt x="306264" y="98104"/>
                </a:lnTo>
                <a:lnTo>
                  <a:pt x="298416" y="97953"/>
                </a:lnTo>
                <a:lnTo>
                  <a:pt x="285285" y="38789"/>
                </a:lnTo>
                <a:lnTo>
                  <a:pt x="282191" y="38789"/>
                </a:lnTo>
                <a:cubicBezTo>
                  <a:pt x="280682" y="38789"/>
                  <a:pt x="279600" y="38487"/>
                  <a:pt x="278946" y="37883"/>
                </a:cubicBezTo>
                <a:cubicBezTo>
                  <a:pt x="278292" y="37279"/>
                  <a:pt x="277965" y="36500"/>
                  <a:pt x="277965" y="35544"/>
                </a:cubicBezTo>
                <a:cubicBezTo>
                  <a:pt x="277965" y="34660"/>
                  <a:pt x="278292" y="33924"/>
                  <a:pt x="278946" y="33334"/>
                </a:cubicBezTo>
                <a:cubicBezTo>
                  <a:pt x="279600" y="32744"/>
                  <a:pt x="280682" y="32450"/>
                  <a:pt x="282191" y="32450"/>
                </a:cubicBezTo>
                <a:lnTo>
                  <a:pt x="299623" y="32450"/>
                </a:lnTo>
                <a:cubicBezTo>
                  <a:pt x="301132" y="32450"/>
                  <a:pt x="302214" y="32744"/>
                  <a:pt x="302868" y="33334"/>
                </a:cubicBezTo>
                <a:cubicBezTo>
                  <a:pt x="303522" y="33924"/>
                  <a:pt x="303849" y="34685"/>
                  <a:pt x="303849" y="35619"/>
                </a:cubicBezTo>
                <a:cubicBezTo>
                  <a:pt x="303849" y="36525"/>
                  <a:pt x="303522" y="37279"/>
                  <a:pt x="302868" y="37883"/>
                </a:cubicBezTo>
                <a:cubicBezTo>
                  <a:pt x="302214" y="38487"/>
                  <a:pt x="301132" y="38789"/>
                  <a:pt x="299623" y="38789"/>
                </a:cubicBezTo>
                <a:lnTo>
                  <a:pt x="291549" y="38789"/>
                </a:lnTo>
                <a:lnTo>
                  <a:pt x="302793" y="89199"/>
                </a:lnTo>
                <a:lnTo>
                  <a:pt x="316301" y="49203"/>
                </a:lnTo>
                <a:lnTo>
                  <a:pt x="323847" y="49203"/>
                </a:lnTo>
                <a:lnTo>
                  <a:pt x="337733" y="89350"/>
                </a:lnTo>
                <a:lnTo>
                  <a:pt x="348524" y="38789"/>
                </a:lnTo>
                <a:lnTo>
                  <a:pt x="340525" y="38789"/>
                </a:lnTo>
                <a:cubicBezTo>
                  <a:pt x="339016" y="38789"/>
                  <a:pt x="337921" y="38487"/>
                  <a:pt x="337242" y="37883"/>
                </a:cubicBezTo>
                <a:cubicBezTo>
                  <a:pt x="336563" y="37279"/>
                  <a:pt x="336223" y="36500"/>
                  <a:pt x="336223" y="35544"/>
                </a:cubicBezTo>
                <a:cubicBezTo>
                  <a:pt x="336223" y="34660"/>
                  <a:pt x="336550" y="33924"/>
                  <a:pt x="337204" y="33334"/>
                </a:cubicBezTo>
                <a:cubicBezTo>
                  <a:pt x="337858" y="32744"/>
                  <a:pt x="338965" y="32450"/>
                  <a:pt x="340525" y="32450"/>
                </a:cubicBezTo>
                <a:lnTo>
                  <a:pt x="357882" y="32450"/>
                </a:lnTo>
                <a:cubicBezTo>
                  <a:pt x="359441" y="32450"/>
                  <a:pt x="360548" y="32744"/>
                  <a:pt x="361202" y="33334"/>
                </a:cubicBezTo>
                <a:cubicBezTo>
                  <a:pt x="361856" y="33924"/>
                  <a:pt x="362183" y="34685"/>
                  <a:pt x="362183" y="35619"/>
                </a:cubicBezTo>
                <a:cubicBezTo>
                  <a:pt x="362183" y="36525"/>
                  <a:pt x="361856" y="37279"/>
                  <a:pt x="361202" y="37883"/>
                </a:cubicBezTo>
                <a:cubicBezTo>
                  <a:pt x="360548" y="38487"/>
                  <a:pt x="359441" y="38789"/>
                  <a:pt x="357882" y="38789"/>
                </a:cubicBezTo>
                <a:lnTo>
                  <a:pt x="354863" y="38789"/>
                </a:lnTo>
                <a:lnTo>
                  <a:pt x="341959" y="97953"/>
                </a:lnTo>
                <a:close/>
                <a:moveTo>
                  <a:pt x="405258" y="32450"/>
                </a:moveTo>
                <a:lnTo>
                  <a:pt x="405258" y="48488"/>
                </a:lnTo>
                <a:cubicBezTo>
                  <a:pt x="413509" y="41058"/>
                  <a:pt x="419684" y="36276"/>
                  <a:pt x="423784" y="34143"/>
                </a:cubicBezTo>
                <a:cubicBezTo>
                  <a:pt x="427885" y="32008"/>
                  <a:pt x="431670" y="30940"/>
                  <a:pt x="435142" y="30940"/>
                </a:cubicBezTo>
                <a:cubicBezTo>
                  <a:pt x="438915" y="30940"/>
                  <a:pt x="442424" y="32219"/>
                  <a:pt x="445669" y="34777"/>
                </a:cubicBezTo>
                <a:cubicBezTo>
                  <a:pt x="448914" y="37335"/>
                  <a:pt x="450537" y="39273"/>
                  <a:pt x="450537" y="40590"/>
                </a:cubicBezTo>
                <a:cubicBezTo>
                  <a:pt x="450537" y="41552"/>
                  <a:pt x="450222" y="42348"/>
                  <a:pt x="449593" y="42977"/>
                </a:cubicBezTo>
                <a:cubicBezTo>
                  <a:pt x="448964" y="43606"/>
                  <a:pt x="448172" y="43920"/>
                  <a:pt x="447216" y="43920"/>
                </a:cubicBezTo>
                <a:cubicBezTo>
                  <a:pt x="446713" y="43920"/>
                  <a:pt x="446285" y="43832"/>
                  <a:pt x="445933" y="43656"/>
                </a:cubicBezTo>
                <a:cubicBezTo>
                  <a:pt x="445581" y="43480"/>
                  <a:pt x="444927" y="42908"/>
                  <a:pt x="443971" y="41939"/>
                </a:cubicBezTo>
                <a:cubicBezTo>
                  <a:pt x="442210" y="40156"/>
                  <a:pt x="440676" y="38934"/>
                  <a:pt x="439368" y="38272"/>
                </a:cubicBezTo>
                <a:cubicBezTo>
                  <a:pt x="438060" y="37610"/>
                  <a:pt x="436777" y="37279"/>
                  <a:pt x="435519" y="37279"/>
                </a:cubicBezTo>
                <a:cubicBezTo>
                  <a:pt x="432752" y="37279"/>
                  <a:pt x="429419" y="38385"/>
                  <a:pt x="425520" y="40597"/>
                </a:cubicBezTo>
                <a:cubicBezTo>
                  <a:pt x="421621" y="42809"/>
                  <a:pt x="414867" y="48214"/>
                  <a:pt x="405258" y="56810"/>
                </a:cubicBezTo>
                <a:lnTo>
                  <a:pt x="405258" y="91614"/>
                </a:lnTo>
                <a:lnTo>
                  <a:pt x="433331" y="91614"/>
                </a:lnTo>
                <a:cubicBezTo>
                  <a:pt x="434890" y="91614"/>
                  <a:pt x="435997" y="91903"/>
                  <a:pt x="436651" y="92481"/>
                </a:cubicBezTo>
                <a:cubicBezTo>
                  <a:pt x="437305" y="93060"/>
                  <a:pt x="437632" y="93827"/>
                  <a:pt x="437632" y="94783"/>
                </a:cubicBezTo>
                <a:cubicBezTo>
                  <a:pt x="437632" y="95689"/>
                  <a:pt x="437305" y="96443"/>
                  <a:pt x="436651" y="97047"/>
                </a:cubicBezTo>
                <a:cubicBezTo>
                  <a:pt x="435997" y="97651"/>
                  <a:pt x="434890" y="97953"/>
                  <a:pt x="433331" y="97953"/>
                </a:cubicBezTo>
                <a:lnTo>
                  <a:pt x="383600" y="97953"/>
                </a:lnTo>
                <a:cubicBezTo>
                  <a:pt x="382090" y="97953"/>
                  <a:pt x="381009" y="97656"/>
                  <a:pt x="380355" y="97064"/>
                </a:cubicBezTo>
                <a:cubicBezTo>
                  <a:pt x="379701" y="96471"/>
                  <a:pt x="379374" y="95711"/>
                  <a:pt x="379374" y="94783"/>
                </a:cubicBezTo>
                <a:cubicBezTo>
                  <a:pt x="379374" y="93928"/>
                  <a:pt x="379688" y="93211"/>
                  <a:pt x="380317" y="92632"/>
                </a:cubicBezTo>
                <a:cubicBezTo>
                  <a:pt x="380946" y="92054"/>
                  <a:pt x="382040" y="91765"/>
                  <a:pt x="383600" y="91765"/>
                </a:cubicBezTo>
                <a:lnTo>
                  <a:pt x="398919" y="91765"/>
                </a:lnTo>
                <a:lnTo>
                  <a:pt x="398919" y="38789"/>
                </a:lnTo>
                <a:lnTo>
                  <a:pt x="387222" y="38789"/>
                </a:lnTo>
                <a:cubicBezTo>
                  <a:pt x="385713" y="38789"/>
                  <a:pt x="384631" y="38487"/>
                  <a:pt x="383977" y="37883"/>
                </a:cubicBezTo>
                <a:cubicBezTo>
                  <a:pt x="383323" y="37279"/>
                  <a:pt x="382996" y="36500"/>
                  <a:pt x="382996" y="35544"/>
                </a:cubicBezTo>
                <a:cubicBezTo>
                  <a:pt x="382996" y="34660"/>
                  <a:pt x="383310" y="33924"/>
                  <a:pt x="383939" y="33334"/>
                </a:cubicBezTo>
                <a:cubicBezTo>
                  <a:pt x="384568" y="32744"/>
                  <a:pt x="385662" y="32450"/>
                  <a:pt x="387222" y="32450"/>
                </a:cubicBezTo>
                <a:lnTo>
                  <a:pt x="405258" y="32450"/>
                </a:lnTo>
                <a:close/>
                <a:moveTo>
                  <a:pt x="508704" y="0"/>
                </a:moveTo>
                <a:lnTo>
                  <a:pt x="508704" y="16300"/>
                </a:lnTo>
                <a:lnTo>
                  <a:pt x="499347" y="16300"/>
                </a:lnTo>
                <a:lnTo>
                  <a:pt x="499347" y="0"/>
                </a:lnTo>
                <a:lnTo>
                  <a:pt x="508704" y="0"/>
                </a:lnTo>
                <a:moveTo>
                  <a:pt x="508931" y="32450"/>
                </a:moveTo>
                <a:lnTo>
                  <a:pt x="508931" y="91614"/>
                </a:lnTo>
                <a:lnTo>
                  <a:pt x="533834" y="91614"/>
                </a:lnTo>
                <a:cubicBezTo>
                  <a:pt x="535394" y="91614"/>
                  <a:pt x="536500" y="91903"/>
                  <a:pt x="537154" y="92481"/>
                </a:cubicBezTo>
                <a:cubicBezTo>
                  <a:pt x="537808" y="93060"/>
                  <a:pt x="538135" y="93827"/>
                  <a:pt x="538135" y="94783"/>
                </a:cubicBezTo>
                <a:cubicBezTo>
                  <a:pt x="538135" y="95689"/>
                  <a:pt x="537808" y="96443"/>
                  <a:pt x="537154" y="97047"/>
                </a:cubicBezTo>
                <a:cubicBezTo>
                  <a:pt x="536500" y="97651"/>
                  <a:pt x="535394" y="97953"/>
                  <a:pt x="533834" y="97953"/>
                </a:cubicBezTo>
                <a:lnTo>
                  <a:pt x="477689" y="97953"/>
                </a:lnTo>
                <a:cubicBezTo>
                  <a:pt x="476179" y="97953"/>
                  <a:pt x="475098" y="97651"/>
                  <a:pt x="474444" y="97047"/>
                </a:cubicBezTo>
                <a:cubicBezTo>
                  <a:pt x="473790" y="96443"/>
                  <a:pt x="473463" y="95689"/>
                  <a:pt x="473463" y="94783"/>
                </a:cubicBezTo>
                <a:cubicBezTo>
                  <a:pt x="473463" y="93827"/>
                  <a:pt x="473790" y="93060"/>
                  <a:pt x="474444" y="92481"/>
                </a:cubicBezTo>
                <a:cubicBezTo>
                  <a:pt x="475098" y="91903"/>
                  <a:pt x="476179" y="91614"/>
                  <a:pt x="477689" y="91614"/>
                </a:cubicBezTo>
                <a:lnTo>
                  <a:pt x="502592" y="91614"/>
                </a:lnTo>
                <a:lnTo>
                  <a:pt x="502592" y="38789"/>
                </a:lnTo>
                <a:lnTo>
                  <a:pt x="484103" y="38789"/>
                </a:lnTo>
                <a:cubicBezTo>
                  <a:pt x="482594" y="38789"/>
                  <a:pt x="481500" y="38491"/>
                  <a:pt x="480820" y="37895"/>
                </a:cubicBezTo>
                <a:cubicBezTo>
                  <a:pt x="480141" y="37297"/>
                  <a:pt x="479802" y="36551"/>
                  <a:pt x="479802" y="35657"/>
                </a:cubicBezTo>
                <a:cubicBezTo>
                  <a:pt x="479802" y="34712"/>
                  <a:pt x="480129" y="33942"/>
                  <a:pt x="480783" y="33346"/>
                </a:cubicBezTo>
                <a:cubicBezTo>
                  <a:pt x="481437" y="32748"/>
                  <a:pt x="482543" y="32450"/>
                  <a:pt x="484103" y="32450"/>
                </a:cubicBezTo>
                <a:lnTo>
                  <a:pt x="508931" y="32450"/>
                </a:lnTo>
                <a:close/>
                <a:moveTo>
                  <a:pt x="585285" y="32450"/>
                </a:moveTo>
                <a:lnTo>
                  <a:pt x="619697" y="32450"/>
                </a:lnTo>
                <a:cubicBezTo>
                  <a:pt x="621206" y="32450"/>
                  <a:pt x="622288" y="32744"/>
                  <a:pt x="622942" y="33334"/>
                </a:cubicBezTo>
                <a:cubicBezTo>
                  <a:pt x="623596" y="33924"/>
                  <a:pt x="623923" y="34685"/>
                  <a:pt x="623923" y="35619"/>
                </a:cubicBezTo>
                <a:cubicBezTo>
                  <a:pt x="623923" y="36525"/>
                  <a:pt x="623596" y="37279"/>
                  <a:pt x="622942" y="37883"/>
                </a:cubicBezTo>
                <a:cubicBezTo>
                  <a:pt x="622288" y="38487"/>
                  <a:pt x="621206" y="38789"/>
                  <a:pt x="619697" y="38789"/>
                </a:cubicBezTo>
                <a:lnTo>
                  <a:pt x="585285" y="38789"/>
                </a:lnTo>
                <a:lnTo>
                  <a:pt x="585285" y="81089"/>
                </a:lnTo>
                <a:cubicBezTo>
                  <a:pt x="585285" y="84771"/>
                  <a:pt x="586757" y="87848"/>
                  <a:pt x="589700" y="90321"/>
                </a:cubicBezTo>
                <a:cubicBezTo>
                  <a:pt x="592643" y="92793"/>
                  <a:pt x="596957" y="94028"/>
                  <a:pt x="602642" y="94028"/>
                </a:cubicBezTo>
                <a:cubicBezTo>
                  <a:pt x="606919" y="94028"/>
                  <a:pt x="611547" y="93387"/>
                  <a:pt x="616528" y="92104"/>
                </a:cubicBezTo>
                <a:cubicBezTo>
                  <a:pt x="621508" y="90821"/>
                  <a:pt x="625382" y="89375"/>
                  <a:pt x="628149" y="87765"/>
                </a:cubicBezTo>
                <a:cubicBezTo>
                  <a:pt x="629155" y="87111"/>
                  <a:pt x="629985" y="86784"/>
                  <a:pt x="630639" y="86784"/>
                </a:cubicBezTo>
                <a:cubicBezTo>
                  <a:pt x="631444" y="86784"/>
                  <a:pt x="632149" y="87098"/>
                  <a:pt x="632752" y="87727"/>
                </a:cubicBezTo>
                <a:cubicBezTo>
                  <a:pt x="633356" y="88356"/>
                  <a:pt x="633658" y="89098"/>
                  <a:pt x="633658" y="89953"/>
                </a:cubicBezTo>
                <a:cubicBezTo>
                  <a:pt x="633658" y="90708"/>
                  <a:pt x="633331" y="91412"/>
                  <a:pt x="632677" y="92066"/>
                </a:cubicBezTo>
                <a:cubicBezTo>
                  <a:pt x="631067" y="93727"/>
                  <a:pt x="627156" y="95525"/>
                  <a:pt x="620942" y="97462"/>
                </a:cubicBezTo>
                <a:cubicBezTo>
                  <a:pt x="614729" y="99399"/>
                  <a:pt x="608780" y="100367"/>
                  <a:pt x="603095" y="100367"/>
                </a:cubicBezTo>
                <a:cubicBezTo>
                  <a:pt x="595700" y="100367"/>
                  <a:pt x="589813" y="98628"/>
                  <a:pt x="585436" y="95149"/>
                </a:cubicBezTo>
                <a:cubicBezTo>
                  <a:pt x="581059" y="91668"/>
                  <a:pt x="578871" y="86977"/>
                  <a:pt x="578871" y="81077"/>
                </a:cubicBezTo>
                <a:lnTo>
                  <a:pt x="578871" y="38789"/>
                </a:lnTo>
                <a:lnTo>
                  <a:pt x="567174" y="38789"/>
                </a:lnTo>
                <a:cubicBezTo>
                  <a:pt x="565665" y="38789"/>
                  <a:pt x="564583" y="38491"/>
                  <a:pt x="563929" y="37895"/>
                </a:cubicBezTo>
                <a:cubicBezTo>
                  <a:pt x="563275" y="37297"/>
                  <a:pt x="562948" y="36526"/>
                  <a:pt x="562948" y="35581"/>
                </a:cubicBezTo>
                <a:cubicBezTo>
                  <a:pt x="562948" y="34687"/>
                  <a:pt x="563275" y="33942"/>
                  <a:pt x="563929" y="33346"/>
                </a:cubicBezTo>
                <a:cubicBezTo>
                  <a:pt x="564583" y="32748"/>
                  <a:pt x="565665" y="32450"/>
                  <a:pt x="567174" y="32450"/>
                </a:cubicBezTo>
                <a:lnTo>
                  <a:pt x="578871" y="32450"/>
                </a:lnTo>
                <a:lnTo>
                  <a:pt x="578871" y="13612"/>
                </a:lnTo>
                <a:cubicBezTo>
                  <a:pt x="578871" y="12092"/>
                  <a:pt x="579173" y="11003"/>
                  <a:pt x="579777" y="10346"/>
                </a:cubicBezTo>
                <a:cubicBezTo>
                  <a:pt x="580380" y="9687"/>
                  <a:pt x="581135" y="9358"/>
                  <a:pt x="582041" y="9358"/>
                </a:cubicBezTo>
                <a:cubicBezTo>
                  <a:pt x="582996" y="9358"/>
                  <a:pt x="583776" y="9687"/>
                  <a:pt x="584380" y="10346"/>
                </a:cubicBezTo>
                <a:cubicBezTo>
                  <a:pt x="584984" y="11003"/>
                  <a:pt x="585285" y="12092"/>
                  <a:pt x="585285" y="13612"/>
                </a:cubicBezTo>
                <a:lnTo>
                  <a:pt x="585285" y="32450"/>
                </a:lnTo>
                <a:close/>
                <a:moveTo>
                  <a:pt x="725332" y="66710"/>
                </a:moveTo>
                <a:lnTo>
                  <a:pt x="660735" y="66710"/>
                </a:lnTo>
                <a:cubicBezTo>
                  <a:pt x="661842" y="74911"/>
                  <a:pt x="665275" y="81514"/>
                  <a:pt x="671036" y="86520"/>
                </a:cubicBezTo>
                <a:cubicBezTo>
                  <a:pt x="676796" y="91526"/>
                  <a:pt x="683928" y="94028"/>
                  <a:pt x="692430" y="94028"/>
                </a:cubicBezTo>
                <a:cubicBezTo>
                  <a:pt x="697159" y="94028"/>
                  <a:pt x="702114" y="93249"/>
                  <a:pt x="707296" y="91689"/>
                </a:cubicBezTo>
                <a:cubicBezTo>
                  <a:pt x="712478" y="90129"/>
                  <a:pt x="716704" y="88067"/>
                  <a:pt x="719974" y="85501"/>
                </a:cubicBezTo>
                <a:cubicBezTo>
                  <a:pt x="720930" y="84746"/>
                  <a:pt x="721760" y="84369"/>
                  <a:pt x="722465" y="84369"/>
                </a:cubicBezTo>
                <a:cubicBezTo>
                  <a:pt x="723270" y="84369"/>
                  <a:pt x="723974" y="84683"/>
                  <a:pt x="724578" y="85312"/>
                </a:cubicBezTo>
                <a:cubicBezTo>
                  <a:pt x="725181" y="85941"/>
                  <a:pt x="725483" y="86683"/>
                  <a:pt x="725483" y="87539"/>
                </a:cubicBezTo>
                <a:cubicBezTo>
                  <a:pt x="725483" y="88394"/>
                  <a:pt x="725081" y="89224"/>
                  <a:pt x="724276" y="90029"/>
                </a:cubicBezTo>
                <a:cubicBezTo>
                  <a:pt x="721861" y="92544"/>
                  <a:pt x="717572" y="94896"/>
                  <a:pt x="711409" y="97085"/>
                </a:cubicBezTo>
                <a:cubicBezTo>
                  <a:pt x="705246" y="99273"/>
                  <a:pt x="698920" y="100367"/>
                  <a:pt x="692430" y="100367"/>
                </a:cubicBezTo>
                <a:cubicBezTo>
                  <a:pt x="681563" y="100367"/>
                  <a:pt x="672495" y="96804"/>
                  <a:pt x="665225" y="89677"/>
                </a:cubicBezTo>
                <a:cubicBezTo>
                  <a:pt x="657955" y="82551"/>
                  <a:pt x="654320" y="73926"/>
                  <a:pt x="654320" y="63803"/>
                </a:cubicBezTo>
                <a:cubicBezTo>
                  <a:pt x="654320" y="54587"/>
                  <a:pt x="657729" y="46680"/>
                  <a:pt x="664546" y="40083"/>
                </a:cubicBezTo>
                <a:cubicBezTo>
                  <a:pt x="671363" y="33485"/>
                  <a:pt x="679802" y="30186"/>
                  <a:pt x="689864" y="30186"/>
                </a:cubicBezTo>
                <a:cubicBezTo>
                  <a:pt x="700228" y="30186"/>
                  <a:pt x="708755" y="33576"/>
                  <a:pt x="715446" y="40357"/>
                </a:cubicBezTo>
                <a:cubicBezTo>
                  <a:pt x="722138" y="47138"/>
                  <a:pt x="725433" y="55922"/>
                  <a:pt x="725332" y="66710"/>
                </a:cubicBezTo>
                <a:moveTo>
                  <a:pt x="718918" y="60371"/>
                </a:moveTo>
                <a:cubicBezTo>
                  <a:pt x="717660" y="53311"/>
                  <a:pt x="714352" y="47572"/>
                  <a:pt x="708994" y="43154"/>
                </a:cubicBezTo>
                <a:cubicBezTo>
                  <a:pt x="703636" y="38734"/>
                  <a:pt x="697260" y="36525"/>
                  <a:pt x="689864" y="36525"/>
                </a:cubicBezTo>
                <a:cubicBezTo>
                  <a:pt x="682469" y="36525"/>
                  <a:pt x="676104" y="38709"/>
                  <a:pt x="670772" y="43078"/>
                </a:cubicBezTo>
                <a:cubicBezTo>
                  <a:pt x="665439" y="47446"/>
                  <a:pt x="662118" y="53210"/>
                  <a:pt x="660810" y="60371"/>
                </a:cubicBezTo>
                <a:lnTo>
                  <a:pt x="718918" y="60371"/>
                </a:lnTo>
                <a:close/>
                <a:moveTo>
                  <a:pt x="804705" y="36525"/>
                </a:moveTo>
                <a:cubicBezTo>
                  <a:pt x="804705" y="35092"/>
                  <a:pt x="805007" y="34056"/>
                  <a:pt x="805611" y="33414"/>
                </a:cubicBezTo>
                <a:cubicBezTo>
                  <a:pt x="806215" y="32771"/>
                  <a:pt x="806969" y="32450"/>
                  <a:pt x="807875" y="32450"/>
                </a:cubicBezTo>
                <a:cubicBezTo>
                  <a:pt x="808831" y="32450"/>
                  <a:pt x="809610" y="32778"/>
                  <a:pt x="810214" y="33435"/>
                </a:cubicBezTo>
                <a:cubicBezTo>
                  <a:pt x="810818" y="34091"/>
                  <a:pt x="811120" y="35202"/>
                  <a:pt x="811120" y="36768"/>
                </a:cubicBezTo>
                <a:lnTo>
                  <a:pt x="811120" y="47677"/>
                </a:lnTo>
                <a:cubicBezTo>
                  <a:pt x="811120" y="49192"/>
                  <a:pt x="810818" y="50279"/>
                  <a:pt x="810214" y="50936"/>
                </a:cubicBezTo>
                <a:cubicBezTo>
                  <a:pt x="809610" y="51592"/>
                  <a:pt x="808831" y="51919"/>
                  <a:pt x="807875" y="51919"/>
                </a:cubicBezTo>
                <a:cubicBezTo>
                  <a:pt x="807020" y="51919"/>
                  <a:pt x="806303" y="51640"/>
                  <a:pt x="805724" y="51082"/>
                </a:cubicBezTo>
                <a:cubicBezTo>
                  <a:pt x="805145" y="50523"/>
                  <a:pt x="804806" y="49608"/>
                  <a:pt x="804705" y="48337"/>
                </a:cubicBezTo>
                <a:cubicBezTo>
                  <a:pt x="804403" y="45289"/>
                  <a:pt x="802844" y="42774"/>
                  <a:pt x="800026" y="40793"/>
                </a:cubicBezTo>
                <a:cubicBezTo>
                  <a:pt x="795901" y="37948"/>
                  <a:pt x="790443" y="36525"/>
                  <a:pt x="783651" y="36525"/>
                </a:cubicBezTo>
                <a:cubicBezTo>
                  <a:pt x="776557" y="36525"/>
                  <a:pt x="771048" y="37959"/>
                  <a:pt x="767124" y="40826"/>
                </a:cubicBezTo>
                <a:cubicBezTo>
                  <a:pt x="764156" y="42989"/>
                  <a:pt x="762672" y="45404"/>
                  <a:pt x="762672" y="48071"/>
                </a:cubicBezTo>
                <a:cubicBezTo>
                  <a:pt x="762672" y="51089"/>
                  <a:pt x="764433" y="53605"/>
                  <a:pt x="767954" y="55617"/>
                </a:cubicBezTo>
                <a:cubicBezTo>
                  <a:pt x="770369" y="57026"/>
                  <a:pt x="774947" y="58107"/>
                  <a:pt x="781689" y="58862"/>
                </a:cubicBezTo>
                <a:cubicBezTo>
                  <a:pt x="790493" y="59821"/>
                  <a:pt x="796605" y="60907"/>
                  <a:pt x="800026" y="62119"/>
                </a:cubicBezTo>
                <a:cubicBezTo>
                  <a:pt x="804907" y="63886"/>
                  <a:pt x="808541" y="66335"/>
                  <a:pt x="810931" y="69467"/>
                </a:cubicBezTo>
                <a:cubicBezTo>
                  <a:pt x="813321" y="72597"/>
                  <a:pt x="814516" y="75980"/>
                  <a:pt x="814516" y="79615"/>
                </a:cubicBezTo>
                <a:cubicBezTo>
                  <a:pt x="814516" y="85017"/>
                  <a:pt x="811925" y="89826"/>
                  <a:pt x="806743" y="94043"/>
                </a:cubicBezTo>
                <a:cubicBezTo>
                  <a:pt x="801561" y="98259"/>
                  <a:pt x="793964" y="100367"/>
                  <a:pt x="783953" y="100367"/>
                </a:cubicBezTo>
                <a:cubicBezTo>
                  <a:pt x="773941" y="100367"/>
                  <a:pt x="765741" y="97827"/>
                  <a:pt x="759351" y="92746"/>
                </a:cubicBezTo>
                <a:cubicBezTo>
                  <a:pt x="759351" y="94481"/>
                  <a:pt x="759251" y="95605"/>
                  <a:pt x="759049" y="96115"/>
                </a:cubicBezTo>
                <a:cubicBezTo>
                  <a:pt x="758848" y="96625"/>
                  <a:pt x="758483" y="97059"/>
                  <a:pt x="757955" y="97417"/>
                </a:cubicBezTo>
                <a:cubicBezTo>
                  <a:pt x="757427" y="97774"/>
                  <a:pt x="756836" y="97953"/>
                  <a:pt x="756182" y="97953"/>
                </a:cubicBezTo>
                <a:cubicBezTo>
                  <a:pt x="755276" y="97953"/>
                  <a:pt x="754522" y="97625"/>
                  <a:pt x="753918" y="96969"/>
                </a:cubicBezTo>
                <a:cubicBezTo>
                  <a:pt x="753314" y="96312"/>
                  <a:pt x="753012" y="95226"/>
                  <a:pt x="753012" y="93712"/>
                </a:cubicBezTo>
                <a:lnTo>
                  <a:pt x="753012" y="80610"/>
                </a:lnTo>
                <a:cubicBezTo>
                  <a:pt x="753012" y="79096"/>
                  <a:pt x="753302" y="78011"/>
                  <a:pt x="753880" y="77356"/>
                </a:cubicBezTo>
                <a:cubicBezTo>
                  <a:pt x="754459" y="76698"/>
                  <a:pt x="755226" y="76370"/>
                  <a:pt x="756182" y="76370"/>
                </a:cubicBezTo>
                <a:cubicBezTo>
                  <a:pt x="757087" y="76370"/>
                  <a:pt x="757855" y="76684"/>
                  <a:pt x="758483" y="77313"/>
                </a:cubicBezTo>
                <a:cubicBezTo>
                  <a:pt x="759112" y="77942"/>
                  <a:pt x="759427" y="78785"/>
                  <a:pt x="759427" y="79841"/>
                </a:cubicBezTo>
                <a:cubicBezTo>
                  <a:pt x="759427" y="82155"/>
                  <a:pt x="760005" y="84092"/>
                  <a:pt x="761162" y="85652"/>
                </a:cubicBezTo>
                <a:cubicBezTo>
                  <a:pt x="762923" y="88067"/>
                  <a:pt x="765728" y="90067"/>
                  <a:pt x="769577" y="91651"/>
                </a:cubicBezTo>
                <a:cubicBezTo>
                  <a:pt x="773425" y="93236"/>
                  <a:pt x="778142" y="94028"/>
                  <a:pt x="783726" y="94028"/>
                </a:cubicBezTo>
                <a:cubicBezTo>
                  <a:pt x="791977" y="94028"/>
                  <a:pt x="798115" y="92486"/>
                  <a:pt x="802139" y="89402"/>
                </a:cubicBezTo>
                <a:cubicBezTo>
                  <a:pt x="806164" y="86317"/>
                  <a:pt x="808177" y="83055"/>
                  <a:pt x="808177" y="79617"/>
                </a:cubicBezTo>
                <a:cubicBezTo>
                  <a:pt x="808177" y="75673"/>
                  <a:pt x="806139" y="72512"/>
                  <a:pt x="802064" y="70137"/>
                </a:cubicBezTo>
                <a:cubicBezTo>
                  <a:pt x="797939" y="67760"/>
                  <a:pt x="791939" y="66167"/>
                  <a:pt x="784066" y="65359"/>
                </a:cubicBezTo>
                <a:cubicBezTo>
                  <a:pt x="776192" y="64549"/>
                  <a:pt x="770545" y="63492"/>
                  <a:pt x="767124" y="62187"/>
                </a:cubicBezTo>
                <a:cubicBezTo>
                  <a:pt x="763703" y="60882"/>
                  <a:pt x="761037" y="58925"/>
                  <a:pt x="759125" y="56315"/>
                </a:cubicBezTo>
                <a:cubicBezTo>
                  <a:pt x="757213" y="53704"/>
                  <a:pt x="756257" y="50892"/>
                  <a:pt x="756257" y="47880"/>
                </a:cubicBezTo>
                <a:cubicBezTo>
                  <a:pt x="756257" y="42459"/>
                  <a:pt x="758924" y="38155"/>
                  <a:pt x="764256" y="34968"/>
                </a:cubicBezTo>
                <a:cubicBezTo>
                  <a:pt x="769589" y="31780"/>
                  <a:pt x="775953" y="30186"/>
                  <a:pt x="783349" y="30186"/>
                </a:cubicBezTo>
                <a:cubicBezTo>
                  <a:pt x="792103" y="30186"/>
                  <a:pt x="799222" y="32299"/>
                  <a:pt x="804705" y="36525"/>
                </a:cubicBezTo>
                <a:close/>
                <a:moveTo>
                  <a:pt x="875777" y="60334"/>
                </a:moveTo>
                <a:cubicBezTo>
                  <a:pt x="875777" y="54545"/>
                  <a:pt x="876532" y="48403"/>
                  <a:pt x="878041" y="41909"/>
                </a:cubicBezTo>
                <a:cubicBezTo>
                  <a:pt x="879551" y="35414"/>
                  <a:pt x="882444" y="27913"/>
                  <a:pt x="886720" y="19406"/>
                </a:cubicBezTo>
                <a:cubicBezTo>
                  <a:pt x="890996" y="10898"/>
                  <a:pt x="894115" y="5762"/>
                  <a:pt x="896077" y="4000"/>
                </a:cubicBezTo>
                <a:cubicBezTo>
                  <a:pt x="896681" y="3446"/>
                  <a:pt x="897335" y="3169"/>
                  <a:pt x="898039" y="3169"/>
                </a:cubicBezTo>
                <a:cubicBezTo>
                  <a:pt x="898945" y="3169"/>
                  <a:pt x="899712" y="3471"/>
                  <a:pt x="900341" y="4075"/>
                </a:cubicBezTo>
                <a:cubicBezTo>
                  <a:pt x="900970" y="4679"/>
                  <a:pt x="901284" y="5409"/>
                  <a:pt x="901284" y="6266"/>
                </a:cubicBezTo>
                <a:cubicBezTo>
                  <a:pt x="901284" y="6769"/>
                  <a:pt x="901108" y="7322"/>
                  <a:pt x="900756" y="7926"/>
                </a:cubicBezTo>
                <a:cubicBezTo>
                  <a:pt x="895222" y="18096"/>
                  <a:pt x="891273" y="27310"/>
                  <a:pt x="888908" y="35567"/>
                </a:cubicBezTo>
                <a:cubicBezTo>
                  <a:pt x="886544" y="43823"/>
                  <a:pt x="885361" y="52078"/>
                  <a:pt x="885361" y="60334"/>
                </a:cubicBezTo>
                <a:cubicBezTo>
                  <a:pt x="885361" y="68641"/>
                  <a:pt x="886544" y="76922"/>
                  <a:pt x="888908" y="85178"/>
                </a:cubicBezTo>
                <a:cubicBezTo>
                  <a:pt x="891273" y="93433"/>
                  <a:pt x="895222" y="102621"/>
                  <a:pt x="900756" y="112741"/>
                </a:cubicBezTo>
                <a:cubicBezTo>
                  <a:pt x="901108" y="113345"/>
                  <a:pt x="901284" y="113898"/>
                  <a:pt x="901284" y="114401"/>
                </a:cubicBezTo>
                <a:cubicBezTo>
                  <a:pt x="901284" y="115258"/>
                  <a:pt x="900970" y="116001"/>
                  <a:pt x="900341" y="116630"/>
                </a:cubicBezTo>
                <a:cubicBezTo>
                  <a:pt x="899712" y="117259"/>
                  <a:pt x="898945" y="117573"/>
                  <a:pt x="898039" y="117573"/>
                </a:cubicBezTo>
                <a:cubicBezTo>
                  <a:pt x="897335" y="117573"/>
                  <a:pt x="896681" y="117297"/>
                  <a:pt x="896077" y="116743"/>
                </a:cubicBezTo>
                <a:cubicBezTo>
                  <a:pt x="894216" y="115031"/>
                  <a:pt x="891172" y="110021"/>
                  <a:pt x="886946" y="101714"/>
                </a:cubicBezTo>
                <a:cubicBezTo>
                  <a:pt x="882720" y="93408"/>
                  <a:pt x="879802" y="86059"/>
                  <a:pt x="878192" y="79667"/>
                </a:cubicBezTo>
                <a:cubicBezTo>
                  <a:pt x="876582" y="73273"/>
                  <a:pt x="875777" y="66828"/>
                  <a:pt x="875777" y="60334"/>
                </a:cubicBezTo>
                <a:close/>
                <a:moveTo>
                  <a:pt x="974771" y="97953"/>
                </a:moveTo>
                <a:lnTo>
                  <a:pt x="964056" y="97953"/>
                </a:lnTo>
                <a:lnTo>
                  <a:pt x="938020" y="38789"/>
                </a:lnTo>
                <a:lnTo>
                  <a:pt x="931530" y="38789"/>
                </a:lnTo>
                <a:cubicBezTo>
                  <a:pt x="930021" y="38789"/>
                  <a:pt x="928940" y="38487"/>
                  <a:pt x="928286" y="37883"/>
                </a:cubicBezTo>
                <a:cubicBezTo>
                  <a:pt x="927631" y="37279"/>
                  <a:pt x="927304" y="36500"/>
                  <a:pt x="927304" y="35544"/>
                </a:cubicBezTo>
                <a:cubicBezTo>
                  <a:pt x="927304" y="34660"/>
                  <a:pt x="927631" y="33924"/>
                  <a:pt x="928286" y="33334"/>
                </a:cubicBezTo>
                <a:cubicBezTo>
                  <a:pt x="928940" y="32744"/>
                  <a:pt x="930021" y="32450"/>
                  <a:pt x="931530" y="32450"/>
                </a:cubicBezTo>
                <a:lnTo>
                  <a:pt x="955302" y="32450"/>
                </a:lnTo>
                <a:cubicBezTo>
                  <a:pt x="956811" y="32450"/>
                  <a:pt x="957893" y="32744"/>
                  <a:pt x="958547" y="33334"/>
                </a:cubicBezTo>
                <a:cubicBezTo>
                  <a:pt x="959201" y="33924"/>
                  <a:pt x="959528" y="34685"/>
                  <a:pt x="959528" y="35619"/>
                </a:cubicBezTo>
                <a:cubicBezTo>
                  <a:pt x="959528" y="36525"/>
                  <a:pt x="959201" y="37279"/>
                  <a:pt x="958547" y="37883"/>
                </a:cubicBezTo>
                <a:cubicBezTo>
                  <a:pt x="957893" y="38487"/>
                  <a:pt x="956811" y="38789"/>
                  <a:pt x="955302" y="38789"/>
                </a:cubicBezTo>
                <a:lnTo>
                  <a:pt x="944812" y="38789"/>
                </a:lnTo>
                <a:lnTo>
                  <a:pt x="968055" y="91614"/>
                </a:lnTo>
                <a:lnTo>
                  <a:pt x="970847" y="91614"/>
                </a:lnTo>
                <a:lnTo>
                  <a:pt x="993638" y="38789"/>
                </a:lnTo>
                <a:lnTo>
                  <a:pt x="983073" y="38789"/>
                </a:lnTo>
                <a:cubicBezTo>
                  <a:pt x="981563" y="38789"/>
                  <a:pt x="980482" y="38487"/>
                  <a:pt x="979828" y="37883"/>
                </a:cubicBezTo>
                <a:cubicBezTo>
                  <a:pt x="979174" y="37279"/>
                  <a:pt x="978847" y="36500"/>
                  <a:pt x="978847" y="35544"/>
                </a:cubicBezTo>
                <a:cubicBezTo>
                  <a:pt x="978847" y="34660"/>
                  <a:pt x="979174" y="33924"/>
                  <a:pt x="979828" y="33334"/>
                </a:cubicBezTo>
                <a:cubicBezTo>
                  <a:pt x="980482" y="32744"/>
                  <a:pt x="981563" y="32450"/>
                  <a:pt x="983073" y="32450"/>
                </a:cubicBezTo>
                <a:lnTo>
                  <a:pt x="1006919" y="32450"/>
                </a:lnTo>
                <a:cubicBezTo>
                  <a:pt x="1008479" y="32450"/>
                  <a:pt x="1009573" y="32744"/>
                  <a:pt x="1010202" y="33334"/>
                </a:cubicBezTo>
                <a:cubicBezTo>
                  <a:pt x="1010831" y="33924"/>
                  <a:pt x="1011145" y="34685"/>
                  <a:pt x="1011145" y="35619"/>
                </a:cubicBezTo>
                <a:cubicBezTo>
                  <a:pt x="1011145" y="36525"/>
                  <a:pt x="1010831" y="37279"/>
                  <a:pt x="1010202" y="37883"/>
                </a:cubicBezTo>
                <a:cubicBezTo>
                  <a:pt x="1009573" y="38487"/>
                  <a:pt x="1008479" y="38789"/>
                  <a:pt x="1006919" y="38789"/>
                </a:cubicBezTo>
                <a:lnTo>
                  <a:pt x="1000505" y="38789"/>
                </a:lnTo>
                <a:lnTo>
                  <a:pt x="974771" y="97953"/>
                </a:lnTo>
                <a:close/>
                <a:moveTo>
                  <a:pt x="1065087" y="1962"/>
                </a:moveTo>
                <a:lnTo>
                  <a:pt x="1065087" y="91614"/>
                </a:lnTo>
                <a:lnTo>
                  <a:pt x="1086821" y="91614"/>
                </a:lnTo>
                <a:cubicBezTo>
                  <a:pt x="1088330" y="91614"/>
                  <a:pt x="1089412" y="91903"/>
                  <a:pt x="1090066" y="92481"/>
                </a:cubicBezTo>
                <a:cubicBezTo>
                  <a:pt x="1090720" y="93060"/>
                  <a:pt x="1091047" y="93827"/>
                  <a:pt x="1091047" y="94783"/>
                </a:cubicBezTo>
                <a:cubicBezTo>
                  <a:pt x="1091047" y="95689"/>
                  <a:pt x="1090720" y="96443"/>
                  <a:pt x="1090066" y="97047"/>
                </a:cubicBezTo>
                <a:cubicBezTo>
                  <a:pt x="1089412" y="97651"/>
                  <a:pt x="1088330" y="97953"/>
                  <a:pt x="1086821" y="97953"/>
                </a:cubicBezTo>
                <a:lnTo>
                  <a:pt x="1037014" y="97953"/>
                </a:lnTo>
                <a:cubicBezTo>
                  <a:pt x="1035505" y="97953"/>
                  <a:pt x="1034423" y="97651"/>
                  <a:pt x="1033769" y="97047"/>
                </a:cubicBezTo>
                <a:cubicBezTo>
                  <a:pt x="1033115" y="96443"/>
                  <a:pt x="1032788" y="95689"/>
                  <a:pt x="1032788" y="94783"/>
                </a:cubicBezTo>
                <a:cubicBezTo>
                  <a:pt x="1032788" y="93827"/>
                  <a:pt x="1033115" y="93060"/>
                  <a:pt x="1033769" y="92481"/>
                </a:cubicBezTo>
                <a:cubicBezTo>
                  <a:pt x="1034423" y="91903"/>
                  <a:pt x="1035505" y="91614"/>
                  <a:pt x="1037014" y="91614"/>
                </a:cubicBezTo>
                <a:lnTo>
                  <a:pt x="1058748" y="91614"/>
                </a:lnTo>
                <a:lnTo>
                  <a:pt x="1058748" y="10716"/>
                </a:lnTo>
                <a:lnTo>
                  <a:pt x="1038071" y="17206"/>
                </a:lnTo>
                <a:cubicBezTo>
                  <a:pt x="1037065" y="17508"/>
                  <a:pt x="1036335" y="17659"/>
                  <a:pt x="1035882" y="17659"/>
                </a:cubicBezTo>
                <a:cubicBezTo>
                  <a:pt x="1035128" y="17659"/>
                  <a:pt x="1034436" y="17344"/>
                  <a:pt x="1033807" y="16715"/>
                </a:cubicBezTo>
                <a:cubicBezTo>
                  <a:pt x="1033178" y="16086"/>
                  <a:pt x="1032864" y="15344"/>
                  <a:pt x="1032864" y="14489"/>
                </a:cubicBezTo>
                <a:cubicBezTo>
                  <a:pt x="1032864" y="13734"/>
                  <a:pt x="1033115" y="13030"/>
                  <a:pt x="1033618" y="12376"/>
                </a:cubicBezTo>
                <a:cubicBezTo>
                  <a:pt x="1034021" y="11974"/>
                  <a:pt x="1034851" y="11546"/>
                  <a:pt x="1036109" y="11093"/>
                </a:cubicBezTo>
                <a:lnTo>
                  <a:pt x="1065087" y="1962"/>
                </a:lnTo>
                <a:close/>
                <a:moveTo>
                  <a:pt x="1156535" y="60409"/>
                </a:moveTo>
                <a:cubicBezTo>
                  <a:pt x="1156535" y="66198"/>
                  <a:pt x="1155780" y="72327"/>
                  <a:pt x="1154271" y="78796"/>
                </a:cubicBezTo>
                <a:cubicBezTo>
                  <a:pt x="1152761" y="85266"/>
                  <a:pt x="1149869" y="92767"/>
                  <a:pt x="1145592" y="101299"/>
                </a:cubicBezTo>
                <a:cubicBezTo>
                  <a:pt x="1141316" y="109833"/>
                  <a:pt x="1138197" y="114956"/>
                  <a:pt x="1136235" y="116668"/>
                </a:cubicBezTo>
                <a:cubicBezTo>
                  <a:pt x="1135631" y="117271"/>
                  <a:pt x="1134977" y="117573"/>
                  <a:pt x="1134273" y="117573"/>
                </a:cubicBezTo>
                <a:cubicBezTo>
                  <a:pt x="1133367" y="117573"/>
                  <a:pt x="1132600" y="117258"/>
                  <a:pt x="1131971" y="116628"/>
                </a:cubicBezTo>
                <a:cubicBezTo>
                  <a:pt x="1131342" y="115999"/>
                  <a:pt x="1131028" y="115257"/>
                  <a:pt x="1131028" y="114401"/>
                </a:cubicBezTo>
                <a:cubicBezTo>
                  <a:pt x="1131028" y="113898"/>
                  <a:pt x="1131204" y="113345"/>
                  <a:pt x="1131556" y="112741"/>
                </a:cubicBezTo>
                <a:cubicBezTo>
                  <a:pt x="1137090" y="102621"/>
                  <a:pt x="1141039" y="93433"/>
                  <a:pt x="1143404" y="85178"/>
                </a:cubicBezTo>
                <a:cubicBezTo>
                  <a:pt x="1145768" y="76921"/>
                  <a:pt x="1146951" y="68665"/>
                  <a:pt x="1146951" y="60409"/>
                </a:cubicBezTo>
                <a:cubicBezTo>
                  <a:pt x="1146951" y="52102"/>
                  <a:pt x="1145768" y="43820"/>
                  <a:pt x="1143404" y="35565"/>
                </a:cubicBezTo>
                <a:cubicBezTo>
                  <a:pt x="1141039" y="27309"/>
                  <a:pt x="1137090" y="18096"/>
                  <a:pt x="1131556" y="7926"/>
                </a:cubicBezTo>
                <a:cubicBezTo>
                  <a:pt x="1131204" y="7322"/>
                  <a:pt x="1131028" y="6769"/>
                  <a:pt x="1131028" y="6266"/>
                </a:cubicBezTo>
                <a:cubicBezTo>
                  <a:pt x="1131028" y="5409"/>
                  <a:pt x="1131342" y="4679"/>
                  <a:pt x="1131971" y="4075"/>
                </a:cubicBezTo>
                <a:cubicBezTo>
                  <a:pt x="1132600" y="3471"/>
                  <a:pt x="1133367" y="3169"/>
                  <a:pt x="1134273" y="3169"/>
                </a:cubicBezTo>
                <a:cubicBezTo>
                  <a:pt x="1134977" y="3169"/>
                  <a:pt x="1135631" y="3446"/>
                  <a:pt x="1136235" y="4000"/>
                </a:cubicBezTo>
                <a:cubicBezTo>
                  <a:pt x="1138096" y="5712"/>
                  <a:pt x="1141140" y="10721"/>
                  <a:pt x="1145366" y="19029"/>
                </a:cubicBezTo>
                <a:cubicBezTo>
                  <a:pt x="1149592" y="27335"/>
                  <a:pt x="1152510" y="34684"/>
                  <a:pt x="1154120" y="41078"/>
                </a:cubicBezTo>
                <a:cubicBezTo>
                  <a:pt x="1155730" y="47471"/>
                  <a:pt x="1156535" y="53914"/>
                  <a:pt x="1156535" y="604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8EBC9-1D4B-4011-866A-83052AAE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313" y="690454"/>
            <a:ext cx="476795" cy="233286"/>
          </a:xfrm>
          <a:custGeom xmlns:a="http://schemas.openxmlformats.org/drawingml/2006/main">
            <a:pathLst>
              <a:path w="476795" h="233286">
                <a:moveTo>
                  <a:pt x="0" y="38882"/>
                </a:moveTo>
                <a:lnTo>
                  <a:pt x="0" y="38882"/>
                </a:lnTo>
                <a:cubicBezTo>
                  <a:pt x="0" y="17408"/>
                  <a:pt x="17408" y="0"/>
                  <a:pt x="38882" y="0"/>
                </a:cubicBezTo>
                <a:lnTo>
                  <a:pt x="437913" y="0"/>
                </a:lnTo>
                <a:cubicBezTo>
                  <a:pt x="448225" y="0"/>
                  <a:pt x="458115" y="4097"/>
                  <a:pt x="465407" y="11388"/>
                </a:cubicBezTo>
                <a:cubicBezTo>
                  <a:pt x="472699" y="18680"/>
                  <a:pt x="476795" y="28570"/>
                  <a:pt x="476795" y="38882"/>
                </a:cubicBezTo>
                <a:lnTo>
                  <a:pt x="476795" y="194405"/>
                </a:lnTo>
                <a:cubicBezTo>
                  <a:pt x="476795" y="215878"/>
                  <a:pt x="459387" y="233286"/>
                  <a:pt x="437913" y="233286"/>
                </a:cubicBezTo>
                <a:lnTo>
                  <a:pt x="38882" y="233286"/>
                </a:lnTo>
                <a:cubicBezTo>
                  <a:pt x="17408" y="233286"/>
                  <a:pt x="0" y="215878"/>
                  <a:pt x="0" y="194405"/>
                </a:cubicBezTo>
                <a:lnTo>
                  <a:pt x="0" y="38882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60453-12BA-4FDB-BAD2-00364ACC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313" y="690454"/>
            <a:ext cx="476795" cy="233286"/>
          </a:xfrm>
          <a:custGeom xmlns:a="http://schemas.openxmlformats.org/drawingml/2006/main">
            <a:pathLst>
              <a:path w="476795" h="233286" fill="none">
                <a:moveTo>
                  <a:pt x="0" y="38882"/>
                </a:moveTo>
                <a:lnTo>
                  <a:pt x="0" y="38882"/>
                </a:lnTo>
                <a:cubicBezTo>
                  <a:pt x="0" y="17408"/>
                  <a:pt x="17408" y="0"/>
                  <a:pt x="38882" y="0"/>
                </a:cubicBezTo>
                <a:lnTo>
                  <a:pt x="437913" y="0"/>
                </a:lnTo>
                <a:cubicBezTo>
                  <a:pt x="448225" y="0"/>
                  <a:pt x="458115" y="4097"/>
                  <a:pt x="465407" y="11388"/>
                </a:cubicBezTo>
                <a:cubicBezTo>
                  <a:pt x="472699" y="18680"/>
                  <a:pt x="476795" y="28570"/>
                  <a:pt x="476795" y="38882"/>
                </a:cubicBezTo>
                <a:lnTo>
                  <a:pt x="476795" y="194405"/>
                </a:lnTo>
                <a:cubicBezTo>
                  <a:pt x="476795" y="215878"/>
                  <a:pt x="459387" y="233286"/>
                  <a:pt x="437913" y="233286"/>
                </a:cubicBezTo>
                <a:lnTo>
                  <a:pt x="38882" y="233286"/>
                </a:lnTo>
                <a:cubicBezTo>
                  <a:pt x="17408" y="233286"/>
                  <a:pt x="0" y="215878"/>
                  <a:pt x="0" y="194405"/>
                </a:cubicBezTo>
                <a:lnTo>
                  <a:pt x="0" y="388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91" cap="flat">
            <a:solidFill>
              <a:srgbClr val="000000"/>
            </a:solidFill>
            <a:round/>
          </a:ln>
        </p:spPr>
      </p:sp>
      <p:sp>
        <p:nvSpPr>
          <p:cNvPr id="15" name="Text v0_2">
            <a:extLst xmlns:a="http://schemas.openxmlformats.org/drawingml/2006/main">
              <a:ext uri="{FF2B5EF4-FFF2-40B4-BE49-F238E27FC236}">
                <a16:creationId xmlns:a16="http://schemas.microsoft.com/office/drawing/2014/main" id="{0FC24CD9-CAB5-4AB0-A66F-2E254D06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310" y="754098"/>
            <a:ext cx="347920" cy="139458"/>
          </a:xfrm>
          <a:custGeom xmlns:a="http://schemas.openxmlformats.org/drawingml/2006/main">
            <a:pathLst>
              <a:path w="347920" h="139458">
                <a:moveTo>
                  <a:pt x="47467" y="97047"/>
                </a:moveTo>
                <a:lnTo>
                  <a:pt x="36751" y="97047"/>
                </a:lnTo>
                <a:lnTo>
                  <a:pt x="10716" y="37883"/>
                </a:lnTo>
                <a:lnTo>
                  <a:pt x="4226" y="37883"/>
                </a:lnTo>
                <a:cubicBezTo>
                  <a:pt x="2717" y="37883"/>
                  <a:pt x="1635" y="37581"/>
                  <a:pt x="981" y="36977"/>
                </a:cubicBezTo>
                <a:cubicBezTo>
                  <a:pt x="327" y="36374"/>
                  <a:pt x="0" y="35594"/>
                  <a:pt x="0" y="34638"/>
                </a:cubicBezTo>
                <a:cubicBezTo>
                  <a:pt x="0" y="33755"/>
                  <a:pt x="327" y="33018"/>
                  <a:pt x="981" y="32428"/>
                </a:cubicBezTo>
                <a:cubicBezTo>
                  <a:pt x="1635" y="31839"/>
                  <a:pt x="2717" y="31544"/>
                  <a:pt x="4226" y="31544"/>
                </a:cubicBezTo>
                <a:lnTo>
                  <a:pt x="27997" y="31544"/>
                </a:lnTo>
                <a:cubicBezTo>
                  <a:pt x="29507" y="31544"/>
                  <a:pt x="30588" y="31839"/>
                  <a:pt x="31242" y="32428"/>
                </a:cubicBezTo>
                <a:cubicBezTo>
                  <a:pt x="31896" y="33018"/>
                  <a:pt x="32223" y="33780"/>
                  <a:pt x="32223" y="34714"/>
                </a:cubicBezTo>
                <a:cubicBezTo>
                  <a:pt x="32223" y="35619"/>
                  <a:pt x="31896" y="36374"/>
                  <a:pt x="31242" y="36977"/>
                </a:cubicBezTo>
                <a:cubicBezTo>
                  <a:pt x="30588" y="37581"/>
                  <a:pt x="29507" y="37883"/>
                  <a:pt x="27997" y="37883"/>
                </a:cubicBezTo>
                <a:lnTo>
                  <a:pt x="17508" y="37883"/>
                </a:lnTo>
                <a:lnTo>
                  <a:pt x="40751" y="90708"/>
                </a:lnTo>
                <a:lnTo>
                  <a:pt x="43543" y="90708"/>
                </a:lnTo>
                <a:lnTo>
                  <a:pt x="66333" y="37883"/>
                </a:lnTo>
                <a:lnTo>
                  <a:pt x="55768" y="37883"/>
                </a:lnTo>
                <a:cubicBezTo>
                  <a:pt x="54259" y="37883"/>
                  <a:pt x="53177" y="37581"/>
                  <a:pt x="52523" y="36977"/>
                </a:cubicBezTo>
                <a:cubicBezTo>
                  <a:pt x="51869" y="36374"/>
                  <a:pt x="51542" y="35594"/>
                  <a:pt x="51542" y="34638"/>
                </a:cubicBezTo>
                <a:cubicBezTo>
                  <a:pt x="51542" y="33755"/>
                  <a:pt x="51869" y="33018"/>
                  <a:pt x="52523" y="32428"/>
                </a:cubicBezTo>
                <a:cubicBezTo>
                  <a:pt x="53177" y="31839"/>
                  <a:pt x="54259" y="31544"/>
                  <a:pt x="55768" y="31544"/>
                </a:cubicBezTo>
                <a:lnTo>
                  <a:pt x="79615" y="31544"/>
                </a:lnTo>
                <a:cubicBezTo>
                  <a:pt x="81174" y="31544"/>
                  <a:pt x="82269" y="31839"/>
                  <a:pt x="82897" y="32428"/>
                </a:cubicBezTo>
                <a:cubicBezTo>
                  <a:pt x="83526" y="33018"/>
                  <a:pt x="83841" y="33780"/>
                  <a:pt x="83841" y="34714"/>
                </a:cubicBezTo>
                <a:cubicBezTo>
                  <a:pt x="83841" y="35619"/>
                  <a:pt x="83526" y="36374"/>
                  <a:pt x="82897" y="36977"/>
                </a:cubicBezTo>
                <a:cubicBezTo>
                  <a:pt x="82269" y="37581"/>
                  <a:pt x="81174" y="37883"/>
                  <a:pt x="79615" y="37883"/>
                </a:cubicBezTo>
                <a:lnTo>
                  <a:pt x="73200" y="37883"/>
                </a:lnTo>
                <a:lnTo>
                  <a:pt x="47467" y="97047"/>
                </a:lnTo>
                <a:close/>
                <a:moveTo>
                  <a:pt x="163742" y="41838"/>
                </a:moveTo>
                <a:lnTo>
                  <a:pt x="163742" y="57549"/>
                </a:lnTo>
                <a:cubicBezTo>
                  <a:pt x="163742" y="71192"/>
                  <a:pt x="160497" y="81991"/>
                  <a:pt x="154007" y="89946"/>
                </a:cubicBezTo>
                <a:cubicBezTo>
                  <a:pt x="148926" y="96189"/>
                  <a:pt x="142511" y="99311"/>
                  <a:pt x="134764" y="99311"/>
                </a:cubicBezTo>
                <a:cubicBezTo>
                  <a:pt x="131041" y="99311"/>
                  <a:pt x="127532" y="98568"/>
                  <a:pt x="124236" y="97082"/>
                </a:cubicBezTo>
                <a:cubicBezTo>
                  <a:pt x="120941" y="95598"/>
                  <a:pt x="118136" y="93521"/>
                  <a:pt x="115822" y="90852"/>
                </a:cubicBezTo>
                <a:cubicBezTo>
                  <a:pt x="114363" y="89190"/>
                  <a:pt x="112766" y="86522"/>
                  <a:pt x="111030" y="82848"/>
                </a:cubicBezTo>
                <a:cubicBezTo>
                  <a:pt x="109295" y="79172"/>
                  <a:pt x="108049" y="75798"/>
                  <a:pt x="107295" y="72726"/>
                </a:cubicBezTo>
                <a:cubicBezTo>
                  <a:pt x="106138" y="68397"/>
                  <a:pt x="105559" y="63337"/>
                  <a:pt x="105559" y="57549"/>
                </a:cubicBezTo>
                <a:lnTo>
                  <a:pt x="105559" y="41838"/>
                </a:lnTo>
                <a:cubicBezTo>
                  <a:pt x="105559" y="28144"/>
                  <a:pt x="108804" y="17320"/>
                  <a:pt x="115294" y="9365"/>
                </a:cubicBezTo>
                <a:cubicBezTo>
                  <a:pt x="120375" y="3122"/>
                  <a:pt x="126790" y="0"/>
                  <a:pt x="134537" y="0"/>
                </a:cubicBezTo>
                <a:cubicBezTo>
                  <a:pt x="138311" y="0"/>
                  <a:pt x="141832" y="743"/>
                  <a:pt x="145102" y="2229"/>
                </a:cubicBezTo>
                <a:cubicBezTo>
                  <a:pt x="148372" y="3713"/>
                  <a:pt x="151165" y="5790"/>
                  <a:pt x="153479" y="8459"/>
                </a:cubicBezTo>
                <a:cubicBezTo>
                  <a:pt x="154988" y="10171"/>
                  <a:pt x="156598" y="12865"/>
                  <a:pt x="158309" y="16541"/>
                </a:cubicBezTo>
                <a:cubicBezTo>
                  <a:pt x="160019" y="20215"/>
                  <a:pt x="161277" y="23563"/>
                  <a:pt x="162082" y="26585"/>
                </a:cubicBezTo>
                <a:cubicBezTo>
                  <a:pt x="163189" y="30914"/>
                  <a:pt x="163742" y="35999"/>
                  <a:pt x="163742" y="41838"/>
                </a:cubicBezTo>
                <a:moveTo>
                  <a:pt x="157403" y="42689"/>
                </a:moveTo>
                <a:cubicBezTo>
                  <a:pt x="157403" y="36698"/>
                  <a:pt x="156560" y="31122"/>
                  <a:pt x="154875" y="25962"/>
                </a:cubicBezTo>
                <a:cubicBezTo>
                  <a:pt x="153190" y="20801"/>
                  <a:pt x="151290" y="16682"/>
                  <a:pt x="149177" y="13607"/>
                </a:cubicBezTo>
                <a:cubicBezTo>
                  <a:pt x="147920" y="11843"/>
                  <a:pt x="146285" y="10319"/>
                  <a:pt x="144272" y="9034"/>
                </a:cubicBezTo>
                <a:cubicBezTo>
                  <a:pt x="141405" y="7237"/>
                  <a:pt x="138185" y="6339"/>
                  <a:pt x="134613" y="6339"/>
                </a:cubicBezTo>
                <a:cubicBezTo>
                  <a:pt x="127519" y="6397"/>
                  <a:pt x="121960" y="10056"/>
                  <a:pt x="117935" y="17314"/>
                </a:cubicBezTo>
                <a:cubicBezTo>
                  <a:pt x="113910" y="24571"/>
                  <a:pt x="111898" y="33032"/>
                  <a:pt x="111898" y="42696"/>
                </a:cubicBezTo>
                <a:lnTo>
                  <a:pt x="111898" y="56662"/>
                </a:lnTo>
                <a:cubicBezTo>
                  <a:pt x="111898" y="62652"/>
                  <a:pt x="112741" y="68239"/>
                  <a:pt x="114426" y="73424"/>
                </a:cubicBezTo>
                <a:cubicBezTo>
                  <a:pt x="116111" y="78608"/>
                  <a:pt x="118036" y="82734"/>
                  <a:pt x="120199" y="85803"/>
                </a:cubicBezTo>
                <a:cubicBezTo>
                  <a:pt x="121407" y="87513"/>
                  <a:pt x="123016" y="88997"/>
                  <a:pt x="125029" y="90255"/>
                </a:cubicBezTo>
                <a:cubicBezTo>
                  <a:pt x="127896" y="92066"/>
                  <a:pt x="131141" y="92972"/>
                  <a:pt x="134764" y="92972"/>
                </a:cubicBezTo>
                <a:cubicBezTo>
                  <a:pt x="141807" y="92972"/>
                  <a:pt x="147341" y="89337"/>
                  <a:pt x="151366" y="82067"/>
                </a:cubicBezTo>
                <a:cubicBezTo>
                  <a:pt x="155391" y="74798"/>
                  <a:pt x="157403" y="66329"/>
                  <a:pt x="157403" y="56662"/>
                </a:cubicBezTo>
                <a:lnTo>
                  <a:pt x="157403" y="42689"/>
                </a:lnTo>
                <a:close/>
                <a:moveTo>
                  <a:pt x="269528" y="139458"/>
                </a:moveTo>
                <a:lnTo>
                  <a:pt x="185234" y="139458"/>
                </a:lnTo>
                <a:cubicBezTo>
                  <a:pt x="183725" y="139458"/>
                  <a:pt x="182644" y="139169"/>
                  <a:pt x="181990" y="138590"/>
                </a:cubicBezTo>
                <a:cubicBezTo>
                  <a:pt x="181335" y="138012"/>
                  <a:pt x="181008" y="137244"/>
                  <a:pt x="181008" y="136288"/>
                </a:cubicBezTo>
                <a:cubicBezTo>
                  <a:pt x="181008" y="135333"/>
                  <a:pt x="181335" y="134565"/>
                  <a:pt x="181990" y="133987"/>
                </a:cubicBezTo>
                <a:cubicBezTo>
                  <a:pt x="182644" y="133408"/>
                  <a:pt x="183725" y="133119"/>
                  <a:pt x="185234" y="133119"/>
                </a:cubicBezTo>
                <a:lnTo>
                  <a:pt x="269528" y="133119"/>
                </a:lnTo>
                <a:cubicBezTo>
                  <a:pt x="271088" y="133119"/>
                  <a:pt x="272182" y="133408"/>
                  <a:pt x="272811" y="133987"/>
                </a:cubicBezTo>
                <a:cubicBezTo>
                  <a:pt x="273440" y="134565"/>
                  <a:pt x="273754" y="135333"/>
                  <a:pt x="273754" y="136288"/>
                </a:cubicBezTo>
                <a:cubicBezTo>
                  <a:pt x="273754" y="137244"/>
                  <a:pt x="273440" y="138012"/>
                  <a:pt x="272811" y="138590"/>
                </a:cubicBezTo>
                <a:cubicBezTo>
                  <a:pt x="272182" y="139169"/>
                  <a:pt x="271088" y="139458"/>
                  <a:pt x="269528" y="139458"/>
                </a:cubicBezTo>
                <a:close/>
                <a:moveTo>
                  <a:pt x="292831" y="90708"/>
                </a:moveTo>
                <a:lnTo>
                  <a:pt x="341506" y="90708"/>
                </a:lnTo>
                <a:lnTo>
                  <a:pt x="341506" y="88142"/>
                </a:lnTo>
                <a:cubicBezTo>
                  <a:pt x="341506" y="86633"/>
                  <a:pt x="341807" y="85551"/>
                  <a:pt x="342411" y="84897"/>
                </a:cubicBezTo>
                <a:cubicBezTo>
                  <a:pt x="343015" y="84243"/>
                  <a:pt x="343795" y="83916"/>
                  <a:pt x="344751" y="83916"/>
                </a:cubicBezTo>
                <a:cubicBezTo>
                  <a:pt x="345656" y="83916"/>
                  <a:pt x="346411" y="84243"/>
                  <a:pt x="347014" y="84897"/>
                </a:cubicBezTo>
                <a:cubicBezTo>
                  <a:pt x="347618" y="85551"/>
                  <a:pt x="347920" y="86633"/>
                  <a:pt x="347920" y="88142"/>
                </a:cubicBezTo>
                <a:lnTo>
                  <a:pt x="347920" y="97047"/>
                </a:lnTo>
                <a:lnTo>
                  <a:pt x="286643" y="97047"/>
                </a:lnTo>
                <a:lnTo>
                  <a:pt x="286643" y="87539"/>
                </a:lnTo>
                <a:cubicBezTo>
                  <a:pt x="299522" y="75967"/>
                  <a:pt x="312049" y="64195"/>
                  <a:pt x="324224" y="52221"/>
                </a:cubicBezTo>
                <a:cubicBezTo>
                  <a:pt x="329909" y="46637"/>
                  <a:pt x="333808" y="42537"/>
                  <a:pt x="335921" y="39921"/>
                </a:cubicBezTo>
                <a:cubicBezTo>
                  <a:pt x="338034" y="37304"/>
                  <a:pt x="339481" y="35003"/>
                  <a:pt x="340260" y="33016"/>
                </a:cubicBezTo>
                <a:cubicBezTo>
                  <a:pt x="341040" y="31028"/>
                  <a:pt x="341430" y="29029"/>
                  <a:pt x="341430" y="27016"/>
                </a:cubicBezTo>
                <a:cubicBezTo>
                  <a:pt x="341430" y="21583"/>
                  <a:pt x="339242" y="16778"/>
                  <a:pt x="334865" y="12603"/>
                </a:cubicBezTo>
                <a:cubicBezTo>
                  <a:pt x="330488" y="8427"/>
                  <a:pt x="325205" y="6339"/>
                  <a:pt x="319017" y="6339"/>
                </a:cubicBezTo>
                <a:cubicBezTo>
                  <a:pt x="313483" y="6339"/>
                  <a:pt x="308578" y="7936"/>
                  <a:pt x="304302" y="11131"/>
                </a:cubicBezTo>
                <a:cubicBezTo>
                  <a:pt x="300025" y="14324"/>
                  <a:pt x="297258" y="18278"/>
                  <a:pt x="296001" y="22993"/>
                </a:cubicBezTo>
                <a:cubicBezTo>
                  <a:pt x="295699" y="24210"/>
                  <a:pt x="295321" y="24996"/>
                  <a:pt x="294869" y="25351"/>
                </a:cubicBezTo>
                <a:cubicBezTo>
                  <a:pt x="294265" y="25858"/>
                  <a:pt x="293561" y="26111"/>
                  <a:pt x="292756" y="26111"/>
                </a:cubicBezTo>
                <a:cubicBezTo>
                  <a:pt x="291900" y="26111"/>
                  <a:pt x="291183" y="25821"/>
                  <a:pt x="290605" y="25240"/>
                </a:cubicBezTo>
                <a:cubicBezTo>
                  <a:pt x="290026" y="24660"/>
                  <a:pt x="289737" y="23966"/>
                  <a:pt x="289737" y="23158"/>
                </a:cubicBezTo>
                <a:cubicBezTo>
                  <a:pt x="289737" y="20737"/>
                  <a:pt x="291058" y="17458"/>
                  <a:pt x="293699" y="13322"/>
                </a:cubicBezTo>
                <a:cubicBezTo>
                  <a:pt x="296340" y="9184"/>
                  <a:pt x="299988" y="5929"/>
                  <a:pt x="304641" y="3559"/>
                </a:cubicBezTo>
                <a:cubicBezTo>
                  <a:pt x="309295" y="1186"/>
                  <a:pt x="314062" y="0"/>
                  <a:pt x="318942" y="0"/>
                </a:cubicBezTo>
                <a:cubicBezTo>
                  <a:pt x="326840" y="0"/>
                  <a:pt x="333632" y="2744"/>
                  <a:pt x="339317" y="8233"/>
                </a:cubicBezTo>
                <a:cubicBezTo>
                  <a:pt x="345002" y="13721"/>
                  <a:pt x="347845" y="19939"/>
                  <a:pt x="347845" y="26886"/>
                </a:cubicBezTo>
                <a:cubicBezTo>
                  <a:pt x="347845" y="29808"/>
                  <a:pt x="347367" y="32490"/>
                  <a:pt x="346411" y="34933"/>
                </a:cubicBezTo>
                <a:cubicBezTo>
                  <a:pt x="345455" y="37374"/>
                  <a:pt x="343832" y="40043"/>
                  <a:pt x="341543" y="42939"/>
                </a:cubicBezTo>
                <a:cubicBezTo>
                  <a:pt x="339254" y="45834"/>
                  <a:pt x="335141" y="50201"/>
                  <a:pt x="329205" y="56042"/>
                </a:cubicBezTo>
                <a:cubicBezTo>
                  <a:pt x="314313" y="70745"/>
                  <a:pt x="302189" y="82149"/>
                  <a:pt x="292831" y="90255"/>
                </a:cubicBezTo>
                <a:lnTo>
                  <a:pt x="292831" y="907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1B4DD-48EC-4A39-9418-FB660175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29" y="1125851"/>
            <a:ext cx="669193" cy="233286"/>
          </a:xfrm>
          <a:custGeom xmlns:a="http://schemas.openxmlformats.org/drawingml/2006/main">
            <a:pathLst>
              <a:path w="669193" h="233286">
                <a:moveTo>
                  <a:pt x="0" y="38882"/>
                </a:moveTo>
                <a:lnTo>
                  <a:pt x="0" y="38882"/>
                </a:lnTo>
                <a:cubicBezTo>
                  <a:pt x="0" y="17408"/>
                  <a:pt x="17408" y="0"/>
                  <a:pt x="38882" y="0"/>
                </a:cubicBezTo>
                <a:lnTo>
                  <a:pt x="630311" y="0"/>
                </a:lnTo>
                <a:cubicBezTo>
                  <a:pt x="640623" y="0"/>
                  <a:pt x="650513" y="4096"/>
                  <a:pt x="657804" y="11388"/>
                </a:cubicBezTo>
                <a:cubicBezTo>
                  <a:pt x="665096" y="18680"/>
                  <a:pt x="669193" y="28570"/>
                  <a:pt x="669193" y="38882"/>
                </a:cubicBezTo>
                <a:lnTo>
                  <a:pt x="669193" y="194404"/>
                </a:lnTo>
                <a:cubicBezTo>
                  <a:pt x="669193" y="215879"/>
                  <a:pt x="651785" y="233286"/>
                  <a:pt x="630311" y="233286"/>
                </a:cubicBezTo>
                <a:lnTo>
                  <a:pt x="38882" y="233286"/>
                </a:lnTo>
                <a:cubicBezTo>
                  <a:pt x="17408" y="233286"/>
                  <a:pt x="0" y="215879"/>
                  <a:pt x="0" y="194404"/>
                </a:cubicBezTo>
                <a:lnTo>
                  <a:pt x="0" y="388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1D210-B8C8-482D-BF1C-82E43021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29" y="1125851"/>
            <a:ext cx="669193" cy="233286"/>
          </a:xfrm>
          <a:custGeom xmlns:a="http://schemas.openxmlformats.org/drawingml/2006/main">
            <a:pathLst>
              <a:path w="669193" h="233286" fill="none">
                <a:moveTo>
                  <a:pt x="0" y="38882"/>
                </a:moveTo>
                <a:lnTo>
                  <a:pt x="0" y="38882"/>
                </a:lnTo>
                <a:cubicBezTo>
                  <a:pt x="0" y="17408"/>
                  <a:pt x="17408" y="0"/>
                  <a:pt x="38882" y="0"/>
                </a:cubicBezTo>
                <a:lnTo>
                  <a:pt x="630311" y="0"/>
                </a:lnTo>
                <a:cubicBezTo>
                  <a:pt x="640623" y="0"/>
                  <a:pt x="650513" y="4096"/>
                  <a:pt x="657804" y="11388"/>
                </a:cubicBezTo>
                <a:cubicBezTo>
                  <a:pt x="665096" y="18680"/>
                  <a:pt x="669193" y="28570"/>
                  <a:pt x="669193" y="38882"/>
                </a:cubicBezTo>
                <a:lnTo>
                  <a:pt x="669193" y="194404"/>
                </a:lnTo>
                <a:cubicBezTo>
                  <a:pt x="669193" y="215879"/>
                  <a:pt x="651785" y="233286"/>
                  <a:pt x="630311" y="233286"/>
                </a:cubicBezTo>
                <a:lnTo>
                  <a:pt x="38882" y="233286"/>
                </a:lnTo>
                <a:cubicBezTo>
                  <a:pt x="17408" y="233286"/>
                  <a:pt x="0" y="215879"/>
                  <a:pt x="0" y="194404"/>
                </a:cubicBezTo>
                <a:lnTo>
                  <a:pt x="0" y="388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91" cap="flat">
            <a:solidFill>
              <a:srgbClr val="000000"/>
            </a:solidFill>
            <a:round/>
          </a:ln>
        </p:spPr>
      </p:sp>
      <p:sp>
        <p:nvSpPr>
          <p:cNvPr id="18" name="Text v0_3.a">
            <a:extLst xmlns:a="http://schemas.openxmlformats.org/drawingml/2006/main">
              <a:ext uri="{FF2B5EF4-FFF2-40B4-BE49-F238E27FC236}">
                <a16:creationId xmlns:a16="http://schemas.microsoft.com/office/drawing/2014/main" id="{C33DC00C-4AB6-40F7-9953-1A7CEA27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797" y="1189495"/>
            <a:ext cx="542965" cy="139458"/>
          </a:xfrm>
          <a:custGeom xmlns:a="http://schemas.openxmlformats.org/drawingml/2006/main">
            <a:pathLst>
              <a:path w="542965" h="139458">
                <a:moveTo>
                  <a:pt x="47467" y="97047"/>
                </a:moveTo>
                <a:lnTo>
                  <a:pt x="36751" y="97047"/>
                </a:lnTo>
                <a:lnTo>
                  <a:pt x="10716" y="37883"/>
                </a:lnTo>
                <a:lnTo>
                  <a:pt x="4226" y="37883"/>
                </a:lnTo>
                <a:cubicBezTo>
                  <a:pt x="2717" y="37883"/>
                  <a:pt x="1635" y="37581"/>
                  <a:pt x="981" y="36977"/>
                </a:cubicBezTo>
                <a:cubicBezTo>
                  <a:pt x="327" y="36374"/>
                  <a:pt x="0" y="35594"/>
                  <a:pt x="0" y="34638"/>
                </a:cubicBezTo>
                <a:cubicBezTo>
                  <a:pt x="0" y="33755"/>
                  <a:pt x="327" y="33018"/>
                  <a:pt x="981" y="32428"/>
                </a:cubicBezTo>
                <a:cubicBezTo>
                  <a:pt x="1635" y="31839"/>
                  <a:pt x="2717" y="31544"/>
                  <a:pt x="4226" y="31544"/>
                </a:cubicBezTo>
                <a:lnTo>
                  <a:pt x="27997" y="31544"/>
                </a:lnTo>
                <a:cubicBezTo>
                  <a:pt x="29507" y="31544"/>
                  <a:pt x="30588" y="31839"/>
                  <a:pt x="31242" y="32428"/>
                </a:cubicBezTo>
                <a:cubicBezTo>
                  <a:pt x="31896" y="33018"/>
                  <a:pt x="32223" y="33780"/>
                  <a:pt x="32223" y="34714"/>
                </a:cubicBezTo>
                <a:cubicBezTo>
                  <a:pt x="32223" y="35619"/>
                  <a:pt x="31896" y="36374"/>
                  <a:pt x="31242" y="36977"/>
                </a:cubicBezTo>
                <a:cubicBezTo>
                  <a:pt x="30588" y="37581"/>
                  <a:pt x="29507" y="37883"/>
                  <a:pt x="27997" y="37883"/>
                </a:cubicBezTo>
                <a:lnTo>
                  <a:pt x="17508" y="37883"/>
                </a:lnTo>
                <a:lnTo>
                  <a:pt x="40751" y="90708"/>
                </a:lnTo>
                <a:lnTo>
                  <a:pt x="43543" y="90708"/>
                </a:lnTo>
                <a:lnTo>
                  <a:pt x="66333" y="37883"/>
                </a:lnTo>
                <a:lnTo>
                  <a:pt x="55768" y="37883"/>
                </a:lnTo>
                <a:cubicBezTo>
                  <a:pt x="54259" y="37883"/>
                  <a:pt x="53177" y="37581"/>
                  <a:pt x="52523" y="36977"/>
                </a:cubicBezTo>
                <a:cubicBezTo>
                  <a:pt x="51869" y="36374"/>
                  <a:pt x="51542" y="35594"/>
                  <a:pt x="51542" y="34638"/>
                </a:cubicBezTo>
                <a:cubicBezTo>
                  <a:pt x="51542" y="33755"/>
                  <a:pt x="51869" y="33018"/>
                  <a:pt x="52523" y="32428"/>
                </a:cubicBezTo>
                <a:cubicBezTo>
                  <a:pt x="53177" y="31839"/>
                  <a:pt x="54259" y="31544"/>
                  <a:pt x="55768" y="31544"/>
                </a:cubicBezTo>
                <a:lnTo>
                  <a:pt x="79615" y="31544"/>
                </a:lnTo>
                <a:cubicBezTo>
                  <a:pt x="81174" y="31544"/>
                  <a:pt x="82269" y="31839"/>
                  <a:pt x="82897" y="32428"/>
                </a:cubicBezTo>
                <a:cubicBezTo>
                  <a:pt x="83526" y="33018"/>
                  <a:pt x="83841" y="33780"/>
                  <a:pt x="83841" y="34714"/>
                </a:cubicBezTo>
                <a:cubicBezTo>
                  <a:pt x="83841" y="35619"/>
                  <a:pt x="83526" y="36374"/>
                  <a:pt x="82897" y="36977"/>
                </a:cubicBezTo>
                <a:cubicBezTo>
                  <a:pt x="82269" y="37581"/>
                  <a:pt x="81174" y="37883"/>
                  <a:pt x="79615" y="37883"/>
                </a:cubicBezTo>
                <a:lnTo>
                  <a:pt x="73200" y="37883"/>
                </a:lnTo>
                <a:lnTo>
                  <a:pt x="47467" y="97047"/>
                </a:lnTo>
                <a:close/>
                <a:moveTo>
                  <a:pt x="163742" y="41838"/>
                </a:moveTo>
                <a:lnTo>
                  <a:pt x="163742" y="57549"/>
                </a:lnTo>
                <a:cubicBezTo>
                  <a:pt x="163742" y="71192"/>
                  <a:pt x="160497" y="81991"/>
                  <a:pt x="154007" y="89946"/>
                </a:cubicBezTo>
                <a:cubicBezTo>
                  <a:pt x="148926" y="96189"/>
                  <a:pt x="142512" y="99311"/>
                  <a:pt x="134764" y="99311"/>
                </a:cubicBezTo>
                <a:cubicBezTo>
                  <a:pt x="131041" y="99311"/>
                  <a:pt x="127532" y="98568"/>
                  <a:pt x="124237" y="97082"/>
                </a:cubicBezTo>
                <a:cubicBezTo>
                  <a:pt x="120941" y="95598"/>
                  <a:pt x="118137" y="93521"/>
                  <a:pt x="115823" y="90852"/>
                </a:cubicBezTo>
                <a:cubicBezTo>
                  <a:pt x="114364" y="89190"/>
                  <a:pt x="112766" y="86522"/>
                  <a:pt x="111031" y="82848"/>
                </a:cubicBezTo>
                <a:cubicBezTo>
                  <a:pt x="109295" y="79172"/>
                  <a:pt x="108050" y="75798"/>
                  <a:pt x="107295" y="72726"/>
                </a:cubicBezTo>
                <a:cubicBezTo>
                  <a:pt x="106138" y="68397"/>
                  <a:pt x="105559" y="63337"/>
                  <a:pt x="105559" y="57549"/>
                </a:cubicBezTo>
                <a:lnTo>
                  <a:pt x="105559" y="41838"/>
                </a:lnTo>
                <a:cubicBezTo>
                  <a:pt x="105559" y="28144"/>
                  <a:pt x="108804" y="17320"/>
                  <a:pt x="115294" y="9365"/>
                </a:cubicBezTo>
                <a:cubicBezTo>
                  <a:pt x="120376" y="3122"/>
                  <a:pt x="126790" y="0"/>
                  <a:pt x="134538" y="0"/>
                </a:cubicBezTo>
                <a:cubicBezTo>
                  <a:pt x="138311" y="0"/>
                  <a:pt x="141833" y="743"/>
                  <a:pt x="145103" y="2229"/>
                </a:cubicBezTo>
                <a:cubicBezTo>
                  <a:pt x="148373" y="3713"/>
                  <a:pt x="151165" y="5790"/>
                  <a:pt x="153479" y="8459"/>
                </a:cubicBezTo>
                <a:cubicBezTo>
                  <a:pt x="154988" y="10171"/>
                  <a:pt x="156598" y="12865"/>
                  <a:pt x="158309" y="16541"/>
                </a:cubicBezTo>
                <a:cubicBezTo>
                  <a:pt x="160019" y="20215"/>
                  <a:pt x="161277" y="23563"/>
                  <a:pt x="162082" y="26585"/>
                </a:cubicBezTo>
                <a:cubicBezTo>
                  <a:pt x="163189" y="30914"/>
                  <a:pt x="163742" y="35999"/>
                  <a:pt x="163742" y="41838"/>
                </a:cubicBezTo>
                <a:moveTo>
                  <a:pt x="157403" y="42689"/>
                </a:moveTo>
                <a:cubicBezTo>
                  <a:pt x="157403" y="36698"/>
                  <a:pt x="156561" y="31122"/>
                  <a:pt x="154875" y="25962"/>
                </a:cubicBezTo>
                <a:cubicBezTo>
                  <a:pt x="153190" y="20801"/>
                  <a:pt x="151291" y="16682"/>
                  <a:pt x="149178" y="13607"/>
                </a:cubicBezTo>
                <a:cubicBezTo>
                  <a:pt x="147920" y="11843"/>
                  <a:pt x="146285" y="10319"/>
                  <a:pt x="144273" y="9034"/>
                </a:cubicBezTo>
                <a:cubicBezTo>
                  <a:pt x="141405" y="7237"/>
                  <a:pt x="138185" y="6339"/>
                  <a:pt x="134613" y="6339"/>
                </a:cubicBezTo>
                <a:cubicBezTo>
                  <a:pt x="127519" y="6397"/>
                  <a:pt x="121960" y="10056"/>
                  <a:pt x="117935" y="17314"/>
                </a:cubicBezTo>
                <a:cubicBezTo>
                  <a:pt x="113911" y="24571"/>
                  <a:pt x="111898" y="33032"/>
                  <a:pt x="111898" y="42696"/>
                </a:cubicBezTo>
                <a:lnTo>
                  <a:pt x="111898" y="56662"/>
                </a:lnTo>
                <a:cubicBezTo>
                  <a:pt x="111898" y="62652"/>
                  <a:pt x="112741" y="68239"/>
                  <a:pt x="114426" y="73424"/>
                </a:cubicBezTo>
                <a:cubicBezTo>
                  <a:pt x="116112" y="78608"/>
                  <a:pt x="118036" y="82734"/>
                  <a:pt x="120199" y="85803"/>
                </a:cubicBezTo>
                <a:cubicBezTo>
                  <a:pt x="121407" y="87513"/>
                  <a:pt x="123017" y="88997"/>
                  <a:pt x="125029" y="90255"/>
                </a:cubicBezTo>
                <a:cubicBezTo>
                  <a:pt x="127897" y="92066"/>
                  <a:pt x="131142" y="92972"/>
                  <a:pt x="134764" y="92972"/>
                </a:cubicBezTo>
                <a:cubicBezTo>
                  <a:pt x="141807" y="92972"/>
                  <a:pt x="147341" y="89337"/>
                  <a:pt x="151366" y="82067"/>
                </a:cubicBezTo>
                <a:cubicBezTo>
                  <a:pt x="155391" y="74798"/>
                  <a:pt x="157403" y="66329"/>
                  <a:pt x="157403" y="56662"/>
                </a:cubicBezTo>
                <a:lnTo>
                  <a:pt x="157403" y="42689"/>
                </a:lnTo>
                <a:close/>
                <a:moveTo>
                  <a:pt x="269528" y="139458"/>
                </a:moveTo>
                <a:lnTo>
                  <a:pt x="185235" y="139458"/>
                </a:lnTo>
                <a:cubicBezTo>
                  <a:pt x="183725" y="139458"/>
                  <a:pt x="182644" y="139169"/>
                  <a:pt x="181990" y="138590"/>
                </a:cubicBezTo>
                <a:cubicBezTo>
                  <a:pt x="181336" y="138012"/>
                  <a:pt x="181009" y="137244"/>
                  <a:pt x="181009" y="136288"/>
                </a:cubicBezTo>
                <a:cubicBezTo>
                  <a:pt x="181009" y="135333"/>
                  <a:pt x="181336" y="134565"/>
                  <a:pt x="181990" y="133987"/>
                </a:cubicBezTo>
                <a:cubicBezTo>
                  <a:pt x="182644" y="133408"/>
                  <a:pt x="183725" y="133119"/>
                  <a:pt x="185235" y="133119"/>
                </a:cubicBezTo>
                <a:lnTo>
                  <a:pt x="269528" y="133119"/>
                </a:lnTo>
                <a:cubicBezTo>
                  <a:pt x="271088" y="133119"/>
                  <a:pt x="272182" y="133408"/>
                  <a:pt x="272811" y="133987"/>
                </a:cubicBezTo>
                <a:cubicBezTo>
                  <a:pt x="273440" y="134565"/>
                  <a:pt x="273754" y="135333"/>
                  <a:pt x="273754" y="136288"/>
                </a:cubicBezTo>
                <a:cubicBezTo>
                  <a:pt x="273754" y="137244"/>
                  <a:pt x="273440" y="138012"/>
                  <a:pt x="272811" y="138590"/>
                </a:cubicBezTo>
                <a:cubicBezTo>
                  <a:pt x="272182" y="139169"/>
                  <a:pt x="271088" y="139458"/>
                  <a:pt x="269528" y="139458"/>
                </a:cubicBezTo>
                <a:close/>
                <a:moveTo>
                  <a:pt x="333130" y="45552"/>
                </a:moveTo>
                <a:cubicBezTo>
                  <a:pt x="338965" y="48167"/>
                  <a:pt x="343418" y="51748"/>
                  <a:pt x="346487" y="56296"/>
                </a:cubicBezTo>
                <a:cubicBezTo>
                  <a:pt x="349556" y="60845"/>
                  <a:pt x="351090" y="65582"/>
                  <a:pt x="351090" y="70510"/>
                </a:cubicBezTo>
                <a:cubicBezTo>
                  <a:pt x="351090" y="78098"/>
                  <a:pt x="348009" y="84796"/>
                  <a:pt x="341846" y="90602"/>
                </a:cubicBezTo>
                <a:cubicBezTo>
                  <a:pt x="335683" y="96408"/>
                  <a:pt x="327973" y="99311"/>
                  <a:pt x="318716" y="99311"/>
                </a:cubicBezTo>
                <a:cubicBezTo>
                  <a:pt x="313282" y="99311"/>
                  <a:pt x="307648" y="98154"/>
                  <a:pt x="301812" y="95840"/>
                </a:cubicBezTo>
                <a:cubicBezTo>
                  <a:pt x="295976" y="93525"/>
                  <a:pt x="291901" y="91161"/>
                  <a:pt x="289587" y="88746"/>
                </a:cubicBezTo>
                <a:cubicBezTo>
                  <a:pt x="288832" y="87941"/>
                  <a:pt x="288455" y="87086"/>
                  <a:pt x="288455" y="86180"/>
                </a:cubicBezTo>
                <a:cubicBezTo>
                  <a:pt x="288455" y="85375"/>
                  <a:pt x="288744" y="84671"/>
                  <a:pt x="289323" y="84067"/>
                </a:cubicBezTo>
                <a:cubicBezTo>
                  <a:pt x="289901" y="83463"/>
                  <a:pt x="290593" y="83162"/>
                  <a:pt x="291398" y="83162"/>
                </a:cubicBezTo>
                <a:cubicBezTo>
                  <a:pt x="292203" y="83162"/>
                  <a:pt x="293108" y="83539"/>
                  <a:pt x="294115" y="84294"/>
                </a:cubicBezTo>
                <a:cubicBezTo>
                  <a:pt x="301912" y="90079"/>
                  <a:pt x="310163" y="92972"/>
                  <a:pt x="318867" y="92972"/>
                </a:cubicBezTo>
                <a:cubicBezTo>
                  <a:pt x="326212" y="92972"/>
                  <a:pt x="332362" y="90674"/>
                  <a:pt x="337318" y="86079"/>
                </a:cubicBezTo>
                <a:cubicBezTo>
                  <a:pt x="342273" y="81483"/>
                  <a:pt x="344751" y="76373"/>
                  <a:pt x="344751" y="70748"/>
                </a:cubicBezTo>
                <a:cubicBezTo>
                  <a:pt x="344751" y="66981"/>
                  <a:pt x="343531" y="63289"/>
                  <a:pt x="341091" y="59673"/>
                </a:cubicBezTo>
                <a:cubicBezTo>
                  <a:pt x="338651" y="56057"/>
                  <a:pt x="335142" y="53207"/>
                  <a:pt x="330564" y="51122"/>
                </a:cubicBezTo>
                <a:cubicBezTo>
                  <a:pt x="325986" y="49038"/>
                  <a:pt x="321357" y="47995"/>
                  <a:pt x="316678" y="47995"/>
                </a:cubicBezTo>
                <a:cubicBezTo>
                  <a:pt x="315169" y="47995"/>
                  <a:pt x="314087" y="47703"/>
                  <a:pt x="313433" y="47118"/>
                </a:cubicBezTo>
                <a:cubicBezTo>
                  <a:pt x="312779" y="46532"/>
                  <a:pt x="312452" y="45755"/>
                  <a:pt x="312452" y="44788"/>
                </a:cubicBezTo>
                <a:cubicBezTo>
                  <a:pt x="312452" y="43871"/>
                  <a:pt x="312767" y="43108"/>
                  <a:pt x="313396" y="42498"/>
                </a:cubicBezTo>
                <a:cubicBezTo>
                  <a:pt x="314025" y="41887"/>
                  <a:pt x="314968" y="41581"/>
                  <a:pt x="316226" y="41581"/>
                </a:cubicBezTo>
                <a:lnTo>
                  <a:pt x="321659" y="41656"/>
                </a:lnTo>
                <a:cubicBezTo>
                  <a:pt x="327344" y="41656"/>
                  <a:pt x="332035" y="39917"/>
                  <a:pt x="335733" y="36440"/>
                </a:cubicBezTo>
                <a:cubicBezTo>
                  <a:pt x="339431" y="32961"/>
                  <a:pt x="341280" y="28926"/>
                  <a:pt x="341280" y="24337"/>
                </a:cubicBezTo>
                <a:cubicBezTo>
                  <a:pt x="341280" y="19599"/>
                  <a:pt x="339343" y="15414"/>
                  <a:pt x="335469" y="11784"/>
                </a:cubicBezTo>
                <a:cubicBezTo>
                  <a:pt x="331595" y="8154"/>
                  <a:pt x="326539" y="6339"/>
                  <a:pt x="320301" y="6339"/>
                </a:cubicBezTo>
                <a:cubicBezTo>
                  <a:pt x="315924" y="6339"/>
                  <a:pt x="311899" y="7099"/>
                  <a:pt x="308226" y="8619"/>
                </a:cubicBezTo>
                <a:cubicBezTo>
                  <a:pt x="304554" y="10140"/>
                  <a:pt x="301611" y="12217"/>
                  <a:pt x="299397" y="14852"/>
                </a:cubicBezTo>
                <a:cubicBezTo>
                  <a:pt x="298592" y="15865"/>
                  <a:pt x="297976" y="16485"/>
                  <a:pt x="297548" y="16713"/>
                </a:cubicBezTo>
                <a:cubicBezTo>
                  <a:pt x="297121" y="16941"/>
                  <a:pt x="296630" y="17055"/>
                  <a:pt x="296077" y="17055"/>
                </a:cubicBezTo>
                <a:cubicBezTo>
                  <a:pt x="295221" y="17055"/>
                  <a:pt x="294492" y="16765"/>
                  <a:pt x="293888" y="16185"/>
                </a:cubicBezTo>
                <a:cubicBezTo>
                  <a:pt x="293284" y="15603"/>
                  <a:pt x="292983" y="14907"/>
                  <a:pt x="292983" y="14098"/>
                </a:cubicBezTo>
                <a:cubicBezTo>
                  <a:pt x="292983" y="12077"/>
                  <a:pt x="295171" y="9526"/>
                  <a:pt x="299548" y="6443"/>
                </a:cubicBezTo>
                <a:cubicBezTo>
                  <a:pt x="305635" y="2148"/>
                  <a:pt x="312553" y="0"/>
                  <a:pt x="320301" y="0"/>
                </a:cubicBezTo>
                <a:cubicBezTo>
                  <a:pt x="328300" y="0"/>
                  <a:pt x="334865" y="2409"/>
                  <a:pt x="339997" y="7226"/>
                </a:cubicBezTo>
                <a:cubicBezTo>
                  <a:pt x="345128" y="12043"/>
                  <a:pt x="347694" y="17781"/>
                  <a:pt x="347694" y="24441"/>
                </a:cubicBezTo>
                <a:cubicBezTo>
                  <a:pt x="347694" y="28678"/>
                  <a:pt x="346462" y="32689"/>
                  <a:pt x="343996" y="36473"/>
                </a:cubicBezTo>
                <a:cubicBezTo>
                  <a:pt x="341531" y="40255"/>
                  <a:pt x="337909" y="43282"/>
                  <a:pt x="333130" y="45552"/>
                </a:cubicBezTo>
                <a:close/>
                <a:moveTo>
                  <a:pt x="411522" y="78936"/>
                </a:moveTo>
                <a:lnTo>
                  <a:pt x="414238" y="78936"/>
                </a:lnTo>
                <a:cubicBezTo>
                  <a:pt x="417056" y="78936"/>
                  <a:pt x="419470" y="79933"/>
                  <a:pt x="421483" y="81928"/>
                </a:cubicBezTo>
                <a:cubicBezTo>
                  <a:pt x="423495" y="83922"/>
                  <a:pt x="424501" y="86333"/>
                  <a:pt x="424501" y="89161"/>
                </a:cubicBezTo>
                <a:cubicBezTo>
                  <a:pt x="424501" y="92090"/>
                  <a:pt x="423483" y="94539"/>
                  <a:pt x="421445" y="96509"/>
                </a:cubicBezTo>
                <a:cubicBezTo>
                  <a:pt x="419408" y="98478"/>
                  <a:pt x="417005" y="99462"/>
                  <a:pt x="414238" y="99462"/>
                </a:cubicBezTo>
                <a:lnTo>
                  <a:pt x="411522" y="99462"/>
                </a:lnTo>
                <a:cubicBezTo>
                  <a:pt x="408704" y="99462"/>
                  <a:pt x="406289" y="98465"/>
                  <a:pt x="404277" y="96472"/>
                </a:cubicBezTo>
                <a:cubicBezTo>
                  <a:pt x="402265" y="94477"/>
                  <a:pt x="401258" y="92065"/>
                  <a:pt x="401258" y="89236"/>
                </a:cubicBezTo>
                <a:cubicBezTo>
                  <a:pt x="401258" y="86307"/>
                  <a:pt x="402277" y="83859"/>
                  <a:pt x="404315" y="81890"/>
                </a:cubicBezTo>
                <a:cubicBezTo>
                  <a:pt x="406352" y="79921"/>
                  <a:pt x="408755" y="78936"/>
                  <a:pt x="411522" y="78936"/>
                </a:cubicBezTo>
                <a:close/>
                <a:moveTo>
                  <a:pt x="523797" y="97047"/>
                </a:moveTo>
                <a:lnTo>
                  <a:pt x="523797" y="87840"/>
                </a:lnTo>
                <a:cubicBezTo>
                  <a:pt x="514591" y="95588"/>
                  <a:pt x="504755" y="99462"/>
                  <a:pt x="494291" y="99462"/>
                </a:cubicBezTo>
                <a:cubicBezTo>
                  <a:pt x="486694" y="99462"/>
                  <a:pt x="480757" y="97538"/>
                  <a:pt x="476481" y="93689"/>
                </a:cubicBezTo>
                <a:cubicBezTo>
                  <a:pt x="472205" y="89840"/>
                  <a:pt x="470067" y="85124"/>
                  <a:pt x="470067" y="79539"/>
                </a:cubicBezTo>
                <a:cubicBezTo>
                  <a:pt x="470067" y="73402"/>
                  <a:pt x="472884" y="68044"/>
                  <a:pt x="478519" y="63465"/>
                </a:cubicBezTo>
                <a:cubicBezTo>
                  <a:pt x="484153" y="58887"/>
                  <a:pt x="492379" y="56598"/>
                  <a:pt x="503195" y="56598"/>
                </a:cubicBezTo>
                <a:cubicBezTo>
                  <a:pt x="506113" y="56598"/>
                  <a:pt x="509283" y="56787"/>
                  <a:pt x="512704" y="57164"/>
                </a:cubicBezTo>
                <a:cubicBezTo>
                  <a:pt x="516125" y="57541"/>
                  <a:pt x="519823" y="58133"/>
                  <a:pt x="523797" y="58938"/>
                </a:cubicBezTo>
                <a:lnTo>
                  <a:pt x="523797" y="48608"/>
                </a:lnTo>
                <a:cubicBezTo>
                  <a:pt x="523797" y="45113"/>
                  <a:pt x="522187" y="42075"/>
                  <a:pt x="518968" y="39494"/>
                </a:cubicBezTo>
                <a:cubicBezTo>
                  <a:pt x="515748" y="36911"/>
                  <a:pt x="510918" y="35619"/>
                  <a:pt x="504478" y="35619"/>
                </a:cubicBezTo>
                <a:cubicBezTo>
                  <a:pt x="499548" y="35619"/>
                  <a:pt x="492631" y="37074"/>
                  <a:pt x="483726" y="39984"/>
                </a:cubicBezTo>
                <a:cubicBezTo>
                  <a:pt x="482116" y="40495"/>
                  <a:pt x="481084" y="40751"/>
                  <a:pt x="480632" y="40751"/>
                </a:cubicBezTo>
                <a:cubicBezTo>
                  <a:pt x="479827" y="40751"/>
                  <a:pt x="479135" y="40449"/>
                  <a:pt x="478556" y="39845"/>
                </a:cubicBezTo>
                <a:cubicBezTo>
                  <a:pt x="477978" y="39241"/>
                  <a:pt x="477689" y="38487"/>
                  <a:pt x="477689" y="37581"/>
                </a:cubicBezTo>
                <a:cubicBezTo>
                  <a:pt x="477689" y="36726"/>
                  <a:pt x="477940" y="36047"/>
                  <a:pt x="478443" y="35544"/>
                </a:cubicBezTo>
                <a:cubicBezTo>
                  <a:pt x="479148" y="34789"/>
                  <a:pt x="481990" y="33758"/>
                  <a:pt x="486971" y="32450"/>
                </a:cubicBezTo>
                <a:cubicBezTo>
                  <a:pt x="494819" y="30337"/>
                  <a:pt x="500755" y="29280"/>
                  <a:pt x="504780" y="29280"/>
                </a:cubicBezTo>
                <a:cubicBezTo>
                  <a:pt x="512779" y="29280"/>
                  <a:pt x="519018" y="31259"/>
                  <a:pt x="523495" y="35218"/>
                </a:cubicBezTo>
                <a:cubicBezTo>
                  <a:pt x="527973" y="39177"/>
                  <a:pt x="530212" y="43653"/>
                  <a:pt x="530212" y="48646"/>
                </a:cubicBezTo>
                <a:lnTo>
                  <a:pt x="530212" y="90708"/>
                </a:lnTo>
                <a:lnTo>
                  <a:pt x="538664" y="90708"/>
                </a:lnTo>
                <a:cubicBezTo>
                  <a:pt x="540223" y="90708"/>
                  <a:pt x="541330" y="90997"/>
                  <a:pt x="541984" y="91576"/>
                </a:cubicBezTo>
                <a:cubicBezTo>
                  <a:pt x="542638" y="92154"/>
                  <a:pt x="542965" y="92922"/>
                  <a:pt x="542965" y="93878"/>
                </a:cubicBezTo>
                <a:cubicBezTo>
                  <a:pt x="542965" y="94783"/>
                  <a:pt x="542638" y="95538"/>
                  <a:pt x="541984" y="96141"/>
                </a:cubicBezTo>
                <a:cubicBezTo>
                  <a:pt x="541330" y="96745"/>
                  <a:pt x="540223" y="97047"/>
                  <a:pt x="538664" y="97047"/>
                </a:cubicBezTo>
                <a:lnTo>
                  <a:pt x="523797" y="97047"/>
                </a:lnTo>
                <a:moveTo>
                  <a:pt x="523797" y="65427"/>
                </a:moveTo>
                <a:cubicBezTo>
                  <a:pt x="520829" y="64572"/>
                  <a:pt x="517685" y="63943"/>
                  <a:pt x="514364" y="63541"/>
                </a:cubicBezTo>
                <a:cubicBezTo>
                  <a:pt x="511044" y="63138"/>
                  <a:pt x="507547" y="62937"/>
                  <a:pt x="503875" y="62937"/>
                </a:cubicBezTo>
                <a:cubicBezTo>
                  <a:pt x="494668" y="62937"/>
                  <a:pt x="487474" y="64924"/>
                  <a:pt x="482292" y="68899"/>
                </a:cubicBezTo>
                <a:cubicBezTo>
                  <a:pt x="478368" y="71867"/>
                  <a:pt x="476406" y="75414"/>
                  <a:pt x="476406" y="79539"/>
                </a:cubicBezTo>
                <a:cubicBezTo>
                  <a:pt x="476406" y="83363"/>
                  <a:pt x="477902" y="86583"/>
                  <a:pt x="480896" y="89199"/>
                </a:cubicBezTo>
                <a:cubicBezTo>
                  <a:pt x="483889" y="91815"/>
                  <a:pt x="488254" y="93123"/>
                  <a:pt x="493989" y="93123"/>
                </a:cubicBezTo>
                <a:cubicBezTo>
                  <a:pt x="499473" y="93123"/>
                  <a:pt x="504566" y="92029"/>
                  <a:pt x="509270" y="89840"/>
                </a:cubicBezTo>
                <a:cubicBezTo>
                  <a:pt x="513974" y="87652"/>
                  <a:pt x="518817" y="84168"/>
                  <a:pt x="523797" y="79388"/>
                </a:cubicBezTo>
                <a:lnTo>
                  <a:pt x="523797" y="65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87ACB-1289-4D6E-B03D-69CDEEFA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29" y="690454"/>
            <a:ext cx="669193" cy="233286"/>
          </a:xfrm>
          <a:custGeom xmlns:a="http://schemas.openxmlformats.org/drawingml/2006/main">
            <a:pathLst>
              <a:path w="669193" h="233286">
                <a:moveTo>
                  <a:pt x="0" y="38882"/>
                </a:moveTo>
                <a:lnTo>
                  <a:pt x="0" y="38882"/>
                </a:lnTo>
                <a:cubicBezTo>
                  <a:pt x="0" y="17408"/>
                  <a:pt x="17408" y="0"/>
                  <a:pt x="38882" y="0"/>
                </a:cubicBezTo>
                <a:lnTo>
                  <a:pt x="630311" y="0"/>
                </a:lnTo>
                <a:cubicBezTo>
                  <a:pt x="640623" y="0"/>
                  <a:pt x="650513" y="4097"/>
                  <a:pt x="657804" y="11388"/>
                </a:cubicBezTo>
                <a:cubicBezTo>
                  <a:pt x="665096" y="18680"/>
                  <a:pt x="669193" y="28570"/>
                  <a:pt x="669193" y="38882"/>
                </a:cubicBezTo>
                <a:lnTo>
                  <a:pt x="669193" y="194405"/>
                </a:lnTo>
                <a:cubicBezTo>
                  <a:pt x="669193" y="215878"/>
                  <a:pt x="651785" y="233286"/>
                  <a:pt x="630311" y="233286"/>
                </a:cubicBezTo>
                <a:lnTo>
                  <a:pt x="38882" y="233286"/>
                </a:lnTo>
                <a:cubicBezTo>
                  <a:pt x="17408" y="233286"/>
                  <a:pt x="0" y="215878"/>
                  <a:pt x="0" y="194405"/>
                </a:cubicBezTo>
                <a:lnTo>
                  <a:pt x="0" y="388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6267B9-A714-45C4-8E44-E8CCC54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29" y="690454"/>
            <a:ext cx="669193" cy="233286"/>
          </a:xfrm>
          <a:custGeom xmlns:a="http://schemas.openxmlformats.org/drawingml/2006/main">
            <a:pathLst>
              <a:path w="669193" h="233286" fill="none">
                <a:moveTo>
                  <a:pt x="0" y="38882"/>
                </a:moveTo>
                <a:lnTo>
                  <a:pt x="0" y="38882"/>
                </a:lnTo>
                <a:cubicBezTo>
                  <a:pt x="0" y="17408"/>
                  <a:pt x="17408" y="0"/>
                  <a:pt x="38882" y="0"/>
                </a:cubicBezTo>
                <a:lnTo>
                  <a:pt x="630311" y="0"/>
                </a:lnTo>
                <a:cubicBezTo>
                  <a:pt x="640623" y="0"/>
                  <a:pt x="650513" y="4097"/>
                  <a:pt x="657804" y="11388"/>
                </a:cubicBezTo>
                <a:cubicBezTo>
                  <a:pt x="665096" y="18680"/>
                  <a:pt x="669193" y="28570"/>
                  <a:pt x="669193" y="38882"/>
                </a:cubicBezTo>
                <a:lnTo>
                  <a:pt x="669193" y="194405"/>
                </a:lnTo>
                <a:cubicBezTo>
                  <a:pt x="669193" y="215878"/>
                  <a:pt x="651785" y="233286"/>
                  <a:pt x="630311" y="233286"/>
                </a:cubicBezTo>
                <a:lnTo>
                  <a:pt x="38882" y="233286"/>
                </a:lnTo>
                <a:cubicBezTo>
                  <a:pt x="17408" y="233286"/>
                  <a:pt x="0" y="215878"/>
                  <a:pt x="0" y="194405"/>
                </a:cubicBezTo>
                <a:lnTo>
                  <a:pt x="0" y="388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91" cap="flat">
            <a:solidFill>
              <a:srgbClr val="000000"/>
            </a:solidFill>
            <a:round/>
          </a:ln>
        </p:spPr>
      </p:sp>
      <p:sp>
        <p:nvSpPr>
          <p:cNvPr id="21" name="Text v0_3.a">
            <a:extLst xmlns:a="http://schemas.openxmlformats.org/drawingml/2006/main">
              <a:ext uri="{FF2B5EF4-FFF2-40B4-BE49-F238E27FC236}">
                <a16:creationId xmlns:a16="http://schemas.microsoft.com/office/drawing/2014/main" id="{B43A6EA1-6373-4C93-8589-AFA94AB9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797" y="754098"/>
            <a:ext cx="542965" cy="139458"/>
          </a:xfrm>
          <a:custGeom xmlns:a="http://schemas.openxmlformats.org/drawingml/2006/main">
            <a:pathLst>
              <a:path w="542965" h="139458">
                <a:moveTo>
                  <a:pt x="47467" y="97047"/>
                </a:moveTo>
                <a:lnTo>
                  <a:pt x="36751" y="97047"/>
                </a:lnTo>
                <a:lnTo>
                  <a:pt x="10716" y="37883"/>
                </a:lnTo>
                <a:lnTo>
                  <a:pt x="4226" y="37883"/>
                </a:lnTo>
                <a:cubicBezTo>
                  <a:pt x="2717" y="37883"/>
                  <a:pt x="1635" y="37581"/>
                  <a:pt x="981" y="36977"/>
                </a:cubicBezTo>
                <a:cubicBezTo>
                  <a:pt x="327" y="36374"/>
                  <a:pt x="0" y="35594"/>
                  <a:pt x="0" y="34638"/>
                </a:cubicBezTo>
                <a:cubicBezTo>
                  <a:pt x="0" y="33755"/>
                  <a:pt x="327" y="33018"/>
                  <a:pt x="981" y="32428"/>
                </a:cubicBezTo>
                <a:cubicBezTo>
                  <a:pt x="1635" y="31839"/>
                  <a:pt x="2717" y="31544"/>
                  <a:pt x="4226" y="31544"/>
                </a:cubicBezTo>
                <a:lnTo>
                  <a:pt x="27997" y="31544"/>
                </a:lnTo>
                <a:cubicBezTo>
                  <a:pt x="29507" y="31544"/>
                  <a:pt x="30588" y="31839"/>
                  <a:pt x="31242" y="32428"/>
                </a:cubicBezTo>
                <a:cubicBezTo>
                  <a:pt x="31896" y="33018"/>
                  <a:pt x="32223" y="33780"/>
                  <a:pt x="32223" y="34714"/>
                </a:cubicBezTo>
                <a:cubicBezTo>
                  <a:pt x="32223" y="35619"/>
                  <a:pt x="31896" y="36374"/>
                  <a:pt x="31242" y="36977"/>
                </a:cubicBezTo>
                <a:cubicBezTo>
                  <a:pt x="30588" y="37581"/>
                  <a:pt x="29507" y="37883"/>
                  <a:pt x="27997" y="37883"/>
                </a:cubicBezTo>
                <a:lnTo>
                  <a:pt x="17508" y="37883"/>
                </a:lnTo>
                <a:lnTo>
                  <a:pt x="40751" y="90708"/>
                </a:lnTo>
                <a:lnTo>
                  <a:pt x="43543" y="90708"/>
                </a:lnTo>
                <a:lnTo>
                  <a:pt x="66333" y="37883"/>
                </a:lnTo>
                <a:lnTo>
                  <a:pt x="55768" y="37883"/>
                </a:lnTo>
                <a:cubicBezTo>
                  <a:pt x="54259" y="37883"/>
                  <a:pt x="53177" y="37581"/>
                  <a:pt x="52523" y="36977"/>
                </a:cubicBezTo>
                <a:cubicBezTo>
                  <a:pt x="51869" y="36374"/>
                  <a:pt x="51542" y="35594"/>
                  <a:pt x="51542" y="34638"/>
                </a:cubicBezTo>
                <a:cubicBezTo>
                  <a:pt x="51542" y="33755"/>
                  <a:pt x="51869" y="33018"/>
                  <a:pt x="52523" y="32428"/>
                </a:cubicBezTo>
                <a:cubicBezTo>
                  <a:pt x="53177" y="31839"/>
                  <a:pt x="54259" y="31544"/>
                  <a:pt x="55768" y="31544"/>
                </a:cubicBezTo>
                <a:lnTo>
                  <a:pt x="79615" y="31544"/>
                </a:lnTo>
                <a:cubicBezTo>
                  <a:pt x="81174" y="31544"/>
                  <a:pt x="82269" y="31839"/>
                  <a:pt x="82897" y="32428"/>
                </a:cubicBezTo>
                <a:cubicBezTo>
                  <a:pt x="83526" y="33018"/>
                  <a:pt x="83841" y="33780"/>
                  <a:pt x="83841" y="34714"/>
                </a:cubicBezTo>
                <a:cubicBezTo>
                  <a:pt x="83841" y="35619"/>
                  <a:pt x="83526" y="36374"/>
                  <a:pt x="82897" y="36977"/>
                </a:cubicBezTo>
                <a:cubicBezTo>
                  <a:pt x="82269" y="37581"/>
                  <a:pt x="81174" y="37883"/>
                  <a:pt x="79615" y="37883"/>
                </a:cubicBezTo>
                <a:lnTo>
                  <a:pt x="73200" y="37883"/>
                </a:lnTo>
                <a:lnTo>
                  <a:pt x="47467" y="97047"/>
                </a:lnTo>
                <a:close/>
                <a:moveTo>
                  <a:pt x="163742" y="41838"/>
                </a:moveTo>
                <a:lnTo>
                  <a:pt x="163742" y="57549"/>
                </a:lnTo>
                <a:cubicBezTo>
                  <a:pt x="163742" y="71192"/>
                  <a:pt x="160497" y="81991"/>
                  <a:pt x="154007" y="89946"/>
                </a:cubicBezTo>
                <a:cubicBezTo>
                  <a:pt x="148926" y="96189"/>
                  <a:pt x="142512" y="99311"/>
                  <a:pt x="134764" y="99311"/>
                </a:cubicBezTo>
                <a:cubicBezTo>
                  <a:pt x="131041" y="99311"/>
                  <a:pt x="127532" y="98568"/>
                  <a:pt x="124237" y="97082"/>
                </a:cubicBezTo>
                <a:cubicBezTo>
                  <a:pt x="120941" y="95598"/>
                  <a:pt x="118137" y="93521"/>
                  <a:pt x="115823" y="90852"/>
                </a:cubicBezTo>
                <a:cubicBezTo>
                  <a:pt x="114364" y="89190"/>
                  <a:pt x="112766" y="86522"/>
                  <a:pt x="111031" y="82848"/>
                </a:cubicBezTo>
                <a:cubicBezTo>
                  <a:pt x="109295" y="79172"/>
                  <a:pt x="108050" y="75798"/>
                  <a:pt x="107295" y="72726"/>
                </a:cubicBezTo>
                <a:cubicBezTo>
                  <a:pt x="106138" y="68397"/>
                  <a:pt x="105559" y="63337"/>
                  <a:pt x="105559" y="57549"/>
                </a:cubicBezTo>
                <a:lnTo>
                  <a:pt x="105559" y="41838"/>
                </a:lnTo>
                <a:cubicBezTo>
                  <a:pt x="105559" y="28144"/>
                  <a:pt x="108804" y="17320"/>
                  <a:pt x="115294" y="9365"/>
                </a:cubicBezTo>
                <a:cubicBezTo>
                  <a:pt x="120376" y="3122"/>
                  <a:pt x="126790" y="0"/>
                  <a:pt x="134538" y="0"/>
                </a:cubicBezTo>
                <a:cubicBezTo>
                  <a:pt x="138311" y="0"/>
                  <a:pt x="141833" y="743"/>
                  <a:pt x="145103" y="2229"/>
                </a:cubicBezTo>
                <a:cubicBezTo>
                  <a:pt x="148373" y="3713"/>
                  <a:pt x="151165" y="5790"/>
                  <a:pt x="153479" y="8459"/>
                </a:cubicBezTo>
                <a:cubicBezTo>
                  <a:pt x="154988" y="10171"/>
                  <a:pt x="156598" y="12865"/>
                  <a:pt x="158309" y="16541"/>
                </a:cubicBezTo>
                <a:cubicBezTo>
                  <a:pt x="160019" y="20215"/>
                  <a:pt x="161277" y="23563"/>
                  <a:pt x="162082" y="26585"/>
                </a:cubicBezTo>
                <a:cubicBezTo>
                  <a:pt x="163189" y="30914"/>
                  <a:pt x="163742" y="35999"/>
                  <a:pt x="163742" y="41838"/>
                </a:cubicBezTo>
                <a:moveTo>
                  <a:pt x="157403" y="42689"/>
                </a:moveTo>
                <a:cubicBezTo>
                  <a:pt x="157403" y="36698"/>
                  <a:pt x="156561" y="31122"/>
                  <a:pt x="154875" y="25962"/>
                </a:cubicBezTo>
                <a:cubicBezTo>
                  <a:pt x="153190" y="20801"/>
                  <a:pt x="151291" y="16682"/>
                  <a:pt x="149178" y="13607"/>
                </a:cubicBezTo>
                <a:cubicBezTo>
                  <a:pt x="147920" y="11843"/>
                  <a:pt x="146285" y="10319"/>
                  <a:pt x="144273" y="9034"/>
                </a:cubicBezTo>
                <a:cubicBezTo>
                  <a:pt x="141405" y="7237"/>
                  <a:pt x="138185" y="6339"/>
                  <a:pt x="134613" y="6339"/>
                </a:cubicBezTo>
                <a:cubicBezTo>
                  <a:pt x="127519" y="6397"/>
                  <a:pt x="121960" y="10056"/>
                  <a:pt x="117935" y="17314"/>
                </a:cubicBezTo>
                <a:cubicBezTo>
                  <a:pt x="113911" y="24571"/>
                  <a:pt x="111898" y="33032"/>
                  <a:pt x="111898" y="42696"/>
                </a:cubicBezTo>
                <a:lnTo>
                  <a:pt x="111898" y="56662"/>
                </a:lnTo>
                <a:cubicBezTo>
                  <a:pt x="111898" y="62652"/>
                  <a:pt x="112741" y="68239"/>
                  <a:pt x="114426" y="73424"/>
                </a:cubicBezTo>
                <a:cubicBezTo>
                  <a:pt x="116112" y="78608"/>
                  <a:pt x="118036" y="82734"/>
                  <a:pt x="120199" y="85803"/>
                </a:cubicBezTo>
                <a:cubicBezTo>
                  <a:pt x="121407" y="87513"/>
                  <a:pt x="123017" y="88997"/>
                  <a:pt x="125029" y="90255"/>
                </a:cubicBezTo>
                <a:cubicBezTo>
                  <a:pt x="127897" y="92066"/>
                  <a:pt x="131142" y="92972"/>
                  <a:pt x="134764" y="92972"/>
                </a:cubicBezTo>
                <a:cubicBezTo>
                  <a:pt x="141807" y="92972"/>
                  <a:pt x="147341" y="89337"/>
                  <a:pt x="151366" y="82067"/>
                </a:cubicBezTo>
                <a:cubicBezTo>
                  <a:pt x="155391" y="74798"/>
                  <a:pt x="157403" y="66329"/>
                  <a:pt x="157403" y="56662"/>
                </a:cubicBezTo>
                <a:lnTo>
                  <a:pt x="157403" y="42689"/>
                </a:lnTo>
                <a:close/>
                <a:moveTo>
                  <a:pt x="269528" y="139458"/>
                </a:moveTo>
                <a:lnTo>
                  <a:pt x="185235" y="139458"/>
                </a:lnTo>
                <a:cubicBezTo>
                  <a:pt x="183725" y="139458"/>
                  <a:pt x="182644" y="139169"/>
                  <a:pt x="181990" y="138590"/>
                </a:cubicBezTo>
                <a:cubicBezTo>
                  <a:pt x="181336" y="138012"/>
                  <a:pt x="181009" y="137244"/>
                  <a:pt x="181009" y="136288"/>
                </a:cubicBezTo>
                <a:cubicBezTo>
                  <a:pt x="181009" y="135333"/>
                  <a:pt x="181336" y="134565"/>
                  <a:pt x="181990" y="133987"/>
                </a:cubicBezTo>
                <a:cubicBezTo>
                  <a:pt x="182644" y="133408"/>
                  <a:pt x="183725" y="133119"/>
                  <a:pt x="185235" y="133119"/>
                </a:cubicBezTo>
                <a:lnTo>
                  <a:pt x="269528" y="133119"/>
                </a:lnTo>
                <a:cubicBezTo>
                  <a:pt x="271088" y="133119"/>
                  <a:pt x="272182" y="133408"/>
                  <a:pt x="272811" y="133987"/>
                </a:cubicBezTo>
                <a:cubicBezTo>
                  <a:pt x="273440" y="134565"/>
                  <a:pt x="273754" y="135333"/>
                  <a:pt x="273754" y="136288"/>
                </a:cubicBezTo>
                <a:cubicBezTo>
                  <a:pt x="273754" y="137244"/>
                  <a:pt x="273440" y="138012"/>
                  <a:pt x="272811" y="138590"/>
                </a:cubicBezTo>
                <a:cubicBezTo>
                  <a:pt x="272182" y="139169"/>
                  <a:pt x="271088" y="139458"/>
                  <a:pt x="269528" y="139458"/>
                </a:cubicBezTo>
                <a:close/>
                <a:moveTo>
                  <a:pt x="333130" y="45552"/>
                </a:moveTo>
                <a:cubicBezTo>
                  <a:pt x="338965" y="48167"/>
                  <a:pt x="343418" y="51748"/>
                  <a:pt x="346487" y="56296"/>
                </a:cubicBezTo>
                <a:cubicBezTo>
                  <a:pt x="349556" y="60845"/>
                  <a:pt x="351090" y="65582"/>
                  <a:pt x="351090" y="70510"/>
                </a:cubicBezTo>
                <a:cubicBezTo>
                  <a:pt x="351090" y="78098"/>
                  <a:pt x="348009" y="84796"/>
                  <a:pt x="341846" y="90602"/>
                </a:cubicBezTo>
                <a:cubicBezTo>
                  <a:pt x="335683" y="96408"/>
                  <a:pt x="327973" y="99311"/>
                  <a:pt x="318716" y="99311"/>
                </a:cubicBezTo>
                <a:cubicBezTo>
                  <a:pt x="313282" y="99311"/>
                  <a:pt x="307648" y="98154"/>
                  <a:pt x="301812" y="95840"/>
                </a:cubicBezTo>
                <a:cubicBezTo>
                  <a:pt x="295976" y="93525"/>
                  <a:pt x="291901" y="91161"/>
                  <a:pt x="289587" y="88746"/>
                </a:cubicBezTo>
                <a:cubicBezTo>
                  <a:pt x="288832" y="87941"/>
                  <a:pt x="288455" y="87086"/>
                  <a:pt x="288455" y="86180"/>
                </a:cubicBezTo>
                <a:cubicBezTo>
                  <a:pt x="288455" y="85375"/>
                  <a:pt x="288744" y="84671"/>
                  <a:pt x="289323" y="84067"/>
                </a:cubicBezTo>
                <a:cubicBezTo>
                  <a:pt x="289901" y="83463"/>
                  <a:pt x="290593" y="83162"/>
                  <a:pt x="291398" y="83162"/>
                </a:cubicBezTo>
                <a:cubicBezTo>
                  <a:pt x="292203" y="83162"/>
                  <a:pt x="293108" y="83539"/>
                  <a:pt x="294115" y="84294"/>
                </a:cubicBezTo>
                <a:cubicBezTo>
                  <a:pt x="301912" y="90079"/>
                  <a:pt x="310163" y="92972"/>
                  <a:pt x="318867" y="92972"/>
                </a:cubicBezTo>
                <a:cubicBezTo>
                  <a:pt x="326212" y="92972"/>
                  <a:pt x="332362" y="90674"/>
                  <a:pt x="337318" y="86079"/>
                </a:cubicBezTo>
                <a:cubicBezTo>
                  <a:pt x="342273" y="81483"/>
                  <a:pt x="344751" y="76373"/>
                  <a:pt x="344751" y="70748"/>
                </a:cubicBezTo>
                <a:cubicBezTo>
                  <a:pt x="344751" y="66981"/>
                  <a:pt x="343531" y="63289"/>
                  <a:pt x="341091" y="59673"/>
                </a:cubicBezTo>
                <a:cubicBezTo>
                  <a:pt x="338651" y="56057"/>
                  <a:pt x="335142" y="53207"/>
                  <a:pt x="330564" y="51122"/>
                </a:cubicBezTo>
                <a:cubicBezTo>
                  <a:pt x="325986" y="49038"/>
                  <a:pt x="321357" y="47995"/>
                  <a:pt x="316678" y="47995"/>
                </a:cubicBezTo>
                <a:cubicBezTo>
                  <a:pt x="315169" y="47995"/>
                  <a:pt x="314087" y="47703"/>
                  <a:pt x="313433" y="47118"/>
                </a:cubicBezTo>
                <a:cubicBezTo>
                  <a:pt x="312779" y="46532"/>
                  <a:pt x="312452" y="45755"/>
                  <a:pt x="312452" y="44788"/>
                </a:cubicBezTo>
                <a:cubicBezTo>
                  <a:pt x="312452" y="43871"/>
                  <a:pt x="312767" y="43108"/>
                  <a:pt x="313396" y="42498"/>
                </a:cubicBezTo>
                <a:cubicBezTo>
                  <a:pt x="314025" y="41887"/>
                  <a:pt x="314968" y="41581"/>
                  <a:pt x="316226" y="41581"/>
                </a:cubicBezTo>
                <a:lnTo>
                  <a:pt x="321659" y="41656"/>
                </a:lnTo>
                <a:cubicBezTo>
                  <a:pt x="327344" y="41656"/>
                  <a:pt x="332035" y="39917"/>
                  <a:pt x="335733" y="36440"/>
                </a:cubicBezTo>
                <a:cubicBezTo>
                  <a:pt x="339431" y="32961"/>
                  <a:pt x="341280" y="28926"/>
                  <a:pt x="341280" y="24337"/>
                </a:cubicBezTo>
                <a:cubicBezTo>
                  <a:pt x="341280" y="19599"/>
                  <a:pt x="339343" y="15414"/>
                  <a:pt x="335469" y="11784"/>
                </a:cubicBezTo>
                <a:cubicBezTo>
                  <a:pt x="331595" y="8154"/>
                  <a:pt x="326539" y="6339"/>
                  <a:pt x="320301" y="6339"/>
                </a:cubicBezTo>
                <a:cubicBezTo>
                  <a:pt x="315924" y="6339"/>
                  <a:pt x="311899" y="7099"/>
                  <a:pt x="308226" y="8619"/>
                </a:cubicBezTo>
                <a:cubicBezTo>
                  <a:pt x="304554" y="10140"/>
                  <a:pt x="301611" y="12217"/>
                  <a:pt x="299397" y="14852"/>
                </a:cubicBezTo>
                <a:cubicBezTo>
                  <a:pt x="298592" y="15865"/>
                  <a:pt x="297976" y="16485"/>
                  <a:pt x="297548" y="16713"/>
                </a:cubicBezTo>
                <a:cubicBezTo>
                  <a:pt x="297121" y="16941"/>
                  <a:pt x="296630" y="17055"/>
                  <a:pt x="296077" y="17055"/>
                </a:cubicBezTo>
                <a:cubicBezTo>
                  <a:pt x="295221" y="17055"/>
                  <a:pt x="294492" y="16765"/>
                  <a:pt x="293888" y="16185"/>
                </a:cubicBezTo>
                <a:cubicBezTo>
                  <a:pt x="293284" y="15603"/>
                  <a:pt x="292983" y="14907"/>
                  <a:pt x="292983" y="14098"/>
                </a:cubicBezTo>
                <a:cubicBezTo>
                  <a:pt x="292983" y="12077"/>
                  <a:pt x="295171" y="9526"/>
                  <a:pt x="299548" y="6443"/>
                </a:cubicBezTo>
                <a:cubicBezTo>
                  <a:pt x="305635" y="2148"/>
                  <a:pt x="312553" y="0"/>
                  <a:pt x="320301" y="0"/>
                </a:cubicBezTo>
                <a:cubicBezTo>
                  <a:pt x="328300" y="0"/>
                  <a:pt x="334865" y="2409"/>
                  <a:pt x="339997" y="7226"/>
                </a:cubicBezTo>
                <a:cubicBezTo>
                  <a:pt x="345128" y="12043"/>
                  <a:pt x="347694" y="17781"/>
                  <a:pt x="347694" y="24441"/>
                </a:cubicBezTo>
                <a:cubicBezTo>
                  <a:pt x="347694" y="28678"/>
                  <a:pt x="346462" y="32689"/>
                  <a:pt x="343996" y="36473"/>
                </a:cubicBezTo>
                <a:cubicBezTo>
                  <a:pt x="341531" y="40255"/>
                  <a:pt x="337909" y="43282"/>
                  <a:pt x="333130" y="45552"/>
                </a:cubicBezTo>
                <a:close/>
                <a:moveTo>
                  <a:pt x="411522" y="78936"/>
                </a:moveTo>
                <a:lnTo>
                  <a:pt x="414238" y="78936"/>
                </a:lnTo>
                <a:cubicBezTo>
                  <a:pt x="417056" y="78936"/>
                  <a:pt x="419470" y="79933"/>
                  <a:pt x="421483" y="81928"/>
                </a:cubicBezTo>
                <a:cubicBezTo>
                  <a:pt x="423495" y="83922"/>
                  <a:pt x="424501" y="86333"/>
                  <a:pt x="424501" y="89161"/>
                </a:cubicBezTo>
                <a:cubicBezTo>
                  <a:pt x="424501" y="92090"/>
                  <a:pt x="423483" y="94539"/>
                  <a:pt x="421445" y="96509"/>
                </a:cubicBezTo>
                <a:cubicBezTo>
                  <a:pt x="419408" y="98478"/>
                  <a:pt x="417005" y="99462"/>
                  <a:pt x="414238" y="99462"/>
                </a:cubicBezTo>
                <a:lnTo>
                  <a:pt x="411522" y="99462"/>
                </a:lnTo>
                <a:cubicBezTo>
                  <a:pt x="408704" y="99462"/>
                  <a:pt x="406289" y="98465"/>
                  <a:pt x="404277" y="96472"/>
                </a:cubicBezTo>
                <a:cubicBezTo>
                  <a:pt x="402265" y="94477"/>
                  <a:pt x="401258" y="92065"/>
                  <a:pt x="401258" y="89236"/>
                </a:cubicBezTo>
                <a:cubicBezTo>
                  <a:pt x="401258" y="86307"/>
                  <a:pt x="402277" y="83859"/>
                  <a:pt x="404315" y="81890"/>
                </a:cubicBezTo>
                <a:cubicBezTo>
                  <a:pt x="406352" y="79921"/>
                  <a:pt x="408755" y="78936"/>
                  <a:pt x="411522" y="78936"/>
                </a:cubicBezTo>
                <a:close/>
                <a:moveTo>
                  <a:pt x="523797" y="97047"/>
                </a:moveTo>
                <a:lnTo>
                  <a:pt x="523797" y="87840"/>
                </a:lnTo>
                <a:cubicBezTo>
                  <a:pt x="514591" y="95588"/>
                  <a:pt x="504755" y="99462"/>
                  <a:pt x="494291" y="99462"/>
                </a:cubicBezTo>
                <a:cubicBezTo>
                  <a:pt x="486694" y="99462"/>
                  <a:pt x="480757" y="97538"/>
                  <a:pt x="476481" y="93689"/>
                </a:cubicBezTo>
                <a:cubicBezTo>
                  <a:pt x="472205" y="89840"/>
                  <a:pt x="470067" y="85124"/>
                  <a:pt x="470067" y="79539"/>
                </a:cubicBezTo>
                <a:cubicBezTo>
                  <a:pt x="470067" y="73402"/>
                  <a:pt x="472884" y="68044"/>
                  <a:pt x="478519" y="63465"/>
                </a:cubicBezTo>
                <a:cubicBezTo>
                  <a:pt x="484153" y="58887"/>
                  <a:pt x="492379" y="56598"/>
                  <a:pt x="503195" y="56598"/>
                </a:cubicBezTo>
                <a:cubicBezTo>
                  <a:pt x="506113" y="56598"/>
                  <a:pt x="509283" y="56787"/>
                  <a:pt x="512704" y="57164"/>
                </a:cubicBezTo>
                <a:cubicBezTo>
                  <a:pt x="516125" y="57541"/>
                  <a:pt x="519823" y="58133"/>
                  <a:pt x="523797" y="58938"/>
                </a:cubicBezTo>
                <a:lnTo>
                  <a:pt x="523797" y="48608"/>
                </a:lnTo>
                <a:cubicBezTo>
                  <a:pt x="523797" y="45113"/>
                  <a:pt x="522187" y="42075"/>
                  <a:pt x="518968" y="39494"/>
                </a:cubicBezTo>
                <a:cubicBezTo>
                  <a:pt x="515748" y="36911"/>
                  <a:pt x="510918" y="35619"/>
                  <a:pt x="504478" y="35619"/>
                </a:cubicBezTo>
                <a:cubicBezTo>
                  <a:pt x="499548" y="35619"/>
                  <a:pt x="492631" y="37074"/>
                  <a:pt x="483726" y="39984"/>
                </a:cubicBezTo>
                <a:cubicBezTo>
                  <a:pt x="482116" y="40495"/>
                  <a:pt x="481084" y="40751"/>
                  <a:pt x="480632" y="40751"/>
                </a:cubicBezTo>
                <a:cubicBezTo>
                  <a:pt x="479827" y="40751"/>
                  <a:pt x="479135" y="40449"/>
                  <a:pt x="478556" y="39845"/>
                </a:cubicBezTo>
                <a:cubicBezTo>
                  <a:pt x="477978" y="39241"/>
                  <a:pt x="477689" y="38487"/>
                  <a:pt x="477689" y="37581"/>
                </a:cubicBezTo>
                <a:cubicBezTo>
                  <a:pt x="477689" y="36726"/>
                  <a:pt x="477940" y="36047"/>
                  <a:pt x="478443" y="35544"/>
                </a:cubicBezTo>
                <a:cubicBezTo>
                  <a:pt x="479148" y="34789"/>
                  <a:pt x="481990" y="33758"/>
                  <a:pt x="486971" y="32450"/>
                </a:cubicBezTo>
                <a:cubicBezTo>
                  <a:pt x="494819" y="30337"/>
                  <a:pt x="500755" y="29280"/>
                  <a:pt x="504780" y="29280"/>
                </a:cubicBezTo>
                <a:cubicBezTo>
                  <a:pt x="512779" y="29280"/>
                  <a:pt x="519018" y="31259"/>
                  <a:pt x="523495" y="35218"/>
                </a:cubicBezTo>
                <a:cubicBezTo>
                  <a:pt x="527973" y="39177"/>
                  <a:pt x="530212" y="43653"/>
                  <a:pt x="530212" y="48646"/>
                </a:cubicBezTo>
                <a:lnTo>
                  <a:pt x="530212" y="90708"/>
                </a:lnTo>
                <a:lnTo>
                  <a:pt x="538664" y="90708"/>
                </a:lnTo>
                <a:cubicBezTo>
                  <a:pt x="540223" y="90708"/>
                  <a:pt x="541330" y="90997"/>
                  <a:pt x="541984" y="91576"/>
                </a:cubicBezTo>
                <a:cubicBezTo>
                  <a:pt x="542638" y="92154"/>
                  <a:pt x="542965" y="92922"/>
                  <a:pt x="542965" y="93878"/>
                </a:cubicBezTo>
                <a:cubicBezTo>
                  <a:pt x="542965" y="94783"/>
                  <a:pt x="542638" y="95538"/>
                  <a:pt x="541984" y="96141"/>
                </a:cubicBezTo>
                <a:cubicBezTo>
                  <a:pt x="541330" y="96745"/>
                  <a:pt x="540223" y="97047"/>
                  <a:pt x="538664" y="97047"/>
                </a:cubicBezTo>
                <a:lnTo>
                  <a:pt x="523797" y="97047"/>
                </a:lnTo>
                <a:moveTo>
                  <a:pt x="523797" y="65427"/>
                </a:moveTo>
                <a:cubicBezTo>
                  <a:pt x="520829" y="64572"/>
                  <a:pt x="517685" y="63943"/>
                  <a:pt x="514364" y="63541"/>
                </a:cubicBezTo>
                <a:cubicBezTo>
                  <a:pt x="511044" y="63138"/>
                  <a:pt x="507547" y="62937"/>
                  <a:pt x="503875" y="62937"/>
                </a:cubicBezTo>
                <a:cubicBezTo>
                  <a:pt x="494668" y="62937"/>
                  <a:pt x="487474" y="64924"/>
                  <a:pt x="482292" y="68899"/>
                </a:cubicBezTo>
                <a:cubicBezTo>
                  <a:pt x="478368" y="71867"/>
                  <a:pt x="476406" y="75414"/>
                  <a:pt x="476406" y="79539"/>
                </a:cubicBezTo>
                <a:cubicBezTo>
                  <a:pt x="476406" y="83363"/>
                  <a:pt x="477902" y="86583"/>
                  <a:pt x="480896" y="89199"/>
                </a:cubicBezTo>
                <a:cubicBezTo>
                  <a:pt x="483889" y="91815"/>
                  <a:pt x="488254" y="93123"/>
                  <a:pt x="493989" y="93123"/>
                </a:cubicBezTo>
                <a:cubicBezTo>
                  <a:pt x="499473" y="93123"/>
                  <a:pt x="504566" y="92029"/>
                  <a:pt x="509270" y="89840"/>
                </a:cubicBezTo>
                <a:cubicBezTo>
                  <a:pt x="513974" y="87652"/>
                  <a:pt x="518817" y="84168"/>
                  <a:pt x="523797" y="79388"/>
                </a:cubicBezTo>
                <a:lnTo>
                  <a:pt x="523797" y="65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43120-0796-4B00-9D84-05E85868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04" y="977377"/>
            <a:ext cx="689576" cy="202802"/>
          </a:xfrm>
          <a:custGeom xmlns:a="http://schemas.openxmlformats.org/drawingml/2006/main">
            <a:pathLst>
              <a:path w="689576" h="202802">
                <a:moveTo>
                  <a:pt x="689576" y="202802"/>
                </a:moveTo>
                <a:cubicBezTo>
                  <a:pt x="605070" y="196043"/>
                  <a:pt x="297470" y="196048"/>
                  <a:pt x="182540" y="162248"/>
                </a:cubicBezTo>
                <a:cubicBezTo>
                  <a:pt x="67611" y="128447"/>
                  <a:pt x="30423" y="27041"/>
                  <a:pt x="0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4C72F-2C5C-44F0-9441-2DDA4FAB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82" y="1040930"/>
            <a:ext cx="641898" cy="139250"/>
          </a:xfrm>
          <a:custGeom xmlns:a="http://schemas.openxmlformats.org/drawingml/2006/main">
            <a:pathLst>
              <a:path w="641898" h="139250" fill="none">
                <a:moveTo>
                  <a:pt x="641898" y="139250"/>
                </a:moveTo>
                <a:cubicBezTo>
                  <a:pt x="557392" y="132491"/>
                  <a:pt x="249792" y="132496"/>
                  <a:pt x="134862" y="98695"/>
                </a:cubicBezTo>
                <a:cubicBezTo>
                  <a:pt x="77398" y="81795"/>
                  <a:pt x="39369" y="47993"/>
                  <a:pt x="11903" y="15037"/>
                </a:cubicBezTo>
                <a:cubicBezTo>
                  <a:pt x="8469" y="10917"/>
                  <a:pt x="5201" y="6811"/>
                  <a:pt x="2081" y="2752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183" cap="flat">
            <a:solidFill>
              <a:srgbClr val="0000FF"/>
            </a:solidFill>
            <a:custDash>
              <a:ds d="400000" sp="300000"/>
            </a:custDash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8861B-E1BB-4BA8-822A-D458F3E2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43" y="1004487"/>
            <a:ext cx="63840" cy="72943"/>
          </a:xfrm>
          <a:custGeom xmlns:a="http://schemas.openxmlformats.org/drawingml/2006/main">
            <a:pathLst>
              <a:path w="63840" h="72943">
                <a:moveTo>
                  <a:pt x="27340" y="36443"/>
                </a:moveTo>
                <a:lnTo>
                  <a:pt x="22131" y="72943"/>
                </a:lnTo>
                <a:lnTo>
                  <a:pt x="0" y="0"/>
                </a:lnTo>
                <a:lnTo>
                  <a:pt x="63840" y="41652"/>
                </a:lnTo>
                <a:lnTo>
                  <a:pt x="27340" y="36443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11FF0-EF0B-47C5-B696-57177B87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43" y="1004487"/>
            <a:ext cx="63840" cy="72943"/>
          </a:xfrm>
          <a:custGeom xmlns:a="http://schemas.openxmlformats.org/drawingml/2006/main">
            <a:pathLst>
              <a:path w="63840" h="72943" fill="none">
                <a:moveTo>
                  <a:pt x="27340" y="36443"/>
                </a:moveTo>
                <a:lnTo>
                  <a:pt x="63840" y="41652"/>
                </a:lnTo>
                <a:lnTo>
                  <a:pt x="0" y="0"/>
                </a:lnTo>
                <a:lnTo>
                  <a:pt x="22131" y="72943"/>
                </a:lnTo>
                <a:lnTo>
                  <a:pt x="27340" y="364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83" cap="flat">
            <a:solidFill>
              <a:srgbClr val="0000FF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AC73BC-0E71-42B9-B36C-B2DDFDCE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73" y="592014"/>
            <a:ext cx="912640" cy="182520"/>
          </a:xfrm>
          <a:custGeom xmlns:a="http://schemas.openxmlformats.org/drawingml/2006/main">
            <a:pathLst>
              <a:path w="912640" h="182520">
                <a:moveTo>
                  <a:pt x="0" y="121673"/>
                </a:moveTo>
                <a:cubicBezTo>
                  <a:pt x="76053" y="103085"/>
                  <a:pt x="304213" y="0"/>
                  <a:pt x="456320" y="10141"/>
                </a:cubicBezTo>
                <a:cubicBezTo>
                  <a:pt x="608427" y="20282"/>
                  <a:pt x="836587" y="153790"/>
                  <a:pt x="912640" y="18252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047D8A-8EE5-4940-BEBE-2620C0CA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73" y="592014"/>
            <a:ext cx="840343" cy="149577"/>
          </a:xfrm>
          <a:custGeom xmlns:a="http://schemas.openxmlformats.org/drawingml/2006/main">
            <a:pathLst>
              <a:path w="840343" h="149577" fill="none">
                <a:moveTo>
                  <a:pt x="0" y="121673"/>
                </a:moveTo>
                <a:cubicBezTo>
                  <a:pt x="76053" y="103085"/>
                  <a:pt x="304213" y="0"/>
                  <a:pt x="456320" y="10141"/>
                </a:cubicBezTo>
                <a:cubicBezTo>
                  <a:pt x="532374" y="15212"/>
                  <a:pt x="627440" y="51124"/>
                  <a:pt x="713000" y="89360"/>
                </a:cubicBezTo>
                <a:cubicBezTo>
                  <a:pt x="755780" y="108478"/>
                  <a:pt x="796184" y="128177"/>
                  <a:pt x="830645" y="144892"/>
                </a:cubicBezTo>
                <a:lnTo>
                  <a:pt x="840343" y="149577"/>
                </a:lnTo>
              </a:path>
            </a:pathLst>
          </a:custGeom>
          <a:noFill xmlns:a="http://schemas.openxmlformats.org/drawingml/2006/main"/>
          <a:ln xmlns:a="http://schemas.openxmlformats.org/drawingml/2006/main" w="23183" cap="flat">
            <a:solidFill>
              <a:srgbClr val="0000FF"/>
            </a:solidFill>
            <a:custDash>
              <a:ds d="400000" sp="300000"/>
            </a:custDash>
            <a:round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119C6-CA49-4636-AFC6-53F6E04D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83" y="707057"/>
            <a:ext cx="75991" cy="53425"/>
          </a:xfrm>
          <a:custGeom xmlns:a="http://schemas.openxmlformats.org/drawingml/2006/main">
            <a:pathLst>
              <a:path w="75991" h="53425">
                <a:moveTo>
                  <a:pt x="34534" y="34534"/>
                </a:moveTo>
                <a:lnTo>
                  <a:pt x="21620" y="0"/>
                </a:lnTo>
                <a:lnTo>
                  <a:pt x="75991" y="53425"/>
                </a:lnTo>
                <a:lnTo>
                  <a:pt x="0" y="47448"/>
                </a:lnTo>
                <a:lnTo>
                  <a:pt x="34534" y="34534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D15C8-B0B1-4915-BCDE-4136AF3B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83" y="707057"/>
            <a:ext cx="75991" cy="53425"/>
          </a:xfrm>
          <a:custGeom xmlns:a="http://schemas.openxmlformats.org/drawingml/2006/main">
            <a:pathLst>
              <a:path w="75991" h="53425" fill="none">
                <a:moveTo>
                  <a:pt x="34534" y="34534"/>
                </a:moveTo>
                <a:lnTo>
                  <a:pt x="0" y="47448"/>
                </a:lnTo>
                <a:lnTo>
                  <a:pt x="75991" y="53425"/>
                </a:lnTo>
                <a:lnTo>
                  <a:pt x="21620" y="0"/>
                </a:lnTo>
                <a:lnTo>
                  <a:pt x="34534" y="345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83" cap="flat">
            <a:solidFill>
              <a:srgbClr val="0000FF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BDA84-036A-4F2F-A079-2E620D26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928" y="316034"/>
            <a:ext cx="669193" cy="233286"/>
          </a:xfrm>
          <a:custGeom xmlns:a="http://schemas.openxmlformats.org/drawingml/2006/main">
            <a:pathLst>
              <a:path w="669193" h="233286">
                <a:moveTo>
                  <a:pt x="0" y="38882"/>
                </a:moveTo>
                <a:lnTo>
                  <a:pt x="0" y="38882"/>
                </a:lnTo>
                <a:cubicBezTo>
                  <a:pt x="0" y="17408"/>
                  <a:pt x="17408" y="0"/>
                  <a:pt x="38882" y="0"/>
                </a:cubicBezTo>
                <a:lnTo>
                  <a:pt x="630311" y="0"/>
                </a:lnTo>
                <a:cubicBezTo>
                  <a:pt x="640623" y="0"/>
                  <a:pt x="650513" y="4097"/>
                  <a:pt x="657804" y="11388"/>
                </a:cubicBezTo>
                <a:cubicBezTo>
                  <a:pt x="665096" y="18680"/>
                  <a:pt x="669193" y="28570"/>
                  <a:pt x="669193" y="38882"/>
                </a:cubicBezTo>
                <a:lnTo>
                  <a:pt x="669193" y="194405"/>
                </a:lnTo>
                <a:cubicBezTo>
                  <a:pt x="669193" y="215878"/>
                  <a:pt x="651785" y="233286"/>
                  <a:pt x="630311" y="233286"/>
                </a:cubicBezTo>
                <a:lnTo>
                  <a:pt x="38882" y="233286"/>
                </a:lnTo>
                <a:cubicBezTo>
                  <a:pt x="17408" y="233286"/>
                  <a:pt x="0" y="215878"/>
                  <a:pt x="0" y="194405"/>
                </a:cubicBezTo>
                <a:lnTo>
                  <a:pt x="0" y="388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C120A-D5AE-4278-B314-4A6C2EC1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928" y="316034"/>
            <a:ext cx="669193" cy="233286"/>
          </a:xfrm>
          <a:custGeom xmlns:a="http://schemas.openxmlformats.org/drawingml/2006/main">
            <a:pathLst>
              <a:path w="669193" h="233286" fill="none">
                <a:moveTo>
                  <a:pt x="0" y="38882"/>
                </a:moveTo>
                <a:lnTo>
                  <a:pt x="0" y="38882"/>
                </a:lnTo>
                <a:cubicBezTo>
                  <a:pt x="0" y="17408"/>
                  <a:pt x="17408" y="0"/>
                  <a:pt x="38882" y="0"/>
                </a:cubicBezTo>
                <a:lnTo>
                  <a:pt x="630311" y="0"/>
                </a:lnTo>
                <a:cubicBezTo>
                  <a:pt x="640623" y="0"/>
                  <a:pt x="650513" y="4097"/>
                  <a:pt x="657804" y="11388"/>
                </a:cubicBezTo>
                <a:cubicBezTo>
                  <a:pt x="665096" y="18680"/>
                  <a:pt x="669193" y="28570"/>
                  <a:pt x="669193" y="38882"/>
                </a:cubicBezTo>
                <a:lnTo>
                  <a:pt x="669193" y="194405"/>
                </a:lnTo>
                <a:cubicBezTo>
                  <a:pt x="669193" y="215878"/>
                  <a:pt x="651785" y="233286"/>
                  <a:pt x="630311" y="233286"/>
                </a:cubicBezTo>
                <a:lnTo>
                  <a:pt x="38882" y="233286"/>
                </a:lnTo>
                <a:cubicBezTo>
                  <a:pt x="17408" y="233286"/>
                  <a:pt x="0" y="215878"/>
                  <a:pt x="0" y="194405"/>
                </a:cubicBezTo>
                <a:lnTo>
                  <a:pt x="0" y="388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91" cap="flat">
            <a:solidFill>
              <a:srgbClr val="000000"/>
            </a:solidFill>
            <a:round/>
          </a:ln>
        </p:spPr>
      </p:sp>
      <p:sp>
        <p:nvSpPr>
          <p:cNvPr id="32" name="Text this.a">
            <a:extLst xmlns:a="http://schemas.openxmlformats.org/drawingml/2006/main">
              <a:ext uri="{FF2B5EF4-FFF2-40B4-BE49-F238E27FC236}">
                <a16:creationId xmlns:a16="http://schemas.microsoft.com/office/drawing/2014/main" id="{3959F07B-E1CA-4CBD-A9E9-5DDC3E78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262" y="378772"/>
            <a:ext cx="536400" cy="100367"/>
          </a:xfrm>
          <a:custGeom xmlns:a="http://schemas.openxmlformats.org/drawingml/2006/main">
            <a:pathLst>
              <a:path w="536400" h="100367">
                <a:moveTo>
                  <a:pt x="22337" y="32450"/>
                </a:moveTo>
                <a:lnTo>
                  <a:pt x="56749" y="32450"/>
                </a:lnTo>
                <a:cubicBezTo>
                  <a:pt x="58258" y="32450"/>
                  <a:pt x="59340" y="32744"/>
                  <a:pt x="59994" y="33334"/>
                </a:cubicBezTo>
                <a:cubicBezTo>
                  <a:pt x="60648" y="33924"/>
                  <a:pt x="60975" y="34685"/>
                  <a:pt x="60975" y="35619"/>
                </a:cubicBezTo>
                <a:cubicBezTo>
                  <a:pt x="60975" y="36525"/>
                  <a:pt x="60648" y="37279"/>
                  <a:pt x="59994" y="37883"/>
                </a:cubicBezTo>
                <a:cubicBezTo>
                  <a:pt x="59340" y="38487"/>
                  <a:pt x="58258" y="38789"/>
                  <a:pt x="56749" y="38789"/>
                </a:cubicBezTo>
                <a:lnTo>
                  <a:pt x="22337" y="38789"/>
                </a:lnTo>
                <a:lnTo>
                  <a:pt x="22337" y="81089"/>
                </a:lnTo>
                <a:cubicBezTo>
                  <a:pt x="22337" y="84771"/>
                  <a:pt x="23809" y="87848"/>
                  <a:pt x="26752" y="90321"/>
                </a:cubicBezTo>
                <a:cubicBezTo>
                  <a:pt x="29695" y="92793"/>
                  <a:pt x="34009" y="94028"/>
                  <a:pt x="39694" y="94028"/>
                </a:cubicBezTo>
                <a:cubicBezTo>
                  <a:pt x="43970" y="94028"/>
                  <a:pt x="48599" y="93387"/>
                  <a:pt x="53580" y="92104"/>
                </a:cubicBezTo>
                <a:cubicBezTo>
                  <a:pt x="58560" y="90821"/>
                  <a:pt x="62434" y="89375"/>
                  <a:pt x="65201" y="87765"/>
                </a:cubicBezTo>
                <a:cubicBezTo>
                  <a:pt x="66207" y="87111"/>
                  <a:pt x="67037" y="86784"/>
                  <a:pt x="67691" y="86784"/>
                </a:cubicBezTo>
                <a:cubicBezTo>
                  <a:pt x="68496" y="86784"/>
                  <a:pt x="69201" y="87098"/>
                  <a:pt x="69804" y="87727"/>
                </a:cubicBezTo>
                <a:cubicBezTo>
                  <a:pt x="70408" y="88356"/>
                  <a:pt x="70710" y="89098"/>
                  <a:pt x="70710" y="89953"/>
                </a:cubicBezTo>
                <a:cubicBezTo>
                  <a:pt x="70710" y="90708"/>
                  <a:pt x="70383" y="91412"/>
                  <a:pt x="69729" y="92066"/>
                </a:cubicBezTo>
                <a:cubicBezTo>
                  <a:pt x="68119" y="93727"/>
                  <a:pt x="64207" y="95525"/>
                  <a:pt x="57994" y="97462"/>
                </a:cubicBezTo>
                <a:cubicBezTo>
                  <a:pt x="51781" y="99399"/>
                  <a:pt x="45832" y="100367"/>
                  <a:pt x="40147" y="100367"/>
                </a:cubicBezTo>
                <a:cubicBezTo>
                  <a:pt x="32751" y="100367"/>
                  <a:pt x="26865" y="98628"/>
                  <a:pt x="22488" y="95149"/>
                </a:cubicBezTo>
                <a:cubicBezTo>
                  <a:pt x="18111" y="91668"/>
                  <a:pt x="15923" y="86977"/>
                  <a:pt x="15923" y="81077"/>
                </a:cubicBezTo>
                <a:lnTo>
                  <a:pt x="15923" y="38789"/>
                </a:lnTo>
                <a:lnTo>
                  <a:pt x="4226" y="38789"/>
                </a:lnTo>
                <a:cubicBezTo>
                  <a:pt x="2717" y="38789"/>
                  <a:pt x="1635" y="38491"/>
                  <a:pt x="981" y="37895"/>
                </a:cubicBezTo>
                <a:cubicBezTo>
                  <a:pt x="327" y="37297"/>
                  <a:pt x="0" y="36526"/>
                  <a:pt x="0" y="35581"/>
                </a:cubicBezTo>
                <a:cubicBezTo>
                  <a:pt x="0" y="34687"/>
                  <a:pt x="327" y="33942"/>
                  <a:pt x="981" y="33346"/>
                </a:cubicBezTo>
                <a:cubicBezTo>
                  <a:pt x="1635" y="32748"/>
                  <a:pt x="2717" y="32450"/>
                  <a:pt x="4226" y="32450"/>
                </a:cubicBezTo>
                <a:lnTo>
                  <a:pt x="15923" y="32450"/>
                </a:lnTo>
                <a:lnTo>
                  <a:pt x="15923" y="13612"/>
                </a:lnTo>
                <a:cubicBezTo>
                  <a:pt x="15923" y="12092"/>
                  <a:pt x="16225" y="11003"/>
                  <a:pt x="16829" y="10346"/>
                </a:cubicBezTo>
                <a:cubicBezTo>
                  <a:pt x="17432" y="9687"/>
                  <a:pt x="18187" y="9358"/>
                  <a:pt x="19092" y="9358"/>
                </a:cubicBezTo>
                <a:cubicBezTo>
                  <a:pt x="20048" y="9358"/>
                  <a:pt x="20828" y="9687"/>
                  <a:pt x="21432" y="10346"/>
                </a:cubicBezTo>
                <a:cubicBezTo>
                  <a:pt x="22036" y="11003"/>
                  <a:pt x="22337" y="12092"/>
                  <a:pt x="22337" y="13612"/>
                </a:cubicBezTo>
                <a:lnTo>
                  <a:pt x="22337" y="32450"/>
                </a:lnTo>
                <a:close/>
                <a:moveTo>
                  <a:pt x="107220" y="3169"/>
                </a:moveTo>
                <a:lnTo>
                  <a:pt x="107220" y="42123"/>
                </a:lnTo>
                <a:cubicBezTo>
                  <a:pt x="111244" y="37742"/>
                  <a:pt x="115106" y="34657"/>
                  <a:pt x="118803" y="32869"/>
                </a:cubicBezTo>
                <a:cubicBezTo>
                  <a:pt x="122501" y="31080"/>
                  <a:pt x="126639" y="30186"/>
                  <a:pt x="131217" y="30186"/>
                </a:cubicBezTo>
                <a:cubicBezTo>
                  <a:pt x="136148" y="30186"/>
                  <a:pt x="140336" y="31056"/>
                  <a:pt x="143782" y="32796"/>
                </a:cubicBezTo>
                <a:cubicBezTo>
                  <a:pt x="147228" y="34535"/>
                  <a:pt x="150108" y="37208"/>
                  <a:pt x="152423" y="40814"/>
                </a:cubicBezTo>
                <a:cubicBezTo>
                  <a:pt x="154737" y="44421"/>
                  <a:pt x="155894" y="48216"/>
                  <a:pt x="155894" y="52200"/>
                </a:cubicBezTo>
                <a:lnTo>
                  <a:pt x="155894" y="91614"/>
                </a:lnTo>
                <a:lnTo>
                  <a:pt x="162988" y="91614"/>
                </a:lnTo>
                <a:cubicBezTo>
                  <a:pt x="164547" y="91614"/>
                  <a:pt x="165641" y="91903"/>
                  <a:pt x="166270" y="92481"/>
                </a:cubicBezTo>
                <a:cubicBezTo>
                  <a:pt x="166899" y="93060"/>
                  <a:pt x="167214" y="93827"/>
                  <a:pt x="167214" y="94783"/>
                </a:cubicBezTo>
                <a:cubicBezTo>
                  <a:pt x="167214" y="95689"/>
                  <a:pt x="166899" y="96443"/>
                  <a:pt x="166270" y="97047"/>
                </a:cubicBezTo>
                <a:cubicBezTo>
                  <a:pt x="165641" y="97651"/>
                  <a:pt x="164547" y="97953"/>
                  <a:pt x="162988" y="97953"/>
                </a:cubicBezTo>
                <a:lnTo>
                  <a:pt x="142386" y="97953"/>
                </a:lnTo>
                <a:cubicBezTo>
                  <a:pt x="140826" y="97953"/>
                  <a:pt x="139720" y="97651"/>
                  <a:pt x="139065" y="97047"/>
                </a:cubicBezTo>
                <a:cubicBezTo>
                  <a:pt x="138411" y="96443"/>
                  <a:pt x="138084" y="95689"/>
                  <a:pt x="138084" y="94783"/>
                </a:cubicBezTo>
                <a:cubicBezTo>
                  <a:pt x="138084" y="93827"/>
                  <a:pt x="138411" y="93060"/>
                  <a:pt x="139065" y="92481"/>
                </a:cubicBezTo>
                <a:cubicBezTo>
                  <a:pt x="139720" y="91903"/>
                  <a:pt x="140826" y="91614"/>
                  <a:pt x="142386" y="91614"/>
                </a:cubicBezTo>
                <a:lnTo>
                  <a:pt x="149480" y="91614"/>
                </a:lnTo>
                <a:lnTo>
                  <a:pt x="149480" y="52643"/>
                </a:lnTo>
                <a:cubicBezTo>
                  <a:pt x="149480" y="48053"/>
                  <a:pt x="147832" y="44219"/>
                  <a:pt x="144537" y="41142"/>
                </a:cubicBezTo>
                <a:cubicBezTo>
                  <a:pt x="141241" y="38064"/>
                  <a:pt x="136651" y="36525"/>
                  <a:pt x="130764" y="36525"/>
                </a:cubicBezTo>
                <a:cubicBezTo>
                  <a:pt x="126136" y="36525"/>
                  <a:pt x="122187" y="37659"/>
                  <a:pt x="118917" y="39928"/>
                </a:cubicBezTo>
                <a:cubicBezTo>
                  <a:pt x="116552" y="41542"/>
                  <a:pt x="112653" y="45350"/>
                  <a:pt x="107220" y="51351"/>
                </a:cubicBezTo>
                <a:lnTo>
                  <a:pt x="107220" y="91614"/>
                </a:lnTo>
                <a:lnTo>
                  <a:pt x="114389" y="91614"/>
                </a:lnTo>
                <a:cubicBezTo>
                  <a:pt x="115898" y="91614"/>
                  <a:pt x="116980" y="91903"/>
                  <a:pt x="117634" y="92481"/>
                </a:cubicBezTo>
                <a:cubicBezTo>
                  <a:pt x="118288" y="93060"/>
                  <a:pt x="118615" y="93827"/>
                  <a:pt x="118615" y="94783"/>
                </a:cubicBezTo>
                <a:cubicBezTo>
                  <a:pt x="118615" y="95689"/>
                  <a:pt x="118288" y="96443"/>
                  <a:pt x="117634" y="97047"/>
                </a:cubicBezTo>
                <a:cubicBezTo>
                  <a:pt x="116980" y="97651"/>
                  <a:pt x="115898" y="97953"/>
                  <a:pt x="114389" y="97953"/>
                </a:cubicBezTo>
                <a:lnTo>
                  <a:pt x="93711" y="97953"/>
                </a:lnTo>
                <a:cubicBezTo>
                  <a:pt x="92202" y="97953"/>
                  <a:pt x="91121" y="97651"/>
                  <a:pt x="90467" y="97047"/>
                </a:cubicBezTo>
                <a:cubicBezTo>
                  <a:pt x="89812" y="96443"/>
                  <a:pt x="89485" y="95689"/>
                  <a:pt x="89485" y="94783"/>
                </a:cubicBezTo>
                <a:cubicBezTo>
                  <a:pt x="89485" y="93827"/>
                  <a:pt x="89812" y="93060"/>
                  <a:pt x="90467" y="92481"/>
                </a:cubicBezTo>
                <a:cubicBezTo>
                  <a:pt x="91121" y="91903"/>
                  <a:pt x="92202" y="91614"/>
                  <a:pt x="93711" y="91614"/>
                </a:cubicBezTo>
                <a:lnTo>
                  <a:pt x="100881" y="91614"/>
                </a:lnTo>
                <a:lnTo>
                  <a:pt x="100881" y="9509"/>
                </a:lnTo>
                <a:lnTo>
                  <a:pt x="92353" y="9509"/>
                </a:lnTo>
                <a:cubicBezTo>
                  <a:pt x="90844" y="9509"/>
                  <a:pt x="89762" y="9214"/>
                  <a:pt x="89108" y="8624"/>
                </a:cubicBezTo>
                <a:cubicBezTo>
                  <a:pt x="88454" y="8035"/>
                  <a:pt x="88127" y="7273"/>
                  <a:pt x="88127" y="6339"/>
                </a:cubicBezTo>
                <a:cubicBezTo>
                  <a:pt x="88127" y="5433"/>
                  <a:pt x="88454" y="4679"/>
                  <a:pt x="89108" y="4075"/>
                </a:cubicBezTo>
                <a:cubicBezTo>
                  <a:pt x="89762" y="3471"/>
                  <a:pt x="90844" y="3169"/>
                  <a:pt x="92353" y="3169"/>
                </a:cubicBezTo>
                <a:lnTo>
                  <a:pt x="107220" y="3169"/>
                </a:lnTo>
                <a:close/>
                <a:moveTo>
                  <a:pt x="223948" y="0"/>
                </a:moveTo>
                <a:lnTo>
                  <a:pt x="223948" y="16300"/>
                </a:lnTo>
                <a:lnTo>
                  <a:pt x="214590" y="16300"/>
                </a:lnTo>
                <a:lnTo>
                  <a:pt x="214590" y="0"/>
                </a:lnTo>
                <a:lnTo>
                  <a:pt x="223948" y="0"/>
                </a:lnTo>
                <a:moveTo>
                  <a:pt x="224174" y="32450"/>
                </a:moveTo>
                <a:lnTo>
                  <a:pt x="224174" y="91614"/>
                </a:lnTo>
                <a:lnTo>
                  <a:pt x="249078" y="91614"/>
                </a:lnTo>
                <a:cubicBezTo>
                  <a:pt x="250637" y="91614"/>
                  <a:pt x="251744" y="91903"/>
                  <a:pt x="252398" y="92481"/>
                </a:cubicBezTo>
                <a:cubicBezTo>
                  <a:pt x="253052" y="93060"/>
                  <a:pt x="253379" y="93827"/>
                  <a:pt x="253379" y="94783"/>
                </a:cubicBezTo>
                <a:cubicBezTo>
                  <a:pt x="253379" y="95689"/>
                  <a:pt x="253052" y="96443"/>
                  <a:pt x="252398" y="97047"/>
                </a:cubicBezTo>
                <a:cubicBezTo>
                  <a:pt x="251744" y="97651"/>
                  <a:pt x="250637" y="97953"/>
                  <a:pt x="249078" y="97953"/>
                </a:cubicBezTo>
                <a:lnTo>
                  <a:pt x="192932" y="97953"/>
                </a:lnTo>
                <a:cubicBezTo>
                  <a:pt x="191423" y="97953"/>
                  <a:pt x="190341" y="97651"/>
                  <a:pt x="189687" y="97047"/>
                </a:cubicBezTo>
                <a:cubicBezTo>
                  <a:pt x="189033" y="96443"/>
                  <a:pt x="188706" y="95689"/>
                  <a:pt x="188706" y="94783"/>
                </a:cubicBezTo>
                <a:cubicBezTo>
                  <a:pt x="188706" y="93827"/>
                  <a:pt x="189033" y="93060"/>
                  <a:pt x="189687" y="92481"/>
                </a:cubicBezTo>
                <a:cubicBezTo>
                  <a:pt x="190341" y="91903"/>
                  <a:pt x="191423" y="91614"/>
                  <a:pt x="192932" y="91614"/>
                </a:cubicBezTo>
                <a:lnTo>
                  <a:pt x="217835" y="91614"/>
                </a:lnTo>
                <a:lnTo>
                  <a:pt x="217835" y="38789"/>
                </a:lnTo>
                <a:lnTo>
                  <a:pt x="199347" y="38789"/>
                </a:lnTo>
                <a:cubicBezTo>
                  <a:pt x="197837" y="38789"/>
                  <a:pt x="196743" y="38491"/>
                  <a:pt x="196064" y="37895"/>
                </a:cubicBezTo>
                <a:cubicBezTo>
                  <a:pt x="195385" y="37297"/>
                  <a:pt x="195045" y="36551"/>
                  <a:pt x="195045" y="35657"/>
                </a:cubicBezTo>
                <a:cubicBezTo>
                  <a:pt x="195045" y="34712"/>
                  <a:pt x="195372" y="33942"/>
                  <a:pt x="196026" y="33346"/>
                </a:cubicBezTo>
                <a:cubicBezTo>
                  <a:pt x="196680" y="32748"/>
                  <a:pt x="197787" y="32450"/>
                  <a:pt x="199347" y="32450"/>
                </a:cubicBezTo>
                <a:lnTo>
                  <a:pt x="224174" y="32450"/>
                </a:lnTo>
                <a:close/>
                <a:moveTo>
                  <a:pt x="334488" y="36525"/>
                </a:moveTo>
                <a:cubicBezTo>
                  <a:pt x="334488" y="35092"/>
                  <a:pt x="334790" y="34056"/>
                  <a:pt x="335394" y="33414"/>
                </a:cubicBezTo>
                <a:cubicBezTo>
                  <a:pt x="335997" y="32771"/>
                  <a:pt x="336752" y="32450"/>
                  <a:pt x="337657" y="32450"/>
                </a:cubicBezTo>
                <a:cubicBezTo>
                  <a:pt x="338613" y="32450"/>
                  <a:pt x="339393" y="32778"/>
                  <a:pt x="339997" y="33435"/>
                </a:cubicBezTo>
                <a:cubicBezTo>
                  <a:pt x="340601" y="34091"/>
                  <a:pt x="340902" y="35202"/>
                  <a:pt x="340902" y="36768"/>
                </a:cubicBezTo>
                <a:lnTo>
                  <a:pt x="340902" y="47677"/>
                </a:lnTo>
                <a:cubicBezTo>
                  <a:pt x="340902" y="49192"/>
                  <a:pt x="340601" y="50279"/>
                  <a:pt x="339997" y="50936"/>
                </a:cubicBezTo>
                <a:cubicBezTo>
                  <a:pt x="339393" y="51592"/>
                  <a:pt x="338613" y="51919"/>
                  <a:pt x="337657" y="51919"/>
                </a:cubicBezTo>
                <a:cubicBezTo>
                  <a:pt x="336802" y="51919"/>
                  <a:pt x="336085" y="51640"/>
                  <a:pt x="335507" y="51082"/>
                </a:cubicBezTo>
                <a:cubicBezTo>
                  <a:pt x="334928" y="50523"/>
                  <a:pt x="334589" y="49608"/>
                  <a:pt x="334488" y="48337"/>
                </a:cubicBezTo>
                <a:cubicBezTo>
                  <a:pt x="334186" y="45289"/>
                  <a:pt x="332626" y="42774"/>
                  <a:pt x="329809" y="40793"/>
                </a:cubicBezTo>
                <a:cubicBezTo>
                  <a:pt x="325684" y="37948"/>
                  <a:pt x="320225" y="36525"/>
                  <a:pt x="313433" y="36525"/>
                </a:cubicBezTo>
                <a:cubicBezTo>
                  <a:pt x="306340" y="36525"/>
                  <a:pt x="300831" y="37959"/>
                  <a:pt x="296907" y="40826"/>
                </a:cubicBezTo>
                <a:cubicBezTo>
                  <a:pt x="293938" y="42989"/>
                  <a:pt x="292454" y="45404"/>
                  <a:pt x="292454" y="48071"/>
                </a:cubicBezTo>
                <a:cubicBezTo>
                  <a:pt x="292454" y="51089"/>
                  <a:pt x="294215" y="53605"/>
                  <a:pt x="297737" y="55617"/>
                </a:cubicBezTo>
                <a:cubicBezTo>
                  <a:pt x="300152" y="57026"/>
                  <a:pt x="304730" y="58107"/>
                  <a:pt x="311471" y="58862"/>
                </a:cubicBezTo>
                <a:cubicBezTo>
                  <a:pt x="320276" y="59821"/>
                  <a:pt x="326388" y="60907"/>
                  <a:pt x="329809" y="62119"/>
                </a:cubicBezTo>
                <a:cubicBezTo>
                  <a:pt x="334689" y="63886"/>
                  <a:pt x="338324" y="66335"/>
                  <a:pt x="340714" y="69467"/>
                </a:cubicBezTo>
                <a:cubicBezTo>
                  <a:pt x="343103" y="72597"/>
                  <a:pt x="344298" y="75980"/>
                  <a:pt x="344298" y="79615"/>
                </a:cubicBezTo>
                <a:cubicBezTo>
                  <a:pt x="344298" y="85017"/>
                  <a:pt x="341707" y="89826"/>
                  <a:pt x="336525" y="94043"/>
                </a:cubicBezTo>
                <a:cubicBezTo>
                  <a:pt x="331344" y="98259"/>
                  <a:pt x="323747" y="100367"/>
                  <a:pt x="313735" y="100367"/>
                </a:cubicBezTo>
                <a:cubicBezTo>
                  <a:pt x="303724" y="100367"/>
                  <a:pt x="295523" y="97827"/>
                  <a:pt x="289134" y="92746"/>
                </a:cubicBezTo>
                <a:cubicBezTo>
                  <a:pt x="289134" y="94481"/>
                  <a:pt x="289033" y="95605"/>
                  <a:pt x="288832" y="96115"/>
                </a:cubicBezTo>
                <a:cubicBezTo>
                  <a:pt x="288631" y="96625"/>
                  <a:pt x="288266" y="97059"/>
                  <a:pt x="287738" y="97417"/>
                </a:cubicBezTo>
                <a:cubicBezTo>
                  <a:pt x="287210" y="97774"/>
                  <a:pt x="286618" y="97953"/>
                  <a:pt x="285964" y="97953"/>
                </a:cubicBezTo>
                <a:cubicBezTo>
                  <a:pt x="285059" y="97953"/>
                  <a:pt x="284304" y="97625"/>
                  <a:pt x="283701" y="96969"/>
                </a:cubicBezTo>
                <a:cubicBezTo>
                  <a:pt x="283097" y="96312"/>
                  <a:pt x="282795" y="95226"/>
                  <a:pt x="282795" y="93712"/>
                </a:cubicBezTo>
                <a:lnTo>
                  <a:pt x="282795" y="80610"/>
                </a:lnTo>
                <a:cubicBezTo>
                  <a:pt x="282795" y="79096"/>
                  <a:pt x="283084" y="78011"/>
                  <a:pt x="283663" y="77356"/>
                </a:cubicBezTo>
                <a:cubicBezTo>
                  <a:pt x="284241" y="76698"/>
                  <a:pt x="285009" y="76370"/>
                  <a:pt x="285964" y="76370"/>
                </a:cubicBezTo>
                <a:cubicBezTo>
                  <a:pt x="286870" y="76370"/>
                  <a:pt x="287637" y="76684"/>
                  <a:pt x="288266" y="77313"/>
                </a:cubicBezTo>
                <a:cubicBezTo>
                  <a:pt x="288895" y="77942"/>
                  <a:pt x="289209" y="78785"/>
                  <a:pt x="289209" y="79841"/>
                </a:cubicBezTo>
                <a:cubicBezTo>
                  <a:pt x="289209" y="82155"/>
                  <a:pt x="289788" y="84092"/>
                  <a:pt x="290945" y="85652"/>
                </a:cubicBezTo>
                <a:cubicBezTo>
                  <a:pt x="292706" y="88067"/>
                  <a:pt x="295511" y="90067"/>
                  <a:pt x="299359" y="91651"/>
                </a:cubicBezTo>
                <a:cubicBezTo>
                  <a:pt x="303208" y="93236"/>
                  <a:pt x="307925" y="94028"/>
                  <a:pt x="313509" y="94028"/>
                </a:cubicBezTo>
                <a:cubicBezTo>
                  <a:pt x="321760" y="94028"/>
                  <a:pt x="327897" y="92486"/>
                  <a:pt x="331922" y="89402"/>
                </a:cubicBezTo>
                <a:cubicBezTo>
                  <a:pt x="335947" y="86317"/>
                  <a:pt x="337959" y="83055"/>
                  <a:pt x="337959" y="79617"/>
                </a:cubicBezTo>
                <a:cubicBezTo>
                  <a:pt x="337959" y="75673"/>
                  <a:pt x="335922" y="72512"/>
                  <a:pt x="331847" y="70137"/>
                </a:cubicBezTo>
                <a:cubicBezTo>
                  <a:pt x="327721" y="67760"/>
                  <a:pt x="321722" y="66167"/>
                  <a:pt x="313848" y="65359"/>
                </a:cubicBezTo>
                <a:cubicBezTo>
                  <a:pt x="305975" y="64549"/>
                  <a:pt x="300328" y="63492"/>
                  <a:pt x="296907" y="62187"/>
                </a:cubicBezTo>
                <a:cubicBezTo>
                  <a:pt x="293486" y="60882"/>
                  <a:pt x="290819" y="58925"/>
                  <a:pt x="288908" y="56315"/>
                </a:cubicBezTo>
                <a:cubicBezTo>
                  <a:pt x="286996" y="53704"/>
                  <a:pt x="286040" y="50892"/>
                  <a:pt x="286040" y="47880"/>
                </a:cubicBezTo>
                <a:cubicBezTo>
                  <a:pt x="286040" y="42459"/>
                  <a:pt x="288706" y="38155"/>
                  <a:pt x="294039" y="34968"/>
                </a:cubicBezTo>
                <a:cubicBezTo>
                  <a:pt x="299372" y="31780"/>
                  <a:pt x="305736" y="30186"/>
                  <a:pt x="313132" y="30186"/>
                </a:cubicBezTo>
                <a:cubicBezTo>
                  <a:pt x="321885" y="30186"/>
                  <a:pt x="329004" y="32299"/>
                  <a:pt x="334488" y="36525"/>
                </a:cubicBezTo>
                <a:close/>
                <a:moveTo>
                  <a:pt x="404956" y="79841"/>
                </a:moveTo>
                <a:lnTo>
                  <a:pt x="407673" y="79841"/>
                </a:lnTo>
                <a:cubicBezTo>
                  <a:pt x="410490" y="79841"/>
                  <a:pt x="412905" y="80839"/>
                  <a:pt x="414918" y="82834"/>
                </a:cubicBezTo>
                <a:cubicBezTo>
                  <a:pt x="416930" y="84827"/>
                  <a:pt x="417936" y="87238"/>
                  <a:pt x="417936" y="90067"/>
                </a:cubicBezTo>
                <a:cubicBezTo>
                  <a:pt x="417936" y="92996"/>
                  <a:pt x="416918" y="95445"/>
                  <a:pt x="414880" y="97415"/>
                </a:cubicBezTo>
                <a:cubicBezTo>
                  <a:pt x="412842" y="99383"/>
                  <a:pt x="410440" y="100367"/>
                  <a:pt x="407673" y="100367"/>
                </a:cubicBezTo>
                <a:lnTo>
                  <a:pt x="404956" y="100367"/>
                </a:lnTo>
                <a:cubicBezTo>
                  <a:pt x="402139" y="100367"/>
                  <a:pt x="399724" y="99371"/>
                  <a:pt x="397712" y="97377"/>
                </a:cubicBezTo>
                <a:cubicBezTo>
                  <a:pt x="395699" y="95382"/>
                  <a:pt x="394693" y="92970"/>
                  <a:pt x="394693" y="90142"/>
                </a:cubicBezTo>
                <a:cubicBezTo>
                  <a:pt x="394693" y="87213"/>
                  <a:pt x="395712" y="84764"/>
                  <a:pt x="397750" y="82796"/>
                </a:cubicBezTo>
                <a:cubicBezTo>
                  <a:pt x="399787" y="80826"/>
                  <a:pt x="402189" y="79841"/>
                  <a:pt x="404956" y="79841"/>
                </a:cubicBezTo>
                <a:close/>
                <a:moveTo>
                  <a:pt x="517232" y="97953"/>
                </a:moveTo>
                <a:lnTo>
                  <a:pt x="517232" y="88746"/>
                </a:lnTo>
                <a:cubicBezTo>
                  <a:pt x="508025" y="96494"/>
                  <a:pt x="498190" y="100367"/>
                  <a:pt x="487725" y="100367"/>
                </a:cubicBezTo>
                <a:cubicBezTo>
                  <a:pt x="480129" y="100367"/>
                  <a:pt x="474192" y="98443"/>
                  <a:pt x="469916" y="94594"/>
                </a:cubicBezTo>
                <a:cubicBezTo>
                  <a:pt x="465639" y="90746"/>
                  <a:pt x="463501" y="86029"/>
                  <a:pt x="463501" y="80445"/>
                </a:cubicBezTo>
                <a:cubicBezTo>
                  <a:pt x="463501" y="74307"/>
                  <a:pt x="466319" y="68949"/>
                  <a:pt x="471953" y="64371"/>
                </a:cubicBezTo>
                <a:cubicBezTo>
                  <a:pt x="477588" y="59793"/>
                  <a:pt x="485814" y="57504"/>
                  <a:pt x="496630" y="57504"/>
                </a:cubicBezTo>
                <a:cubicBezTo>
                  <a:pt x="499548" y="57504"/>
                  <a:pt x="502718" y="57692"/>
                  <a:pt x="506139" y="58070"/>
                </a:cubicBezTo>
                <a:cubicBezTo>
                  <a:pt x="509560" y="58447"/>
                  <a:pt x="513257" y="59038"/>
                  <a:pt x="517232" y="59843"/>
                </a:cubicBezTo>
                <a:lnTo>
                  <a:pt x="517232" y="49514"/>
                </a:lnTo>
                <a:cubicBezTo>
                  <a:pt x="517232" y="46019"/>
                  <a:pt x="515622" y="42981"/>
                  <a:pt x="512402" y="40399"/>
                </a:cubicBezTo>
                <a:cubicBezTo>
                  <a:pt x="509182" y="37816"/>
                  <a:pt x="504353" y="36525"/>
                  <a:pt x="497913" y="36525"/>
                </a:cubicBezTo>
                <a:cubicBezTo>
                  <a:pt x="492983" y="36525"/>
                  <a:pt x="486065" y="37980"/>
                  <a:pt x="477160" y="40890"/>
                </a:cubicBezTo>
                <a:cubicBezTo>
                  <a:pt x="475550" y="41401"/>
                  <a:pt x="474519" y="41656"/>
                  <a:pt x="474066" y="41656"/>
                </a:cubicBezTo>
                <a:cubicBezTo>
                  <a:pt x="473261" y="41656"/>
                  <a:pt x="472570" y="41354"/>
                  <a:pt x="471991" y="40751"/>
                </a:cubicBezTo>
                <a:cubicBezTo>
                  <a:pt x="471412" y="40147"/>
                  <a:pt x="471123" y="39392"/>
                  <a:pt x="471123" y="38487"/>
                </a:cubicBezTo>
                <a:cubicBezTo>
                  <a:pt x="471123" y="37632"/>
                  <a:pt x="471375" y="36952"/>
                  <a:pt x="471878" y="36449"/>
                </a:cubicBezTo>
                <a:cubicBezTo>
                  <a:pt x="472582" y="35695"/>
                  <a:pt x="475425" y="34663"/>
                  <a:pt x="480405" y="33355"/>
                </a:cubicBezTo>
                <a:cubicBezTo>
                  <a:pt x="488254" y="31242"/>
                  <a:pt x="494190" y="30186"/>
                  <a:pt x="498215" y="30186"/>
                </a:cubicBezTo>
                <a:cubicBezTo>
                  <a:pt x="506214" y="30186"/>
                  <a:pt x="512452" y="32165"/>
                  <a:pt x="516930" y="36124"/>
                </a:cubicBezTo>
                <a:cubicBezTo>
                  <a:pt x="521408" y="40083"/>
                  <a:pt x="523646" y="44558"/>
                  <a:pt x="523646" y="49552"/>
                </a:cubicBezTo>
                <a:lnTo>
                  <a:pt x="523646" y="91614"/>
                </a:lnTo>
                <a:lnTo>
                  <a:pt x="532098" y="91614"/>
                </a:lnTo>
                <a:cubicBezTo>
                  <a:pt x="533658" y="91614"/>
                  <a:pt x="534765" y="91903"/>
                  <a:pt x="535419" y="92481"/>
                </a:cubicBezTo>
                <a:cubicBezTo>
                  <a:pt x="536073" y="93060"/>
                  <a:pt x="536400" y="93827"/>
                  <a:pt x="536400" y="94783"/>
                </a:cubicBezTo>
                <a:cubicBezTo>
                  <a:pt x="536400" y="95689"/>
                  <a:pt x="536073" y="96443"/>
                  <a:pt x="535419" y="97047"/>
                </a:cubicBezTo>
                <a:cubicBezTo>
                  <a:pt x="534765" y="97651"/>
                  <a:pt x="533658" y="97953"/>
                  <a:pt x="532098" y="97953"/>
                </a:cubicBezTo>
                <a:lnTo>
                  <a:pt x="517232" y="97953"/>
                </a:lnTo>
                <a:moveTo>
                  <a:pt x="517232" y="66333"/>
                </a:moveTo>
                <a:cubicBezTo>
                  <a:pt x="514264" y="65478"/>
                  <a:pt x="511119" y="64849"/>
                  <a:pt x="507799" y="64446"/>
                </a:cubicBezTo>
                <a:cubicBezTo>
                  <a:pt x="504478" y="64044"/>
                  <a:pt x="500982" y="63843"/>
                  <a:pt x="497309" y="63843"/>
                </a:cubicBezTo>
                <a:cubicBezTo>
                  <a:pt x="488103" y="63843"/>
                  <a:pt x="480908" y="65830"/>
                  <a:pt x="475727" y="69804"/>
                </a:cubicBezTo>
                <a:cubicBezTo>
                  <a:pt x="471802" y="72773"/>
                  <a:pt x="469840" y="76319"/>
                  <a:pt x="469840" y="80445"/>
                </a:cubicBezTo>
                <a:cubicBezTo>
                  <a:pt x="469840" y="84268"/>
                  <a:pt x="471337" y="87488"/>
                  <a:pt x="474330" y="90104"/>
                </a:cubicBezTo>
                <a:cubicBezTo>
                  <a:pt x="477324" y="92720"/>
                  <a:pt x="481688" y="94028"/>
                  <a:pt x="487423" y="94028"/>
                </a:cubicBezTo>
                <a:cubicBezTo>
                  <a:pt x="492907" y="94028"/>
                  <a:pt x="498001" y="92934"/>
                  <a:pt x="502705" y="90746"/>
                </a:cubicBezTo>
                <a:cubicBezTo>
                  <a:pt x="507409" y="88557"/>
                  <a:pt x="512251" y="85073"/>
                  <a:pt x="517232" y="80294"/>
                </a:cubicBezTo>
                <a:lnTo>
                  <a:pt x="517232" y="663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A89FF1-B0D8-4B11-83CC-84170FF2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126" y="723494"/>
            <a:ext cx="476795" cy="233286"/>
          </a:xfrm>
          <a:custGeom xmlns:a="http://schemas.openxmlformats.org/drawingml/2006/main">
            <a:pathLst>
              <a:path w="476795" h="233286">
                <a:moveTo>
                  <a:pt x="0" y="38882"/>
                </a:moveTo>
                <a:lnTo>
                  <a:pt x="0" y="38882"/>
                </a:lnTo>
                <a:cubicBezTo>
                  <a:pt x="0" y="17408"/>
                  <a:pt x="17408" y="0"/>
                  <a:pt x="38882" y="0"/>
                </a:cubicBezTo>
                <a:lnTo>
                  <a:pt x="437913" y="0"/>
                </a:lnTo>
                <a:cubicBezTo>
                  <a:pt x="448225" y="0"/>
                  <a:pt x="458115" y="4097"/>
                  <a:pt x="465407" y="11388"/>
                </a:cubicBezTo>
                <a:cubicBezTo>
                  <a:pt x="472699" y="18680"/>
                  <a:pt x="476795" y="28570"/>
                  <a:pt x="476795" y="38882"/>
                </a:cubicBezTo>
                <a:lnTo>
                  <a:pt x="476795" y="194405"/>
                </a:lnTo>
                <a:cubicBezTo>
                  <a:pt x="476795" y="215878"/>
                  <a:pt x="459387" y="233286"/>
                  <a:pt x="437913" y="233286"/>
                </a:cubicBezTo>
                <a:lnTo>
                  <a:pt x="38882" y="233286"/>
                </a:lnTo>
                <a:cubicBezTo>
                  <a:pt x="17408" y="233286"/>
                  <a:pt x="0" y="215878"/>
                  <a:pt x="0" y="194405"/>
                </a:cubicBezTo>
                <a:lnTo>
                  <a:pt x="0" y="388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99A2D-7126-45CB-93EF-211F41BB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126" y="723494"/>
            <a:ext cx="476795" cy="233286"/>
          </a:xfrm>
          <a:custGeom xmlns:a="http://schemas.openxmlformats.org/drawingml/2006/main">
            <a:pathLst>
              <a:path w="476795" h="233286" fill="none">
                <a:moveTo>
                  <a:pt x="0" y="38882"/>
                </a:moveTo>
                <a:lnTo>
                  <a:pt x="0" y="38882"/>
                </a:lnTo>
                <a:cubicBezTo>
                  <a:pt x="0" y="17408"/>
                  <a:pt x="17408" y="0"/>
                  <a:pt x="38882" y="0"/>
                </a:cubicBezTo>
                <a:lnTo>
                  <a:pt x="437913" y="0"/>
                </a:lnTo>
                <a:cubicBezTo>
                  <a:pt x="448225" y="0"/>
                  <a:pt x="458115" y="4097"/>
                  <a:pt x="465407" y="11388"/>
                </a:cubicBezTo>
                <a:cubicBezTo>
                  <a:pt x="472699" y="18680"/>
                  <a:pt x="476795" y="28570"/>
                  <a:pt x="476795" y="38882"/>
                </a:cubicBezTo>
                <a:lnTo>
                  <a:pt x="476795" y="194405"/>
                </a:lnTo>
                <a:cubicBezTo>
                  <a:pt x="476795" y="215878"/>
                  <a:pt x="459387" y="233286"/>
                  <a:pt x="437913" y="233286"/>
                </a:cubicBezTo>
                <a:lnTo>
                  <a:pt x="38882" y="233286"/>
                </a:lnTo>
                <a:cubicBezTo>
                  <a:pt x="17408" y="233286"/>
                  <a:pt x="0" y="215878"/>
                  <a:pt x="0" y="194405"/>
                </a:cubicBezTo>
                <a:lnTo>
                  <a:pt x="0" y="388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91" cap="flat">
            <a:solidFill>
              <a:srgbClr val="000000"/>
            </a:solidFill>
            <a:round/>
          </a:ln>
        </p:spPr>
      </p:sp>
      <p:sp>
        <p:nvSpPr>
          <p:cNvPr id="35" name="Text v1">
            <a:extLst xmlns:a="http://schemas.openxmlformats.org/drawingml/2006/main">
              <a:ext uri="{FF2B5EF4-FFF2-40B4-BE49-F238E27FC236}">
                <a16:creationId xmlns:a16="http://schemas.microsoft.com/office/drawing/2014/main" id="{B316EA2A-B886-4223-88F7-BF13B3C2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550" y="788194"/>
            <a:ext cx="163743" cy="95991"/>
          </a:xfrm>
          <a:custGeom xmlns:a="http://schemas.openxmlformats.org/drawingml/2006/main">
            <a:pathLst>
              <a:path w="163743" h="95991">
                <a:moveTo>
                  <a:pt x="47467" y="95991"/>
                </a:moveTo>
                <a:lnTo>
                  <a:pt x="36751" y="95991"/>
                </a:lnTo>
                <a:lnTo>
                  <a:pt x="10716" y="36827"/>
                </a:lnTo>
                <a:lnTo>
                  <a:pt x="4226" y="36827"/>
                </a:lnTo>
                <a:cubicBezTo>
                  <a:pt x="2717" y="36827"/>
                  <a:pt x="1635" y="36525"/>
                  <a:pt x="981" y="35921"/>
                </a:cubicBezTo>
                <a:cubicBezTo>
                  <a:pt x="327" y="35317"/>
                  <a:pt x="0" y="34537"/>
                  <a:pt x="0" y="33582"/>
                </a:cubicBezTo>
                <a:cubicBezTo>
                  <a:pt x="0" y="32698"/>
                  <a:pt x="327" y="31961"/>
                  <a:pt x="981" y="31372"/>
                </a:cubicBezTo>
                <a:cubicBezTo>
                  <a:pt x="1635" y="30782"/>
                  <a:pt x="2717" y="30488"/>
                  <a:pt x="4226" y="30488"/>
                </a:cubicBezTo>
                <a:lnTo>
                  <a:pt x="27997" y="30488"/>
                </a:lnTo>
                <a:cubicBezTo>
                  <a:pt x="29507" y="30488"/>
                  <a:pt x="30588" y="30782"/>
                  <a:pt x="31242" y="31372"/>
                </a:cubicBezTo>
                <a:cubicBezTo>
                  <a:pt x="31896" y="31961"/>
                  <a:pt x="32223" y="32723"/>
                  <a:pt x="32223" y="33657"/>
                </a:cubicBezTo>
                <a:cubicBezTo>
                  <a:pt x="32223" y="34563"/>
                  <a:pt x="31896" y="35317"/>
                  <a:pt x="31242" y="35921"/>
                </a:cubicBezTo>
                <a:cubicBezTo>
                  <a:pt x="30588" y="36525"/>
                  <a:pt x="29507" y="36827"/>
                  <a:pt x="27997" y="36827"/>
                </a:cubicBezTo>
                <a:lnTo>
                  <a:pt x="17508" y="36827"/>
                </a:lnTo>
                <a:lnTo>
                  <a:pt x="40751" y="89652"/>
                </a:lnTo>
                <a:lnTo>
                  <a:pt x="43543" y="89652"/>
                </a:lnTo>
                <a:lnTo>
                  <a:pt x="66333" y="36827"/>
                </a:lnTo>
                <a:lnTo>
                  <a:pt x="55768" y="36827"/>
                </a:lnTo>
                <a:cubicBezTo>
                  <a:pt x="54259" y="36827"/>
                  <a:pt x="53177" y="36525"/>
                  <a:pt x="52523" y="35921"/>
                </a:cubicBezTo>
                <a:cubicBezTo>
                  <a:pt x="51869" y="35317"/>
                  <a:pt x="51542" y="34537"/>
                  <a:pt x="51542" y="33582"/>
                </a:cubicBezTo>
                <a:cubicBezTo>
                  <a:pt x="51542" y="32698"/>
                  <a:pt x="51869" y="31961"/>
                  <a:pt x="52523" y="31372"/>
                </a:cubicBezTo>
                <a:cubicBezTo>
                  <a:pt x="53177" y="30782"/>
                  <a:pt x="54259" y="30488"/>
                  <a:pt x="55768" y="30488"/>
                </a:cubicBezTo>
                <a:lnTo>
                  <a:pt x="79615" y="30488"/>
                </a:lnTo>
                <a:cubicBezTo>
                  <a:pt x="81174" y="30488"/>
                  <a:pt x="82269" y="30782"/>
                  <a:pt x="82897" y="31372"/>
                </a:cubicBezTo>
                <a:cubicBezTo>
                  <a:pt x="83526" y="31961"/>
                  <a:pt x="83841" y="32723"/>
                  <a:pt x="83841" y="33657"/>
                </a:cubicBezTo>
                <a:cubicBezTo>
                  <a:pt x="83841" y="34563"/>
                  <a:pt x="83526" y="35317"/>
                  <a:pt x="82897" y="35921"/>
                </a:cubicBezTo>
                <a:cubicBezTo>
                  <a:pt x="82269" y="36525"/>
                  <a:pt x="81174" y="36827"/>
                  <a:pt x="79615" y="36827"/>
                </a:cubicBezTo>
                <a:lnTo>
                  <a:pt x="73200" y="36827"/>
                </a:lnTo>
                <a:lnTo>
                  <a:pt x="47467" y="95991"/>
                </a:lnTo>
                <a:close/>
                <a:moveTo>
                  <a:pt x="137783" y="0"/>
                </a:moveTo>
                <a:lnTo>
                  <a:pt x="137783" y="89652"/>
                </a:lnTo>
                <a:lnTo>
                  <a:pt x="159517" y="89652"/>
                </a:lnTo>
                <a:cubicBezTo>
                  <a:pt x="161026" y="89652"/>
                  <a:pt x="162108" y="89941"/>
                  <a:pt x="162762" y="90519"/>
                </a:cubicBezTo>
                <a:cubicBezTo>
                  <a:pt x="163416" y="91098"/>
                  <a:pt x="163743" y="91865"/>
                  <a:pt x="163743" y="92821"/>
                </a:cubicBezTo>
                <a:cubicBezTo>
                  <a:pt x="163743" y="93727"/>
                  <a:pt x="163416" y="94481"/>
                  <a:pt x="162762" y="95085"/>
                </a:cubicBezTo>
                <a:cubicBezTo>
                  <a:pt x="162108" y="95689"/>
                  <a:pt x="161026" y="95991"/>
                  <a:pt x="159517" y="95991"/>
                </a:cubicBezTo>
                <a:lnTo>
                  <a:pt x="109710" y="95991"/>
                </a:lnTo>
                <a:cubicBezTo>
                  <a:pt x="108201" y="95991"/>
                  <a:pt x="107119" y="95689"/>
                  <a:pt x="106465" y="95085"/>
                </a:cubicBezTo>
                <a:cubicBezTo>
                  <a:pt x="105811" y="94481"/>
                  <a:pt x="105484" y="93727"/>
                  <a:pt x="105484" y="92821"/>
                </a:cubicBezTo>
                <a:cubicBezTo>
                  <a:pt x="105484" y="91865"/>
                  <a:pt x="105811" y="91098"/>
                  <a:pt x="106465" y="90519"/>
                </a:cubicBezTo>
                <a:cubicBezTo>
                  <a:pt x="107119" y="89941"/>
                  <a:pt x="108201" y="89652"/>
                  <a:pt x="109710" y="89652"/>
                </a:cubicBezTo>
                <a:lnTo>
                  <a:pt x="131444" y="89652"/>
                </a:lnTo>
                <a:lnTo>
                  <a:pt x="131444" y="8754"/>
                </a:lnTo>
                <a:lnTo>
                  <a:pt x="110767" y="15244"/>
                </a:lnTo>
                <a:cubicBezTo>
                  <a:pt x="109760" y="15546"/>
                  <a:pt x="109031" y="15697"/>
                  <a:pt x="108578" y="15697"/>
                </a:cubicBezTo>
                <a:cubicBezTo>
                  <a:pt x="107824" y="15697"/>
                  <a:pt x="107132" y="15382"/>
                  <a:pt x="106503" y="14753"/>
                </a:cubicBezTo>
                <a:cubicBezTo>
                  <a:pt x="105874" y="14124"/>
                  <a:pt x="105560" y="13382"/>
                  <a:pt x="105560" y="12527"/>
                </a:cubicBezTo>
                <a:cubicBezTo>
                  <a:pt x="105560" y="11772"/>
                  <a:pt x="105811" y="11068"/>
                  <a:pt x="106314" y="10414"/>
                </a:cubicBezTo>
                <a:cubicBezTo>
                  <a:pt x="106717" y="10012"/>
                  <a:pt x="107547" y="9584"/>
                  <a:pt x="108805" y="9131"/>
                </a:cubicBezTo>
                <a:lnTo>
                  <a:pt x="13778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9FF49-1FCC-49C6-A513-214F27BD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126" y="1130954"/>
            <a:ext cx="476795" cy="233286"/>
          </a:xfrm>
          <a:custGeom xmlns:a="http://schemas.openxmlformats.org/drawingml/2006/main">
            <a:pathLst>
              <a:path w="476795" h="233286">
                <a:moveTo>
                  <a:pt x="0" y="38882"/>
                </a:moveTo>
                <a:lnTo>
                  <a:pt x="0" y="38882"/>
                </a:lnTo>
                <a:cubicBezTo>
                  <a:pt x="0" y="17408"/>
                  <a:pt x="17408" y="0"/>
                  <a:pt x="38882" y="0"/>
                </a:cubicBezTo>
                <a:lnTo>
                  <a:pt x="437913" y="0"/>
                </a:lnTo>
                <a:cubicBezTo>
                  <a:pt x="448225" y="0"/>
                  <a:pt x="458115" y="4097"/>
                  <a:pt x="465407" y="11388"/>
                </a:cubicBezTo>
                <a:cubicBezTo>
                  <a:pt x="472699" y="18680"/>
                  <a:pt x="476795" y="28570"/>
                  <a:pt x="476795" y="38882"/>
                </a:cubicBezTo>
                <a:lnTo>
                  <a:pt x="476795" y="194405"/>
                </a:lnTo>
                <a:cubicBezTo>
                  <a:pt x="476795" y="215878"/>
                  <a:pt x="459387" y="233286"/>
                  <a:pt x="437913" y="233286"/>
                </a:cubicBezTo>
                <a:lnTo>
                  <a:pt x="38882" y="233286"/>
                </a:lnTo>
                <a:cubicBezTo>
                  <a:pt x="17408" y="233286"/>
                  <a:pt x="0" y="215878"/>
                  <a:pt x="0" y="194405"/>
                </a:cubicBezTo>
                <a:lnTo>
                  <a:pt x="0" y="388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63169-68D5-4FA6-A7D9-C48B43F2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126" y="1130954"/>
            <a:ext cx="476795" cy="233286"/>
          </a:xfrm>
          <a:custGeom xmlns:a="http://schemas.openxmlformats.org/drawingml/2006/main">
            <a:pathLst>
              <a:path w="476795" h="233286" fill="none">
                <a:moveTo>
                  <a:pt x="0" y="38882"/>
                </a:moveTo>
                <a:lnTo>
                  <a:pt x="0" y="38882"/>
                </a:lnTo>
                <a:cubicBezTo>
                  <a:pt x="0" y="17408"/>
                  <a:pt x="17408" y="0"/>
                  <a:pt x="38882" y="0"/>
                </a:cubicBezTo>
                <a:lnTo>
                  <a:pt x="437913" y="0"/>
                </a:lnTo>
                <a:cubicBezTo>
                  <a:pt x="448225" y="0"/>
                  <a:pt x="458115" y="4097"/>
                  <a:pt x="465407" y="11388"/>
                </a:cubicBezTo>
                <a:cubicBezTo>
                  <a:pt x="472699" y="18680"/>
                  <a:pt x="476795" y="28570"/>
                  <a:pt x="476795" y="38882"/>
                </a:cubicBezTo>
                <a:lnTo>
                  <a:pt x="476795" y="194405"/>
                </a:lnTo>
                <a:cubicBezTo>
                  <a:pt x="476795" y="215878"/>
                  <a:pt x="459387" y="233286"/>
                  <a:pt x="437913" y="233286"/>
                </a:cubicBezTo>
                <a:lnTo>
                  <a:pt x="38882" y="233286"/>
                </a:lnTo>
                <a:cubicBezTo>
                  <a:pt x="17408" y="233286"/>
                  <a:pt x="0" y="215878"/>
                  <a:pt x="0" y="194405"/>
                </a:cubicBezTo>
                <a:lnTo>
                  <a:pt x="0" y="388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91" cap="flat">
            <a:solidFill>
              <a:srgbClr val="000000"/>
            </a:solidFill>
            <a:round/>
          </a:ln>
        </p:spPr>
      </p:sp>
      <p:sp>
        <p:nvSpPr>
          <p:cNvPr id="38" name="Text v1">
            <a:extLst xmlns:a="http://schemas.openxmlformats.org/drawingml/2006/main">
              <a:ext uri="{FF2B5EF4-FFF2-40B4-BE49-F238E27FC236}">
                <a16:creationId xmlns:a16="http://schemas.microsoft.com/office/drawing/2014/main" id="{8A349A61-C656-45F9-86E2-5E4EB4BE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550" y="1195654"/>
            <a:ext cx="163743" cy="95991"/>
          </a:xfrm>
          <a:custGeom xmlns:a="http://schemas.openxmlformats.org/drawingml/2006/main">
            <a:pathLst>
              <a:path w="163743" h="95991">
                <a:moveTo>
                  <a:pt x="47467" y="95991"/>
                </a:moveTo>
                <a:lnTo>
                  <a:pt x="36751" y="95991"/>
                </a:lnTo>
                <a:lnTo>
                  <a:pt x="10716" y="36827"/>
                </a:lnTo>
                <a:lnTo>
                  <a:pt x="4226" y="36827"/>
                </a:lnTo>
                <a:cubicBezTo>
                  <a:pt x="2717" y="36827"/>
                  <a:pt x="1635" y="36525"/>
                  <a:pt x="981" y="35921"/>
                </a:cubicBezTo>
                <a:cubicBezTo>
                  <a:pt x="327" y="35317"/>
                  <a:pt x="0" y="34537"/>
                  <a:pt x="0" y="33582"/>
                </a:cubicBezTo>
                <a:cubicBezTo>
                  <a:pt x="0" y="32698"/>
                  <a:pt x="327" y="31961"/>
                  <a:pt x="981" y="31372"/>
                </a:cubicBezTo>
                <a:cubicBezTo>
                  <a:pt x="1635" y="30782"/>
                  <a:pt x="2717" y="30488"/>
                  <a:pt x="4226" y="30488"/>
                </a:cubicBezTo>
                <a:lnTo>
                  <a:pt x="27997" y="30488"/>
                </a:lnTo>
                <a:cubicBezTo>
                  <a:pt x="29507" y="30488"/>
                  <a:pt x="30588" y="30782"/>
                  <a:pt x="31242" y="31372"/>
                </a:cubicBezTo>
                <a:cubicBezTo>
                  <a:pt x="31896" y="31961"/>
                  <a:pt x="32223" y="32723"/>
                  <a:pt x="32223" y="33657"/>
                </a:cubicBezTo>
                <a:cubicBezTo>
                  <a:pt x="32223" y="34563"/>
                  <a:pt x="31896" y="35317"/>
                  <a:pt x="31242" y="35921"/>
                </a:cubicBezTo>
                <a:cubicBezTo>
                  <a:pt x="30588" y="36525"/>
                  <a:pt x="29507" y="36827"/>
                  <a:pt x="27997" y="36827"/>
                </a:cubicBezTo>
                <a:lnTo>
                  <a:pt x="17508" y="36827"/>
                </a:lnTo>
                <a:lnTo>
                  <a:pt x="40751" y="89652"/>
                </a:lnTo>
                <a:lnTo>
                  <a:pt x="43543" y="89652"/>
                </a:lnTo>
                <a:lnTo>
                  <a:pt x="66333" y="36827"/>
                </a:lnTo>
                <a:lnTo>
                  <a:pt x="55768" y="36827"/>
                </a:lnTo>
                <a:cubicBezTo>
                  <a:pt x="54259" y="36827"/>
                  <a:pt x="53177" y="36525"/>
                  <a:pt x="52523" y="35921"/>
                </a:cubicBezTo>
                <a:cubicBezTo>
                  <a:pt x="51869" y="35317"/>
                  <a:pt x="51542" y="34537"/>
                  <a:pt x="51542" y="33582"/>
                </a:cubicBezTo>
                <a:cubicBezTo>
                  <a:pt x="51542" y="32698"/>
                  <a:pt x="51869" y="31961"/>
                  <a:pt x="52523" y="31372"/>
                </a:cubicBezTo>
                <a:cubicBezTo>
                  <a:pt x="53177" y="30782"/>
                  <a:pt x="54259" y="30488"/>
                  <a:pt x="55768" y="30488"/>
                </a:cubicBezTo>
                <a:lnTo>
                  <a:pt x="79615" y="30488"/>
                </a:lnTo>
                <a:cubicBezTo>
                  <a:pt x="81174" y="30488"/>
                  <a:pt x="82269" y="30782"/>
                  <a:pt x="82897" y="31372"/>
                </a:cubicBezTo>
                <a:cubicBezTo>
                  <a:pt x="83526" y="31961"/>
                  <a:pt x="83841" y="32723"/>
                  <a:pt x="83841" y="33657"/>
                </a:cubicBezTo>
                <a:cubicBezTo>
                  <a:pt x="83841" y="34563"/>
                  <a:pt x="83526" y="35317"/>
                  <a:pt x="82897" y="35921"/>
                </a:cubicBezTo>
                <a:cubicBezTo>
                  <a:pt x="82269" y="36525"/>
                  <a:pt x="81174" y="36827"/>
                  <a:pt x="79615" y="36827"/>
                </a:cubicBezTo>
                <a:lnTo>
                  <a:pt x="73200" y="36827"/>
                </a:lnTo>
                <a:lnTo>
                  <a:pt x="47467" y="95991"/>
                </a:lnTo>
                <a:close/>
                <a:moveTo>
                  <a:pt x="137783" y="0"/>
                </a:moveTo>
                <a:lnTo>
                  <a:pt x="137783" y="89652"/>
                </a:lnTo>
                <a:lnTo>
                  <a:pt x="159517" y="89652"/>
                </a:lnTo>
                <a:cubicBezTo>
                  <a:pt x="161026" y="89652"/>
                  <a:pt x="162108" y="89941"/>
                  <a:pt x="162762" y="90519"/>
                </a:cubicBezTo>
                <a:cubicBezTo>
                  <a:pt x="163416" y="91098"/>
                  <a:pt x="163743" y="91865"/>
                  <a:pt x="163743" y="92821"/>
                </a:cubicBezTo>
                <a:cubicBezTo>
                  <a:pt x="163743" y="93727"/>
                  <a:pt x="163416" y="94481"/>
                  <a:pt x="162762" y="95085"/>
                </a:cubicBezTo>
                <a:cubicBezTo>
                  <a:pt x="162108" y="95689"/>
                  <a:pt x="161026" y="95991"/>
                  <a:pt x="159517" y="95991"/>
                </a:cubicBezTo>
                <a:lnTo>
                  <a:pt x="109710" y="95991"/>
                </a:lnTo>
                <a:cubicBezTo>
                  <a:pt x="108201" y="95991"/>
                  <a:pt x="107119" y="95689"/>
                  <a:pt x="106465" y="95085"/>
                </a:cubicBezTo>
                <a:cubicBezTo>
                  <a:pt x="105811" y="94481"/>
                  <a:pt x="105484" y="93727"/>
                  <a:pt x="105484" y="92821"/>
                </a:cubicBezTo>
                <a:cubicBezTo>
                  <a:pt x="105484" y="91865"/>
                  <a:pt x="105811" y="91098"/>
                  <a:pt x="106465" y="90519"/>
                </a:cubicBezTo>
                <a:cubicBezTo>
                  <a:pt x="107119" y="89941"/>
                  <a:pt x="108201" y="89652"/>
                  <a:pt x="109710" y="89652"/>
                </a:cubicBezTo>
                <a:lnTo>
                  <a:pt x="131444" y="89652"/>
                </a:lnTo>
                <a:lnTo>
                  <a:pt x="131444" y="8754"/>
                </a:lnTo>
                <a:lnTo>
                  <a:pt x="110767" y="15244"/>
                </a:lnTo>
                <a:cubicBezTo>
                  <a:pt x="109760" y="15546"/>
                  <a:pt x="109031" y="15697"/>
                  <a:pt x="108578" y="15697"/>
                </a:cubicBezTo>
                <a:cubicBezTo>
                  <a:pt x="107824" y="15697"/>
                  <a:pt x="107132" y="15382"/>
                  <a:pt x="106503" y="14753"/>
                </a:cubicBezTo>
                <a:cubicBezTo>
                  <a:pt x="105874" y="14124"/>
                  <a:pt x="105560" y="13382"/>
                  <a:pt x="105560" y="12527"/>
                </a:cubicBezTo>
                <a:cubicBezTo>
                  <a:pt x="105560" y="11772"/>
                  <a:pt x="105811" y="11068"/>
                  <a:pt x="106314" y="10414"/>
                </a:cubicBezTo>
                <a:cubicBezTo>
                  <a:pt x="106717" y="10012"/>
                  <a:pt x="107547" y="9584"/>
                  <a:pt x="108805" y="9131"/>
                </a:cubicBezTo>
                <a:lnTo>
                  <a:pt x="13778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74350A-2B96-4718-81DB-A53DE707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996" y="804907"/>
            <a:ext cx="353033" cy="2190"/>
          </a:xfrm>
          <a:custGeom xmlns:a="http://schemas.openxmlformats.org/drawingml/2006/main">
            <a:pathLst>
              <a:path w="353033" h="2190">
                <a:moveTo>
                  <a:pt x="0" y="0"/>
                </a:moveTo>
                <a:lnTo>
                  <a:pt x="353033" y="219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9D5C6-3CF6-436D-8CA8-C391D087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996" y="804907"/>
            <a:ext cx="273586" cy="1698"/>
          </a:xfrm>
          <a:custGeom xmlns:a="http://schemas.openxmlformats.org/drawingml/2006/main">
            <a:pathLst>
              <a:path w="273586" h="1698" fill="none">
                <a:moveTo>
                  <a:pt x="0" y="0"/>
                </a:moveTo>
                <a:lnTo>
                  <a:pt x="273586" y="1698"/>
                </a:lnTo>
              </a:path>
            </a:pathLst>
          </a:custGeom>
          <a:noFill xmlns:a="http://schemas.openxmlformats.org/drawingml/2006/main"/>
          <a:ln xmlns:a="http://schemas.openxmlformats.org/drawingml/2006/main" w="23183" cap="flat">
            <a:solidFill>
              <a:srgbClr val="FF0000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88D41-BC3E-47B6-912C-CC0030D3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350" y="780373"/>
            <a:ext cx="71789" cy="52141"/>
          </a:xfrm>
          <a:custGeom xmlns:a="http://schemas.openxmlformats.org/drawingml/2006/main">
            <a:pathLst>
              <a:path w="71789" h="52141">
                <a:moveTo>
                  <a:pt x="26232" y="26232"/>
                </a:moveTo>
                <a:lnTo>
                  <a:pt x="323" y="0"/>
                </a:lnTo>
                <a:lnTo>
                  <a:pt x="71789" y="26515"/>
                </a:lnTo>
                <a:lnTo>
                  <a:pt x="0" y="52141"/>
                </a:lnTo>
                <a:lnTo>
                  <a:pt x="26232" y="2623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DF808-9608-4F07-9264-11D78A2F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350" y="780373"/>
            <a:ext cx="71789" cy="52141"/>
          </a:xfrm>
          <a:custGeom xmlns:a="http://schemas.openxmlformats.org/drawingml/2006/main">
            <a:pathLst>
              <a:path w="71789" h="52141" fill="none">
                <a:moveTo>
                  <a:pt x="26232" y="26232"/>
                </a:moveTo>
                <a:lnTo>
                  <a:pt x="0" y="52141"/>
                </a:lnTo>
                <a:lnTo>
                  <a:pt x="71789" y="26515"/>
                </a:lnTo>
                <a:lnTo>
                  <a:pt x="323" y="0"/>
                </a:lnTo>
                <a:lnTo>
                  <a:pt x="26232" y="262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83" cap="flat">
            <a:solidFill>
              <a:srgbClr val="FF0000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5EB74A-2A85-41A2-9195-C03CCE45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625" y="923741"/>
            <a:ext cx="10" cy="202255"/>
          </a:xfrm>
          <a:custGeom xmlns:a="http://schemas.openxmlformats.org/drawingml/2006/main">
            <a:pathLst>
              <a:path w="1" h="202255">
                <a:moveTo>
                  <a:pt x="0" y="0"/>
                </a:moveTo>
                <a:lnTo>
                  <a:pt x="0" y="20225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94CC41-586B-4687-9E8E-E449190F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625" y="923741"/>
            <a:ext cx="10" cy="122806"/>
          </a:xfrm>
          <a:custGeom xmlns:a="http://schemas.openxmlformats.org/drawingml/2006/main">
            <a:pathLst>
              <a:path w="1" h="122806" fill="none">
                <a:moveTo>
                  <a:pt x="0" y="0"/>
                </a:moveTo>
                <a:lnTo>
                  <a:pt x="0" y="122806"/>
                </a:lnTo>
              </a:path>
            </a:pathLst>
          </a:custGeom>
          <a:noFill xmlns:a="http://schemas.openxmlformats.org/drawingml/2006/main"/>
          <a:ln xmlns:a="http://schemas.openxmlformats.org/drawingml/2006/main" w="23183" cap="flat">
            <a:solidFill>
              <a:srgbClr val="FF0000"/>
            </a:solidFill>
            <a:round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70259-DDAE-4049-BC7E-19C00C71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555" y="1020476"/>
            <a:ext cx="52141" cy="71629"/>
          </a:xfrm>
          <a:custGeom xmlns:a="http://schemas.openxmlformats.org/drawingml/2006/main">
            <a:pathLst>
              <a:path w="52141" h="71629">
                <a:moveTo>
                  <a:pt x="26071" y="26071"/>
                </a:moveTo>
                <a:lnTo>
                  <a:pt x="52141" y="0"/>
                </a:lnTo>
                <a:lnTo>
                  <a:pt x="26071" y="71629"/>
                </a:lnTo>
                <a:lnTo>
                  <a:pt x="0" y="0"/>
                </a:lnTo>
                <a:lnTo>
                  <a:pt x="26071" y="26071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1B1071-17E2-48CB-BA07-5C571B30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555" y="1020476"/>
            <a:ext cx="52141" cy="71629"/>
          </a:xfrm>
          <a:custGeom xmlns:a="http://schemas.openxmlformats.org/drawingml/2006/main">
            <a:pathLst>
              <a:path w="52141" h="71629" fill="none">
                <a:moveTo>
                  <a:pt x="26071" y="26071"/>
                </a:moveTo>
                <a:lnTo>
                  <a:pt x="0" y="0"/>
                </a:lnTo>
                <a:lnTo>
                  <a:pt x="26071" y="71629"/>
                </a:lnTo>
                <a:lnTo>
                  <a:pt x="52141" y="0"/>
                </a:lnTo>
                <a:lnTo>
                  <a:pt x="26071" y="260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83" cap="flat">
            <a:solidFill>
              <a:srgbClr val="FF0000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0BA6DB-25EB-4DE9-BC26-EF1D5C26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644" y="67123"/>
            <a:ext cx="2428880" cy="1174025"/>
          </a:xfrm>
          <a:custGeom xmlns:a="http://schemas.openxmlformats.org/drawingml/2006/main">
            <a:pathLst>
              <a:path w="2428880" h="1174025">
                <a:moveTo>
                  <a:pt x="0" y="1174025"/>
                </a:moveTo>
                <a:cubicBezTo>
                  <a:pt x="96293" y="1174025"/>
                  <a:pt x="17821" y="880519"/>
                  <a:pt x="192586" y="611163"/>
                </a:cubicBezTo>
                <a:cubicBezTo>
                  <a:pt x="367350" y="341806"/>
                  <a:pt x="795351" y="96600"/>
                  <a:pt x="1310733" y="48300"/>
                </a:cubicBezTo>
                <a:cubicBezTo>
                  <a:pt x="1826116" y="0"/>
                  <a:pt x="2428880" y="148606"/>
                  <a:pt x="2428880" y="248911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71655-FC5B-4FE1-9BDC-E61B7DFC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644" y="91273"/>
            <a:ext cx="2374103" cy="1149875"/>
          </a:xfrm>
          <a:custGeom xmlns:a="http://schemas.openxmlformats.org/drawingml/2006/main">
            <a:pathLst>
              <a:path w="2374103" h="1149875" fill="none">
                <a:moveTo>
                  <a:pt x="0" y="1149875"/>
                </a:moveTo>
                <a:cubicBezTo>
                  <a:pt x="96293" y="1149875"/>
                  <a:pt x="17821" y="856369"/>
                  <a:pt x="192586" y="587012"/>
                </a:cubicBezTo>
                <a:cubicBezTo>
                  <a:pt x="367350" y="317656"/>
                  <a:pt x="795351" y="72450"/>
                  <a:pt x="1310733" y="24150"/>
                </a:cubicBezTo>
                <a:cubicBezTo>
                  <a:pt x="1568425" y="0"/>
                  <a:pt x="1847961" y="25076"/>
                  <a:pt x="2063076" y="68729"/>
                </a:cubicBezTo>
                <a:cubicBezTo>
                  <a:pt x="2170632" y="90555"/>
                  <a:pt x="2262084" y="117024"/>
                  <a:pt x="2326646" y="144307"/>
                </a:cubicBezTo>
                <a:cubicBezTo>
                  <a:pt x="2342786" y="151128"/>
                  <a:pt x="2357246" y="157999"/>
                  <a:pt x="2369857" y="164861"/>
                </a:cubicBezTo>
                <a:lnTo>
                  <a:pt x="2374103" y="167215"/>
                </a:lnTo>
              </a:path>
            </a:pathLst>
          </a:custGeom>
          <a:noFill xmlns:a="http://schemas.openxmlformats.org/drawingml/2006/main"/>
          <a:ln xmlns:a="http://schemas.openxmlformats.org/drawingml/2006/main" w="23183" cap="flat">
            <a:solidFill>
              <a:srgbClr val="FF0000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A0AD7-A3D4-46F0-91AD-94D03162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888" y="221629"/>
            <a:ext cx="68269" cy="69857"/>
          </a:xfrm>
          <a:custGeom xmlns:a="http://schemas.openxmlformats.org/drawingml/2006/main">
            <a:pathLst>
              <a:path w="68269" h="69857">
                <a:moveTo>
                  <a:pt x="36858" y="36859"/>
                </a:moveTo>
                <a:lnTo>
                  <a:pt x="37767" y="0"/>
                </a:lnTo>
                <a:lnTo>
                  <a:pt x="68269" y="69857"/>
                </a:lnTo>
                <a:lnTo>
                  <a:pt x="0" y="35950"/>
                </a:lnTo>
                <a:lnTo>
                  <a:pt x="36858" y="36859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E40A2-6849-4BAE-AEF0-605771AE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888" y="221629"/>
            <a:ext cx="68269" cy="69857"/>
          </a:xfrm>
          <a:custGeom xmlns:a="http://schemas.openxmlformats.org/drawingml/2006/main">
            <a:pathLst>
              <a:path w="68269" h="69857" fill="none">
                <a:moveTo>
                  <a:pt x="36858" y="36859"/>
                </a:moveTo>
                <a:lnTo>
                  <a:pt x="0" y="35950"/>
                </a:lnTo>
                <a:lnTo>
                  <a:pt x="68269" y="69857"/>
                </a:lnTo>
                <a:lnTo>
                  <a:pt x="37767" y="0"/>
                </a:lnTo>
                <a:lnTo>
                  <a:pt x="36858" y="368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83" cap="flat">
            <a:solidFill>
              <a:srgbClr val="FF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B1DFE-8DD5-4CD6-8365-46D26749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687" y="439918"/>
            <a:ext cx="292369" cy="405604"/>
          </a:xfrm>
          <a:custGeom xmlns:a="http://schemas.openxmlformats.org/drawingml/2006/main">
            <a:pathLst>
              <a:path w="292369" h="405604">
                <a:moveTo>
                  <a:pt x="111532" y="0"/>
                </a:moveTo>
                <a:cubicBezTo>
                  <a:pt x="138573" y="40559"/>
                  <a:pt x="292369" y="175756"/>
                  <a:pt x="273780" y="243357"/>
                </a:cubicBezTo>
                <a:cubicBezTo>
                  <a:pt x="255191" y="310957"/>
                  <a:pt x="45630" y="378563"/>
                  <a:pt x="0" y="405604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CAF1D-C269-4C1C-BE74-8049E805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065" y="439918"/>
            <a:ext cx="219991" cy="372838"/>
          </a:xfrm>
          <a:custGeom xmlns:a="http://schemas.openxmlformats.org/drawingml/2006/main">
            <a:pathLst>
              <a:path w="219991" h="372838" fill="none">
                <a:moveTo>
                  <a:pt x="39155" y="0"/>
                </a:moveTo>
                <a:cubicBezTo>
                  <a:pt x="66196" y="40559"/>
                  <a:pt x="219991" y="175756"/>
                  <a:pt x="201403" y="243357"/>
                </a:cubicBezTo>
                <a:cubicBezTo>
                  <a:pt x="192108" y="277157"/>
                  <a:pt x="135071" y="310959"/>
                  <a:pt x="74653" y="339690"/>
                </a:cubicBezTo>
                <a:cubicBezTo>
                  <a:pt x="59549" y="346873"/>
                  <a:pt x="44233" y="353739"/>
                  <a:pt x="29400" y="360209"/>
                </a:cubicBezTo>
                <a:cubicBezTo>
                  <a:pt x="21982" y="363444"/>
                  <a:pt x="14686" y="366580"/>
                  <a:pt x="7597" y="369607"/>
                </a:cubicBezTo>
                <a:lnTo>
                  <a:pt x="0" y="372838"/>
                </a:lnTo>
              </a:path>
            </a:pathLst>
          </a:custGeom>
          <a:noFill xmlns:a="http://schemas.openxmlformats.org/drawingml/2006/main"/>
          <a:ln xmlns:a="http://schemas.openxmlformats.org/drawingml/2006/main" w="23183" cap="flat">
            <a:solidFill>
              <a:srgbClr val="FF0000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3B8838-F81C-42CB-ACAE-FCCFB0E1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562" y="778253"/>
            <a:ext cx="76005" cy="53292"/>
          </a:xfrm>
          <a:custGeom xmlns:a="http://schemas.openxmlformats.org/drawingml/2006/main">
            <a:pathLst>
              <a:path w="76005" h="53292">
                <a:moveTo>
                  <a:pt x="41503" y="34503"/>
                </a:moveTo>
                <a:lnTo>
                  <a:pt x="76005" y="47501"/>
                </a:lnTo>
                <a:lnTo>
                  <a:pt x="0" y="53292"/>
                </a:lnTo>
                <a:lnTo>
                  <a:pt x="54501" y="0"/>
                </a:lnTo>
                <a:lnTo>
                  <a:pt x="41503" y="3450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3FE4B-50B4-45B5-BD5C-4098FB95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562" y="778253"/>
            <a:ext cx="76005" cy="53292"/>
          </a:xfrm>
          <a:custGeom xmlns:a="http://schemas.openxmlformats.org/drawingml/2006/main">
            <a:pathLst>
              <a:path w="76005" h="53292" fill="none">
                <a:moveTo>
                  <a:pt x="41503" y="34503"/>
                </a:moveTo>
                <a:lnTo>
                  <a:pt x="54501" y="0"/>
                </a:lnTo>
                <a:lnTo>
                  <a:pt x="0" y="53292"/>
                </a:lnTo>
                <a:lnTo>
                  <a:pt x="76005" y="47501"/>
                </a:lnTo>
                <a:lnTo>
                  <a:pt x="41503" y="345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83" cap="flat">
            <a:solidFill>
              <a:srgbClr val="FF0000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692A2-18F6-49DD-93D4-AE5F125B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524" y="956781"/>
            <a:ext cx="10" cy="174143"/>
          </a:xfrm>
          <a:custGeom xmlns:a="http://schemas.openxmlformats.org/drawingml/2006/main">
            <a:pathLst>
              <a:path w="1" h="174143">
                <a:moveTo>
                  <a:pt x="0" y="0"/>
                </a:moveTo>
                <a:lnTo>
                  <a:pt x="0" y="174143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BC5521-A939-4DD5-89E1-6746F6AE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524" y="956781"/>
            <a:ext cx="10" cy="94695"/>
          </a:xfrm>
          <a:custGeom xmlns:a="http://schemas.openxmlformats.org/drawingml/2006/main">
            <a:pathLst>
              <a:path w="1" h="94695" fill="none">
                <a:moveTo>
                  <a:pt x="0" y="0"/>
                </a:moveTo>
                <a:lnTo>
                  <a:pt x="0" y="94695"/>
                </a:lnTo>
              </a:path>
            </a:pathLst>
          </a:custGeom>
          <a:noFill xmlns:a="http://schemas.openxmlformats.org/drawingml/2006/main"/>
          <a:ln xmlns:a="http://schemas.openxmlformats.org/drawingml/2006/main" w="23183" cap="flat">
            <a:solidFill>
              <a:srgbClr val="FF0000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662F5-86D8-459D-91C4-14C3DF7C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453" y="1025404"/>
            <a:ext cx="52142" cy="71629"/>
          </a:xfrm>
          <a:custGeom xmlns:a="http://schemas.openxmlformats.org/drawingml/2006/main">
            <a:pathLst>
              <a:path w="52142" h="71629">
                <a:moveTo>
                  <a:pt x="26071" y="26071"/>
                </a:moveTo>
                <a:lnTo>
                  <a:pt x="52142" y="0"/>
                </a:lnTo>
                <a:lnTo>
                  <a:pt x="26071" y="71629"/>
                </a:lnTo>
                <a:lnTo>
                  <a:pt x="0" y="0"/>
                </a:lnTo>
                <a:lnTo>
                  <a:pt x="26071" y="26071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775E7-6E30-4794-933C-86746AE1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453" y="1025404"/>
            <a:ext cx="52142" cy="71629"/>
          </a:xfrm>
          <a:custGeom xmlns:a="http://schemas.openxmlformats.org/drawingml/2006/main">
            <a:pathLst>
              <a:path w="52142" h="71629" fill="none">
                <a:moveTo>
                  <a:pt x="26071" y="26071"/>
                </a:moveTo>
                <a:lnTo>
                  <a:pt x="0" y="0"/>
                </a:lnTo>
                <a:lnTo>
                  <a:pt x="26071" y="71629"/>
                </a:lnTo>
                <a:lnTo>
                  <a:pt x="52142" y="0"/>
                </a:lnTo>
                <a:lnTo>
                  <a:pt x="26071" y="260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83" cap="flat">
            <a:solidFill>
              <a:srgbClr val="FF0000"/>
            </a:solidFill>
            <a:miter/>
          </a:ln>
        </p:spPr>
      </p:sp>
      <p:sp>
        <p:nvSpPr>
          <p:cNvPr id="59" name="Text (a)Handlingasynchronousf">
            <a:extLst xmlns:a="http://schemas.openxmlformats.org/drawingml/2006/main">
              <a:ext uri="{FF2B5EF4-FFF2-40B4-BE49-F238E27FC236}">
                <a16:creationId xmlns:a16="http://schemas.microsoft.com/office/drawing/2014/main" id="{7DF5319A-2B98-4351-9BDF-EED9B353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700" y="1794214"/>
            <a:ext cx="2941560" cy="218269"/>
          </a:xfrm>
          <a:custGeom xmlns:a="http://schemas.openxmlformats.org/drawingml/2006/main">
            <a:pathLst>
              <a:path w="2941560" h="218269">
                <a:moveTo>
                  <a:pt x="0" y="106360"/>
                </a:moveTo>
                <a:cubicBezTo>
                  <a:pt x="0" y="116608"/>
                  <a:pt x="1136" y="167848"/>
                  <a:pt x="52836" y="212486"/>
                </a:cubicBezTo>
                <a:lnTo>
                  <a:pt x="59668" y="205199"/>
                </a:lnTo>
                <a:cubicBezTo>
                  <a:pt x="52381" y="197001"/>
                  <a:pt x="26189" y="166483"/>
                  <a:pt x="26189" y="106360"/>
                </a:cubicBezTo>
                <a:cubicBezTo>
                  <a:pt x="26189" y="46233"/>
                  <a:pt x="52836" y="15715"/>
                  <a:pt x="59668" y="7746"/>
                </a:cubicBezTo>
                <a:lnTo>
                  <a:pt x="53291" y="0"/>
                </a:lnTo>
                <a:cubicBezTo>
                  <a:pt x="23457" y="25737"/>
                  <a:pt x="0" y="64908"/>
                  <a:pt x="0" y="106360"/>
                </a:cubicBezTo>
                <a:close/>
                <a:moveTo>
                  <a:pt x="127994" y="152791"/>
                </a:moveTo>
                <a:cubicBezTo>
                  <a:pt x="129585" y="162128"/>
                  <a:pt x="135736" y="166226"/>
                  <a:pt x="145755" y="166226"/>
                </a:cubicBezTo>
                <a:cubicBezTo>
                  <a:pt x="158283" y="166226"/>
                  <a:pt x="167165" y="161444"/>
                  <a:pt x="175593" y="153472"/>
                </a:cubicBezTo>
                <a:cubicBezTo>
                  <a:pt x="175137" y="150740"/>
                  <a:pt x="174223" y="148919"/>
                  <a:pt x="171492" y="147095"/>
                </a:cubicBezTo>
                <a:cubicBezTo>
                  <a:pt x="168531" y="149375"/>
                  <a:pt x="166255" y="150285"/>
                  <a:pt x="161928" y="150285"/>
                </a:cubicBezTo>
                <a:cubicBezTo>
                  <a:pt x="156917" y="150285"/>
                  <a:pt x="155552" y="146184"/>
                  <a:pt x="155552" y="135022"/>
                </a:cubicBezTo>
                <a:lnTo>
                  <a:pt x="156007" y="102217"/>
                </a:lnTo>
                <a:cubicBezTo>
                  <a:pt x="156007" y="69412"/>
                  <a:pt x="135736" y="62806"/>
                  <a:pt x="117061" y="62806"/>
                </a:cubicBezTo>
                <a:cubicBezTo>
                  <a:pt x="100436" y="62806"/>
                  <a:pt x="74929" y="72373"/>
                  <a:pt x="74929" y="87410"/>
                </a:cubicBezTo>
                <a:cubicBezTo>
                  <a:pt x="74929" y="93787"/>
                  <a:pt x="77660" y="98798"/>
                  <a:pt x="86543" y="98798"/>
                </a:cubicBezTo>
                <a:cubicBezTo>
                  <a:pt x="94740" y="98798"/>
                  <a:pt x="100662" y="93787"/>
                  <a:pt x="100662" y="88320"/>
                </a:cubicBezTo>
                <a:cubicBezTo>
                  <a:pt x="100662" y="85359"/>
                  <a:pt x="99070" y="81485"/>
                  <a:pt x="99752" y="77613"/>
                </a:cubicBezTo>
                <a:cubicBezTo>
                  <a:pt x="99981" y="75108"/>
                  <a:pt x="101802" y="72373"/>
                  <a:pt x="109319" y="72373"/>
                </a:cubicBezTo>
                <a:cubicBezTo>
                  <a:pt x="118882" y="72373"/>
                  <a:pt x="126854" y="76474"/>
                  <a:pt x="126854" y="105407"/>
                </a:cubicBezTo>
                <a:lnTo>
                  <a:pt x="111595" y="110189"/>
                </a:lnTo>
                <a:cubicBezTo>
                  <a:pt x="87682" y="117706"/>
                  <a:pt x="70828" y="124316"/>
                  <a:pt x="70828" y="142310"/>
                </a:cubicBezTo>
                <a:cubicBezTo>
                  <a:pt x="70828" y="158028"/>
                  <a:pt x="79481" y="166226"/>
                  <a:pt x="99296" y="166226"/>
                </a:cubicBezTo>
                <a:cubicBezTo>
                  <a:pt x="105903" y="166226"/>
                  <a:pt x="119111" y="158938"/>
                  <a:pt x="126625" y="153017"/>
                </a:cubicBezTo>
                <a:lnTo>
                  <a:pt x="127994" y="152791"/>
                </a:lnTo>
                <a:moveTo>
                  <a:pt x="126854" y="114290"/>
                </a:moveTo>
                <a:lnTo>
                  <a:pt x="126854" y="144360"/>
                </a:lnTo>
                <a:cubicBezTo>
                  <a:pt x="121162" y="148916"/>
                  <a:pt x="115466" y="152561"/>
                  <a:pt x="111369" y="152561"/>
                </a:cubicBezTo>
                <a:cubicBezTo>
                  <a:pt x="101573" y="152561"/>
                  <a:pt x="98156" y="145955"/>
                  <a:pt x="98156" y="138894"/>
                </a:cubicBezTo>
                <a:cubicBezTo>
                  <a:pt x="98156" y="130467"/>
                  <a:pt x="98841" y="123402"/>
                  <a:pt x="115011" y="118165"/>
                </a:cubicBezTo>
                <a:lnTo>
                  <a:pt x="126854" y="114290"/>
                </a:lnTo>
                <a:close/>
                <a:moveTo>
                  <a:pt x="239588" y="106797"/>
                </a:moveTo>
                <a:cubicBezTo>
                  <a:pt x="239588" y="96549"/>
                  <a:pt x="238448" y="45305"/>
                  <a:pt x="186752" y="667"/>
                </a:cubicBezTo>
                <a:lnTo>
                  <a:pt x="179920" y="7955"/>
                </a:lnTo>
                <a:cubicBezTo>
                  <a:pt x="187207" y="16156"/>
                  <a:pt x="213396" y="46674"/>
                  <a:pt x="213396" y="106797"/>
                </a:cubicBezTo>
                <a:cubicBezTo>
                  <a:pt x="213396" y="166924"/>
                  <a:pt x="186752" y="197443"/>
                  <a:pt x="179920" y="205411"/>
                </a:cubicBezTo>
                <a:lnTo>
                  <a:pt x="186297" y="213154"/>
                </a:lnTo>
                <a:cubicBezTo>
                  <a:pt x="216131" y="187420"/>
                  <a:pt x="239588" y="148249"/>
                  <a:pt x="239588" y="106797"/>
                </a:cubicBezTo>
                <a:close/>
                <a:moveTo>
                  <a:pt x="433172" y="44798"/>
                </a:moveTo>
                <a:lnTo>
                  <a:pt x="433172" y="80345"/>
                </a:lnTo>
                <a:lnTo>
                  <a:pt x="362572" y="80345"/>
                </a:lnTo>
                <a:lnTo>
                  <a:pt x="362572" y="44798"/>
                </a:lnTo>
                <a:cubicBezTo>
                  <a:pt x="362572" y="25886"/>
                  <a:pt x="368949" y="24972"/>
                  <a:pt x="381473" y="24291"/>
                </a:cubicBezTo>
                <a:cubicBezTo>
                  <a:pt x="383753" y="22925"/>
                  <a:pt x="383753" y="17914"/>
                  <a:pt x="381473" y="16545"/>
                </a:cubicBezTo>
                <a:cubicBezTo>
                  <a:pt x="372365" y="16774"/>
                  <a:pt x="355966" y="17004"/>
                  <a:pt x="346857" y="17004"/>
                </a:cubicBezTo>
                <a:cubicBezTo>
                  <a:pt x="337746" y="17004"/>
                  <a:pt x="320895" y="16774"/>
                  <a:pt x="311783" y="16545"/>
                </a:cubicBezTo>
                <a:cubicBezTo>
                  <a:pt x="309507" y="17914"/>
                  <a:pt x="309507" y="22925"/>
                  <a:pt x="311783" y="24291"/>
                </a:cubicBezTo>
                <a:cubicBezTo>
                  <a:pt x="324311" y="24972"/>
                  <a:pt x="330688" y="25886"/>
                  <a:pt x="330688" y="44798"/>
                </a:cubicBezTo>
                <a:lnTo>
                  <a:pt x="330688" y="136187"/>
                </a:lnTo>
                <a:cubicBezTo>
                  <a:pt x="330688" y="155109"/>
                  <a:pt x="324311" y="156019"/>
                  <a:pt x="311783" y="156704"/>
                </a:cubicBezTo>
                <a:cubicBezTo>
                  <a:pt x="309507" y="158069"/>
                  <a:pt x="309507" y="163081"/>
                  <a:pt x="311783" y="164446"/>
                </a:cubicBezTo>
                <a:cubicBezTo>
                  <a:pt x="320895" y="164220"/>
                  <a:pt x="337746" y="163991"/>
                  <a:pt x="346857" y="163991"/>
                </a:cubicBezTo>
                <a:cubicBezTo>
                  <a:pt x="355966" y="163991"/>
                  <a:pt x="372365" y="164220"/>
                  <a:pt x="381473" y="164446"/>
                </a:cubicBezTo>
                <a:cubicBezTo>
                  <a:pt x="383753" y="163081"/>
                  <a:pt x="383753" y="158069"/>
                  <a:pt x="381473" y="156704"/>
                </a:cubicBezTo>
                <a:cubicBezTo>
                  <a:pt x="368949" y="156019"/>
                  <a:pt x="362572" y="155109"/>
                  <a:pt x="362572" y="136187"/>
                </a:cubicBezTo>
                <a:lnTo>
                  <a:pt x="362572" y="91274"/>
                </a:lnTo>
                <a:lnTo>
                  <a:pt x="433172" y="91274"/>
                </a:lnTo>
                <a:lnTo>
                  <a:pt x="433172" y="136187"/>
                </a:lnTo>
                <a:cubicBezTo>
                  <a:pt x="433172" y="155109"/>
                  <a:pt x="426796" y="156019"/>
                  <a:pt x="414268" y="156704"/>
                </a:cubicBezTo>
                <a:cubicBezTo>
                  <a:pt x="411992" y="158069"/>
                  <a:pt x="411992" y="163081"/>
                  <a:pt x="414268" y="164446"/>
                </a:cubicBezTo>
                <a:cubicBezTo>
                  <a:pt x="423380" y="164220"/>
                  <a:pt x="440230" y="163991"/>
                  <a:pt x="449342" y="163991"/>
                </a:cubicBezTo>
                <a:cubicBezTo>
                  <a:pt x="458450" y="163991"/>
                  <a:pt x="474850" y="164220"/>
                  <a:pt x="483958" y="164446"/>
                </a:cubicBezTo>
                <a:cubicBezTo>
                  <a:pt x="486238" y="163081"/>
                  <a:pt x="486238" y="158069"/>
                  <a:pt x="483958" y="156704"/>
                </a:cubicBezTo>
                <a:cubicBezTo>
                  <a:pt x="471434" y="156019"/>
                  <a:pt x="465057" y="155109"/>
                  <a:pt x="465057" y="136187"/>
                </a:cubicBezTo>
                <a:lnTo>
                  <a:pt x="465057" y="44798"/>
                </a:lnTo>
                <a:cubicBezTo>
                  <a:pt x="465057" y="25886"/>
                  <a:pt x="471434" y="24972"/>
                  <a:pt x="483958" y="24291"/>
                </a:cubicBezTo>
                <a:cubicBezTo>
                  <a:pt x="486238" y="22925"/>
                  <a:pt x="486238" y="17914"/>
                  <a:pt x="483958" y="16545"/>
                </a:cubicBezTo>
                <a:cubicBezTo>
                  <a:pt x="474850" y="16774"/>
                  <a:pt x="458450" y="17004"/>
                  <a:pt x="449342" y="17004"/>
                </a:cubicBezTo>
                <a:cubicBezTo>
                  <a:pt x="440230" y="17004"/>
                  <a:pt x="423380" y="16774"/>
                  <a:pt x="414268" y="16545"/>
                </a:cubicBezTo>
                <a:cubicBezTo>
                  <a:pt x="411992" y="17914"/>
                  <a:pt x="411992" y="22925"/>
                  <a:pt x="414268" y="24291"/>
                </a:cubicBezTo>
                <a:cubicBezTo>
                  <a:pt x="426796" y="24972"/>
                  <a:pt x="433172" y="25886"/>
                  <a:pt x="433172" y="44798"/>
                </a:cubicBezTo>
                <a:close/>
                <a:moveTo>
                  <a:pt x="557977" y="152791"/>
                </a:moveTo>
                <a:cubicBezTo>
                  <a:pt x="559569" y="162128"/>
                  <a:pt x="565720" y="166226"/>
                  <a:pt x="575739" y="166226"/>
                </a:cubicBezTo>
                <a:cubicBezTo>
                  <a:pt x="588267" y="166226"/>
                  <a:pt x="597149" y="161444"/>
                  <a:pt x="605576" y="153472"/>
                </a:cubicBezTo>
                <a:cubicBezTo>
                  <a:pt x="605121" y="150740"/>
                  <a:pt x="604207" y="148919"/>
                  <a:pt x="601476" y="147095"/>
                </a:cubicBezTo>
                <a:cubicBezTo>
                  <a:pt x="598515" y="149375"/>
                  <a:pt x="596239" y="150285"/>
                  <a:pt x="591912" y="150285"/>
                </a:cubicBezTo>
                <a:cubicBezTo>
                  <a:pt x="586901" y="150285"/>
                  <a:pt x="585535" y="146184"/>
                  <a:pt x="585535" y="135022"/>
                </a:cubicBezTo>
                <a:lnTo>
                  <a:pt x="585990" y="102217"/>
                </a:lnTo>
                <a:cubicBezTo>
                  <a:pt x="585990" y="69412"/>
                  <a:pt x="565720" y="62806"/>
                  <a:pt x="547045" y="62806"/>
                </a:cubicBezTo>
                <a:cubicBezTo>
                  <a:pt x="530420" y="62806"/>
                  <a:pt x="504912" y="72373"/>
                  <a:pt x="504912" y="87410"/>
                </a:cubicBezTo>
                <a:cubicBezTo>
                  <a:pt x="504912" y="93787"/>
                  <a:pt x="507644" y="98798"/>
                  <a:pt x="516526" y="98798"/>
                </a:cubicBezTo>
                <a:cubicBezTo>
                  <a:pt x="524724" y="98798"/>
                  <a:pt x="530646" y="93787"/>
                  <a:pt x="530646" y="88320"/>
                </a:cubicBezTo>
                <a:cubicBezTo>
                  <a:pt x="530646" y="85359"/>
                  <a:pt x="529054" y="81485"/>
                  <a:pt x="529735" y="77613"/>
                </a:cubicBezTo>
                <a:cubicBezTo>
                  <a:pt x="529965" y="75108"/>
                  <a:pt x="531785" y="72373"/>
                  <a:pt x="539302" y="72373"/>
                </a:cubicBezTo>
                <a:cubicBezTo>
                  <a:pt x="548866" y="72373"/>
                  <a:pt x="556838" y="76474"/>
                  <a:pt x="556838" y="105407"/>
                </a:cubicBezTo>
                <a:lnTo>
                  <a:pt x="541578" y="110189"/>
                </a:lnTo>
                <a:cubicBezTo>
                  <a:pt x="517666" y="117706"/>
                  <a:pt x="500812" y="124316"/>
                  <a:pt x="500812" y="142310"/>
                </a:cubicBezTo>
                <a:cubicBezTo>
                  <a:pt x="500812" y="158028"/>
                  <a:pt x="509465" y="166226"/>
                  <a:pt x="529280" y="166226"/>
                </a:cubicBezTo>
                <a:cubicBezTo>
                  <a:pt x="535886" y="166226"/>
                  <a:pt x="549095" y="158938"/>
                  <a:pt x="556608" y="153017"/>
                </a:cubicBezTo>
                <a:lnTo>
                  <a:pt x="557977" y="152791"/>
                </a:lnTo>
                <a:moveTo>
                  <a:pt x="556838" y="114290"/>
                </a:moveTo>
                <a:lnTo>
                  <a:pt x="556838" y="144360"/>
                </a:lnTo>
                <a:cubicBezTo>
                  <a:pt x="551145" y="148916"/>
                  <a:pt x="545450" y="152561"/>
                  <a:pt x="541352" y="152561"/>
                </a:cubicBezTo>
                <a:cubicBezTo>
                  <a:pt x="531556" y="152561"/>
                  <a:pt x="528140" y="145955"/>
                  <a:pt x="528140" y="138894"/>
                </a:cubicBezTo>
                <a:cubicBezTo>
                  <a:pt x="528140" y="130467"/>
                  <a:pt x="528825" y="123402"/>
                  <a:pt x="544994" y="118165"/>
                </a:cubicBezTo>
                <a:lnTo>
                  <a:pt x="556838" y="114290"/>
                </a:lnTo>
                <a:close/>
                <a:moveTo>
                  <a:pt x="657957" y="136190"/>
                </a:moveTo>
                <a:lnTo>
                  <a:pt x="657957" y="90829"/>
                </a:lnTo>
                <a:lnTo>
                  <a:pt x="657957" y="90374"/>
                </a:lnTo>
                <a:cubicBezTo>
                  <a:pt x="667066" y="84220"/>
                  <a:pt x="676178" y="79660"/>
                  <a:pt x="680275" y="79660"/>
                </a:cubicBezTo>
                <a:cubicBezTo>
                  <a:pt x="689386" y="79660"/>
                  <a:pt x="696219" y="83764"/>
                  <a:pt x="696219" y="96758"/>
                </a:cubicBezTo>
                <a:lnTo>
                  <a:pt x="696219" y="134821"/>
                </a:lnTo>
                <a:cubicBezTo>
                  <a:pt x="696219" y="153969"/>
                  <a:pt x="692573" y="156019"/>
                  <a:pt x="683236" y="156704"/>
                </a:cubicBezTo>
                <a:cubicBezTo>
                  <a:pt x="681870" y="158069"/>
                  <a:pt x="681870" y="163081"/>
                  <a:pt x="683236" y="164446"/>
                </a:cubicBezTo>
                <a:cubicBezTo>
                  <a:pt x="692803" y="164220"/>
                  <a:pt x="700090" y="163991"/>
                  <a:pt x="711023" y="163991"/>
                </a:cubicBezTo>
                <a:cubicBezTo>
                  <a:pt x="723547" y="163991"/>
                  <a:pt x="733569" y="164220"/>
                  <a:pt x="743362" y="164446"/>
                </a:cubicBezTo>
                <a:cubicBezTo>
                  <a:pt x="744728" y="163081"/>
                  <a:pt x="744728" y="158069"/>
                  <a:pt x="743362" y="156704"/>
                </a:cubicBezTo>
                <a:cubicBezTo>
                  <a:pt x="729469" y="156019"/>
                  <a:pt x="725827" y="153969"/>
                  <a:pt x="725827" y="134821"/>
                </a:cubicBezTo>
                <a:lnTo>
                  <a:pt x="725827" y="99263"/>
                </a:lnTo>
                <a:cubicBezTo>
                  <a:pt x="725827" y="74194"/>
                  <a:pt x="715120" y="62806"/>
                  <a:pt x="695534" y="62806"/>
                </a:cubicBezTo>
                <a:cubicBezTo>
                  <a:pt x="686426" y="62806"/>
                  <a:pt x="670256" y="72828"/>
                  <a:pt x="657728" y="81485"/>
                </a:cubicBezTo>
                <a:cubicBezTo>
                  <a:pt x="657047" y="73513"/>
                  <a:pt x="656133" y="66681"/>
                  <a:pt x="656133" y="66681"/>
                </a:cubicBezTo>
                <a:cubicBezTo>
                  <a:pt x="655907" y="63946"/>
                  <a:pt x="654086" y="62806"/>
                  <a:pt x="650896" y="62806"/>
                </a:cubicBezTo>
                <a:cubicBezTo>
                  <a:pt x="642469" y="65131"/>
                  <a:pt x="628805" y="68321"/>
                  <a:pt x="613090" y="70368"/>
                </a:cubicBezTo>
                <a:cubicBezTo>
                  <a:pt x="612635" y="71737"/>
                  <a:pt x="613090" y="76289"/>
                  <a:pt x="613545" y="77659"/>
                </a:cubicBezTo>
                <a:cubicBezTo>
                  <a:pt x="626073" y="78798"/>
                  <a:pt x="628349" y="80619"/>
                  <a:pt x="628349" y="93602"/>
                </a:cubicBezTo>
                <a:lnTo>
                  <a:pt x="628349" y="136204"/>
                </a:lnTo>
                <a:cubicBezTo>
                  <a:pt x="628349" y="155109"/>
                  <a:pt x="625844" y="155567"/>
                  <a:pt x="611950" y="156704"/>
                </a:cubicBezTo>
                <a:cubicBezTo>
                  <a:pt x="610585" y="158069"/>
                  <a:pt x="610585" y="163081"/>
                  <a:pt x="611950" y="164446"/>
                </a:cubicBezTo>
                <a:cubicBezTo>
                  <a:pt x="621517" y="164220"/>
                  <a:pt x="631081" y="163991"/>
                  <a:pt x="643153" y="163991"/>
                </a:cubicBezTo>
                <a:cubicBezTo>
                  <a:pt x="653631" y="163991"/>
                  <a:pt x="660008" y="164220"/>
                  <a:pt x="669801" y="164446"/>
                </a:cubicBezTo>
                <a:cubicBezTo>
                  <a:pt x="671166" y="163081"/>
                  <a:pt x="671166" y="158069"/>
                  <a:pt x="669801" y="156704"/>
                </a:cubicBezTo>
                <a:cubicBezTo>
                  <a:pt x="660234" y="155793"/>
                  <a:pt x="657957" y="155109"/>
                  <a:pt x="657957" y="136190"/>
                </a:cubicBezTo>
                <a:close/>
                <a:moveTo>
                  <a:pt x="826487" y="142310"/>
                </a:moveTo>
                <a:cubicBezTo>
                  <a:pt x="821705" y="146184"/>
                  <a:pt x="809636" y="151196"/>
                  <a:pt x="806901" y="151196"/>
                </a:cubicBezTo>
                <a:cubicBezTo>
                  <a:pt x="795514" y="151196"/>
                  <a:pt x="786631" y="138438"/>
                  <a:pt x="786631" y="111784"/>
                </a:cubicBezTo>
                <a:cubicBezTo>
                  <a:pt x="786631" y="99712"/>
                  <a:pt x="788000" y="89231"/>
                  <a:pt x="792327" y="82169"/>
                </a:cubicBezTo>
                <a:cubicBezTo>
                  <a:pt x="796198" y="76018"/>
                  <a:pt x="802346" y="72373"/>
                  <a:pt x="809178" y="72373"/>
                </a:cubicBezTo>
                <a:cubicBezTo>
                  <a:pt x="815099" y="72373"/>
                  <a:pt x="820795" y="73058"/>
                  <a:pt x="826261" y="80574"/>
                </a:cubicBezTo>
                <a:lnTo>
                  <a:pt x="826261" y="136617"/>
                </a:lnTo>
                <a:cubicBezTo>
                  <a:pt x="826261" y="138438"/>
                  <a:pt x="826261" y="140489"/>
                  <a:pt x="826487" y="142310"/>
                </a:cubicBezTo>
                <a:moveTo>
                  <a:pt x="827172" y="153017"/>
                </a:moveTo>
                <a:cubicBezTo>
                  <a:pt x="827627" y="158483"/>
                  <a:pt x="828082" y="162354"/>
                  <a:pt x="828082" y="162354"/>
                </a:cubicBezTo>
                <a:cubicBezTo>
                  <a:pt x="828312" y="165089"/>
                  <a:pt x="830133" y="166226"/>
                  <a:pt x="833319" y="166226"/>
                </a:cubicBezTo>
                <a:cubicBezTo>
                  <a:pt x="841747" y="163904"/>
                  <a:pt x="855411" y="160714"/>
                  <a:pt x="871125" y="158664"/>
                </a:cubicBezTo>
                <a:cubicBezTo>
                  <a:pt x="871580" y="157298"/>
                  <a:pt x="871125" y="152746"/>
                  <a:pt x="870670" y="151376"/>
                </a:cubicBezTo>
                <a:cubicBezTo>
                  <a:pt x="858372" y="150240"/>
                  <a:pt x="855866" y="146595"/>
                  <a:pt x="855866" y="133618"/>
                </a:cubicBezTo>
                <a:lnTo>
                  <a:pt x="855866" y="31227"/>
                </a:lnTo>
                <a:cubicBezTo>
                  <a:pt x="855866" y="16451"/>
                  <a:pt x="856551" y="7982"/>
                  <a:pt x="856551" y="7982"/>
                </a:cubicBezTo>
                <a:cubicBezTo>
                  <a:pt x="856551" y="5904"/>
                  <a:pt x="854955" y="4980"/>
                  <a:pt x="852905" y="4980"/>
                </a:cubicBezTo>
                <a:cubicBezTo>
                  <a:pt x="844481" y="7753"/>
                  <a:pt x="826261" y="10293"/>
                  <a:pt x="810092" y="10985"/>
                </a:cubicBezTo>
                <a:cubicBezTo>
                  <a:pt x="809407" y="13720"/>
                  <a:pt x="809636" y="16681"/>
                  <a:pt x="810773" y="18731"/>
                </a:cubicBezTo>
                <a:cubicBezTo>
                  <a:pt x="825122" y="19867"/>
                  <a:pt x="826261" y="20093"/>
                  <a:pt x="826261" y="35769"/>
                </a:cubicBezTo>
                <a:lnTo>
                  <a:pt x="826261" y="65311"/>
                </a:lnTo>
                <a:cubicBezTo>
                  <a:pt x="821931" y="63946"/>
                  <a:pt x="816468" y="62806"/>
                  <a:pt x="809862" y="62806"/>
                </a:cubicBezTo>
                <a:cubicBezTo>
                  <a:pt x="780484" y="62806"/>
                  <a:pt x="754747" y="88539"/>
                  <a:pt x="754747" y="118818"/>
                </a:cubicBezTo>
                <a:cubicBezTo>
                  <a:pt x="754747" y="132479"/>
                  <a:pt x="759532" y="147964"/>
                  <a:pt x="770691" y="156617"/>
                </a:cubicBezTo>
                <a:cubicBezTo>
                  <a:pt x="778889" y="163039"/>
                  <a:pt x="784584" y="166226"/>
                  <a:pt x="797338" y="166226"/>
                </a:cubicBezTo>
                <a:cubicBezTo>
                  <a:pt x="803485" y="166226"/>
                  <a:pt x="820340" y="156207"/>
                  <a:pt x="825122" y="153017"/>
                </a:cubicBezTo>
                <a:lnTo>
                  <a:pt x="827172" y="153017"/>
                </a:lnTo>
                <a:close/>
                <a:moveTo>
                  <a:pt x="896861" y="135075"/>
                </a:moveTo>
                <a:cubicBezTo>
                  <a:pt x="896861" y="153972"/>
                  <a:pt x="893219" y="156023"/>
                  <a:pt x="879326" y="156704"/>
                </a:cubicBezTo>
                <a:cubicBezTo>
                  <a:pt x="877960" y="158069"/>
                  <a:pt x="877960" y="163081"/>
                  <a:pt x="879326" y="164446"/>
                </a:cubicBezTo>
                <a:cubicBezTo>
                  <a:pt x="888889" y="164220"/>
                  <a:pt x="899137" y="163991"/>
                  <a:pt x="911665" y="163991"/>
                </a:cubicBezTo>
                <a:cubicBezTo>
                  <a:pt x="924189" y="163991"/>
                  <a:pt x="934212" y="164220"/>
                  <a:pt x="944005" y="164446"/>
                </a:cubicBezTo>
                <a:cubicBezTo>
                  <a:pt x="945370" y="163081"/>
                  <a:pt x="945370" y="158069"/>
                  <a:pt x="944005" y="156704"/>
                </a:cubicBezTo>
                <a:cubicBezTo>
                  <a:pt x="930111" y="156023"/>
                  <a:pt x="926469" y="153972"/>
                  <a:pt x="926469" y="135075"/>
                </a:cubicBezTo>
                <a:lnTo>
                  <a:pt x="926469" y="31252"/>
                </a:lnTo>
                <a:cubicBezTo>
                  <a:pt x="926469" y="16451"/>
                  <a:pt x="927150" y="7982"/>
                  <a:pt x="927150" y="7982"/>
                </a:cubicBezTo>
                <a:cubicBezTo>
                  <a:pt x="927150" y="5904"/>
                  <a:pt x="925559" y="4980"/>
                  <a:pt x="923508" y="4980"/>
                </a:cubicBezTo>
                <a:cubicBezTo>
                  <a:pt x="915081" y="7753"/>
                  <a:pt x="896861" y="10293"/>
                  <a:pt x="880691" y="10985"/>
                </a:cubicBezTo>
                <a:cubicBezTo>
                  <a:pt x="880007" y="13720"/>
                  <a:pt x="880236" y="16225"/>
                  <a:pt x="881376" y="18276"/>
                </a:cubicBezTo>
                <a:cubicBezTo>
                  <a:pt x="895721" y="19412"/>
                  <a:pt x="896861" y="19641"/>
                  <a:pt x="896861" y="35349"/>
                </a:cubicBezTo>
                <a:lnTo>
                  <a:pt x="896861" y="135075"/>
                </a:lnTo>
                <a:close/>
                <a:moveTo>
                  <a:pt x="1000941" y="136211"/>
                </a:moveTo>
                <a:lnTo>
                  <a:pt x="1000941" y="90892"/>
                </a:lnTo>
                <a:cubicBezTo>
                  <a:pt x="1000941" y="79507"/>
                  <a:pt x="1001852" y="66722"/>
                  <a:pt x="1001852" y="66722"/>
                </a:cubicBezTo>
                <a:cubicBezTo>
                  <a:pt x="1001852" y="64189"/>
                  <a:pt x="999801" y="62806"/>
                  <a:pt x="996615" y="62806"/>
                </a:cubicBezTo>
                <a:cubicBezTo>
                  <a:pt x="990238" y="65343"/>
                  <a:pt x="971788" y="67185"/>
                  <a:pt x="956074" y="69256"/>
                </a:cubicBezTo>
                <a:cubicBezTo>
                  <a:pt x="955619" y="70625"/>
                  <a:pt x="956074" y="75177"/>
                  <a:pt x="956529" y="76547"/>
                </a:cubicBezTo>
                <a:cubicBezTo>
                  <a:pt x="969057" y="77683"/>
                  <a:pt x="971333" y="79507"/>
                  <a:pt x="971333" y="92487"/>
                </a:cubicBezTo>
                <a:lnTo>
                  <a:pt x="971333" y="136211"/>
                </a:lnTo>
                <a:cubicBezTo>
                  <a:pt x="971333" y="155112"/>
                  <a:pt x="968828" y="155567"/>
                  <a:pt x="954938" y="156704"/>
                </a:cubicBezTo>
                <a:cubicBezTo>
                  <a:pt x="953568" y="158069"/>
                  <a:pt x="953568" y="163081"/>
                  <a:pt x="954938" y="164446"/>
                </a:cubicBezTo>
                <a:cubicBezTo>
                  <a:pt x="964501" y="164220"/>
                  <a:pt x="974068" y="163991"/>
                  <a:pt x="986137" y="163991"/>
                </a:cubicBezTo>
                <a:cubicBezTo>
                  <a:pt x="998206" y="163991"/>
                  <a:pt x="1007544" y="164220"/>
                  <a:pt x="1017337" y="164446"/>
                </a:cubicBezTo>
                <a:cubicBezTo>
                  <a:pt x="1018706" y="163081"/>
                  <a:pt x="1018706" y="158069"/>
                  <a:pt x="1017337" y="156704"/>
                </a:cubicBezTo>
                <a:cubicBezTo>
                  <a:pt x="1003447" y="155793"/>
                  <a:pt x="1000941" y="155112"/>
                  <a:pt x="1000941" y="136211"/>
                </a:cubicBezTo>
                <a:moveTo>
                  <a:pt x="970197" y="28221"/>
                </a:moveTo>
                <a:cubicBezTo>
                  <a:pt x="970197" y="35735"/>
                  <a:pt x="975660" y="43251"/>
                  <a:pt x="984772" y="43251"/>
                </a:cubicBezTo>
                <a:cubicBezTo>
                  <a:pt x="995020" y="43251"/>
                  <a:pt x="1000941" y="35054"/>
                  <a:pt x="1000941" y="29132"/>
                </a:cubicBezTo>
                <a:cubicBezTo>
                  <a:pt x="1000941" y="22300"/>
                  <a:pt x="995704" y="14099"/>
                  <a:pt x="986137" y="14099"/>
                </a:cubicBezTo>
                <a:cubicBezTo>
                  <a:pt x="975434" y="14099"/>
                  <a:pt x="970197" y="21389"/>
                  <a:pt x="970197" y="28221"/>
                </a:cubicBezTo>
                <a:close/>
                <a:moveTo>
                  <a:pt x="1073365" y="136190"/>
                </a:moveTo>
                <a:lnTo>
                  <a:pt x="1073365" y="90829"/>
                </a:lnTo>
                <a:lnTo>
                  <a:pt x="1073365" y="90374"/>
                </a:lnTo>
                <a:cubicBezTo>
                  <a:pt x="1082473" y="84220"/>
                  <a:pt x="1091585" y="79660"/>
                  <a:pt x="1095682" y="79660"/>
                </a:cubicBezTo>
                <a:cubicBezTo>
                  <a:pt x="1104794" y="79660"/>
                  <a:pt x="1111626" y="83764"/>
                  <a:pt x="1111626" y="96758"/>
                </a:cubicBezTo>
                <a:lnTo>
                  <a:pt x="1111626" y="134821"/>
                </a:lnTo>
                <a:cubicBezTo>
                  <a:pt x="1111626" y="153969"/>
                  <a:pt x="1107981" y="156019"/>
                  <a:pt x="1098643" y="156704"/>
                </a:cubicBezTo>
                <a:cubicBezTo>
                  <a:pt x="1097277" y="158069"/>
                  <a:pt x="1097277" y="163081"/>
                  <a:pt x="1098643" y="164446"/>
                </a:cubicBezTo>
                <a:cubicBezTo>
                  <a:pt x="1108210" y="164220"/>
                  <a:pt x="1115497" y="163991"/>
                  <a:pt x="1126430" y="163991"/>
                </a:cubicBezTo>
                <a:cubicBezTo>
                  <a:pt x="1138954" y="163991"/>
                  <a:pt x="1148977" y="164220"/>
                  <a:pt x="1158769" y="164446"/>
                </a:cubicBezTo>
                <a:cubicBezTo>
                  <a:pt x="1160135" y="163081"/>
                  <a:pt x="1160135" y="158069"/>
                  <a:pt x="1158769" y="156704"/>
                </a:cubicBezTo>
                <a:cubicBezTo>
                  <a:pt x="1144876" y="156019"/>
                  <a:pt x="1141234" y="153969"/>
                  <a:pt x="1141234" y="134821"/>
                </a:cubicBezTo>
                <a:lnTo>
                  <a:pt x="1141234" y="99263"/>
                </a:lnTo>
                <a:cubicBezTo>
                  <a:pt x="1141234" y="74194"/>
                  <a:pt x="1130527" y="62806"/>
                  <a:pt x="1110941" y="62806"/>
                </a:cubicBezTo>
                <a:cubicBezTo>
                  <a:pt x="1101833" y="62806"/>
                  <a:pt x="1085663" y="72828"/>
                  <a:pt x="1073135" y="81485"/>
                </a:cubicBezTo>
                <a:cubicBezTo>
                  <a:pt x="1072454" y="73513"/>
                  <a:pt x="1071540" y="66681"/>
                  <a:pt x="1071540" y="66681"/>
                </a:cubicBezTo>
                <a:cubicBezTo>
                  <a:pt x="1071314" y="63946"/>
                  <a:pt x="1069494" y="62806"/>
                  <a:pt x="1066303" y="62806"/>
                </a:cubicBezTo>
                <a:cubicBezTo>
                  <a:pt x="1057876" y="65131"/>
                  <a:pt x="1044212" y="68321"/>
                  <a:pt x="1028498" y="70368"/>
                </a:cubicBezTo>
                <a:cubicBezTo>
                  <a:pt x="1028042" y="71737"/>
                  <a:pt x="1028498" y="76289"/>
                  <a:pt x="1028953" y="77659"/>
                </a:cubicBezTo>
                <a:cubicBezTo>
                  <a:pt x="1041481" y="78798"/>
                  <a:pt x="1043757" y="80619"/>
                  <a:pt x="1043757" y="93602"/>
                </a:cubicBezTo>
                <a:lnTo>
                  <a:pt x="1043757" y="136204"/>
                </a:lnTo>
                <a:cubicBezTo>
                  <a:pt x="1043757" y="155109"/>
                  <a:pt x="1041251" y="155567"/>
                  <a:pt x="1027358" y="156704"/>
                </a:cubicBezTo>
                <a:cubicBezTo>
                  <a:pt x="1025992" y="158069"/>
                  <a:pt x="1025992" y="163081"/>
                  <a:pt x="1027358" y="164446"/>
                </a:cubicBezTo>
                <a:cubicBezTo>
                  <a:pt x="1036925" y="164220"/>
                  <a:pt x="1046488" y="163991"/>
                  <a:pt x="1058561" y="163991"/>
                </a:cubicBezTo>
                <a:cubicBezTo>
                  <a:pt x="1069038" y="163991"/>
                  <a:pt x="1075415" y="164220"/>
                  <a:pt x="1085208" y="164446"/>
                </a:cubicBezTo>
                <a:cubicBezTo>
                  <a:pt x="1086574" y="163081"/>
                  <a:pt x="1086574" y="158069"/>
                  <a:pt x="1085208" y="156704"/>
                </a:cubicBezTo>
                <a:cubicBezTo>
                  <a:pt x="1075641" y="155793"/>
                  <a:pt x="1073365" y="155109"/>
                  <a:pt x="1073365" y="136190"/>
                </a:cubicBezTo>
                <a:close/>
                <a:moveTo>
                  <a:pt x="1227775" y="98412"/>
                </a:moveTo>
                <a:cubicBezTo>
                  <a:pt x="1227775" y="120340"/>
                  <a:pt x="1221399" y="123078"/>
                  <a:pt x="1215477" y="123078"/>
                </a:cubicBezTo>
                <a:cubicBezTo>
                  <a:pt x="1201358" y="123078"/>
                  <a:pt x="1199533" y="106179"/>
                  <a:pt x="1199533" y="94530"/>
                </a:cubicBezTo>
                <a:cubicBezTo>
                  <a:pt x="1199533" y="77627"/>
                  <a:pt x="1203634" y="71462"/>
                  <a:pt x="1212516" y="71462"/>
                </a:cubicBezTo>
                <a:cubicBezTo>
                  <a:pt x="1223220" y="71462"/>
                  <a:pt x="1227775" y="80369"/>
                  <a:pt x="1227775" y="98412"/>
                </a:cubicBezTo>
                <a:moveTo>
                  <a:pt x="1201583" y="169784"/>
                </a:moveTo>
                <a:cubicBezTo>
                  <a:pt x="1219122" y="169784"/>
                  <a:pt x="1252828" y="170469"/>
                  <a:pt x="1252828" y="182531"/>
                </a:cubicBezTo>
                <a:cubicBezTo>
                  <a:pt x="1252828" y="190725"/>
                  <a:pt x="1249182" y="200056"/>
                  <a:pt x="1241669" y="204153"/>
                </a:cubicBezTo>
                <a:cubicBezTo>
                  <a:pt x="1234608" y="208250"/>
                  <a:pt x="1222994" y="208705"/>
                  <a:pt x="1214337" y="208705"/>
                </a:cubicBezTo>
                <a:cubicBezTo>
                  <a:pt x="1199307" y="208705"/>
                  <a:pt x="1189059" y="197554"/>
                  <a:pt x="1189059" y="185947"/>
                </a:cubicBezTo>
                <a:cubicBezTo>
                  <a:pt x="1189059" y="178208"/>
                  <a:pt x="1189059" y="172971"/>
                  <a:pt x="1191565" y="168418"/>
                </a:cubicBezTo>
                <a:cubicBezTo>
                  <a:pt x="1193841" y="169329"/>
                  <a:pt x="1196802" y="169784"/>
                  <a:pt x="1201583" y="169784"/>
                </a:cubicBezTo>
                <a:moveTo>
                  <a:pt x="1268087" y="74204"/>
                </a:moveTo>
                <a:cubicBezTo>
                  <a:pt x="1274464" y="74204"/>
                  <a:pt x="1278106" y="71462"/>
                  <a:pt x="1278106" y="63035"/>
                </a:cubicBezTo>
                <a:cubicBezTo>
                  <a:pt x="1278106" y="58709"/>
                  <a:pt x="1272188" y="52103"/>
                  <a:pt x="1263531" y="52103"/>
                </a:cubicBezTo>
                <a:cubicBezTo>
                  <a:pt x="1253512" y="52103"/>
                  <a:pt x="1240300" y="59619"/>
                  <a:pt x="1233697" y="65541"/>
                </a:cubicBezTo>
                <a:cubicBezTo>
                  <a:pt x="1229596" y="63265"/>
                  <a:pt x="1224815" y="62806"/>
                  <a:pt x="1214567" y="62806"/>
                </a:cubicBezTo>
                <a:cubicBezTo>
                  <a:pt x="1204774" y="62806"/>
                  <a:pt x="1195207" y="65086"/>
                  <a:pt x="1187693" y="70097"/>
                </a:cubicBezTo>
                <a:cubicBezTo>
                  <a:pt x="1178356" y="76029"/>
                  <a:pt x="1172205" y="84939"/>
                  <a:pt x="1172205" y="96588"/>
                </a:cubicBezTo>
                <a:cubicBezTo>
                  <a:pt x="1172205" y="107777"/>
                  <a:pt x="1178811" y="119881"/>
                  <a:pt x="1189740" y="125813"/>
                </a:cubicBezTo>
                <a:cubicBezTo>
                  <a:pt x="1182682" y="131964"/>
                  <a:pt x="1171750" y="144047"/>
                  <a:pt x="1171750" y="148607"/>
                </a:cubicBezTo>
                <a:cubicBezTo>
                  <a:pt x="1171750" y="152933"/>
                  <a:pt x="1172434" y="155665"/>
                  <a:pt x="1174710" y="159081"/>
                </a:cubicBezTo>
                <a:cubicBezTo>
                  <a:pt x="1176761" y="162271"/>
                  <a:pt x="1179492" y="164092"/>
                  <a:pt x="1184048" y="165458"/>
                </a:cubicBezTo>
                <a:cubicBezTo>
                  <a:pt x="1174255" y="171379"/>
                  <a:pt x="1164233" y="184352"/>
                  <a:pt x="1164233" y="188223"/>
                </a:cubicBezTo>
                <a:cubicBezTo>
                  <a:pt x="1164233" y="196643"/>
                  <a:pt x="1166968" y="206429"/>
                  <a:pt x="1173115" y="210756"/>
                </a:cubicBezTo>
                <a:cubicBezTo>
                  <a:pt x="1181998" y="216903"/>
                  <a:pt x="1197031" y="218269"/>
                  <a:pt x="1207960" y="218269"/>
                </a:cubicBezTo>
                <a:cubicBezTo>
                  <a:pt x="1239619" y="218269"/>
                  <a:pt x="1275829" y="201651"/>
                  <a:pt x="1275829" y="176613"/>
                </a:cubicBezTo>
                <a:cubicBezTo>
                  <a:pt x="1275829" y="171834"/>
                  <a:pt x="1273553" y="162041"/>
                  <a:pt x="1264441" y="155894"/>
                </a:cubicBezTo>
                <a:cubicBezTo>
                  <a:pt x="1255559" y="149972"/>
                  <a:pt x="1221399" y="148377"/>
                  <a:pt x="1204544" y="148377"/>
                </a:cubicBezTo>
                <a:cubicBezTo>
                  <a:pt x="1200447" y="148377"/>
                  <a:pt x="1194296" y="147922"/>
                  <a:pt x="1194296" y="138803"/>
                </a:cubicBezTo>
                <a:cubicBezTo>
                  <a:pt x="1194296" y="135154"/>
                  <a:pt x="1196576" y="131964"/>
                  <a:pt x="1197712" y="129229"/>
                </a:cubicBezTo>
                <a:cubicBezTo>
                  <a:pt x="1202494" y="131506"/>
                  <a:pt x="1207279" y="131735"/>
                  <a:pt x="1214337" y="131735"/>
                </a:cubicBezTo>
                <a:cubicBezTo>
                  <a:pt x="1225955" y="131735"/>
                  <a:pt x="1236658" y="128774"/>
                  <a:pt x="1244400" y="121939"/>
                </a:cubicBezTo>
                <a:cubicBezTo>
                  <a:pt x="1251007" y="116000"/>
                  <a:pt x="1255559" y="108007"/>
                  <a:pt x="1255559" y="97727"/>
                </a:cubicBezTo>
                <a:cubicBezTo>
                  <a:pt x="1255559" y="84939"/>
                  <a:pt x="1249182" y="76487"/>
                  <a:pt x="1241440" y="70097"/>
                </a:cubicBezTo>
                <a:cubicBezTo>
                  <a:pt x="1243261" y="67817"/>
                  <a:pt x="1250777" y="63720"/>
                  <a:pt x="1253054" y="63720"/>
                </a:cubicBezTo>
                <a:cubicBezTo>
                  <a:pt x="1255104" y="63720"/>
                  <a:pt x="1256699" y="65086"/>
                  <a:pt x="1257384" y="66451"/>
                </a:cubicBezTo>
                <a:cubicBezTo>
                  <a:pt x="1258294" y="69412"/>
                  <a:pt x="1262391" y="74204"/>
                  <a:pt x="1268087" y="74204"/>
                </a:cubicBezTo>
                <a:close/>
                <a:moveTo>
                  <a:pt x="1404508" y="152791"/>
                </a:moveTo>
                <a:cubicBezTo>
                  <a:pt x="1406099" y="162128"/>
                  <a:pt x="1412250" y="166226"/>
                  <a:pt x="1422269" y="166226"/>
                </a:cubicBezTo>
                <a:cubicBezTo>
                  <a:pt x="1434797" y="166226"/>
                  <a:pt x="1443679" y="161444"/>
                  <a:pt x="1452106" y="153472"/>
                </a:cubicBezTo>
                <a:cubicBezTo>
                  <a:pt x="1451651" y="150740"/>
                  <a:pt x="1450737" y="148919"/>
                  <a:pt x="1448006" y="147095"/>
                </a:cubicBezTo>
                <a:cubicBezTo>
                  <a:pt x="1445045" y="149375"/>
                  <a:pt x="1442769" y="150285"/>
                  <a:pt x="1438442" y="150285"/>
                </a:cubicBezTo>
                <a:cubicBezTo>
                  <a:pt x="1433431" y="150285"/>
                  <a:pt x="1432065" y="146184"/>
                  <a:pt x="1432065" y="135022"/>
                </a:cubicBezTo>
                <a:lnTo>
                  <a:pt x="1432521" y="102217"/>
                </a:lnTo>
                <a:cubicBezTo>
                  <a:pt x="1432521" y="69412"/>
                  <a:pt x="1412250" y="62806"/>
                  <a:pt x="1393575" y="62806"/>
                </a:cubicBezTo>
                <a:cubicBezTo>
                  <a:pt x="1376950" y="62806"/>
                  <a:pt x="1351442" y="72373"/>
                  <a:pt x="1351442" y="87410"/>
                </a:cubicBezTo>
                <a:cubicBezTo>
                  <a:pt x="1351442" y="93787"/>
                  <a:pt x="1354174" y="98798"/>
                  <a:pt x="1363056" y="98798"/>
                </a:cubicBezTo>
                <a:cubicBezTo>
                  <a:pt x="1371254" y="98798"/>
                  <a:pt x="1377176" y="93787"/>
                  <a:pt x="1377176" y="88320"/>
                </a:cubicBezTo>
                <a:cubicBezTo>
                  <a:pt x="1377176" y="85359"/>
                  <a:pt x="1375584" y="81485"/>
                  <a:pt x="1376265" y="77613"/>
                </a:cubicBezTo>
                <a:cubicBezTo>
                  <a:pt x="1376495" y="75108"/>
                  <a:pt x="1378316" y="72373"/>
                  <a:pt x="1385832" y="72373"/>
                </a:cubicBezTo>
                <a:cubicBezTo>
                  <a:pt x="1395396" y="72373"/>
                  <a:pt x="1403368" y="76474"/>
                  <a:pt x="1403368" y="105407"/>
                </a:cubicBezTo>
                <a:lnTo>
                  <a:pt x="1388108" y="110189"/>
                </a:lnTo>
                <a:cubicBezTo>
                  <a:pt x="1364196" y="117706"/>
                  <a:pt x="1347342" y="124316"/>
                  <a:pt x="1347342" y="142310"/>
                </a:cubicBezTo>
                <a:cubicBezTo>
                  <a:pt x="1347342" y="158028"/>
                  <a:pt x="1355995" y="166226"/>
                  <a:pt x="1375810" y="166226"/>
                </a:cubicBezTo>
                <a:cubicBezTo>
                  <a:pt x="1382416" y="166226"/>
                  <a:pt x="1395625" y="158938"/>
                  <a:pt x="1403138" y="153017"/>
                </a:cubicBezTo>
                <a:lnTo>
                  <a:pt x="1404508" y="152791"/>
                </a:lnTo>
                <a:moveTo>
                  <a:pt x="1403368" y="114290"/>
                </a:moveTo>
                <a:lnTo>
                  <a:pt x="1403368" y="144360"/>
                </a:lnTo>
                <a:cubicBezTo>
                  <a:pt x="1397675" y="148916"/>
                  <a:pt x="1391980" y="152561"/>
                  <a:pt x="1387883" y="152561"/>
                </a:cubicBezTo>
                <a:cubicBezTo>
                  <a:pt x="1378086" y="152561"/>
                  <a:pt x="1374670" y="145955"/>
                  <a:pt x="1374670" y="138894"/>
                </a:cubicBezTo>
                <a:cubicBezTo>
                  <a:pt x="1374670" y="130467"/>
                  <a:pt x="1375355" y="123402"/>
                  <a:pt x="1391524" y="118165"/>
                </a:cubicBezTo>
                <a:lnTo>
                  <a:pt x="1403368" y="114290"/>
                </a:lnTo>
                <a:close/>
                <a:moveTo>
                  <a:pt x="1463491" y="130692"/>
                </a:moveTo>
                <a:cubicBezTo>
                  <a:pt x="1464402" y="141854"/>
                  <a:pt x="1465542" y="152561"/>
                  <a:pt x="1467363" y="161218"/>
                </a:cubicBezTo>
                <a:cubicBezTo>
                  <a:pt x="1471693" y="162584"/>
                  <a:pt x="1486267" y="166226"/>
                  <a:pt x="1499021" y="166226"/>
                </a:cubicBezTo>
                <a:cubicBezTo>
                  <a:pt x="1516557" y="166226"/>
                  <a:pt x="1538422" y="156662"/>
                  <a:pt x="1538422" y="136843"/>
                </a:cubicBezTo>
                <a:cubicBezTo>
                  <a:pt x="1538422" y="129097"/>
                  <a:pt x="1536598" y="122946"/>
                  <a:pt x="1531361" y="117251"/>
                </a:cubicBezTo>
                <a:cubicBezTo>
                  <a:pt x="1524754" y="109960"/>
                  <a:pt x="1515417" y="104268"/>
                  <a:pt x="1504943" y="99712"/>
                </a:cubicBezTo>
                <a:cubicBezTo>
                  <a:pt x="1495831" y="95837"/>
                  <a:pt x="1492644" y="88546"/>
                  <a:pt x="1492644" y="81940"/>
                </a:cubicBezTo>
                <a:cubicBezTo>
                  <a:pt x="1492644" y="76703"/>
                  <a:pt x="1496971" y="72373"/>
                  <a:pt x="1503577" y="72373"/>
                </a:cubicBezTo>
                <a:cubicBezTo>
                  <a:pt x="1511545" y="72373"/>
                  <a:pt x="1519292" y="79664"/>
                  <a:pt x="1524984" y="93561"/>
                </a:cubicBezTo>
                <a:cubicBezTo>
                  <a:pt x="1529084" y="94242"/>
                  <a:pt x="1531590" y="94016"/>
                  <a:pt x="1533866" y="92421"/>
                </a:cubicBezTo>
                <a:cubicBezTo>
                  <a:pt x="1533866" y="84220"/>
                  <a:pt x="1532956" y="75563"/>
                  <a:pt x="1530905" y="68272"/>
                </a:cubicBezTo>
                <a:cubicBezTo>
                  <a:pt x="1523618" y="65086"/>
                  <a:pt x="1517922" y="62806"/>
                  <a:pt x="1505398" y="62806"/>
                </a:cubicBezTo>
                <a:cubicBezTo>
                  <a:pt x="1493325" y="62806"/>
                  <a:pt x="1481941" y="67362"/>
                  <a:pt x="1474654" y="74653"/>
                </a:cubicBezTo>
                <a:cubicBezTo>
                  <a:pt x="1469413" y="79890"/>
                  <a:pt x="1466908" y="86270"/>
                  <a:pt x="1466908" y="92421"/>
                </a:cubicBezTo>
                <a:cubicBezTo>
                  <a:pt x="1466908" y="99253"/>
                  <a:pt x="1469413" y="104723"/>
                  <a:pt x="1473969" y="109505"/>
                </a:cubicBezTo>
                <a:cubicBezTo>
                  <a:pt x="1481030" y="117251"/>
                  <a:pt x="1493325" y="125226"/>
                  <a:pt x="1500387" y="128413"/>
                </a:cubicBezTo>
                <a:cubicBezTo>
                  <a:pt x="1509499" y="132513"/>
                  <a:pt x="1512001" y="140715"/>
                  <a:pt x="1512001" y="146181"/>
                </a:cubicBezTo>
                <a:cubicBezTo>
                  <a:pt x="1512001" y="153472"/>
                  <a:pt x="1504713" y="157347"/>
                  <a:pt x="1498566" y="157347"/>
                </a:cubicBezTo>
                <a:cubicBezTo>
                  <a:pt x="1488318" y="157347"/>
                  <a:pt x="1477385" y="147095"/>
                  <a:pt x="1472603" y="130237"/>
                </a:cubicBezTo>
                <a:cubicBezTo>
                  <a:pt x="1468958" y="129553"/>
                  <a:pt x="1467137" y="129782"/>
                  <a:pt x="1463491" y="130692"/>
                </a:cubicBezTo>
                <a:close/>
                <a:moveTo>
                  <a:pt x="1604921" y="202360"/>
                </a:moveTo>
                <a:cubicBezTo>
                  <a:pt x="1608567" y="195983"/>
                  <a:pt x="1611983" y="187785"/>
                  <a:pt x="1614714" y="180953"/>
                </a:cubicBezTo>
                <a:cubicBezTo>
                  <a:pt x="1632934" y="137000"/>
                  <a:pt x="1644093" y="112406"/>
                  <a:pt x="1656165" y="86899"/>
                </a:cubicBezTo>
                <a:cubicBezTo>
                  <a:pt x="1659352" y="80296"/>
                  <a:pt x="1666184" y="73235"/>
                  <a:pt x="1674611" y="72554"/>
                </a:cubicBezTo>
                <a:cubicBezTo>
                  <a:pt x="1675981" y="71188"/>
                  <a:pt x="1675981" y="66177"/>
                  <a:pt x="1674611" y="64808"/>
                </a:cubicBezTo>
                <a:cubicBezTo>
                  <a:pt x="1668919" y="65037"/>
                  <a:pt x="1664818" y="65266"/>
                  <a:pt x="1658442" y="65266"/>
                </a:cubicBezTo>
                <a:cubicBezTo>
                  <a:pt x="1650470" y="65266"/>
                  <a:pt x="1642727" y="65037"/>
                  <a:pt x="1634300" y="64808"/>
                </a:cubicBezTo>
                <a:cubicBezTo>
                  <a:pt x="1632934" y="66177"/>
                  <a:pt x="1632934" y="71188"/>
                  <a:pt x="1634300" y="72554"/>
                </a:cubicBezTo>
                <a:cubicBezTo>
                  <a:pt x="1641591" y="73235"/>
                  <a:pt x="1648878" y="74375"/>
                  <a:pt x="1645233" y="82572"/>
                </a:cubicBezTo>
                <a:lnTo>
                  <a:pt x="1621776" y="135179"/>
                </a:lnTo>
                <a:cubicBezTo>
                  <a:pt x="1621776" y="135408"/>
                  <a:pt x="1621776" y="135408"/>
                  <a:pt x="1621546" y="135634"/>
                </a:cubicBezTo>
                <a:cubicBezTo>
                  <a:pt x="1621546" y="135408"/>
                  <a:pt x="1621546" y="135179"/>
                  <a:pt x="1621320" y="134724"/>
                </a:cubicBezTo>
                <a:lnTo>
                  <a:pt x="1600139" y="87128"/>
                </a:lnTo>
                <a:cubicBezTo>
                  <a:pt x="1596039" y="77791"/>
                  <a:pt x="1593763" y="73690"/>
                  <a:pt x="1607656" y="72554"/>
                </a:cubicBezTo>
                <a:cubicBezTo>
                  <a:pt x="1609022" y="71188"/>
                  <a:pt x="1609022" y="66177"/>
                  <a:pt x="1607656" y="64808"/>
                </a:cubicBezTo>
                <a:cubicBezTo>
                  <a:pt x="1599229" y="65037"/>
                  <a:pt x="1585565" y="65266"/>
                  <a:pt x="1577364" y="65266"/>
                </a:cubicBezTo>
                <a:cubicBezTo>
                  <a:pt x="1569621" y="65266"/>
                  <a:pt x="1556641" y="65037"/>
                  <a:pt x="1552085" y="64808"/>
                </a:cubicBezTo>
                <a:cubicBezTo>
                  <a:pt x="1550720" y="66177"/>
                  <a:pt x="1550720" y="71188"/>
                  <a:pt x="1552085" y="72554"/>
                </a:cubicBezTo>
                <a:cubicBezTo>
                  <a:pt x="1562104" y="73464"/>
                  <a:pt x="1563929" y="75059"/>
                  <a:pt x="1570076" y="89404"/>
                </a:cubicBezTo>
                <a:lnTo>
                  <a:pt x="1599455" y="156815"/>
                </a:lnTo>
                <a:cubicBezTo>
                  <a:pt x="1603326" y="162278"/>
                  <a:pt x="1607656" y="166378"/>
                  <a:pt x="1605832" y="170479"/>
                </a:cubicBezTo>
                <a:lnTo>
                  <a:pt x="1600369" y="183003"/>
                </a:lnTo>
                <a:cubicBezTo>
                  <a:pt x="1597408" y="190061"/>
                  <a:pt x="1594673" y="194162"/>
                  <a:pt x="1588296" y="194162"/>
                </a:cubicBezTo>
                <a:cubicBezTo>
                  <a:pt x="1584196" y="194162"/>
                  <a:pt x="1583514" y="193252"/>
                  <a:pt x="1580324" y="193252"/>
                </a:cubicBezTo>
                <a:cubicBezTo>
                  <a:pt x="1571671" y="193252"/>
                  <a:pt x="1566660" y="199173"/>
                  <a:pt x="1566660" y="203726"/>
                </a:cubicBezTo>
                <a:cubicBezTo>
                  <a:pt x="1566660" y="206686"/>
                  <a:pt x="1567345" y="210332"/>
                  <a:pt x="1569395" y="212837"/>
                </a:cubicBezTo>
                <a:cubicBezTo>
                  <a:pt x="1571442" y="215343"/>
                  <a:pt x="1575317" y="216935"/>
                  <a:pt x="1578277" y="216935"/>
                </a:cubicBezTo>
                <a:cubicBezTo>
                  <a:pt x="1581235" y="216935"/>
                  <a:pt x="1588070" y="216024"/>
                  <a:pt x="1591257" y="214658"/>
                </a:cubicBezTo>
                <a:cubicBezTo>
                  <a:pt x="1596039" y="212382"/>
                  <a:pt x="1602416" y="206916"/>
                  <a:pt x="1604921" y="202360"/>
                </a:cubicBezTo>
                <a:close/>
                <a:moveTo>
                  <a:pt x="1728817" y="136190"/>
                </a:moveTo>
                <a:lnTo>
                  <a:pt x="1728817" y="90829"/>
                </a:lnTo>
                <a:lnTo>
                  <a:pt x="1728817" y="90374"/>
                </a:lnTo>
                <a:cubicBezTo>
                  <a:pt x="1737925" y="84220"/>
                  <a:pt x="1747037" y="79660"/>
                  <a:pt x="1751134" y="79660"/>
                </a:cubicBezTo>
                <a:cubicBezTo>
                  <a:pt x="1760246" y="79660"/>
                  <a:pt x="1767078" y="83764"/>
                  <a:pt x="1767078" y="96758"/>
                </a:cubicBezTo>
                <a:lnTo>
                  <a:pt x="1767078" y="134821"/>
                </a:lnTo>
                <a:cubicBezTo>
                  <a:pt x="1767078" y="153969"/>
                  <a:pt x="1763433" y="156019"/>
                  <a:pt x="1754095" y="156704"/>
                </a:cubicBezTo>
                <a:cubicBezTo>
                  <a:pt x="1752729" y="158069"/>
                  <a:pt x="1752729" y="163081"/>
                  <a:pt x="1754095" y="164446"/>
                </a:cubicBezTo>
                <a:cubicBezTo>
                  <a:pt x="1763662" y="164220"/>
                  <a:pt x="1770949" y="163991"/>
                  <a:pt x="1781882" y="163991"/>
                </a:cubicBezTo>
                <a:cubicBezTo>
                  <a:pt x="1794406" y="163991"/>
                  <a:pt x="1804429" y="164220"/>
                  <a:pt x="1814222" y="164446"/>
                </a:cubicBezTo>
                <a:cubicBezTo>
                  <a:pt x="1815587" y="163081"/>
                  <a:pt x="1815587" y="158069"/>
                  <a:pt x="1814222" y="156704"/>
                </a:cubicBezTo>
                <a:cubicBezTo>
                  <a:pt x="1800328" y="156019"/>
                  <a:pt x="1796686" y="153969"/>
                  <a:pt x="1796686" y="134821"/>
                </a:cubicBezTo>
                <a:lnTo>
                  <a:pt x="1796686" y="99263"/>
                </a:lnTo>
                <a:cubicBezTo>
                  <a:pt x="1796686" y="74194"/>
                  <a:pt x="1785979" y="62806"/>
                  <a:pt x="1766394" y="62806"/>
                </a:cubicBezTo>
                <a:cubicBezTo>
                  <a:pt x="1757285" y="62806"/>
                  <a:pt x="1741115" y="72828"/>
                  <a:pt x="1728588" y="81485"/>
                </a:cubicBezTo>
                <a:cubicBezTo>
                  <a:pt x="1727907" y="73513"/>
                  <a:pt x="1726993" y="66681"/>
                  <a:pt x="1726993" y="66681"/>
                </a:cubicBezTo>
                <a:cubicBezTo>
                  <a:pt x="1726767" y="63946"/>
                  <a:pt x="1724946" y="62806"/>
                  <a:pt x="1721756" y="62806"/>
                </a:cubicBezTo>
                <a:cubicBezTo>
                  <a:pt x="1713328" y="65131"/>
                  <a:pt x="1699664" y="68321"/>
                  <a:pt x="1683950" y="70368"/>
                </a:cubicBezTo>
                <a:cubicBezTo>
                  <a:pt x="1683494" y="71737"/>
                  <a:pt x="1683950" y="76289"/>
                  <a:pt x="1684405" y="77659"/>
                </a:cubicBezTo>
                <a:cubicBezTo>
                  <a:pt x="1696933" y="78798"/>
                  <a:pt x="1699209" y="80619"/>
                  <a:pt x="1699209" y="93602"/>
                </a:cubicBezTo>
                <a:lnTo>
                  <a:pt x="1699209" y="136204"/>
                </a:lnTo>
                <a:cubicBezTo>
                  <a:pt x="1699209" y="155109"/>
                  <a:pt x="1696703" y="155567"/>
                  <a:pt x="1682810" y="156704"/>
                </a:cubicBezTo>
                <a:cubicBezTo>
                  <a:pt x="1681444" y="158069"/>
                  <a:pt x="1681444" y="163081"/>
                  <a:pt x="1682810" y="164446"/>
                </a:cubicBezTo>
                <a:cubicBezTo>
                  <a:pt x="1692377" y="164220"/>
                  <a:pt x="1701940" y="163991"/>
                  <a:pt x="1714013" y="163991"/>
                </a:cubicBezTo>
                <a:cubicBezTo>
                  <a:pt x="1724490" y="163991"/>
                  <a:pt x="1730867" y="164220"/>
                  <a:pt x="1740660" y="164446"/>
                </a:cubicBezTo>
                <a:cubicBezTo>
                  <a:pt x="1742026" y="163081"/>
                  <a:pt x="1742026" y="158069"/>
                  <a:pt x="1740660" y="156704"/>
                </a:cubicBezTo>
                <a:cubicBezTo>
                  <a:pt x="1731093" y="155793"/>
                  <a:pt x="1728817" y="155109"/>
                  <a:pt x="1728817" y="136190"/>
                </a:cubicBezTo>
                <a:close/>
                <a:moveTo>
                  <a:pt x="1913291" y="144134"/>
                </a:moveTo>
                <a:cubicBezTo>
                  <a:pt x="1913291" y="141399"/>
                  <a:pt x="1912836" y="137073"/>
                  <a:pt x="1910330" y="137073"/>
                </a:cubicBezTo>
                <a:cubicBezTo>
                  <a:pt x="1901218" y="145500"/>
                  <a:pt x="1893476" y="149830"/>
                  <a:pt x="1886873" y="149830"/>
                </a:cubicBezTo>
                <a:cubicBezTo>
                  <a:pt x="1869789" y="149830"/>
                  <a:pt x="1856355" y="137528"/>
                  <a:pt x="1856355" y="110189"/>
                </a:cubicBezTo>
                <a:cubicBezTo>
                  <a:pt x="1856355" y="84904"/>
                  <a:pt x="1862047" y="72373"/>
                  <a:pt x="1874119" y="72373"/>
                </a:cubicBezTo>
                <a:cubicBezTo>
                  <a:pt x="1882543" y="72373"/>
                  <a:pt x="1885959" y="81259"/>
                  <a:pt x="1886644" y="88546"/>
                </a:cubicBezTo>
                <a:cubicBezTo>
                  <a:pt x="1887328" y="94697"/>
                  <a:pt x="1893476" y="99256"/>
                  <a:pt x="1900763" y="99256"/>
                </a:cubicBezTo>
                <a:cubicBezTo>
                  <a:pt x="1908050" y="99256"/>
                  <a:pt x="1913291" y="93561"/>
                  <a:pt x="1913291" y="86496"/>
                </a:cubicBezTo>
                <a:cubicBezTo>
                  <a:pt x="1913291" y="76244"/>
                  <a:pt x="1900993" y="62806"/>
                  <a:pt x="1876166" y="62806"/>
                </a:cubicBezTo>
                <a:cubicBezTo>
                  <a:pt x="1849293" y="62806"/>
                  <a:pt x="1825607" y="84445"/>
                  <a:pt x="1825607" y="118165"/>
                </a:cubicBezTo>
                <a:cubicBezTo>
                  <a:pt x="1825607" y="132972"/>
                  <a:pt x="1830847" y="145955"/>
                  <a:pt x="1839730" y="154386"/>
                </a:cubicBezTo>
                <a:cubicBezTo>
                  <a:pt x="1848609" y="162809"/>
                  <a:pt x="1859086" y="166226"/>
                  <a:pt x="1875256" y="166226"/>
                </a:cubicBezTo>
                <a:cubicBezTo>
                  <a:pt x="1888920" y="166226"/>
                  <a:pt x="1904634" y="156662"/>
                  <a:pt x="1913291" y="144134"/>
                </a:cubicBezTo>
                <a:close/>
                <a:moveTo>
                  <a:pt x="2041285" y="134821"/>
                </a:moveTo>
                <a:lnTo>
                  <a:pt x="2041285" y="99263"/>
                </a:lnTo>
                <a:cubicBezTo>
                  <a:pt x="2041285" y="74194"/>
                  <a:pt x="2030578" y="62806"/>
                  <a:pt x="2010992" y="62806"/>
                </a:cubicBezTo>
                <a:cubicBezTo>
                  <a:pt x="2002565" y="62806"/>
                  <a:pt x="1986395" y="71233"/>
                  <a:pt x="1973416" y="79205"/>
                </a:cubicBezTo>
                <a:lnTo>
                  <a:pt x="1973416" y="31106"/>
                </a:lnTo>
                <a:cubicBezTo>
                  <a:pt x="1973416" y="16281"/>
                  <a:pt x="1974097" y="7899"/>
                  <a:pt x="1974097" y="7899"/>
                </a:cubicBezTo>
                <a:cubicBezTo>
                  <a:pt x="1974097" y="5880"/>
                  <a:pt x="1972505" y="4980"/>
                  <a:pt x="1970455" y="4980"/>
                </a:cubicBezTo>
                <a:cubicBezTo>
                  <a:pt x="1962028" y="7673"/>
                  <a:pt x="1943808" y="10144"/>
                  <a:pt x="1927638" y="10815"/>
                </a:cubicBezTo>
                <a:cubicBezTo>
                  <a:pt x="1926953" y="13550"/>
                  <a:pt x="1927183" y="16055"/>
                  <a:pt x="1928322" y="18102"/>
                </a:cubicBezTo>
                <a:cubicBezTo>
                  <a:pt x="1942668" y="19245"/>
                  <a:pt x="1943808" y="19471"/>
                  <a:pt x="1943808" y="35210"/>
                </a:cubicBezTo>
                <a:lnTo>
                  <a:pt x="1943808" y="135050"/>
                </a:lnTo>
                <a:cubicBezTo>
                  <a:pt x="1943808" y="153969"/>
                  <a:pt x="1940166" y="156019"/>
                  <a:pt x="1926272" y="156704"/>
                </a:cubicBezTo>
                <a:cubicBezTo>
                  <a:pt x="1924906" y="158069"/>
                  <a:pt x="1924906" y="163081"/>
                  <a:pt x="1926272" y="164446"/>
                </a:cubicBezTo>
                <a:cubicBezTo>
                  <a:pt x="1935836" y="164220"/>
                  <a:pt x="1946084" y="163991"/>
                  <a:pt x="1958612" y="163991"/>
                </a:cubicBezTo>
                <a:cubicBezTo>
                  <a:pt x="1969544" y="163991"/>
                  <a:pt x="1976602" y="164220"/>
                  <a:pt x="1986395" y="164446"/>
                </a:cubicBezTo>
                <a:cubicBezTo>
                  <a:pt x="1987764" y="163081"/>
                  <a:pt x="1987764" y="158069"/>
                  <a:pt x="1986395" y="156704"/>
                </a:cubicBezTo>
                <a:cubicBezTo>
                  <a:pt x="1976832" y="156019"/>
                  <a:pt x="1973416" y="153969"/>
                  <a:pt x="1973416" y="135050"/>
                </a:cubicBezTo>
                <a:lnTo>
                  <a:pt x="1973416" y="88324"/>
                </a:lnTo>
                <a:cubicBezTo>
                  <a:pt x="1982979" y="82395"/>
                  <a:pt x="1990496" y="79660"/>
                  <a:pt x="1994596" y="79660"/>
                </a:cubicBezTo>
                <a:cubicBezTo>
                  <a:pt x="2003705" y="79660"/>
                  <a:pt x="2011677" y="83764"/>
                  <a:pt x="2011677" y="96758"/>
                </a:cubicBezTo>
                <a:lnTo>
                  <a:pt x="2011677" y="134821"/>
                </a:lnTo>
                <a:cubicBezTo>
                  <a:pt x="2011677" y="153969"/>
                  <a:pt x="2008031" y="156019"/>
                  <a:pt x="1998694" y="156704"/>
                </a:cubicBezTo>
                <a:cubicBezTo>
                  <a:pt x="1997328" y="158069"/>
                  <a:pt x="1997328" y="163081"/>
                  <a:pt x="1998694" y="164446"/>
                </a:cubicBezTo>
                <a:cubicBezTo>
                  <a:pt x="2008261" y="164220"/>
                  <a:pt x="2015548" y="163991"/>
                  <a:pt x="2026481" y="163991"/>
                </a:cubicBezTo>
                <a:cubicBezTo>
                  <a:pt x="2039005" y="163991"/>
                  <a:pt x="2049027" y="164220"/>
                  <a:pt x="2058820" y="164446"/>
                </a:cubicBezTo>
                <a:cubicBezTo>
                  <a:pt x="2060186" y="163081"/>
                  <a:pt x="2060186" y="158069"/>
                  <a:pt x="2058820" y="156704"/>
                </a:cubicBezTo>
                <a:cubicBezTo>
                  <a:pt x="2044927" y="156019"/>
                  <a:pt x="2041285" y="153969"/>
                  <a:pt x="2041285" y="134821"/>
                </a:cubicBezTo>
                <a:close/>
                <a:moveTo>
                  <a:pt x="2113935" y="102909"/>
                </a:moveTo>
                <a:cubicBezTo>
                  <a:pt x="2113935" y="94701"/>
                  <a:pt x="2116441" y="91281"/>
                  <a:pt x="2119402" y="87862"/>
                </a:cubicBezTo>
                <a:cubicBezTo>
                  <a:pt x="2121222" y="85582"/>
                  <a:pt x="2123273" y="83987"/>
                  <a:pt x="2126689" y="83987"/>
                </a:cubicBezTo>
                <a:cubicBezTo>
                  <a:pt x="2128739" y="83987"/>
                  <a:pt x="2131241" y="86041"/>
                  <a:pt x="2133066" y="88320"/>
                </a:cubicBezTo>
                <a:cubicBezTo>
                  <a:pt x="2134661" y="90141"/>
                  <a:pt x="2138532" y="91966"/>
                  <a:pt x="2143769" y="91966"/>
                </a:cubicBezTo>
                <a:cubicBezTo>
                  <a:pt x="2150375" y="91966"/>
                  <a:pt x="2156752" y="85127"/>
                  <a:pt x="2156752" y="75563"/>
                </a:cubicBezTo>
                <a:cubicBezTo>
                  <a:pt x="2156752" y="69641"/>
                  <a:pt x="2149917" y="62806"/>
                  <a:pt x="2141719" y="62806"/>
                </a:cubicBezTo>
                <a:cubicBezTo>
                  <a:pt x="2133747" y="62806"/>
                  <a:pt x="2125094" y="69641"/>
                  <a:pt x="2114616" y="84671"/>
                </a:cubicBezTo>
                <a:lnTo>
                  <a:pt x="2113706" y="84671"/>
                </a:lnTo>
                <a:cubicBezTo>
                  <a:pt x="2113251" y="77839"/>
                  <a:pt x="2112111" y="66681"/>
                  <a:pt x="2112111" y="66681"/>
                </a:cubicBezTo>
                <a:cubicBezTo>
                  <a:pt x="2111885" y="64630"/>
                  <a:pt x="2110064" y="62806"/>
                  <a:pt x="2106874" y="62806"/>
                </a:cubicBezTo>
                <a:cubicBezTo>
                  <a:pt x="2096170" y="65586"/>
                  <a:pt x="2084101" y="68776"/>
                  <a:pt x="2069068" y="70368"/>
                </a:cubicBezTo>
                <a:cubicBezTo>
                  <a:pt x="2068613" y="71737"/>
                  <a:pt x="2069068" y="76063"/>
                  <a:pt x="2069523" y="77429"/>
                </a:cubicBezTo>
                <a:cubicBezTo>
                  <a:pt x="2082051" y="78569"/>
                  <a:pt x="2084327" y="80619"/>
                  <a:pt x="2084327" y="93602"/>
                </a:cubicBezTo>
                <a:lnTo>
                  <a:pt x="2084327" y="136204"/>
                </a:lnTo>
                <a:cubicBezTo>
                  <a:pt x="2084327" y="155109"/>
                  <a:pt x="2081822" y="155567"/>
                  <a:pt x="2067928" y="156704"/>
                </a:cubicBezTo>
                <a:cubicBezTo>
                  <a:pt x="2066562" y="158069"/>
                  <a:pt x="2066562" y="163081"/>
                  <a:pt x="2067928" y="164446"/>
                </a:cubicBezTo>
                <a:cubicBezTo>
                  <a:pt x="2077495" y="164220"/>
                  <a:pt x="2087059" y="163991"/>
                  <a:pt x="2099131" y="163991"/>
                </a:cubicBezTo>
                <a:cubicBezTo>
                  <a:pt x="2111200" y="163991"/>
                  <a:pt x="2120538" y="164220"/>
                  <a:pt x="2130331" y="164446"/>
                </a:cubicBezTo>
                <a:cubicBezTo>
                  <a:pt x="2131700" y="163081"/>
                  <a:pt x="2131700" y="158069"/>
                  <a:pt x="2130331" y="156704"/>
                </a:cubicBezTo>
                <a:cubicBezTo>
                  <a:pt x="2116441" y="155793"/>
                  <a:pt x="2113935" y="155109"/>
                  <a:pt x="2113935" y="136204"/>
                </a:cubicBezTo>
                <a:lnTo>
                  <a:pt x="2113935" y="102909"/>
                </a:lnTo>
                <a:close/>
                <a:moveTo>
                  <a:pt x="2216876" y="72373"/>
                </a:moveTo>
                <a:cubicBezTo>
                  <a:pt x="2232361" y="72373"/>
                  <a:pt x="2242838" y="90826"/>
                  <a:pt x="2242838" y="122036"/>
                </a:cubicBezTo>
                <a:cubicBezTo>
                  <a:pt x="2242838" y="149371"/>
                  <a:pt x="2232135" y="156662"/>
                  <a:pt x="2223937" y="156662"/>
                </a:cubicBezTo>
                <a:cubicBezTo>
                  <a:pt x="2205262" y="156662"/>
                  <a:pt x="2197971" y="128642"/>
                  <a:pt x="2197971" y="111784"/>
                </a:cubicBezTo>
                <a:cubicBezTo>
                  <a:pt x="2197971" y="90826"/>
                  <a:pt x="2201616" y="72373"/>
                  <a:pt x="2216876" y="72373"/>
                </a:cubicBezTo>
                <a:moveTo>
                  <a:pt x="2166087" y="116795"/>
                </a:moveTo>
                <a:cubicBezTo>
                  <a:pt x="2166087" y="146640"/>
                  <a:pt x="2189773" y="166226"/>
                  <a:pt x="2220292" y="166226"/>
                </a:cubicBezTo>
                <a:cubicBezTo>
                  <a:pt x="2236461" y="166226"/>
                  <a:pt x="2249900" y="161673"/>
                  <a:pt x="2259237" y="153246"/>
                </a:cubicBezTo>
                <a:cubicBezTo>
                  <a:pt x="2270851" y="142994"/>
                  <a:pt x="2274722" y="127502"/>
                  <a:pt x="2274722" y="114745"/>
                </a:cubicBezTo>
                <a:cubicBezTo>
                  <a:pt x="2274722" y="84904"/>
                  <a:pt x="2254452" y="62806"/>
                  <a:pt x="2220518" y="62806"/>
                </a:cubicBezTo>
                <a:cubicBezTo>
                  <a:pt x="2201616" y="62806"/>
                  <a:pt x="2187497" y="69412"/>
                  <a:pt x="2178614" y="79664"/>
                </a:cubicBezTo>
                <a:cubicBezTo>
                  <a:pt x="2169958" y="89686"/>
                  <a:pt x="2166087" y="103354"/>
                  <a:pt x="2166087" y="116795"/>
                </a:cubicBezTo>
                <a:close/>
                <a:moveTo>
                  <a:pt x="2335076" y="136190"/>
                </a:moveTo>
                <a:lnTo>
                  <a:pt x="2335076" y="90829"/>
                </a:lnTo>
                <a:lnTo>
                  <a:pt x="2335076" y="90374"/>
                </a:lnTo>
                <a:cubicBezTo>
                  <a:pt x="2344184" y="84220"/>
                  <a:pt x="2353296" y="79660"/>
                  <a:pt x="2357393" y="79660"/>
                </a:cubicBezTo>
                <a:cubicBezTo>
                  <a:pt x="2366505" y="79660"/>
                  <a:pt x="2373337" y="83764"/>
                  <a:pt x="2373337" y="96758"/>
                </a:cubicBezTo>
                <a:lnTo>
                  <a:pt x="2373337" y="134821"/>
                </a:lnTo>
                <a:cubicBezTo>
                  <a:pt x="2373337" y="153969"/>
                  <a:pt x="2369691" y="156019"/>
                  <a:pt x="2360354" y="156704"/>
                </a:cubicBezTo>
                <a:cubicBezTo>
                  <a:pt x="2358988" y="158069"/>
                  <a:pt x="2358988" y="163081"/>
                  <a:pt x="2360354" y="164446"/>
                </a:cubicBezTo>
                <a:cubicBezTo>
                  <a:pt x="2369921" y="164220"/>
                  <a:pt x="2377208" y="163991"/>
                  <a:pt x="2388141" y="163991"/>
                </a:cubicBezTo>
                <a:cubicBezTo>
                  <a:pt x="2400665" y="163991"/>
                  <a:pt x="2410687" y="164220"/>
                  <a:pt x="2420480" y="164446"/>
                </a:cubicBezTo>
                <a:cubicBezTo>
                  <a:pt x="2421846" y="163081"/>
                  <a:pt x="2421846" y="158069"/>
                  <a:pt x="2420480" y="156704"/>
                </a:cubicBezTo>
                <a:cubicBezTo>
                  <a:pt x="2406587" y="156019"/>
                  <a:pt x="2402945" y="153969"/>
                  <a:pt x="2402945" y="134821"/>
                </a:cubicBezTo>
                <a:lnTo>
                  <a:pt x="2402945" y="99263"/>
                </a:lnTo>
                <a:cubicBezTo>
                  <a:pt x="2402945" y="74194"/>
                  <a:pt x="2392238" y="62806"/>
                  <a:pt x="2372652" y="62806"/>
                </a:cubicBezTo>
                <a:cubicBezTo>
                  <a:pt x="2363544" y="62806"/>
                  <a:pt x="2347374" y="72828"/>
                  <a:pt x="2334846" y="81485"/>
                </a:cubicBezTo>
                <a:cubicBezTo>
                  <a:pt x="2334165" y="73513"/>
                  <a:pt x="2333251" y="66681"/>
                  <a:pt x="2333251" y="66681"/>
                </a:cubicBezTo>
                <a:cubicBezTo>
                  <a:pt x="2333025" y="63946"/>
                  <a:pt x="2331204" y="62806"/>
                  <a:pt x="2328014" y="62806"/>
                </a:cubicBezTo>
                <a:cubicBezTo>
                  <a:pt x="2319587" y="65131"/>
                  <a:pt x="2305923" y="68321"/>
                  <a:pt x="2290208" y="70368"/>
                </a:cubicBezTo>
                <a:cubicBezTo>
                  <a:pt x="2289753" y="71737"/>
                  <a:pt x="2290208" y="76289"/>
                  <a:pt x="2290664" y="77659"/>
                </a:cubicBezTo>
                <a:cubicBezTo>
                  <a:pt x="2303191" y="78798"/>
                  <a:pt x="2305468" y="80619"/>
                  <a:pt x="2305468" y="93602"/>
                </a:cubicBezTo>
                <a:lnTo>
                  <a:pt x="2305468" y="136204"/>
                </a:lnTo>
                <a:cubicBezTo>
                  <a:pt x="2305468" y="155109"/>
                  <a:pt x="2302962" y="155567"/>
                  <a:pt x="2289069" y="156704"/>
                </a:cubicBezTo>
                <a:cubicBezTo>
                  <a:pt x="2287703" y="158069"/>
                  <a:pt x="2287703" y="163081"/>
                  <a:pt x="2289069" y="164446"/>
                </a:cubicBezTo>
                <a:cubicBezTo>
                  <a:pt x="2298636" y="164220"/>
                  <a:pt x="2308199" y="163991"/>
                  <a:pt x="2320272" y="163991"/>
                </a:cubicBezTo>
                <a:cubicBezTo>
                  <a:pt x="2330749" y="163991"/>
                  <a:pt x="2337126" y="164220"/>
                  <a:pt x="2346919" y="164446"/>
                </a:cubicBezTo>
                <a:cubicBezTo>
                  <a:pt x="2348285" y="163081"/>
                  <a:pt x="2348285" y="158069"/>
                  <a:pt x="2346919" y="156704"/>
                </a:cubicBezTo>
                <a:cubicBezTo>
                  <a:pt x="2337352" y="155793"/>
                  <a:pt x="2335076" y="155109"/>
                  <a:pt x="2335076" y="136190"/>
                </a:cubicBezTo>
                <a:close/>
                <a:moveTo>
                  <a:pt x="2482654" y="72373"/>
                </a:moveTo>
                <a:cubicBezTo>
                  <a:pt x="2498139" y="72373"/>
                  <a:pt x="2508617" y="90826"/>
                  <a:pt x="2508617" y="122036"/>
                </a:cubicBezTo>
                <a:cubicBezTo>
                  <a:pt x="2508617" y="149371"/>
                  <a:pt x="2497913" y="156662"/>
                  <a:pt x="2489716" y="156662"/>
                </a:cubicBezTo>
                <a:cubicBezTo>
                  <a:pt x="2471040" y="156662"/>
                  <a:pt x="2463750" y="128642"/>
                  <a:pt x="2463750" y="111784"/>
                </a:cubicBezTo>
                <a:cubicBezTo>
                  <a:pt x="2463750" y="90826"/>
                  <a:pt x="2467395" y="72373"/>
                  <a:pt x="2482654" y="72373"/>
                </a:cubicBezTo>
                <a:moveTo>
                  <a:pt x="2431865" y="116795"/>
                </a:moveTo>
                <a:cubicBezTo>
                  <a:pt x="2431865" y="146640"/>
                  <a:pt x="2455552" y="166226"/>
                  <a:pt x="2486070" y="166226"/>
                </a:cubicBezTo>
                <a:cubicBezTo>
                  <a:pt x="2502240" y="166226"/>
                  <a:pt x="2515678" y="161673"/>
                  <a:pt x="2525016" y="153246"/>
                </a:cubicBezTo>
                <a:cubicBezTo>
                  <a:pt x="2536630" y="142994"/>
                  <a:pt x="2540501" y="127502"/>
                  <a:pt x="2540501" y="114745"/>
                </a:cubicBezTo>
                <a:cubicBezTo>
                  <a:pt x="2540501" y="84904"/>
                  <a:pt x="2520231" y="62806"/>
                  <a:pt x="2486296" y="62806"/>
                </a:cubicBezTo>
                <a:cubicBezTo>
                  <a:pt x="2467395" y="62806"/>
                  <a:pt x="2453276" y="69412"/>
                  <a:pt x="2444393" y="79664"/>
                </a:cubicBezTo>
                <a:cubicBezTo>
                  <a:pt x="2435737" y="89686"/>
                  <a:pt x="2431865" y="103354"/>
                  <a:pt x="2431865" y="116795"/>
                </a:cubicBezTo>
                <a:close/>
                <a:moveTo>
                  <a:pt x="2665078" y="133691"/>
                </a:moveTo>
                <a:lnTo>
                  <a:pt x="2665078" y="94370"/>
                </a:lnTo>
                <a:cubicBezTo>
                  <a:pt x="2665078" y="75282"/>
                  <a:pt x="2665533" y="78006"/>
                  <a:pt x="2665533" y="72554"/>
                </a:cubicBezTo>
                <a:cubicBezTo>
                  <a:pt x="2665533" y="68682"/>
                  <a:pt x="2664623" y="66177"/>
                  <a:pt x="2663257" y="64808"/>
                </a:cubicBezTo>
                <a:cubicBezTo>
                  <a:pt x="2659156" y="65037"/>
                  <a:pt x="2654601" y="65266"/>
                  <a:pt x="2650274" y="65266"/>
                </a:cubicBezTo>
                <a:cubicBezTo>
                  <a:pt x="2643897" y="65266"/>
                  <a:pt x="2629093" y="65037"/>
                  <a:pt x="2620211" y="64808"/>
                </a:cubicBezTo>
                <a:cubicBezTo>
                  <a:pt x="2618845" y="66177"/>
                  <a:pt x="2618845" y="71188"/>
                  <a:pt x="2620211" y="72554"/>
                </a:cubicBezTo>
                <a:cubicBezTo>
                  <a:pt x="2631828" y="73690"/>
                  <a:pt x="2635470" y="75282"/>
                  <a:pt x="2635470" y="94370"/>
                </a:cubicBezTo>
                <a:lnTo>
                  <a:pt x="2635470" y="136419"/>
                </a:lnTo>
                <a:cubicBezTo>
                  <a:pt x="2635470" y="138692"/>
                  <a:pt x="2635470" y="140965"/>
                  <a:pt x="2635699" y="143238"/>
                </a:cubicBezTo>
                <a:cubicBezTo>
                  <a:pt x="2626362" y="148919"/>
                  <a:pt x="2618845" y="149375"/>
                  <a:pt x="2614744" y="149375"/>
                </a:cubicBezTo>
                <a:cubicBezTo>
                  <a:pt x="2605636" y="149375"/>
                  <a:pt x="2598804" y="148238"/>
                  <a:pt x="2598804" y="132329"/>
                </a:cubicBezTo>
                <a:lnTo>
                  <a:pt x="2598804" y="94370"/>
                </a:lnTo>
                <a:cubicBezTo>
                  <a:pt x="2598804" y="75282"/>
                  <a:pt x="2599259" y="78006"/>
                  <a:pt x="2599259" y="72554"/>
                </a:cubicBezTo>
                <a:cubicBezTo>
                  <a:pt x="2599259" y="68682"/>
                  <a:pt x="2598349" y="66177"/>
                  <a:pt x="2596983" y="64808"/>
                </a:cubicBezTo>
                <a:cubicBezTo>
                  <a:pt x="2592882" y="65037"/>
                  <a:pt x="2588101" y="65266"/>
                  <a:pt x="2584000" y="65266"/>
                </a:cubicBezTo>
                <a:cubicBezTo>
                  <a:pt x="2572386" y="65266"/>
                  <a:pt x="2563730" y="65037"/>
                  <a:pt x="2553937" y="64808"/>
                </a:cubicBezTo>
                <a:cubicBezTo>
                  <a:pt x="2552571" y="66177"/>
                  <a:pt x="2552571" y="71188"/>
                  <a:pt x="2553937" y="72554"/>
                </a:cubicBezTo>
                <a:cubicBezTo>
                  <a:pt x="2564414" y="73009"/>
                  <a:pt x="2569196" y="75282"/>
                  <a:pt x="2569196" y="94370"/>
                </a:cubicBezTo>
                <a:lnTo>
                  <a:pt x="2569196" y="129827"/>
                </a:lnTo>
                <a:cubicBezTo>
                  <a:pt x="2569196" y="153931"/>
                  <a:pt x="2578763" y="166226"/>
                  <a:pt x="2598349" y="166226"/>
                </a:cubicBezTo>
                <a:cubicBezTo>
                  <a:pt x="2606547" y="166226"/>
                  <a:pt x="2623172" y="159623"/>
                  <a:pt x="2636380" y="152335"/>
                </a:cubicBezTo>
                <a:cubicBezTo>
                  <a:pt x="2636836" y="158028"/>
                  <a:pt x="2637294" y="162354"/>
                  <a:pt x="2637294" y="162354"/>
                </a:cubicBezTo>
                <a:cubicBezTo>
                  <a:pt x="2637520" y="165089"/>
                  <a:pt x="2639341" y="166226"/>
                  <a:pt x="2642531" y="166226"/>
                </a:cubicBezTo>
                <a:cubicBezTo>
                  <a:pt x="2650959" y="163904"/>
                  <a:pt x="2664623" y="160714"/>
                  <a:pt x="2680337" y="158664"/>
                </a:cubicBezTo>
                <a:cubicBezTo>
                  <a:pt x="2680793" y="157298"/>
                  <a:pt x="2680337" y="152746"/>
                  <a:pt x="2679882" y="151376"/>
                </a:cubicBezTo>
                <a:cubicBezTo>
                  <a:pt x="2667584" y="150285"/>
                  <a:pt x="2665078" y="146647"/>
                  <a:pt x="2665078" y="133691"/>
                </a:cubicBezTo>
                <a:close/>
                <a:moveTo>
                  <a:pt x="2696050" y="130692"/>
                </a:moveTo>
                <a:cubicBezTo>
                  <a:pt x="2696960" y="141854"/>
                  <a:pt x="2698100" y="152561"/>
                  <a:pt x="2699921" y="161218"/>
                </a:cubicBezTo>
                <a:cubicBezTo>
                  <a:pt x="2704251" y="162584"/>
                  <a:pt x="2718826" y="166226"/>
                  <a:pt x="2731580" y="166226"/>
                </a:cubicBezTo>
                <a:cubicBezTo>
                  <a:pt x="2749115" y="166226"/>
                  <a:pt x="2770980" y="156662"/>
                  <a:pt x="2770980" y="136843"/>
                </a:cubicBezTo>
                <a:cubicBezTo>
                  <a:pt x="2770980" y="129097"/>
                  <a:pt x="2769156" y="122946"/>
                  <a:pt x="2763919" y="117251"/>
                </a:cubicBezTo>
                <a:cubicBezTo>
                  <a:pt x="2757313" y="109960"/>
                  <a:pt x="2747975" y="104268"/>
                  <a:pt x="2737501" y="99712"/>
                </a:cubicBezTo>
                <a:cubicBezTo>
                  <a:pt x="2728389" y="95837"/>
                  <a:pt x="2725203" y="88546"/>
                  <a:pt x="2725203" y="81940"/>
                </a:cubicBezTo>
                <a:cubicBezTo>
                  <a:pt x="2725203" y="76703"/>
                  <a:pt x="2729529" y="72373"/>
                  <a:pt x="2736135" y="72373"/>
                </a:cubicBezTo>
                <a:cubicBezTo>
                  <a:pt x="2744104" y="72373"/>
                  <a:pt x="2751850" y="79664"/>
                  <a:pt x="2757542" y="93561"/>
                </a:cubicBezTo>
                <a:cubicBezTo>
                  <a:pt x="2761643" y="94242"/>
                  <a:pt x="2764148" y="94016"/>
                  <a:pt x="2766425" y="92421"/>
                </a:cubicBezTo>
                <a:cubicBezTo>
                  <a:pt x="2766425" y="84220"/>
                  <a:pt x="2765514" y="75563"/>
                  <a:pt x="2763464" y="68272"/>
                </a:cubicBezTo>
                <a:cubicBezTo>
                  <a:pt x="2756176" y="65086"/>
                  <a:pt x="2750481" y="62806"/>
                  <a:pt x="2737956" y="62806"/>
                </a:cubicBezTo>
                <a:cubicBezTo>
                  <a:pt x="2725884" y="62806"/>
                  <a:pt x="2714499" y="67362"/>
                  <a:pt x="2707212" y="74653"/>
                </a:cubicBezTo>
                <a:cubicBezTo>
                  <a:pt x="2701971" y="79890"/>
                  <a:pt x="2699466" y="86270"/>
                  <a:pt x="2699466" y="92421"/>
                </a:cubicBezTo>
                <a:cubicBezTo>
                  <a:pt x="2699466" y="99253"/>
                  <a:pt x="2701971" y="104723"/>
                  <a:pt x="2706527" y="109505"/>
                </a:cubicBezTo>
                <a:cubicBezTo>
                  <a:pt x="2713589" y="117251"/>
                  <a:pt x="2725884" y="125226"/>
                  <a:pt x="2732945" y="128413"/>
                </a:cubicBezTo>
                <a:cubicBezTo>
                  <a:pt x="2742057" y="132513"/>
                  <a:pt x="2744559" y="140715"/>
                  <a:pt x="2744559" y="146181"/>
                </a:cubicBezTo>
                <a:cubicBezTo>
                  <a:pt x="2744559" y="153472"/>
                  <a:pt x="2737272" y="157347"/>
                  <a:pt x="2731124" y="157347"/>
                </a:cubicBezTo>
                <a:cubicBezTo>
                  <a:pt x="2720876" y="157347"/>
                  <a:pt x="2709943" y="147095"/>
                  <a:pt x="2705162" y="130237"/>
                </a:cubicBezTo>
                <a:cubicBezTo>
                  <a:pt x="2701516" y="129553"/>
                  <a:pt x="2699695" y="129782"/>
                  <a:pt x="2696050" y="130692"/>
                </a:cubicBezTo>
                <a:close/>
                <a:moveTo>
                  <a:pt x="2891685" y="134869"/>
                </a:moveTo>
                <a:lnTo>
                  <a:pt x="2891685" y="76640"/>
                </a:lnTo>
                <a:lnTo>
                  <a:pt x="2911270" y="76640"/>
                </a:lnTo>
                <a:cubicBezTo>
                  <a:pt x="2915371" y="76640"/>
                  <a:pt x="2919242" y="75504"/>
                  <a:pt x="2919242" y="72769"/>
                </a:cubicBezTo>
                <a:lnTo>
                  <a:pt x="2919242" y="67532"/>
                </a:lnTo>
                <a:cubicBezTo>
                  <a:pt x="2919242" y="66166"/>
                  <a:pt x="2919013" y="65252"/>
                  <a:pt x="2914687" y="65252"/>
                </a:cubicBezTo>
                <a:lnTo>
                  <a:pt x="2891685" y="65252"/>
                </a:lnTo>
                <a:lnTo>
                  <a:pt x="2891685" y="53604"/>
                </a:lnTo>
                <a:cubicBezTo>
                  <a:pt x="2891685" y="19572"/>
                  <a:pt x="2901022" y="14547"/>
                  <a:pt x="2906033" y="14547"/>
                </a:cubicBezTo>
                <a:cubicBezTo>
                  <a:pt x="2909905" y="14547"/>
                  <a:pt x="2910815" y="17973"/>
                  <a:pt x="2912410" y="23454"/>
                </a:cubicBezTo>
                <a:cubicBezTo>
                  <a:pt x="2914457" y="30765"/>
                  <a:pt x="2920379" y="36475"/>
                  <a:pt x="2928580" y="36475"/>
                </a:cubicBezTo>
                <a:cubicBezTo>
                  <a:pt x="2936093" y="36475"/>
                  <a:pt x="2941560" y="31679"/>
                  <a:pt x="2941560" y="21855"/>
                </a:cubicBezTo>
                <a:cubicBezTo>
                  <a:pt x="2941560" y="15690"/>
                  <a:pt x="2934502" y="4980"/>
                  <a:pt x="2910360" y="4980"/>
                </a:cubicBezTo>
                <a:cubicBezTo>
                  <a:pt x="2899657" y="4980"/>
                  <a:pt x="2886903" y="8855"/>
                  <a:pt x="2878246" y="18203"/>
                </a:cubicBezTo>
                <a:cubicBezTo>
                  <a:pt x="2869819" y="27339"/>
                  <a:pt x="2862077" y="38758"/>
                  <a:pt x="2862077" y="60686"/>
                </a:cubicBezTo>
                <a:lnTo>
                  <a:pt x="2862077" y="65252"/>
                </a:lnTo>
                <a:lnTo>
                  <a:pt x="2861621" y="65252"/>
                </a:lnTo>
                <a:cubicBezTo>
                  <a:pt x="2853879" y="65252"/>
                  <a:pt x="2844541" y="66392"/>
                  <a:pt x="2844541" y="68213"/>
                </a:cubicBezTo>
                <a:lnTo>
                  <a:pt x="2844541" y="74364"/>
                </a:lnTo>
                <a:cubicBezTo>
                  <a:pt x="2844541" y="75959"/>
                  <a:pt x="2845452" y="76640"/>
                  <a:pt x="2850689" y="76640"/>
                </a:cubicBezTo>
                <a:lnTo>
                  <a:pt x="2862077" y="76640"/>
                </a:lnTo>
                <a:lnTo>
                  <a:pt x="2862077" y="135325"/>
                </a:lnTo>
                <a:cubicBezTo>
                  <a:pt x="2862077" y="153976"/>
                  <a:pt x="2858435" y="156023"/>
                  <a:pt x="2844541" y="156704"/>
                </a:cubicBezTo>
                <a:cubicBezTo>
                  <a:pt x="2843175" y="158069"/>
                  <a:pt x="2843175" y="163081"/>
                  <a:pt x="2844541" y="164446"/>
                </a:cubicBezTo>
                <a:cubicBezTo>
                  <a:pt x="2854105" y="164220"/>
                  <a:pt x="2864353" y="163991"/>
                  <a:pt x="2876881" y="163991"/>
                </a:cubicBezTo>
                <a:cubicBezTo>
                  <a:pt x="2889405" y="163991"/>
                  <a:pt x="2899427" y="164220"/>
                  <a:pt x="2909220" y="164446"/>
                </a:cubicBezTo>
                <a:cubicBezTo>
                  <a:pt x="2910586" y="163081"/>
                  <a:pt x="2910586" y="158069"/>
                  <a:pt x="2909220" y="156704"/>
                </a:cubicBezTo>
                <a:cubicBezTo>
                  <a:pt x="2895327" y="156023"/>
                  <a:pt x="2891685" y="153976"/>
                  <a:pt x="2891685" y="1348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unctioncalls.">
            <a:extLst xmlns:a="http://schemas.openxmlformats.org/drawingml/2006/main">
              <a:ext uri="{FF2B5EF4-FFF2-40B4-BE49-F238E27FC236}">
                <a16:creationId xmlns:a16="http://schemas.microsoft.com/office/drawing/2014/main" id="{4C4D95EF-9B25-476F-87BC-A40F46BB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694" y="1799194"/>
            <a:ext cx="1363056" cy="161246"/>
          </a:xfrm>
          <a:custGeom xmlns:a="http://schemas.openxmlformats.org/drawingml/2006/main">
            <a:pathLst>
              <a:path w="1363056" h="161246">
                <a:moveTo>
                  <a:pt x="112507" y="128712"/>
                </a:moveTo>
                <a:lnTo>
                  <a:pt x="112507" y="89391"/>
                </a:lnTo>
                <a:cubicBezTo>
                  <a:pt x="112507" y="70302"/>
                  <a:pt x="112962" y="73026"/>
                  <a:pt x="112962" y="67574"/>
                </a:cubicBezTo>
                <a:cubicBezTo>
                  <a:pt x="112962" y="63702"/>
                  <a:pt x="112052" y="61197"/>
                  <a:pt x="110686" y="59828"/>
                </a:cubicBezTo>
                <a:cubicBezTo>
                  <a:pt x="106585" y="60057"/>
                  <a:pt x="102030" y="60286"/>
                  <a:pt x="97703" y="60286"/>
                </a:cubicBezTo>
                <a:cubicBezTo>
                  <a:pt x="91326" y="60286"/>
                  <a:pt x="76522" y="60057"/>
                  <a:pt x="67640" y="59828"/>
                </a:cubicBezTo>
                <a:cubicBezTo>
                  <a:pt x="66274" y="61197"/>
                  <a:pt x="66274" y="66208"/>
                  <a:pt x="67640" y="67574"/>
                </a:cubicBezTo>
                <a:cubicBezTo>
                  <a:pt x="79257" y="68710"/>
                  <a:pt x="82899" y="70302"/>
                  <a:pt x="82899" y="89391"/>
                </a:cubicBezTo>
                <a:lnTo>
                  <a:pt x="82899" y="131440"/>
                </a:lnTo>
                <a:cubicBezTo>
                  <a:pt x="82899" y="133712"/>
                  <a:pt x="82899" y="135985"/>
                  <a:pt x="83128" y="138258"/>
                </a:cubicBezTo>
                <a:cubicBezTo>
                  <a:pt x="73791" y="143940"/>
                  <a:pt x="66274" y="144395"/>
                  <a:pt x="62173" y="144395"/>
                </a:cubicBezTo>
                <a:cubicBezTo>
                  <a:pt x="53065" y="144395"/>
                  <a:pt x="46233" y="143258"/>
                  <a:pt x="46233" y="127349"/>
                </a:cubicBezTo>
                <a:lnTo>
                  <a:pt x="46233" y="89391"/>
                </a:lnTo>
                <a:cubicBezTo>
                  <a:pt x="46233" y="70302"/>
                  <a:pt x="46688" y="73026"/>
                  <a:pt x="46688" y="67574"/>
                </a:cubicBezTo>
                <a:cubicBezTo>
                  <a:pt x="46688" y="63702"/>
                  <a:pt x="45778" y="61197"/>
                  <a:pt x="44412" y="59828"/>
                </a:cubicBezTo>
                <a:cubicBezTo>
                  <a:pt x="40311" y="60057"/>
                  <a:pt x="35530" y="60286"/>
                  <a:pt x="31429" y="60286"/>
                </a:cubicBezTo>
                <a:cubicBezTo>
                  <a:pt x="19815" y="60286"/>
                  <a:pt x="11159" y="60057"/>
                  <a:pt x="1366" y="59828"/>
                </a:cubicBezTo>
                <a:cubicBezTo>
                  <a:pt x="0" y="61197"/>
                  <a:pt x="0" y="66208"/>
                  <a:pt x="1366" y="67574"/>
                </a:cubicBezTo>
                <a:cubicBezTo>
                  <a:pt x="11843" y="68029"/>
                  <a:pt x="16625" y="70302"/>
                  <a:pt x="16625" y="89391"/>
                </a:cubicBezTo>
                <a:lnTo>
                  <a:pt x="16625" y="124847"/>
                </a:lnTo>
                <a:cubicBezTo>
                  <a:pt x="16625" y="148951"/>
                  <a:pt x="26192" y="161246"/>
                  <a:pt x="45778" y="161246"/>
                </a:cubicBezTo>
                <a:cubicBezTo>
                  <a:pt x="53976" y="161246"/>
                  <a:pt x="70601" y="154643"/>
                  <a:pt x="83810" y="147356"/>
                </a:cubicBezTo>
                <a:cubicBezTo>
                  <a:pt x="84265" y="153048"/>
                  <a:pt x="84723" y="157374"/>
                  <a:pt x="84723" y="157374"/>
                </a:cubicBezTo>
                <a:cubicBezTo>
                  <a:pt x="84949" y="160109"/>
                  <a:pt x="86770" y="161246"/>
                  <a:pt x="89960" y="161246"/>
                </a:cubicBezTo>
                <a:cubicBezTo>
                  <a:pt x="98388" y="158924"/>
                  <a:pt x="112052" y="155734"/>
                  <a:pt x="127766" y="153684"/>
                </a:cubicBezTo>
                <a:cubicBezTo>
                  <a:pt x="128222" y="152318"/>
                  <a:pt x="127766" y="147766"/>
                  <a:pt x="127311" y="146396"/>
                </a:cubicBezTo>
                <a:cubicBezTo>
                  <a:pt x="115013" y="145305"/>
                  <a:pt x="112507" y="141667"/>
                  <a:pt x="112507" y="128712"/>
                </a:cubicBezTo>
                <a:close/>
                <a:moveTo>
                  <a:pt x="184475" y="131210"/>
                </a:moveTo>
                <a:lnTo>
                  <a:pt x="184475" y="85849"/>
                </a:lnTo>
                <a:lnTo>
                  <a:pt x="184475" y="85394"/>
                </a:lnTo>
                <a:cubicBezTo>
                  <a:pt x="193583" y="79240"/>
                  <a:pt x="202695" y="74680"/>
                  <a:pt x="206792" y="74680"/>
                </a:cubicBezTo>
                <a:cubicBezTo>
                  <a:pt x="215904" y="74680"/>
                  <a:pt x="222736" y="78784"/>
                  <a:pt x="222736" y="91778"/>
                </a:cubicBezTo>
                <a:lnTo>
                  <a:pt x="222736" y="129841"/>
                </a:lnTo>
                <a:cubicBezTo>
                  <a:pt x="222736" y="148989"/>
                  <a:pt x="219091" y="151039"/>
                  <a:pt x="209753" y="151724"/>
                </a:cubicBezTo>
                <a:cubicBezTo>
                  <a:pt x="208387" y="153090"/>
                  <a:pt x="208387" y="158101"/>
                  <a:pt x="209753" y="159466"/>
                </a:cubicBezTo>
                <a:cubicBezTo>
                  <a:pt x="219320" y="159241"/>
                  <a:pt x="226607" y="159011"/>
                  <a:pt x="237540" y="159011"/>
                </a:cubicBezTo>
                <a:cubicBezTo>
                  <a:pt x="250064" y="159011"/>
                  <a:pt x="260087" y="159241"/>
                  <a:pt x="269880" y="159466"/>
                </a:cubicBezTo>
                <a:cubicBezTo>
                  <a:pt x="271245" y="158101"/>
                  <a:pt x="271245" y="153090"/>
                  <a:pt x="269880" y="151724"/>
                </a:cubicBezTo>
                <a:cubicBezTo>
                  <a:pt x="255986" y="151039"/>
                  <a:pt x="252344" y="148989"/>
                  <a:pt x="252344" y="129841"/>
                </a:cubicBezTo>
                <a:lnTo>
                  <a:pt x="252344" y="94284"/>
                </a:lnTo>
                <a:cubicBezTo>
                  <a:pt x="252344" y="69214"/>
                  <a:pt x="241637" y="57826"/>
                  <a:pt x="222051" y="57826"/>
                </a:cubicBezTo>
                <a:cubicBezTo>
                  <a:pt x="212943" y="57826"/>
                  <a:pt x="196773" y="67848"/>
                  <a:pt x="184246" y="76505"/>
                </a:cubicBezTo>
                <a:cubicBezTo>
                  <a:pt x="183564" y="68533"/>
                  <a:pt x="182651" y="61701"/>
                  <a:pt x="182651" y="61701"/>
                </a:cubicBezTo>
                <a:cubicBezTo>
                  <a:pt x="182425" y="58966"/>
                  <a:pt x="180604" y="57826"/>
                  <a:pt x="177413" y="57826"/>
                </a:cubicBezTo>
                <a:cubicBezTo>
                  <a:pt x="168986" y="60151"/>
                  <a:pt x="155322" y="63341"/>
                  <a:pt x="139608" y="65388"/>
                </a:cubicBezTo>
                <a:cubicBezTo>
                  <a:pt x="139152" y="66757"/>
                  <a:pt x="139608" y="71310"/>
                  <a:pt x="140063" y="72679"/>
                </a:cubicBezTo>
                <a:cubicBezTo>
                  <a:pt x="152591" y="73819"/>
                  <a:pt x="154867" y="75640"/>
                  <a:pt x="154867" y="88623"/>
                </a:cubicBezTo>
                <a:lnTo>
                  <a:pt x="154867" y="131224"/>
                </a:lnTo>
                <a:cubicBezTo>
                  <a:pt x="154867" y="150129"/>
                  <a:pt x="152361" y="150587"/>
                  <a:pt x="138468" y="151724"/>
                </a:cubicBezTo>
                <a:cubicBezTo>
                  <a:pt x="137102" y="153090"/>
                  <a:pt x="137102" y="158101"/>
                  <a:pt x="138468" y="159466"/>
                </a:cubicBezTo>
                <a:cubicBezTo>
                  <a:pt x="148035" y="159241"/>
                  <a:pt x="157598" y="159011"/>
                  <a:pt x="169671" y="159011"/>
                </a:cubicBezTo>
                <a:cubicBezTo>
                  <a:pt x="180148" y="159011"/>
                  <a:pt x="186525" y="159241"/>
                  <a:pt x="196318" y="159466"/>
                </a:cubicBezTo>
                <a:cubicBezTo>
                  <a:pt x="197684" y="158101"/>
                  <a:pt x="197684" y="153090"/>
                  <a:pt x="196318" y="151724"/>
                </a:cubicBezTo>
                <a:cubicBezTo>
                  <a:pt x="186751" y="150813"/>
                  <a:pt x="184475" y="150129"/>
                  <a:pt x="184475" y="131210"/>
                </a:cubicBezTo>
                <a:close/>
                <a:moveTo>
                  <a:pt x="368949" y="139154"/>
                </a:moveTo>
                <a:cubicBezTo>
                  <a:pt x="368949" y="136419"/>
                  <a:pt x="368494" y="132093"/>
                  <a:pt x="365988" y="132093"/>
                </a:cubicBezTo>
                <a:cubicBezTo>
                  <a:pt x="356876" y="140520"/>
                  <a:pt x="349134" y="144850"/>
                  <a:pt x="342531" y="144850"/>
                </a:cubicBezTo>
                <a:cubicBezTo>
                  <a:pt x="325447" y="144850"/>
                  <a:pt x="312012" y="132548"/>
                  <a:pt x="312012" y="105209"/>
                </a:cubicBezTo>
                <a:cubicBezTo>
                  <a:pt x="312012" y="79924"/>
                  <a:pt x="317705" y="67393"/>
                  <a:pt x="329777" y="67393"/>
                </a:cubicBezTo>
                <a:cubicBezTo>
                  <a:pt x="338201" y="67393"/>
                  <a:pt x="341617" y="76279"/>
                  <a:pt x="342302" y="83566"/>
                </a:cubicBezTo>
                <a:cubicBezTo>
                  <a:pt x="342986" y="89717"/>
                  <a:pt x="349134" y="94277"/>
                  <a:pt x="356421" y="94277"/>
                </a:cubicBezTo>
                <a:cubicBezTo>
                  <a:pt x="363708" y="94277"/>
                  <a:pt x="368949" y="88581"/>
                  <a:pt x="368949" y="81516"/>
                </a:cubicBezTo>
                <a:cubicBezTo>
                  <a:pt x="368949" y="71264"/>
                  <a:pt x="356650" y="57826"/>
                  <a:pt x="331824" y="57826"/>
                </a:cubicBezTo>
                <a:cubicBezTo>
                  <a:pt x="304951" y="57826"/>
                  <a:pt x="281265" y="79466"/>
                  <a:pt x="281265" y="113185"/>
                </a:cubicBezTo>
                <a:cubicBezTo>
                  <a:pt x="281265" y="127992"/>
                  <a:pt x="286505" y="140975"/>
                  <a:pt x="295388" y="149406"/>
                </a:cubicBezTo>
                <a:cubicBezTo>
                  <a:pt x="304266" y="157830"/>
                  <a:pt x="314744" y="161246"/>
                  <a:pt x="330914" y="161246"/>
                </a:cubicBezTo>
                <a:cubicBezTo>
                  <a:pt x="344578" y="161246"/>
                  <a:pt x="360292" y="151682"/>
                  <a:pt x="368949" y="139154"/>
                </a:cubicBezTo>
                <a:close/>
                <a:moveTo>
                  <a:pt x="391038" y="60273"/>
                </a:moveTo>
                <a:cubicBezTo>
                  <a:pt x="387852" y="60273"/>
                  <a:pt x="384436" y="61186"/>
                  <a:pt x="381475" y="63692"/>
                </a:cubicBezTo>
                <a:lnTo>
                  <a:pt x="381475" y="70295"/>
                </a:lnTo>
                <a:cubicBezTo>
                  <a:pt x="381475" y="71435"/>
                  <a:pt x="381701" y="71660"/>
                  <a:pt x="382611" y="71660"/>
                </a:cubicBezTo>
                <a:lnTo>
                  <a:pt x="397415" y="71660"/>
                </a:lnTo>
                <a:cubicBezTo>
                  <a:pt x="396960" y="94617"/>
                  <a:pt x="396734" y="123711"/>
                  <a:pt x="396734" y="135078"/>
                </a:cubicBezTo>
                <a:cubicBezTo>
                  <a:pt x="396734" y="143033"/>
                  <a:pt x="398784" y="150772"/>
                  <a:pt x="403566" y="154869"/>
                </a:cubicBezTo>
                <a:cubicBezTo>
                  <a:pt x="408803" y="159199"/>
                  <a:pt x="417001" y="161246"/>
                  <a:pt x="422467" y="161246"/>
                </a:cubicBezTo>
                <a:cubicBezTo>
                  <a:pt x="434995" y="161246"/>
                  <a:pt x="448885" y="154869"/>
                  <a:pt x="453441" y="148492"/>
                </a:cubicBezTo>
                <a:cubicBezTo>
                  <a:pt x="453441" y="145761"/>
                  <a:pt x="452075" y="144395"/>
                  <a:pt x="449344" y="142122"/>
                </a:cubicBezTo>
                <a:cubicBezTo>
                  <a:pt x="446383" y="144395"/>
                  <a:pt x="440687" y="145305"/>
                  <a:pt x="436361" y="145305"/>
                </a:cubicBezTo>
                <a:cubicBezTo>
                  <a:pt x="431350" y="145305"/>
                  <a:pt x="426339" y="141441"/>
                  <a:pt x="426339" y="130077"/>
                </a:cubicBezTo>
                <a:cubicBezTo>
                  <a:pt x="426339" y="118710"/>
                  <a:pt x="426113" y="94391"/>
                  <a:pt x="426113" y="71660"/>
                </a:cubicBezTo>
                <a:lnTo>
                  <a:pt x="449115" y="71660"/>
                </a:lnTo>
                <a:cubicBezTo>
                  <a:pt x="451391" y="71660"/>
                  <a:pt x="454581" y="70750"/>
                  <a:pt x="454581" y="68700"/>
                </a:cubicBezTo>
                <a:lnTo>
                  <a:pt x="454581" y="61642"/>
                </a:lnTo>
                <a:cubicBezTo>
                  <a:pt x="454581" y="60731"/>
                  <a:pt x="453896" y="60273"/>
                  <a:pt x="452760" y="60273"/>
                </a:cubicBezTo>
                <a:lnTo>
                  <a:pt x="426113" y="60273"/>
                </a:lnTo>
                <a:lnTo>
                  <a:pt x="426339" y="52530"/>
                </a:lnTo>
                <a:cubicBezTo>
                  <a:pt x="426794" y="37271"/>
                  <a:pt x="427478" y="26797"/>
                  <a:pt x="427478" y="26797"/>
                </a:cubicBezTo>
                <a:cubicBezTo>
                  <a:pt x="427478" y="25427"/>
                  <a:pt x="426794" y="24746"/>
                  <a:pt x="425658" y="24746"/>
                </a:cubicBezTo>
                <a:cubicBezTo>
                  <a:pt x="424062" y="24746"/>
                  <a:pt x="415635" y="27252"/>
                  <a:pt x="411993" y="28847"/>
                </a:cubicBezTo>
                <a:cubicBezTo>
                  <a:pt x="408119" y="30439"/>
                  <a:pt x="401516" y="31804"/>
                  <a:pt x="399921" y="33855"/>
                </a:cubicBezTo>
                <a:cubicBezTo>
                  <a:pt x="398326" y="35905"/>
                  <a:pt x="397415" y="42056"/>
                  <a:pt x="397415" y="60273"/>
                </a:cubicBezTo>
                <a:lnTo>
                  <a:pt x="391038" y="60273"/>
                </a:lnTo>
                <a:close/>
                <a:moveTo>
                  <a:pt x="511062" y="131231"/>
                </a:moveTo>
                <a:lnTo>
                  <a:pt x="511062" y="85912"/>
                </a:lnTo>
                <a:cubicBezTo>
                  <a:pt x="511062" y="74527"/>
                  <a:pt x="511972" y="61742"/>
                  <a:pt x="511972" y="61742"/>
                </a:cubicBezTo>
                <a:cubicBezTo>
                  <a:pt x="511972" y="59209"/>
                  <a:pt x="509922" y="57826"/>
                  <a:pt x="506735" y="57826"/>
                </a:cubicBezTo>
                <a:cubicBezTo>
                  <a:pt x="500358" y="60363"/>
                  <a:pt x="481909" y="62205"/>
                  <a:pt x="466195" y="64276"/>
                </a:cubicBezTo>
                <a:cubicBezTo>
                  <a:pt x="465739" y="65645"/>
                  <a:pt x="466195" y="70197"/>
                  <a:pt x="466650" y="71567"/>
                </a:cubicBezTo>
                <a:cubicBezTo>
                  <a:pt x="479178" y="72703"/>
                  <a:pt x="481454" y="74527"/>
                  <a:pt x="481454" y="87507"/>
                </a:cubicBezTo>
                <a:lnTo>
                  <a:pt x="481454" y="131231"/>
                </a:lnTo>
                <a:cubicBezTo>
                  <a:pt x="481454" y="150132"/>
                  <a:pt x="478948" y="150587"/>
                  <a:pt x="465058" y="151724"/>
                </a:cubicBezTo>
                <a:cubicBezTo>
                  <a:pt x="463689" y="153090"/>
                  <a:pt x="463689" y="158101"/>
                  <a:pt x="465058" y="159466"/>
                </a:cubicBezTo>
                <a:cubicBezTo>
                  <a:pt x="474622" y="159241"/>
                  <a:pt x="484189" y="159011"/>
                  <a:pt x="496258" y="159011"/>
                </a:cubicBezTo>
                <a:cubicBezTo>
                  <a:pt x="508327" y="159011"/>
                  <a:pt x="517665" y="159241"/>
                  <a:pt x="527457" y="159466"/>
                </a:cubicBezTo>
                <a:cubicBezTo>
                  <a:pt x="528827" y="158101"/>
                  <a:pt x="528827" y="153090"/>
                  <a:pt x="527457" y="151724"/>
                </a:cubicBezTo>
                <a:cubicBezTo>
                  <a:pt x="513567" y="150813"/>
                  <a:pt x="511062" y="150132"/>
                  <a:pt x="511062" y="131231"/>
                </a:cubicBezTo>
                <a:moveTo>
                  <a:pt x="480317" y="23242"/>
                </a:moveTo>
                <a:cubicBezTo>
                  <a:pt x="480317" y="30755"/>
                  <a:pt x="485780" y="38272"/>
                  <a:pt x="494892" y="38272"/>
                </a:cubicBezTo>
                <a:cubicBezTo>
                  <a:pt x="505140" y="38272"/>
                  <a:pt x="511062" y="30074"/>
                  <a:pt x="511062" y="24152"/>
                </a:cubicBezTo>
                <a:cubicBezTo>
                  <a:pt x="511062" y="17320"/>
                  <a:pt x="505825" y="9119"/>
                  <a:pt x="496258" y="9119"/>
                </a:cubicBezTo>
                <a:cubicBezTo>
                  <a:pt x="485554" y="9119"/>
                  <a:pt x="480317" y="16410"/>
                  <a:pt x="480317" y="23242"/>
                </a:cubicBezTo>
                <a:close/>
                <a:moveTo>
                  <a:pt x="590773" y="67393"/>
                </a:moveTo>
                <a:cubicBezTo>
                  <a:pt x="606258" y="67393"/>
                  <a:pt x="616735" y="85846"/>
                  <a:pt x="616735" y="117056"/>
                </a:cubicBezTo>
                <a:cubicBezTo>
                  <a:pt x="616735" y="144391"/>
                  <a:pt x="606032" y="151682"/>
                  <a:pt x="597834" y="151682"/>
                </a:cubicBezTo>
                <a:cubicBezTo>
                  <a:pt x="579159" y="151682"/>
                  <a:pt x="571868" y="123662"/>
                  <a:pt x="571868" y="106804"/>
                </a:cubicBezTo>
                <a:cubicBezTo>
                  <a:pt x="571868" y="85846"/>
                  <a:pt x="575513" y="67393"/>
                  <a:pt x="590773" y="67393"/>
                </a:cubicBezTo>
                <a:moveTo>
                  <a:pt x="539984" y="111816"/>
                </a:moveTo>
                <a:cubicBezTo>
                  <a:pt x="539984" y="141660"/>
                  <a:pt x="563670" y="161246"/>
                  <a:pt x="594189" y="161246"/>
                </a:cubicBezTo>
                <a:cubicBezTo>
                  <a:pt x="610359" y="161246"/>
                  <a:pt x="623797" y="156693"/>
                  <a:pt x="633134" y="148266"/>
                </a:cubicBezTo>
                <a:cubicBezTo>
                  <a:pt x="644748" y="138014"/>
                  <a:pt x="648620" y="122522"/>
                  <a:pt x="648620" y="109765"/>
                </a:cubicBezTo>
                <a:cubicBezTo>
                  <a:pt x="648620" y="79924"/>
                  <a:pt x="628349" y="57826"/>
                  <a:pt x="594415" y="57826"/>
                </a:cubicBezTo>
                <a:cubicBezTo>
                  <a:pt x="575513" y="57826"/>
                  <a:pt x="561394" y="64432"/>
                  <a:pt x="552512" y="74684"/>
                </a:cubicBezTo>
                <a:cubicBezTo>
                  <a:pt x="543855" y="84706"/>
                  <a:pt x="539984" y="98374"/>
                  <a:pt x="539984" y="111816"/>
                </a:cubicBezTo>
                <a:close/>
                <a:moveTo>
                  <a:pt x="708973" y="131210"/>
                </a:moveTo>
                <a:lnTo>
                  <a:pt x="708973" y="85849"/>
                </a:lnTo>
                <a:lnTo>
                  <a:pt x="708973" y="85394"/>
                </a:lnTo>
                <a:cubicBezTo>
                  <a:pt x="718081" y="79240"/>
                  <a:pt x="727193" y="74680"/>
                  <a:pt x="731290" y="74680"/>
                </a:cubicBezTo>
                <a:cubicBezTo>
                  <a:pt x="740402" y="74680"/>
                  <a:pt x="747234" y="78784"/>
                  <a:pt x="747234" y="91778"/>
                </a:cubicBezTo>
                <a:lnTo>
                  <a:pt x="747234" y="129841"/>
                </a:lnTo>
                <a:cubicBezTo>
                  <a:pt x="747234" y="148989"/>
                  <a:pt x="743588" y="151039"/>
                  <a:pt x="734251" y="151724"/>
                </a:cubicBezTo>
                <a:cubicBezTo>
                  <a:pt x="732885" y="153090"/>
                  <a:pt x="732885" y="158101"/>
                  <a:pt x="734251" y="159466"/>
                </a:cubicBezTo>
                <a:cubicBezTo>
                  <a:pt x="743818" y="159241"/>
                  <a:pt x="751105" y="159011"/>
                  <a:pt x="762038" y="159011"/>
                </a:cubicBezTo>
                <a:cubicBezTo>
                  <a:pt x="774562" y="159011"/>
                  <a:pt x="784584" y="159241"/>
                  <a:pt x="794377" y="159466"/>
                </a:cubicBezTo>
                <a:cubicBezTo>
                  <a:pt x="795743" y="158101"/>
                  <a:pt x="795743" y="153090"/>
                  <a:pt x="794377" y="151724"/>
                </a:cubicBezTo>
                <a:cubicBezTo>
                  <a:pt x="780484" y="151039"/>
                  <a:pt x="776842" y="148989"/>
                  <a:pt x="776842" y="129841"/>
                </a:cubicBezTo>
                <a:lnTo>
                  <a:pt x="776842" y="94284"/>
                </a:lnTo>
                <a:cubicBezTo>
                  <a:pt x="776842" y="69214"/>
                  <a:pt x="766135" y="57826"/>
                  <a:pt x="746549" y="57826"/>
                </a:cubicBezTo>
                <a:cubicBezTo>
                  <a:pt x="737441" y="57826"/>
                  <a:pt x="721271" y="67848"/>
                  <a:pt x="708743" y="76505"/>
                </a:cubicBezTo>
                <a:cubicBezTo>
                  <a:pt x="708062" y="68533"/>
                  <a:pt x="707148" y="61701"/>
                  <a:pt x="707148" y="61701"/>
                </a:cubicBezTo>
                <a:cubicBezTo>
                  <a:pt x="706922" y="58966"/>
                  <a:pt x="705101" y="57826"/>
                  <a:pt x="701911" y="57826"/>
                </a:cubicBezTo>
                <a:cubicBezTo>
                  <a:pt x="693484" y="60151"/>
                  <a:pt x="679820" y="63341"/>
                  <a:pt x="664105" y="65388"/>
                </a:cubicBezTo>
                <a:cubicBezTo>
                  <a:pt x="663650" y="66757"/>
                  <a:pt x="664105" y="71310"/>
                  <a:pt x="664561" y="72679"/>
                </a:cubicBezTo>
                <a:cubicBezTo>
                  <a:pt x="677089" y="73819"/>
                  <a:pt x="679365" y="75640"/>
                  <a:pt x="679365" y="88623"/>
                </a:cubicBezTo>
                <a:lnTo>
                  <a:pt x="679365" y="131224"/>
                </a:lnTo>
                <a:cubicBezTo>
                  <a:pt x="679365" y="150129"/>
                  <a:pt x="676859" y="150587"/>
                  <a:pt x="662966" y="151724"/>
                </a:cubicBezTo>
                <a:cubicBezTo>
                  <a:pt x="661600" y="153090"/>
                  <a:pt x="661600" y="158101"/>
                  <a:pt x="662966" y="159466"/>
                </a:cubicBezTo>
                <a:cubicBezTo>
                  <a:pt x="672533" y="159241"/>
                  <a:pt x="682096" y="159011"/>
                  <a:pt x="694169" y="159011"/>
                </a:cubicBezTo>
                <a:cubicBezTo>
                  <a:pt x="704646" y="159011"/>
                  <a:pt x="711023" y="159241"/>
                  <a:pt x="720816" y="159466"/>
                </a:cubicBezTo>
                <a:cubicBezTo>
                  <a:pt x="722182" y="158101"/>
                  <a:pt x="722182" y="153090"/>
                  <a:pt x="720816" y="151724"/>
                </a:cubicBezTo>
                <a:cubicBezTo>
                  <a:pt x="711249" y="150813"/>
                  <a:pt x="708973" y="150129"/>
                  <a:pt x="708973" y="131210"/>
                </a:cubicBezTo>
                <a:close/>
                <a:moveTo>
                  <a:pt x="950383" y="139154"/>
                </a:moveTo>
                <a:cubicBezTo>
                  <a:pt x="950383" y="136419"/>
                  <a:pt x="949928" y="132093"/>
                  <a:pt x="947422" y="132093"/>
                </a:cubicBezTo>
                <a:cubicBezTo>
                  <a:pt x="938310" y="140520"/>
                  <a:pt x="930568" y="144850"/>
                  <a:pt x="923965" y="144850"/>
                </a:cubicBezTo>
                <a:cubicBezTo>
                  <a:pt x="906881" y="144850"/>
                  <a:pt x="893447" y="132548"/>
                  <a:pt x="893447" y="105209"/>
                </a:cubicBezTo>
                <a:cubicBezTo>
                  <a:pt x="893447" y="79924"/>
                  <a:pt x="899139" y="67393"/>
                  <a:pt x="911211" y="67393"/>
                </a:cubicBezTo>
                <a:cubicBezTo>
                  <a:pt x="919635" y="67393"/>
                  <a:pt x="923051" y="76279"/>
                  <a:pt x="923736" y="83566"/>
                </a:cubicBezTo>
                <a:cubicBezTo>
                  <a:pt x="924420" y="89717"/>
                  <a:pt x="930568" y="94277"/>
                  <a:pt x="937855" y="94277"/>
                </a:cubicBezTo>
                <a:cubicBezTo>
                  <a:pt x="945143" y="94277"/>
                  <a:pt x="950383" y="88581"/>
                  <a:pt x="950383" y="81516"/>
                </a:cubicBezTo>
                <a:cubicBezTo>
                  <a:pt x="950383" y="71264"/>
                  <a:pt x="938085" y="57826"/>
                  <a:pt x="913258" y="57826"/>
                </a:cubicBezTo>
                <a:cubicBezTo>
                  <a:pt x="886385" y="57826"/>
                  <a:pt x="862699" y="79466"/>
                  <a:pt x="862699" y="113185"/>
                </a:cubicBezTo>
                <a:cubicBezTo>
                  <a:pt x="862699" y="127992"/>
                  <a:pt x="867939" y="140975"/>
                  <a:pt x="876822" y="149406"/>
                </a:cubicBezTo>
                <a:cubicBezTo>
                  <a:pt x="885701" y="157830"/>
                  <a:pt x="896178" y="161246"/>
                  <a:pt x="912348" y="161246"/>
                </a:cubicBezTo>
                <a:cubicBezTo>
                  <a:pt x="926012" y="161246"/>
                  <a:pt x="941726" y="151682"/>
                  <a:pt x="950383" y="139154"/>
                </a:cubicBezTo>
                <a:close/>
                <a:moveTo>
                  <a:pt x="1025312" y="147811"/>
                </a:moveTo>
                <a:cubicBezTo>
                  <a:pt x="1026903" y="157149"/>
                  <a:pt x="1033054" y="161246"/>
                  <a:pt x="1043073" y="161246"/>
                </a:cubicBezTo>
                <a:cubicBezTo>
                  <a:pt x="1055601" y="161246"/>
                  <a:pt x="1064483" y="156464"/>
                  <a:pt x="1072910" y="148492"/>
                </a:cubicBezTo>
                <a:cubicBezTo>
                  <a:pt x="1072455" y="145761"/>
                  <a:pt x="1071541" y="143940"/>
                  <a:pt x="1068810" y="142115"/>
                </a:cubicBezTo>
                <a:cubicBezTo>
                  <a:pt x="1065849" y="144395"/>
                  <a:pt x="1063573" y="145305"/>
                  <a:pt x="1059246" y="145305"/>
                </a:cubicBezTo>
                <a:cubicBezTo>
                  <a:pt x="1054235" y="145305"/>
                  <a:pt x="1052869" y="141205"/>
                  <a:pt x="1052869" y="130043"/>
                </a:cubicBezTo>
                <a:lnTo>
                  <a:pt x="1053325" y="97237"/>
                </a:lnTo>
                <a:cubicBezTo>
                  <a:pt x="1053325" y="64432"/>
                  <a:pt x="1033054" y="57826"/>
                  <a:pt x="1014379" y="57826"/>
                </a:cubicBezTo>
                <a:cubicBezTo>
                  <a:pt x="997754" y="57826"/>
                  <a:pt x="972247" y="67393"/>
                  <a:pt x="972247" y="82430"/>
                </a:cubicBezTo>
                <a:cubicBezTo>
                  <a:pt x="972247" y="88807"/>
                  <a:pt x="974978" y="93818"/>
                  <a:pt x="983860" y="93818"/>
                </a:cubicBezTo>
                <a:cubicBezTo>
                  <a:pt x="992058" y="93818"/>
                  <a:pt x="997980" y="88807"/>
                  <a:pt x="997980" y="83340"/>
                </a:cubicBezTo>
                <a:cubicBezTo>
                  <a:pt x="997980" y="80380"/>
                  <a:pt x="996388" y="76505"/>
                  <a:pt x="997069" y="72634"/>
                </a:cubicBezTo>
                <a:cubicBezTo>
                  <a:pt x="997299" y="70128"/>
                  <a:pt x="999120" y="67393"/>
                  <a:pt x="1006636" y="67393"/>
                </a:cubicBezTo>
                <a:cubicBezTo>
                  <a:pt x="1016200" y="67393"/>
                  <a:pt x="1024172" y="71494"/>
                  <a:pt x="1024172" y="100428"/>
                </a:cubicBezTo>
                <a:lnTo>
                  <a:pt x="1008913" y="105209"/>
                </a:lnTo>
                <a:cubicBezTo>
                  <a:pt x="985000" y="112726"/>
                  <a:pt x="968146" y="119336"/>
                  <a:pt x="968146" y="137330"/>
                </a:cubicBezTo>
                <a:cubicBezTo>
                  <a:pt x="968146" y="153048"/>
                  <a:pt x="976799" y="161246"/>
                  <a:pt x="996614" y="161246"/>
                </a:cubicBezTo>
                <a:cubicBezTo>
                  <a:pt x="1003220" y="161246"/>
                  <a:pt x="1016429" y="153958"/>
                  <a:pt x="1023942" y="148037"/>
                </a:cubicBezTo>
                <a:lnTo>
                  <a:pt x="1025312" y="147811"/>
                </a:lnTo>
                <a:moveTo>
                  <a:pt x="1024172" y="109310"/>
                </a:moveTo>
                <a:lnTo>
                  <a:pt x="1024172" y="139380"/>
                </a:lnTo>
                <a:cubicBezTo>
                  <a:pt x="1018480" y="143936"/>
                  <a:pt x="1012784" y="147581"/>
                  <a:pt x="1008687" y="147581"/>
                </a:cubicBezTo>
                <a:cubicBezTo>
                  <a:pt x="998890" y="147581"/>
                  <a:pt x="995474" y="140975"/>
                  <a:pt x="995474" y="133914"/>
                </a:cubicBezTo>
                <a:cubicBezTo>
                  <a:pt x="995474" y="125487"/>
                  <a:pt x="996159" y="118422"/>
                  <a:pt x="1012329" y="113185"/>
                </a:cubicBezTo>
                <a:lnTo>
                  <a:pt x="1024172" y="109310"/>
                </a:lnTo>
                <a:close/>
                <a:moveTo>
                  <a:pt x="1096139" y="130095"/>
                </a:moveTo>
                <a:cubicBezTo>
                  <a:pt x="1096139" y="148992"/>
                  <a:pt x="1092497" y="151043"/>
                  <a:pt x="1078603" y="151724"/>
                </a:cubicBezTo>
                <a:cubicBezTo>
                  <a:pt x="1077237" y="153090"/>
                  <a:pt x="1077237" y="158101"/>
                  <a:pt x="1078603" y="159466"/>
                </a:cubicBezTo>
                <a:cubicBezTo>
                  <a:pt x="1088167" y="159241"/>
                  <a:pt x="1098415" y="159011"/>
                  <a:pt x="1110943" y="159011"/>
                </a:cubicBezTo>
                <a:cubicBezTo>
                  <a:pt x="1123467" y="159011"/>
                  <a:pt x="1133489" y="159241"/>
                  <a:pt x="1143282" y="159466"/>
                </a:cubicBezTo>
                <a:cubicBezTo>
                  <a:pt x="1144648" y="158101"/>
                  <a:pt x="1144648" y="153090"/>
                  <a:pt x="1143282" y="151724"/>
                </a:cubicBezTo>
                <a:cubicBezTo>
                  <a:pt x="1129389" y="151043"/>
                  <a:pt x="1125747" y="148992"/>
                  <a:pt x="1125747" y="130095"/>
                </a:cubicBezTo>
                <a:lnTo>
                  <a:pt x="1125747" y="26272"/>
                </a:lnTo>
                <a:cubicBezTo>
                  <a:pt x="1125747" y="11471"/>
                  <a:pt x="1126428" y="3003"/>
                  <a:pt x="1126428" y="3003"/>
                </a:cubicBezTo>
                <a:cubicBezTo>
                  <a:pt x="1126428" y="924"/>
                  <a:pt x="1124836" y="0"/>
                  <a:pt x="1122786" y="0"/>
                </a:cubicBezTo>
                <a:cubicBezTo>
                  <a:pt x="1114359" y="2773"/>
                  <a:pt x="1096139" y="5313"/>
                  <a:pt x="1079969" y="6005"/>
                </a:cubicBezTo>
                <a:cubicBezTo>
                  <a:pt x="1079284" y="8740"/>
                  <a:pt x="1079514" y="11245"/>
                  <a:pt x="1080653" y="13296"/>
                </a:cubicBezTo>
                <a:cubicBezTo>
                  <a:pt x="1094999" y="14432"/>
                  <a:pt x="1096139" y="14662"/>
                  <a:pt x="1096139" y="30369"/>
                </a:cubicBezTo>
                <a:lnTo>
                  <a:pt x="1096139" y="130095"/>
                </a:lnTo>
                <a:close/>
                <a:moveTo>
                  <a:pt x="1170156" y="130095"/>
                </a:moveTo>
                <a:cubicBezTo>
                  <a:pt x="1170156" y="148992"/>
                  <a:pt x="1166514" y="151043"/>
                  <a:pt x="1152620" y="151724"/>
                </a:cubicBezTo>
                <a:cubicBezTo>
                  <a:pt x="1151255" y="153090"/>
                  <a:pt x="1151255" y="158101"/>
                  <a:pt x="1152620" y="159466"/>
                </a:cubicBezTo>
                <a:cubicBezTo>
                  <a:pt x="1162184" y="159241"/>
                  <a:pt x="1172432" y="159011"/>
                  <a:pt x="1184960" y="159011"/>
                </a:cubicBezTo>
                <a:cubicBezTo>
                  <a:pt x="1197484" y="159011"/>
                  <a:pt x="1207506" y="159241"/>
                  <a:pt x="1217299" y="159466"/>
                </a:cubicBezTo>
                <a:cubicBezTo>
                  <a:pt x="1218665" y="158101"/>
                  <a:pt x="1218665" y="153090"/>
                  <a:pt x="1217299" y="151724"/>
                </a:cubicBezTo>
                <a:cubicBezTo>
                  <a:pt x="1203406" y="151043"/>
                  <a:pt x="1199764" y="148992"/>
                  <a:pt x="1199764" y="130095"/>
                </a:cubicBezTo>
                <a:lnTo>
                  <a:pt x="1199764" y="26272"/>
                </a:lnTo>
                <a:cubicBezTo>
                  <a:pt x="1199764" y="11471"/>
                  <a:pt x="1200445" y="3003"/>
                  <a:pt x="1200445" y="3003"/>
                </a:cubicBezTo>
                <a:cubicBezTo>
                  <a:pt x="1200445" y="924"/>
                  <a:pt x="1198853" y="0"/>
                  <a:pt x="1196803" y="0"/>
                </a:cubicBezTo>
                <a:cubicBezTo>
                  <a:pt x="1188376" y="2773"/>
                  <a:pt x="1170156" y="5313"/>
                  <a:pt x="1153986" y="6005"/>
                </a:cubicBezTo>
                <a:cubicBezTo>
                  <a:pt x="1153301" y="8740"/>
                  <a:pt x="1153531" y="11245"/>
                  <a:pt x="1154671" y="13296"/>
                </a:cubicBezTo>
                <a:cubicBezTo>
                  <a:pt x="1169016" y="14432"/>
                  <a:pt x="1170156" y="14662"/>
                  <a:pt x="1170156" y="30369"/>
                </a:cubicBezTo>
                <a:lnTo>
                  <a:pt x="1170156" y="130095"/>
                </a:lnTo>
                <a:close/>
                <a:moveTo>
                  <a:pt x="1232330" y="125713"/>
                </a:moveTo>
                <a:cubicBezTo>
                  <a:pt x="1233240" y="136875"/>
                  <a:pt x="1234380" y="147581"/>
                  <a:pt x="1236201" y="156238"/>
                </a:cubicBezTo>
                <a:cubicBezTo>
                  <a:pt x="1240531" y="157604"/>
                  <a:pt x="1255106" y="161246"/>
                  <a:pt x="1267859" y="161246"/>
                </a:cubicBezTo>
                <a:cubicBezTo>
                  <a:pt x="1285395" y="161246"/>
                  <a:pt x="1307260" y="151682"/>
                  <a:pt x="1307260" y="131864"/>
                </a:cubicBezTo>
                <a:cubicBezTo>
                  <a:pt x="1307260" y="124117"/>
                  <a:pt x="1305436" y="117966"/>
                  <a:pt x="1300199" y="112271"/>
                </a:cubicBezTo>
                <a:cubicBezTo>
                  <a:pt x="1293593" y="104980"/>
                  <a:pt x="1284255" y="99288"/>
                  <a:pt x="1273781" y="94732"/>
                </a:cubicBezTo>
                <a:cubicBezTo>
                  <a:pt x="1264669" y="90857"/>
                  <a:pt x="1261482" y="83566"/>
                  <a:pt x="1261482" y="76960"/>
                </a:cubicBezTo>
                <a:cubicBezTo>
                  <a:pt x="1261482" y="71723"/>
                  <a:pt x="1265809" y="67393"/>
                  <a:pt x="1272415" y="67393"/>
                </a:cubicBezTo>
                <a:cubicBezTo>
                  <a:pt x="1280384" y="67393"/>
                  <a:pt x="1288130" y="74684"/>
                  <a:pt x="1293822" y="88581"/>
                </a:cubicBezTo>
                <a:cubicBezTo>
                  <a:pt x="1297923" y="89262"/>
                  <a:pt x="1300428" y="89036"/>
                  <a:pt x="1302704" y="87441"/>
                </a:cubicBezTo>
                <a:cubicBezTo>
                  <a:pt x="1302704" y="79240"/>
                  <a:pt x="1301794" y="70583"/>
                  <a:pt x="1299743" y="63292"/>
                </a:cubicBezTo>
                <a:cubicBezTo>
                  <a:pt x="1292456" y="60106"/>
                  <a:pt x="1286760" y="57826"/>
                  <a:pt x="1274236" y="57826"/>
                </a:cubicBezTo>
                <a:cubicBezTo>
                  <a:pt x="1262164" y="57826"/>
                  <a:pt x="1250779" y="62382"/>
                  <a:pt x="1243492" y="69673"/>
                </a:cubicBezTo>
                <a:cubicBezTo>
                  <a:pt x="1238251" y="74910"/>
                  <a:pt x="1235746" y="81290"/>
                  <a:pt x="1235746" y="87441"/>
                </a:cubicBezTo>
                <a:cubicBezTo>
                  <a:pt x="1235746" y="94273"/>
                  <a:pt x="1238251" y="99743"/>
                  <a:pt x="1242807" y="104525"/>
                </a:cubicBezTo>
                <a:cubicBezTo>
                  <a:pt x="1249869" y="112271"/>
                  <a:pt x="1262164" y="120246"/>
                  <a:pt x="1269225" y="123433"/>
                </a:cubicBezTo>
                <a:cubicBezTo>
                  <a:pt x="1278337" y="127534"/>
                  <a:pt x="1280839" y="135735"/>
                  <a:pt x="1280839" y="141201"/>
                </a:cubicBezTo>
                <a:cubicBezTo>
                  <a:pt x="1280839" y="148492"/>
                  <a:pt x="1273551" y="152367"/>
                  <a:pt x="1267404" y="152367"/>
                </a:cubicBezTo>
                <a:cubicBezTo>
                  <a:pt x="1257156" y="152367"/>
                  <a:pt x="1246223" y="142115"/>
                  <a:pt x="1241441" y="125257"/>
                </a:cubicBezTo>
                <a:cubicBezTo>
                  <a:pt x="1237796" y="124573"/>
                  <a:pt x="1235975" y="124802"/>
                  <a:pt x="1232330" y="125713"/>
                </a:cubicBezTo>
                <a:close/>
                <a:moveTo>
                  <a:pt x="1329806" y="145761"/>
                </a:moveTo>
                <a:cubicBezTo>
                  <a:pt x="1329806" y="154414"/>
                  <a:pt x="1337094" y="161246"/>
                  <a:pt x="1346202" y="161246"/>
                </a:cubicBezTo>
                <a:cubicBezTo>
                  <a:pt x="1355314" y="161246"/>
                  <a:pt x="1363056" y="153958"/>
                  <a:pt x="1363056" y="145305"/>
                </a:cubicBezTo>
                <a:cubicBezTo>
                  <a:pt x="1363056" y="136423"/>
                  <a:pt x="1355769" y="129591"/>
                  <a:pt x="1346657" y="129591"/>
                </a:cubicBezTo>
                <a:cubicBezTo>
                  <a:pt x="1337549" y="129591"/>
                  <a:pt x="1329806" y="136878"/>
                  <a:pt x="1329806" y="145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DB0D3-B498-4ADC-96E4-A7CB7BFD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3" y="2072074"/>
            <a:ext cx="6727763" cy="2508528"/>
          </a:xfrm>
          <a:custGeom xmlns:a="http://schemas.openxmlformats.org/drawingml/2006/main">
            <a:pathLst>
              <a:path w="6727763" h="2508528">
                <a:moveTo>
                  <a:pt x="6727763" y="0"/>
                </a:moveTo>
                <a:lnTo>
                  <a:pt x="6727763" y="2508528"/>
                </a:lnTo>
                <a:lnTo>
                  <a:pt x="0" y="2508528"/>
                </a:lnTo>
                <a:lnTo>
                  <a:pt x="0" y="0"/>
                </a:lnTo>
                <a:lnTo>
                  <a:pt x="6727763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8AD5F-28B7-4601-B4F6-4E56C595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95" y="3544044"/>
            <a:ext cx="3307673" cy="973096"/>
          </a:xfrm>
          <a:custGeom xmlns:a="http://schemas.openxmlformats.org/drawingml/2006/main">
            <a:pathLst>
              <a:path w="3307673" h="973096">
                <a:moveTo>
                  <a:pt x="0" y="0"/>
                </a:moveTo>
                <a:lnTo>
                  <a:pt x="3307673" y="0"/>
                </a:lnTo>
                <a:lnTo>
                  <a:pt x="3307673" y="973096"/>
                </a:lnTo>
                <a:lnTo>
                  <a:pt x="0" y="9730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.entryA.onText...Item(arg1)">
            <a:extLst xmlns:a="http://schemas.openxmlformats.org/drawingml/2006/main">
              <a:ext uri="{FF2B5EF4-FFF2-40B4-BE49-F238E27FC236}">
                <a16:creationId xmlns:a16="http://schemas.microsoft.com/office/drawing/2014/main" id="{7171766B-AF9D-4BF2-91B8-DD480003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02" y="3635858"/>
            <a:ext cx="2102460" cy="110482"/>
          </a:xfrm>
          <a:custGeom xmlns:a="http://schemas.openxmlformats.org/drawingml/2006/main">
            <a:pathLst>
              <a:path w="2102460" h="110482">
                <a:moveTo>
                  <a:pt x="19378" y="77010"/>
                </a:moveTo>
                <a:cubicBezTo>
                  <a:pt x="19378" y="79443"/>
                  <a:pt x="18518" y="81477"/>
                  <a:pt x="16799" y="83113"/>
                </a:cubicBezTo>
                <a:cubicBezTo>
                  <a:pt x="15079" y="84749"/>
                  <a:pt x="12709" y="85567"/>
                  <a:pt x="9689" y="85567"/>
                </a:cubicBezTo>
                <a:cubicBezTo>
                  <a:pt x="6669" y="85567"/>
                  <a:pt x="4299" y="84749"/>
                  <a:pt x="2580" y="83113"/>
                </a:cubicBezTo>
                <a:cubicBezTo>
                  <a:pt x="860" y="81477"/>
                  <a:pt x="0" y="79443"/>
                  <a:pt x="0" y="77010"/>
                </a:cubicBezTo>
                <a:cubicBezTo>
                  <a:pt x="0" y="74577"/>
                  <a:pt x="860" y="72543"/>
                  <a:pt x="2580" y="70907"/>
                </a:cubicBezTo>
                <a:cubicBezTo>
                  <a:pt x="4299" y="69271"/>
                  <a:pt x="6669" y="68453"/>
                  <a:pt x="9689" y="68453"/>
                </a:cubicBezTo>
                <a:cubicBezTo>
                  <a:pt x="12709" y="68453"/>
                  <a:pt x="15079" y="69271"/>
                  <a:pt x="16799" y="70907"/>
                </a:cubicBezTo>
                <a:cubicBezTo>
                  <a:pt x="18518" y="72543"/>
                  <a:pt x="19378" y="74577"/>
                  <a:pt x="19378" y="77010"/>
                </a:cubicBezTo>
                <a:close/>
                <a:moveTo>
                  <a:pt x="119214" y="61407"/>
                </a:moveTo>
                <a:lnTo>
                  <a:pt x="66302" y="61407"/>
                </a:lnTo>
                <a:cubicBezTo>
                  <a:pt x="67644" y="64762"/>
                  <a:pt x="70024" y="67468"/>
                  <a:pt x="73443" y="69523"/>
                </a:cubicBezTo>
                <a:cubicBezTo>
                  <a:pt x="76861" y="71578"/>
                  <a:pt x="81485" y="72606"/>
                  <a:pt x="87316" y="72606"/>
                </a:cubicBezTo>
                <a:cubicBezTo>
                  <a:pt x="92097" y="72606"/>
                  <a:pt x="98452" y="71593"/>
                  <a:pt x="106379" y="69568"/>
                </a:cubicBezTo>
                <a:cubicBezTo>
                  <a:pt x="109651" y="68741"/>
                  <a:pt x="111916" y="68327"/>
                  <a:pt x="113174" y="68327"/>
                </a:cubicBezTo>
                <a:cubicBezTo>
                  <a:pt x="114894" y="68327"/>
                  <a:pt x="116341" y="68936"/>
                  <a:pt x="117516" y="70152"/>
                </a:cubicBezTo>
                <a:cubicBezTo>
                  <a:pt x="118690" y="71368"/>
                  <a:pt x="119277" y="72899"/>
                  <a:pt x="119277" y="74745"/>
                </a:cubicBezTo>
                <a:cubicBezTo>
                  <a:pt x="119277" y="76423"/>
                  <a:pt x="118648" y="77849"/>
                  <a:pt x="117390" y="79023"/>
                </a:cubicBezTo>
                <a:cubicBezTo>
                  <a:pt x="115712" y="80575"/>
                  <a:pt x="111623" y="82054"/>
                  <a:pt x="105121" y="83459"/>
                </a:cubicBezTo>
                <a:cubicBezTo>
                  <a:pt x="98620" y="84864"/>
                  <a:pt x="92370" y="85567"/>
                  <a:pt x="86372" y="85567"/>
                </a:cubicBezTo>
                <a:cubicBezTo>
                  <a:pt x="76054" y="85567"/>
                  <a:pt x="67801" y="82651"/>
                  <a:pt x="61614" y="76821"/>
                </a:cubicBezTo>
                <a:cubicBezTo>
                  <a:pt x="55427" y="70991"/>
                  <a:pt x="52334" y="63818"/>
                  <a:pt x="52334" y="55304"/>
                </a:cubicBezTo>
                <a:cubicBezTo>
                  <a:pt x="52334" y="46244"/>
                  <a:pt x="55679" y="38872"/>
                  <a:pt x="62369" y="33189"/>
                </a:cubicBezTo>
                <a:cubicBezTo>
                  <a:pt x="69059" y="27505"/>
                  <a:pt x="76767" y="24663"/>
                  <a:pt x="85491" y="24663"/>
                </a:cubicBezTo>
                <a:cubicBezTo>
                  <a:pt x="90734" y="24663"/>
                  <a:pt x="95547" y="25585"/>
                  <a:pt x="99931" y="27428"/>
                </a:cubicBezTo>
                <a:cubicBezTo>
                  <a:pt x="104314" y="29269"/>
                  <a:pt x="107575" y="31258"/>
                  <a:pt x="109714" y="33393"/>
                </a:cubicBezTo>
                <a:cubicBezTo>
                  <a:pt x="112734" y="36492"/>
                  <a:pt x="115230" y="40323"/>
                  <a:pt x="117201" y="44887"/>
                </a:cubicBezTo>
                <a:cubicBezTo>
                  <a:pt x="118543" y="48070"/>
                  <a:pt x="119214" y="51755"/>
                  <a:pt x="119214" y="55943"/>
                </a:cubicBezTo>
                <a:lnTo>
                  <a:pt x="119214" y="61407"/>
                </a:lnTo>
                <a:moveTo>
                  <a:pt x="104932" y="48446"/>
                </a:moveTo>
                <a:cubicBezTo>
                  <a:pt x="102961" y="44818"/>
                  <a:pt x="100381" y="42107"/>
                  <a:pt x="97194" y="40314"/>
                </a:cubicBezTo>
                <a:cubicBezTo>
                  <a:pt x="94006" y="38521"/>
                  <a:pt x="90210" y="37624"/>
                  <a:pt x="85806" y="37624"/>
                </a:cubicBezTo>
                <a:cubicBezTo>
                  <a:pt x="81444" y="37624"/>
                  <a:pt x="77669" y="38521"/>
                  <a:pt x="74481" y="40314"/>
                </a:cubicBezTo>
                <a:cubicBezTo>
                  <a:pt x="71293" y="42107"/>
                  <a:pt x="68692" y="44818"/>
                  <a:pt x="66679" y="48446"/>
                </a:cubicBezTo>
                <a:lnTo>
                  <a:pt x="104932" y="48446"/>
                </a:lnTo>
                <a:close/>
                <a:moveTo>
                  <a:pt x="151101" y="26425"/>
                </a:moveTo>
                <a:lnTo>
                  <a:pt x="151101" y="30703"/>
                </a:lnTo>
                <a:cubicBezTo>
                  <a:pt x="153449" y="28690"/>
                  <a:pt x="156040" y="27180"/>
                  <a:pt x="158871" y="26173"/>
                </a:cubicBezTo>
                <a:cubicBezTo>
                  <a:pt x="161702" y="25167"/>
                  <a:pt x="164774" y="24663"/>
                  <a:pt x="168088" y="24663"/>
                </a:cubicBezTo>
                <a:cubicBezTo>
                  <a:pt x="175722" y="24663"/>
                  <a:pt x="181762" y="27033"/>
                  <a:pt x="186208" y="31773"/>
                </a:cubicBezTo>
                <a:cubicBezTo>
                  <a:pt x="189731" y="35548"/>
                  <a:pt x="191493" y="40497"/>
                  <a:pt x="191493" y="46621"/>
                </a:cubicBezTo>
                <a:lnTo>
                  <a:pt x="191493" y="70592"/>
                </a:lnTo>
                <a:cubicBezTo>
                  <a:pt x="194219" y="70592"/>
                  <a:pt x="196233" y="71190"/>
                  <a:pt x="197533" y="72386"/>
                </a:cubicBezTo>
                <a:cubicBezTo>
                  <a:pt x="198833" y="73581"/>
                  <a:pt x="199483" y="75143"/>
                  <a:pt x="199483" y="77073"/>
                </a:cubicBezTo>
                <a:cubicBezTo>
                  <a:pt x="199483" y="79002"/>
                  <a:pt x="198823" y="80565"/>
                  <a:pt x="197502" y="81760"/>
                </a:cubicBezTo>
                <a:cubicBezTo>
                  <a:pt x="196180" y="82956"/>
                  <a:pt x="193968" y="83553"/>
                  <a:pt x="190864" y="83553"/>
                </a:cubicBezTo>
                <a:lnTo>
                  <a:pt x="179224" y="83553"/>
                </a:lnTo>
                <a:cubicBezTo>
                  <a:pt x="176120" y="83553"/>
                  <a:pt x="173908" y="82945"/>
                  <a:pt x="172587" y="81729"/>
                </a:cubicBezTo>
                <a:cubicBezTo>
                  <a:pt x="171265" y="80512"/>
                  <a:pt x="170605" y="78939"/>
                  <a:pt x="170605" y="77010"/>
                </a:cubicBezTo>
                <a:cubicBezTo>
                  <a:pt x="170605" y="75081"/>
                  <a:pt x="171255" y="73529"/>
                  <a:pt x="172555" y="72354"/>
                </a:cubicBezTo>
                <a:cubicBezTo>
                  <a:pt x="173855" y="71180"/>
                  <a:pt x="175869" y="70592"/>
                  <a:pt x="178595" y="70592"/>
                </a:cubicBezTo>
                <a:lnTo>
                  <a:pt x="178595" y="46291"/>
                </a:lnTo>
                <a:cubicBezTo>
                  <a:pt x="178595" y="43486"/>
                  <a:pt x="177840" y="41435"/>
                  <a:pt x="176330" y="40137"/>
                </a:cubicBezTo>
                <a:cubicBezTo>
                  <a:pt x="174359" y="38462"/>
                  <a:pt x="171402" y="37624"/>
                  <a:pt x="167459" y="37624"/>
                </a:cubicBezTo>
                <a:cubicBezTo>
                  <a:pt x="164481" y="37624"/>
                  <a:pt x="161870" y="38201"/>
                  <a:pt x="159626" y="39354"/>
                </a:cubicBezTo>
                <a:cubicBezTo>
                  <a:pt x="157382" y="40508"/>
                  <a:pt x="154540" y="42951"/>
                  <a:pt x="151101" y="46684"/>
                </a:cubicBezTo>
                <a:lnTo>
                  <a:pt x="151101" y="70592"/>
                </a:lnTo>
                <a:cubicBezTo>
                  <a:pt x="154414" y="70592"/>
                  <a:pt x="156553" y="70991"/>
                  <a:pt x="157518" y="71788"/>
                </a:cubicBezTo>
                <a:cubicBezTo>
                  <a:pt x="159573" y="73382"/>
                  <a:pt x="160601" y="75143"/>
                  <a:pt x="160601" y="77073"/>
                </a:cubicBezTo>
                <a:cubicBezTo>
                  <a:pt x="160601" y="79002"/>
                  <a:pt x="159940" y="80565"/>
                  <a:pt x="158619" y="81760"/>
                </a:cubicBezTo>
                <a:cubicBezTo>
                  <a:pt x="157298" y="82956"/>
                  <a:pt x="155085" y="83553"/>
                  <a:pt x="151981" y="83553"/>
                </a:cubicBezTo>
                <a:lnTo>
                  <a:pt x="137322" y="83553"/>
                </a:lnTo>
                <a:cubicBezTo>
                  <a:pt x="134218" y="83553"/>
                  <a:pt x="132005" y="82945"/>
                  <a:pt x="130684" y="81729"/>
                </a:cubicBezTo>
                <a:cubicBezTo>
                  <a:pt x="129363" y="80512"/>
                  <a:pt x="128702" y="78939"/>
                  <a:pt x="128702" y="77010"/>
                </a:cubicBezTo>
                <a:cubicBezTo>
                  <a:pt x="128702" y="75081"/>
                  <a:pt x="129709" y="73324"/>
                  <a:pt x="131722" y="71741"/>
                </a:cubicBezTo>
                <a:cubicBezTo>
                  <a:pt x="132729" y="70975"/>
                  <a:pt x="134889" y="70592"/>
                  <a:pt x="138203" y="70592"/>
                </a:cubicBezTo>
                <a:lnTo>
                  <a:pt x="138203" y="39386"/>
                </a:lnTo>
                <a:cubicBezTo>
                  <a:pt x="135476" y="39386"/>
                  <a:pt x="133463" y="38778"/>
                  <a:pt x="132163" y="37561"/>
                </a:cubicBezTo>
                <a:cubicBezTo>
                  <a:pt x="130862" y="36345"/>
                  <a:pt x="130212" y="34772"/>
                  <a:pt x="130212" y="32842"/>
                </a:cubicBezTo>
                <a:cubicBezTo>
                  <a:pt x="130212" y="30913"/>
                  <a:pt x="130873" y="29361"/>
                  <a:pt x="132194" y="28187"/>
                </a:cubicBezTo>
                <a:cubicBezTo>
                  <a:pt x="133515" y="27012"/>
                  <a:pt x="135728" y="26425"/>
                  <a:pt x="138832" y="26425"/>
                </a:cubicBezTo>
                <a:lnTo>
                  <a:pt x="151101" y="26425"/>
                </a:lnTo>
                <a:close/>
                <a:moveTo>
                  <a:pt x="238290" y="39386"/>
                </a:moveTo>
                <a:lnTo>
                  <a:pt x="238290" y="65099"/>
                </a:lnTo>
                <a:cubicBezTo>
                  <a:pt x="238290" y="67852"/>
                  <a:pt x="238857" y="69666"/>
                  <a:pt x="239989" y="70541"/>
                </a:cubicBezTo>
                <a:cubicBezTo>
                  <a:pt x="241751" y="71918"/>
                  <a:pt x="244897" y="72606"/>
                  <a:pt x="249427" y="72606"/>
                </a:cubicBezTo>
                <a:cubicBezTo>
                  <a:pt x="256012" y="72606"/>
                  <a:pt x="262094" y="71186"/>
                  <a:pt x="267673" y="68345"/>
                </a:cubicBezTo>
                <a:cubicBezTo>
                  <a:pt x="269812" y="67243"/>
                  <a:pt x="271489" y="66692"/>
                  <a:pt x="272706" y="66692"/>
                </a:cubicBezTo>
                <a:cubicBezTo>
                  <a:pt x="274384" y="66692"/>
                  <a:pt x="275841" y="67325"/>
                  <a:pt x="277079" y="68593"/>
                </a:cubicBezTo>
                <a:cubicBezTo>
                  <a:pt x="278316" y="69859"/>
                  <a:pt x="278935" y="71400"/>
                  <a:pt x="278935" y="73215"/>
                </a:cubicBezTo>
                <a:cubicBezTo>
                  <a:pt x="278935" y="74905"/>
                  <a:pt x="278263" y="76362"/>
                  <a:pt x="276921" y="77586"/>
                </a:cubicBezTo>
                <a:cubicBezTo>
                  <a:pt x="274866" y="79571"/>
                  <a:pt x="270808" y="81397"/>
                  <a:pt x="264747" y="83066"/>
                </a:cubicBezTo>
                <a:cubicBezTo>
                  <a:pt x="258686" y="84733"/>
                  <a:pt x="253579" y="85567"/>
                  <a:pt x="249427" y="85567"/>
                </a:cubicBezTo>
                <a:cubicBezTo>
                  <a:pt x="241415" y="85567"/>
                  <a:pt x="235407" y="83841"/>
                  <a:pt x="231401" y="80390"/>
                </a:cubicBezTo>
                <a:cubicBezTo>
                  <a:pt x="227395" y="76939"/>
                  <a:pt x="225393" y="72703"/>
                  <a:pt x="225393" y="67685"/>
                </a:cubicBezTo>
                <a:lnTo>
                  <a:pt x="225393" y="39386"/>
                </a:lnTo>
                <a:lnTo>
                  <a:pt x="220737" y="39386"/>
                </a:lnTo>
                <a:cubicBezTo>
                  <a:pt x="217633" y="39386"/>
                  <a:pt x="215420" y="38785"/>
                  <a:pt x="214099" y="37585"/>
                </a:cubicBezTo>
                <a:cubicBezTo>
                  <a:pt x="212778" y="36383"/>
                  <a:pt x="212117" y="34813"/>
                  <a:pt x="212117" y="32874"/>
                </a:cubicBezTo>
                <a:cubicBezTo>
                  <a:pt x="212117" y="30977"/>
                  <a:pt x="212778" y="29429"/>
                  <a:pt x="214099" y="28228"/>
                </a:cubicBezTo>
                <a:cubicBezTo>
                  <a:pt x="215420" y="27026"/>
                  <a:pt x="217633" y="26425"/>
                  <a:pt x="220737" y="26425"/>
                </a:cubicBezTo>
                <a:lnTo>
                  <a:pt x="225393" y="26425"/>
                </a:lnTo>
                <a:lnTo>
                  <a:pt x="225393" y="14785"/>
                </a:lnTo>
                <a:cubicBezTo>
                  <a:pt x="225393" y="11682"/>
                  <a:pt x="225990" y="9469"/>
                  <a:pt x="227186" y="8148"/>
                </a:cubicBezTo>
                <a:cubicBezTo>
                  <a:pt x="228381" y="6826"/>
                  <a:pt x="229944" y="6166"/>
                  <a:pt x="231873" y="6166"/>
                </a:cubicBezTo>
                <a:cubicBezTo>
                  <a:pt x="233760" y="6166"/>
                  <a:pt x="235302" y="6826"/>
                  <a:pt x="236497" y="8148"/>
                </a:cubicBezTo>
                <a:cubicBezTo>
                  <a:pt x="237693" y="9469"/>
                  <a:pt x="238290" y="11682"/>
                  <a:pt x="238290" y="14785"/>
                </a:cubicBezTo>
                <a:lnTo>
                  <a:pt x="238290" y="26425"/>
                </a:lnTo>
                <a:lnTo>
                  <a:pt x="262136" y="26425"/>
                </a:lnTo>
                <a:cubicBezTo>
                  <a:pt x="265240" y="26425"/>
                  <a:pt x="267452" y="27026"/>
                  <a:pt x="268774" y="28228"/>
                </a:cubicBezTo>
                <a:cubicBezTo>
                  <a:pt x="270095" y="29429"/>
                  <a:pt x="270755" y="30998"/>
                  <a:pt x="270755" y="32937"/>
                </a:cubicBezTo>
                <a:cubicBezTo>
                  <a:pt x="270755" y="34834"/>
                  <a:pt x="270095" y="36383"/>
                  <a:pt x="268774" y="37585"/>
                </a:cubicBezTo>
                <a:cubicBezTo>
                  <a:pt x="267452" y="38785"/>
                  <a:pt x="265240" y="39386"/>
                  <a:pt x="262136" y="39386"/>
                </a:cubicBezTo>
                <a:lnTo>
                  <a:pt x="238290" y="39386"/>
                </a:lnTo>
                <a:close/>
                <a:moveTo>
                  <a:pt x="316106" y="26425"/>
                </a:moveTo>
                <a:lnTo>
                  <a:pt x="316106" y="34478"/>
                </a:lnTo>
                <a:cubicBezTo>
                  <a:pt x="321517" y="30553"/>
                  <a:pt x="325784" y="27936"/>
                  <a:pt x="328909" y="26627"/>
                </a:cubicBezTo>
                <a:cubicBezTo>
                  <a:pt x="332034" y="25318"/>
                  <a:pt x="334960" y="24663"/>
                  <a:pt x="337686" y="24663"/>
                </a:cubicBezTo>
                <a:cubicBezTo>
                  <a:pt x="341881" y="24663"/>
                  <a:pt x="345949" y="26221"/>
                  <a:pt x="349892" y="29335"/>
                </a:cubicBezTo>
                <a:cubicBezTo>
                  <a:pt x="352576" y="31440"/>
                  <a:pt x="353919" y="33587"/>
                  <a:pt x="353919" y="35776"/>
                </a:cubicBezTo>
                <a:cubicBezTo>
                  <a:pt x="353919" y="37628"/>
                  <a:pt x="353279" y="39196"/>
                  <a:pt x="352000" y="40481"/>
                </a:cubicBezTo>
                <a:cubicBezTo>
                  <a:pt x="350720" y="41764"/>
                  <a:pt x="349179" y="42406"/>
                  <a:pt x="347375" y="42406"/>
                </a:cubicBezTo>
                <a:cubicBezTo>
                  <a:pt x="345781" y="42406"/>
                  <a:pt x="344104" y="41609"/>
                  <a:pt x="342342" y="40015"/>
                </a:cubicBezTo>
                <a:cubicBezTo>
                  <a:pt x="340580" y="38421"/>
                  <a:pt x="339007" y="37624"/>
                  <a:pt x="337623" y="37624"/>
                </a:cubicBezTo>
                <a:cubicBezTo>
                  <a:pt x="335820" y="37624"/>
                  <a:pt x="333125" y="38757"/>
                  <a:pt x="329538" y="41022"/>
                </a:cubicBezTo>
                <a:cubicBezTo>
                  <a:pt x="325952" y="43287"/>
                  <a:pt x="321475" y="46684"/>
                  <a:pt x="316106" y="51214"/>
                </a:cubicBezTo>
                <a:lnTo>
                  <a:pt x="316106" y="70592"/>
                </a:lnTo>
                <a:lnTo>
                  <a:pt x="334477" y="70592"/>
                </a:lnTo>
                <a:cubicBezTo>
                  <a:pt x="337581" y="70592"/>
                  <a:pt x="339794" y="71190"/>
                  <a:pt x="341115" y="72386"/>
                </a:cubicBezTo>
                <a:cubicBezTo>
                  <a:pt x="342436" y="73581"/>
                  <a:pt x="343097" y="75143"/>
                  <a:pt x="343097" y="77073"/>
                </a:cubicBezTo>
                <a:cubicBezTo>
                  <a:pt x="343097" y="79002"/>
                  <a:pt x="342436" y="80565"/>
                  <a:pt x="341115" y="81760"/>
                </a:cubicBezTo>
                <a:cubicBezTo>
                  <a:pt x="339794" y="82956"/>
                  <a:pt x="337581" y="83553"/>
                  <a:pt x="334477" y="83553"/>
                </a:cubicBezTo>
                <a:lnTo>
                  <a:pt x="295532" y="83553"/>
                </a:lnTo>
                <a:cubicBezTo>
                  <a:pt x="292428" y="83553"/>
                  <a:pt x="290215" y="82945"/>
                  <a:pt x="288894" y="81729"/>
                </a:cubicBezTo>
                <a:cubicBezTo>
                  <a:pt x="287573" y="80512"/>
                  <a:pt x="286912" y="78939"/>
                  <a:pt x="286912" y="77010"/>
                </a:cubicBezTo>
                <a:cubicBezTo>
                  <a:pt x="286912" y="75081"/>
                  <a:pt x="287573" y="73529"/>
                  <a:pt x="288894" y="72354"/>
                </a:cubicBezTo>
                <a:cubicBezTo>
                  <a:pt x="290215" y="71180"/>
                  <a:pt x="292428" y="70592"/>
                  <a:pt x="295532" y="70592"/>
                </a:cubicBezTo>
                <a:lnTo>
                  <a:pt x="303208" y="70592"/>
                </a:lnTo>
                <a:lnTo>
                  <a:pt x="303208" y="39386"/>
                </a:lnTo>
                <a:lnTo>
                  <a:pt x="298552" y="39386"/>
                </a:lnTo>
                <a:cubicBezTo>
                  <a:pt x="295448" y="39386"/>
                  <a:pt x="293235" y="38778"/>
                  <a:pt x="291914" y="37561"/>
                </a:cubicBezTo>
                <a:cubicBezTo>
                  <a:pt x="290593" y="36345"/>
                  <a:pt x="289932" y="34772"/>
                  <a:pt x="289932" y="32842"/>
                </a:cubicBezTo>
                <a:cubicBezTo>
                  <a:pt x="289932" y="30913"/>
                  <a:pt x="290593" y="29361"/>
                  <a:pt x="291914" y="28187"/>
                </a:cubicBezTo>
                <a:cubicBezTo>
                  <a:pt x="293235" y="27012"/>
                  <a:pt x="295448" y="26425"/>
                  <a:pt x="298552" y="26425"/>
                </a:cubicBezTo>
                <a:lnTo>
                  <a:pt x="316106" y="26425"/>
                </a:lnTo>
                <a:close/>
                <a:moveTo>
                  <a:pt x="388888" y="83158"/>
                </a:moveTo>
                <a:lnTo>
                  <a:pt x="366552" y="39386"/>
                </a:lnTo>
                <a:cubicBezTo>
                  <a:pt x="364455" y="39386"/>
                  <a:pt x="362861" y="38788"/>
                  <a:pt x="361771" y="37593"/>
                </a:cubicBezTo>
                <a:cubicBezTo>
                  <a:pt x="360680" y="36397"/>
                  <a:pt x="360135" y="34835"/>
                  <a:pt x="360135" y="32905"/>
                </a:cubicBezTo>
                <a:cubicBezTo>
                  <a:pt x="360135" y="30976"/>
                  <a:pt x="360795" y="29414"/>
                  <a:pt x="362117" y="28218"/>
                </a:cubicBezTo>
                <a:cubicBezTo>
                  <a:pt x="363438" y="27023"/>
                  <a:pt x="365651" y="26425"/>
                  <a:pt x="368754" y="26425"/>
                </a:cubicBezTo>
                <a:lnTo>
                  <a:pt x="380520" y="26425"/>
                </a:lnTo>
                <a:cubicBezTo>
                  <a:pt x="383624" y="26425"/>
                  <a:pt x="385836" y="27023"/>
                  <a:pt x="387158" y="28218"/>
                </a:cubicBezTo>
                <a:cubicBezTo>
                  <a:pt x="388479" y="29414"/>
                  <a:pt x="389139" y="30976"/>
                  <a:pt x="389139" y="32905"/>
                </a:cubicBezTo>
                <a:cubicBezTo>
                  <a:pt x="389139" y="34835"/>
                  <a:pt x="388479" y="36397"/>
                  <a:pt x="387158" y="37593"/>
                </a:cubicBezTo>
                <a:cubicBezTo>
                  <a:pt x="385836" y="38788"/>
                  <a:pt x="383750" y="39386"/>
                  <a:pt x="380897" y="39386"/>
                </a:cubicBezTo>
                <a:lnTo>
                  <a:pt x="396123" y="68980"/>
                </a:lnTo>
                <a:lnTo>
                  <a:pt x="411223" y="39386"/>
                </a:lnTo>
                <a:cubicBezTo>
                  <a:pt x="408455" y="39386"/>
                  <a:pt x="406410" y="38778"/>
                  <a:pt x="405089" y="37561"/>
                </a:cubicBezTo>
                <a:cubicBezTo>
                  <a:pt x="403767" y="36345"/>
                  <a:pt x="403107" y="34772"/>
                  <a:pt x="403107" y="32842"/>
                </a:cubicBezTo>
                <a:cubicBezTo>
                  <a:pt x="403107" y="30913"/>
                  <a:pt x="403767" y="29361"/>
                  <a:pt x="405089" y="28187"/>
                </a:cubicBezTo>
                <a:cubicBezTo>
                  <a:pt x="406410" y="27012"/>
                  <a:pt x="408623" y="26425"/>
                  <a:pt x="411726" y="26425"/>
                </a:cubicBezTo>
                <a:lnTo>
                  <a:pt x="423869" y="26425"/>
                </a:lnTo>
                <a:cubicBezTo>
                  <a:pt x="426931" y="26425"/>
                  <a:pt x="429123" y="27023"/>
                  <a:pt x="430444" y="28218"/>
                </a:cubicBezTo>
                <a:cubicBezTo>
                  <a:pt x="431765" y="29414"/>
                  <a:pt x="432426" y="30976"/>
                  <a:pt x="432426" y="32905"/>
                </a:cubicBezTo>
                <a:cubicBezTo>
                  <a:pt x="432426" y="34835"/>
                  <a:pt x="431860" y="36397"/>
                  <a:pt x="430727" y="37593"/>
                </a:cubicBezTo>
                <a:cubicBezTo>
                  <a:pt x="429595" y="38788"/>
                  <a:pt x="427917" y="39386"/>
                  <a:pt x="425694" y="39386"/>
                </a:cubicBezTo>
                <a:lnTo>
                  <a:pt x="396123" y="97521"/>
                </a:lnTo>
                <a:cubicBezTo>
                  <a:pt x="399353" y="97521"/>
                  <a:pt x="401471" y="97521"/>
                  <a:pt x="402478" y="97521"/>
                </a:cubicBezTo>
                <a:cubicBezTo>
                  <a:pt x="404491" y="99954"/>
                  <a:pt x="405498" y="102135"/>
                  <a:pt x="405498" y="104064"/>
                </a:cubicBezTo>
                <a:cubicBezTo>
                  <a:pt x="405498" y="105994"/>
                  <a:pt x="404837" y="107545"/>
                  <a:pt x="403516" y="108720"/>
                </a:cubicBezTo>
                <a:cubicBezTo>
                  <a:pt x="402195" y="109894"/>
                  <a:pt x="399982" y="110482"/>
                  <a:pt x="396878" y="110482"/>
                </a:cubicBezTo>
                <a:lnTo>
                  <a:pt x="368754" y="110482"/>
                </a:lnTo>
                <a:cubicBezTo>
                  <a:pt x="365651" y="110482"/>
                  <a:pt x="363438" y="109894"/>
                  <a:pt x="362117" y="108720"/>
                </a:cubicBezTo>
                <a:cubicBezTo>
                  <a:pt x="360795" y="107545"/>
                  <a:pt x="360135" y="105994"/>
                  <a:pt x="360135" y="104064"/>
                </a:cubicBezTo>
                <a:cubicBezTo>
                  <a:pt x="360135" y="102135"/>
                  <a:pt x="360795" y="100562"/>
                  <a:pt x="362117" y="99345"/>
                </a:cubicBezTo>
                <a:cubicBezTo>
                  <a:pt x="363438" y="98129"/>
                  <a:pt x="365651" y="97521"/>
                  <a:pt x="368754" y="97521"/>
                </a:cubicBezTo>
                <a:lnTo>
                  <a:pt x="381589" y="97521"/>
                </a:lnTo>
                <a:lnTo>
                  <a:pt x="388888" y="83158"/>
                </a:lnTo>
                <a:close/>
                <a:moveTo>
                  <a:pt x="566476" y="62791"/>
                </a:moveTo>
                <a:lnTo>
                  <a:pt x="535144" y="62791"/>
                </a:lnTo>
                <a:lnTo>
                  <a:pt x="531998" y="70592"/>
                </a:lnTo>
                <a:lnTo>
                  <a:pt x="535144" y="70592"/>
                </a:lnTo>
                <a:cubicBezTo>
                  <a:pt x="538248" y="70592"/>
                  <a:pt x="540460" y="71190"/>
                  <a:pt x="541781" y="72386"/>
                </a:cubicBezTo>
                <a:cubicBezTo>
                  <a:pt x="543103" y="73581"/>
                  <a:pt x="543763" y="75143"/>
                  <a:pt x="543763" y="77073"/>
                </a:cubicBezTo>
                <a:cubicBezTo>
                  <a:pt x="543763" y="79002"/>
                  <a:pt x="543103" y="80565"/>
                  <a:pt x="541781" y="81760"/>
                </a:cubicBezTo>
                <a:cubicBezTo>
                  <a:pt x="540460" y="82956"/>
                  <a:pt x="538248" y="83553"/>
                  <a:pt x="535144" y="83553"/>
                </a:cubicBezTo>
                <a:lnTo>
                  <a:pt x="517779" y="83553"/>
                </a:lnTo>
                <a:cubicBezTo>
                  <a:pt x="514675" y="83553"/>
                  <a:pt x="512462" y="82945"/>
                  <a:pt x="511141" y="81729"/>
                </a:cubicBezTo>
                <a:cubicBezTo>
                  <a:pt x="509820" y="80512"/>
                  <a:pt x="509159" y="78939"/>
                  <a:pt x="509159" y="77010"/>
                </a:cubicBezTo>
                <a:cubicBezTo>
                  <a:pt x="509159" y="75081"/>
                  <a:pt x="509851" y="73529"/>
                  <a:pt x="511235" y="72354"/>
                </a:cubicBezTo>
                <a:cubicBezTo>
                  <a:pt x="512620" y="71180"/>
                  <a:pt x="514906" y="70592"/>
                  <a:pt x="518093" y="70592"/>
                </a:cubicBezTo>
                <a:lnTo>
                  <a:pt x="538352" y="20133"/>
                </a:lnTo>
                <a:lnTo>
                  <a:pt x="529922" y="20133"/>
                </a:lnTo>
                <a:cubicBezTo>
                  <a:pt x="526818" y="20133"/>
                  <a:pt x="524605" y="19536"/>
                  <a:pt x="523284" y="18340"/>
                </a:cubicBezTo>
                <a:cubicBezTo>
                  <a:pt x="521963" y="17145"/>
                  <a:pt x="521302" y="15582"/>
                  <a:pt x="521302" y="13653"/>
                </a:cubicBezTo>
                <a:cubicBezTo>
                  <a:pt x="521302" y="11723"/>
                  <a:pt x="521963" y="10161"/>
                  <a:pt x="523284" y="8966"/>
                </a:cubicBezTo>
                <a:cubicBezTo>
                  <a:pt x="524605" y="7770"/>
                  <a:pt x="526818" y="7172"/>
                  <a:pt x="529922" y="7172"/>
                </a:cubicBezTo>
                <a:lnTo>
                  <a:pt x="557794" y="7298"/>
                </a:lnTo>
                <a:lnTo>
                  <a:pt x="583464" y="70592"/>
                </a:lnTo>
                <a:cubicBezTo>
                  <a:pt x="586484" y="70592"/>
                  <a:pt x="588476" y="70983"/>
                  <a:pt x="589441" y="71764"/>
                </a:cubicBezTo>
                <a:cubicBezTo>
                  <a:pt x="591370" y="73374"/>
                  <a:pt x="592335" y="75143"/>
                  <a:pt x="592335" y="77073"/>
                </a:cubicBezTo>
                <a:cubicBezTo>
                  <a:pt x="592335" y="79002"/>
                  <a:pt x="591685" y="80565"/>
                  <a:pt x="590384" y="81760"/>
                </a:cubicBezTo>
                <a:cubicBezTo>
                  <a:pt x="589084" y="82956"/>
                  <a:pt x="586882" y="83553"/>
                  <a:pt x="583778" y="83553"/>
                </a:cubicBezTo>
                <a:lnTo>
                  <a:pt x="566413" y="83553"/>
                </a:lnTo>
                <a:cubicBezTo>
                  <a:pt x="563309" y="83553"/>
                  <a:pt x="561097" y="82945"/>
                  <a:pt x="559776" y="81729"/>
                </a:cubicBezTo>
                <a:cubicBezTo>
                  <a:pt x="558454" y="80512"/>
                  <a:pt x="557794" y="78939"/>
                  <a:pt x="557794" y="77010"/>
                </a:cubicBezTo>
                <a:cubicBezTo>
                  <a:pt x="557794" y="75081"/>
                  <a:pt x="558454" y="73529"/>
                  <a:pt x="559776" y="72354"/>
                </a:cubicBezTo>
                <a:cubicBezTo>
                  <a:pt x="561097" y="71180"/>
                  <a:pt x="563309" y="70592"/>
                  <a:pt x="566413" y="70592"/>
                </a:cubicBezTo>
                <a:lnTo>
                  <a:pt x="569559" y="70592"/>
                </a:lnTo>
                <a:lnTo>
                  <a:pt x="566476" y="62791"/>
                </a:lnTo>
                <a:moveTo>
                  <a:pt x="561128" y="49830"/>
                </a:moveTo>
                <a:lnTo>
                  <a:pt x="550747" y="24286"/>
                </a:lnTo>
                <a:lnTo>
                  <a:pt x="540303" y="49830"/>
                </a:lnTo>
                <a:lnTo>
                  <a:pt x="561128" y="49830"/>
                </a:lnTo>
                <a:close/>
                <a:moveTo>
                  <a:pt x="637874" y="77010"/>
                </a:moveTo>
                <a:cubicBezTo>
                  <a:pt x="637874" y="79443"/>
                  <a:pt x="637014" y="81477"/>
                  <a:pt x="635294" y="83113"/>
                </a:cubicBezTo>
                <a:cubicBezTo>
                  <a:pt x="633575" y="84749"/>
                  <a:pt x="631205" y="85567"/>
                  <a:pt x="628185" y="85567"/>
                </a:cubicBezTo>
                <a:cubicBezTo>
                  <a:pt x="625165" y="85567"/>
                  <a:pt x="622795" y="84749"/>
                  <a:pt x="621075" y="83113"/>
                </a:cubicBezTo>
                <a:cubicBezTo>
                  <a:pt x="619355" y="81477"/>
                  <a:pt x="618496" y="79443"/>
                  <a:pt x="618496" y="77010"/>
                </a:cubicBezTo>
                <a:cubicBezTo>
                  <a:pt x="618496" y="74577"/>
                  <a:pt x="619355" y="72543"/>
                  <a:pt x="621075" y="70907"/>
                </a:cubicBezTo>
                <a:cubicBezTo>
                  <a:pt x="622795" y="69271"/>
                  <a:pt x="625165" y="68453"/>
                  <a:pt x="628185" y="68453"/>
                </a:cubicBezTo>
                <a:cubicBezTo>
                  <a:pt x="631205" y="68453"/>
                  <a:pt x="633575" y="69271"/>
                  <a:pt x="635294" y="70907"/>
                </a:cubicBezTo>
                <a:cubicBezTo>
                  <a:pt x="637014" y="72543"/>
                  <a:pt x="637874" y="74577"/>
                  <a:pt x="637874" y="77010"/>
                </a:cubicBezTo>
                <a:close/>
                <a:moveTo>
                  <a:pt x="738842" y="55996"/>
                </a:moveTo>
                <a:cubicBezTo>
                  <a:pt x="738842" y="60945"/>
                  <a:pt x="737469" y="65737"/>
                  <a:pt x="734721" y="70372"/>
                </a:cubicBezTo>
                <a:cubicBezTo>
                  <a:pt x="731974" y="75007"/>
                  <a:pt x="727885" y="78698"/>
                  <a:pt x="722453" y="81446"/>
                </a:cubicBezTo>
                <a:cubicBezTo>
                  <a:pt x="717021" y="84193"/>
                  <a:pt x="711348" y="85567"/>
                  <a:pt x="705434" y="85567"/>
                </a:cubicBezTo>
                <a:cubicBezTo>
                  <a:pt x="699562" y="85567"/>
                  <a:pt x="693941" y="84214"/>
                  <a:pt x="688572" y="81508"/>
                </a:cubicBezTo>
                <a:cubicBezTo>
                  <a:pt x="683203" y="78803"/>
                  <a:pt x="679114" y="75122"/>
                  <a:pt x="676303" y="70467"/>
                </a:cubicBezTo>
                <a:cubicBezTo>
                  <a:pt x="673493" y="65811"/>
                  <a:pt x="672088" y="60945"/>
                  <a:pt x="672088" y="55870"/>
                </a:cubicBezTo>
                <a:cubicBezTo>
                  <a:pt x="672088" y="50711"/>
                  <a:pt x="673514" y="45646"/>
                  <a:pt x="676366" y="40676"/>
                </a:cubicBezTo>
                <a:cubicBezTo>
                  <a:pt x="679218" y="35705"/>
                  <a:pt x="683319" y="31794"/>
                  <a:pt x="688666" y="28942"/>
                </a:cubicBezTo>
                <a:cubicBezTo>
                  <a:pt x="694014" y="26089"/>
                  <a:pt x="699603" y="24663"/>
                  <a:pt x="705434" y="24663"/>
                </a:cubicBezTo>
                <a:cubicBezTo>
                  <a:pt x="711306" y="24663"/>
                  <a:pt x="716958" y="26121"/>
                  <a:pt x="722390" y="29036"/>
                </a:cubicBezTo>
                <a:cubicBezTo>
                  <a:pt x="727822" y="31951"/>
                  <a:pt x="731922" y="35873"/>
                  <a:pt x="734690" y="40801"/>
                </a:cubicBezTo>
                <a:cubicBezTo>
                  <a:pt x="737458" y="45730"/>
                  <a:pt x="738842" y="50795"/>
                  <a:pt x="738842" y="55996"/>
                </a:cubicBezTo>
                <a:moveTo>
                  <a:pt x="725945" y="56055"/>
                </a:moveTo>
                <a:cubicBezTo>
                  <a:pt x="725945" y="51918"/>
                  <a:pt x="724456" y="48115"/>
                  <a:pt x="721477" y="44645"/>
                </a:cubicBezTo>
                <a:cubicBezTo>
                  <a:pt x="717409" y="39965"/>
                  <a:pt x="712061" y="37624"/>
                  <a:pt x="705434" y="37624"/>
                </a:cubicBezTo>
                <a:cubicBezTo>
                  <a:pt x="699603" y="37624"/>
                  <a:pt x="694738" y="39484"/>
                  <a:pt x="690837" y="43204"/>
                </a:cubicBezTo>
                <a:cubicBezTo>
                  <a:pt x="686936" y="46924"/>
                  <a:pt x="684986" y="51229"/>
                  <a:pt x="684986" y="56118"/>
                </a:cubicBezTo>
                <a:cubicBezTo>
                  <a:pt x="684986" y="60130"/>
                  <a:pt x="686957" y="63881"/>
                  <a:pt x="690900" y="67372"/>
                </a:cubicBezTo>
                <a:cubicBezTo>
                  <a:pt x="694843" y="70861"/>
                  <a:pt x="699687" y="72606"/>
                  <a:pt x="705434" y="72606"/>
                </a:cubicBezTo>
                <a:cubicBezTo>
                  <a:pt x="711222" y="72606"/>
                  <a:pt x="716088" y="70861"/>
                  <a:pt x="720030" y="67372"/>
                </a:cubicBezTo>
                <a:cubicBezTo>
                  <a:pt x="723973" y="63881"/>
                  <a:pt x="725945" y="60109"/>
                  <a:pt x="725945" y="56055"/>
                </a:cubicBezTo>
                <a:close/>
                <a:moveTo>
                  <a:pt x="769596" y="26425"/>
                </a:moveTo>
                <a:lnTo>
                  <a:pt x="769596" y="30703"/>
                </a:lnTo>
                <a:cubicBezTo>
                  <a:pt x="771945" y="28690"/>
                  <a:pt x="774535" y="27180"/>
                  <a:pt x="777366" y="26173"/>
                </a:cubicBezTo>
                <a:cubicBezTo>
                  <a:pt x="780198" y="25167"/>
                  <a:pt x="783270" y="24663"/>
                  <a:pt x="786584" y="24663"/>
                </a:cubicBezTo>
                <a:cubicBezTo>
                  <a:pt x="794217" y="24663"/>
                  <a:pt x="800257" y="27033"/>
                  <a:pt x="804704" y="31773"/>
                </a:cubicBezTo>
                <a:cubicBezTo>
                  <a:pt x="808227" y="35548"/>
                  <a:pt x="809989" y="40497"/>
                  <a:pt x="809989" y="46621"/>
                </a:cubicBezTo>
                <a:lnTo>
                  <a:pt x="809989" y="70592"/>
                </a:lnTo>
                <a:cubicBezTo>
                  <a:pt x="812715" y="70592"/>
                  <a:pt x="814728" y="71190"/>
                  <a:pt x="816029" y="72386"/>
                </a:cubicBezTo>
                <a:cubicBezTo>
                  <a:pt x="817329" y="73581"/>
                  <a:pt x="817979" y="75143"/>
                  <a:pt x="817979" y="77073"/>
                </a:cubicBezTo>
                <a:cubicBezTo>
                  <a:pt x="817979" y="79002"/>
                  <a:pt x="817318" y="80565"/>
                  <a:pt x="815997" y="81760"/>
                </a:cubicBezTo>
                <a:cubicBezTo>
                  <a:pt x="814676" y="82956"/>
                  <a:pt x="812463" y="83553"/>
                  <a:pt x="809359" y="83553"/>
                </a:cubicBezTo>
                <a:lnTo>
                  <a:pt x="797720" y="83553"/>
                </a:lnTo>
                <a:cubicBezTo>
                  <a:pt x="794616" y="83553"/>
                  <a:pt x="792403" y="82945"/>
                  <a:pt x="791082" y="81729"/>
                </a:cubicBezTo>
                <a:cubicBezTo>
                  <a:pt x="789761" y="80512"/>
                  <a:pt x="789100" y="78939"/>
                  <a:pt x="789100" y="77010"/>
                </a:cubicBezTo>
                <a:cubicBezTo>
                  <a:pt x="789100" y="75081"/>
                  <a:pt x="789750" y="73529"/>
                  <a:pt x="791051" y="72354"/>
                </a:cubicBezTo>
                <a:cubicBezTo>
                  <a:pt x="792351" y="71180"/>
                  <a:pt x="794364" y="70592"/>
                  <a:pt x="797091" y="70592"/>
                </a:cubicBezTo>
                <a:lnTo>
                  <a:pt x="797091" y="46291"/>
                </a:lnTo>
                <a:cubicBezTo>
                  <a:pt x="797091" y="43486"/>
                  <a:pt x="796336" y="41435"/>
                  <a:pt x="794826" y="40137"/>
                </a:cubicBezTo>
                <a:cubicBezTo>
                  <a:pt x="792854" y="38462"/>
                  <a:pt x="789897" y="37624"/>
                  <a:pt x="785954" y="37624"/>
                </a:cubicBezTo>
                <a:cubicBezTo>
                  <a:pt x="782976" y="37624"/>
                  <a:pt x="780365" y="38201"/>
                  <a:pt x="778121" y="39354"/>
                </a:cubicBezTo>
                <a:cubicBezTo>
                  <a:pt x="775877" y="40508"/>
                  <a:pt x="773036" y="42951"/>
                  <a:pt x="769596" y="46684"/>
                </a:cubicBezTo>
                <a:lnTo>
                  <a:pt x="769596" y="70592"/>
                </a:lnTo>
                <a:cubicBezTo>
                  <a:pt x="772910" y="70592"/>
                  <a:pt x="775049" y="70991"/>
                  <a:pt x="776014" y="71788"/>
                </a:cubicBezTo>
                <a:cubicBezTo>
                  <a:pt x="778069" y="73382"/>
                  <a:pt x="779097" y="75143"/>
                  <a:pt x="779097" y="77073"/>
                </a:cubicBezTo>
                <a:cubicBezTo>
                  <a:pt x="779097" y="79002"/>
                  <a:pt x="778436" y="80565"/>
                  <a:pt x="777115" y="81760"/>
                </a:cubicBezTo>
                <a:cubicBezTo>
                  <a:pt x="775793" y="82956"/>
                  <a:pt x="773581" y="83553"/>
                  <a:pt x="770477" y="83553"/>
                </a:cubicBezTo>
                <a:lnTo>
                  <a:pt x="755817" y="83553"/>
                </a:lnTo>
                <a:cubicBezTo>
                  <a:pt x="752713" y="83553"/>
                  <a:pt x="750501" y="82945"/>
                  <a:pt x="749180" y="81729"/>
                </a:cubicBezTo>
                <a:cubicBezTo>
                  <a:pt x="747858" y="80512"/>
                  <a:pt x="747198" y="78939"/>
                  <a:pt x="747198" y="77010"/>
                </a:cubicBezTo>
                <a:cubicBezTo>
                  <a:pt x="747198" y="75081"/>
                  <a:pt x="748204" y="73324"/>
                  <a:pt x="750218" y="71741"/>
                </a:cubicBezTo>
                <a:cubicBezTo>
                  <a:pt x="751224" y="70975"/>
                  <a:pt x="753385" y="70592"/>
                  <a:pt x="756698" y="70592"/>
                </a:cubicBezTo>
                <a:lnTo>
                  <a:pt x="756698" y="39386"/>
                </a:lnTo>
                <a:cubicBezTo>
                  <a:pt x="753972" y="39386"/>
                  <a:pt x="751958" y="38778"/>
                  <a:pt x="750658" y="37561"/>
                </a:cubicBezTo>
                <a:cubicBezTo>
                  <a:pt x="749358" y="36345"/>
                  <a:pt x="748708" y="34772"/>
                  <a:pt x="748708" y="32842"/>
                </a:cubicBezTo>
                <a:cubicBezTo>
                  <a:pt x="748708" y="30913"/>
                  <a:pt x="749368" y="29361"/>
                  <a:pt x="750690" y="28187"/>
                </a:cubicBezTo>
                <a:cubicBezTo>
                  <a:pt x="752011" y="27012"/>
                  <a:pt x="754223" y="26425"/>
                  <a:pt x="757327" y="26425"/>
                </a:cubicBezTo>
                <a:lnTo>
                  <a:pt x="769596" y="26425"/>
                </a:lnTo>
                <a:close/>
                <a:moveTo>
                  <a:pt x="866223" y="20133"/>
                </a:moveTo>
                <a:lnTo>
                  <a:pt x="866223" y="70592"/>
                </a:lnTo>
                <a:lnTo>
                  <a:pt x="874906" y="70592"/>
                </a:lnTo>
                <a:cubicBezTo>
                  <a:pt x="878010" y="70592"/>
                  <a:pt x="880222" y="71190"/>
                  <a:pt x="881544" y="72386"/>
                </a:cubicBezTo>
                <a:cubicBezTo>
                  <a:pt x="882865" y="73581"/>
                  <a:pt x="883526" y="75143"/>
                  <a:pt x="883526" y="77073"/>
                </a:cubicBezTo>
                <a:cubicBezTo>
                  <a:pt x="883526" y="79002"/>
                  <a:pt x="882865" y="80565"/>
                  <a:pt x="881544" y="81760"/>
                </a:cubicBezTo>
                <a:cubicBezTo>
                  <a:pt x="880222" y="82956"/>
                  <a:pt x="878010" y="83553"/>
                  <a:pt x="874906" y="83553"/>
                </a:cubicBezTo>
                <a:lnTo>
                  <a:pt x="844706" y="83553"/>
                </a:lnTo>
                <a:cubicBezTo>
                  <a:pt x="841602" y="83553"/>
                  <a:pt x="839390" y="82945"/>
                  <a:pt x="838068" y="81729"/>
                </a:cubicBezTo>
                <a:cubicBezTo>
                  <a:pt x="836747" y="80512"/>
                  <a:pt x="836086" y="78939"/>
                  <a:pt x="836086" y="77010"/>
                </a:cubicBezTo>
                <a:cubicBezTo>
                  <a:pt x="836086" y="75081"/>
                  <a:pt x="836747" y="73529"/>
                  <a:pt x="838068" y="72354"/>
                </a:cubicBezTo>
                <a:cubicBezTo>
                  <a:pt x="839390" y="71180"/>
                  <a:pt x="841602" y="70592"/>
                  <a:pt x="844706" y="70592"/>
                </a:cubicBezTo>
                <a:lnTo>
                  <a:pt x="853326" y="70592"/>
                </a:lnTo>
                <a:lnTo>
                  <a:pt x="853326" y="20133"/>
                </a:lnTo>
                <a:lnTo>
                  <a:pt x="839358" y="20133"/>
                </a:lnTo>
                <a:lnTo>
                  <a:pt x="839358" y="32339"/>
                </a:lnTo>
                <a:cubicBezTo>
                  <a:pt x="839358" y="35569"/>
                  <a:pt x="838760" y="37844"/>
                  <a:pt x="837565" y="39166"/>
                </a:cubicBezTo>
                <a:cubicBezTo>
                  <a:pt x="836370" y="40487"/>
                  <a:pt x="834807" y="41147"/>
                  <a:pt x="832878" y="41147"/>
                </a:cubicBezTo>
                <a:cubicBezTo>
                  <a:pt x="830990" y="41147"/>
                  <a:pt x="829449" y="40487"/>
                  <a:pt x="828253" y="39166"/>
                </a:cubicBezTo>
                <a:cubicBezTo>
                  <a:pt x="827058" y="37844"/>
                  <a:pt x="826460" y="35569"/>
                  <a:pt x="826460" y="32339"/>
                </a:cubicBezTo>
                <a:lnTo>
                  <a:pt x="826460" y="7172"/>
                </a:lnTo>
                <a:lnTo>
                  <a:pt x="893278" y="7172"/>
                </a:lnTo>
                <a:lnTo>
                  <a:pt x="893278" y="32339"/>
                </a:lnTo>
                <a:cubicBezTo>
                  <a:pt x="893278" y="35569"/>
                  <a:pt x="892680" y="37844"/>
                  <a:pt x="891485" y="39166"/>
                </a:cubicBezTo>
                <a:cubicBezTo>
                  <a:pt x="890289" y="40487"/>
                  <a:pt x="888727" y="41147"/>
                  <a:pt x="886797" y="41147"/>
                </a:cubicBezTo>
                <a:cubicBezTo>
                  <a:pt x="884910" y="41147"/>
                  <a:pt x="883368" y="40487"/>
                  <a:pt x="882173" y="39166"/>
                </a:cubicBezTo>
                <a:cubicBezTo>
                  <a:pt x="880977" y="37844"/>
                  <a:pt x="880380" y="35569"/>
                  <a:pt x="880380" y="32339"/>
                </a:cubicBezTo>
                <a:lnTo>
                  <a:pt x="880380" y="20133"/>
                </a:lnTo>
                <a:lnTo>
                  <a:pt x="866223" y="20133"/>
                </a:lnTo>
                <a:close/>
                <a:moveTo>
                  <a:pt x="969646" y="61407"/>
                </a:moveTo>
                <a:lnTo>
                  <a:pt x="916733" y="61407"/>
                </a:lnTo>
                <a:cubicBezTo>
                  <a:pt x="918075" y="64762"/>
                  <a:pt x="920456" y="67468"/>
                  <a:pt x="923874" y="69523"/>
                </a:cubicBezTo>
                <a:cubicBezTo>
                  <a:pt x="927293" y="71578"/>
                  <a:pt x="931917" y="72606"/>
                  <a:pt x="937747" y="72606"/>
                </a:cubicBezTo>
                <a:cubicBezTo>
                  <a:pt x="942529" y="72606"/>
                  <a:pt x="948883" y="71593"/>
                  <a:pt x="956811" y="69568"/>
                </a:cubicBezTo>
                <a:cubicBezTo>
                  <a:pt x="960083" y="68741"/>
                  <a:pt x="962348" y="68327"/>
                  <a:pt x="963606" y="68327"/>
                </a:cubicBezTo>
                <a:cubicBezTo>
                  <a:pt x="965326" y="68327"/>
                  <a:pt x="966773" y="68936"/>
                  <a:pt x="967947" y="70152"/>
                </a:cubicBezTo>
                <a:cubicBezTo>
                  <a:pt x="969122" y="71368"/>
                  <a:pt x="969709" y="72899"/>
                  <a:pt x="969709" y="74745"/>
                </a:cubicBezTo>
                <a:cubicBezTo>
                  <a:pt x="969709" y="76423"/>
                  <a:pt x="969080" y="77849"/>
                  <a:pt x="967821" y="79023"/>
                </a:cubicBezTo>
                <a:cubicBezTo>
                  <a:pt x="966144" y="80575"/>
                  <a:pt x="962054" y="82054"/>
                  <a:pt x="955553" y="83459"/>
                </a:cubicBezTo>
                <a:cubicBezTo>
                  <a:pt x="949051" y="84864"/>
                  <a:pt x="942802" y="85567"/>
                  <a:pt x="936803" y="85567"/>
                </a:cubicBezTo>
                <a:cubicBezTo>
                  <a:pt x="926485" y="85567"/>
                  <a:pt x="918233" y="82651"/>
                  <a:pt x="912046" y="76821"/>
                </a:cubicBezTo>
                <a:cubicBezTo>
                  <a:pt x="905859" y="70991"/>
                  <a:pt x="902766" y="63818"/>
                  <a:pt x="902766" y="55304"/>
                </a:cubicBezTo>
                <a:cubicBezTo>
                  <a:pt x="902766" y="46244"/>
                  <a:pt x="906111" y="38872"/>
                  <a:pt x="912801" y="33189"/>
                </a:cubicBezTo>
                <a:cubicBezTo>
                  <a:pt x="919491" y="27505"/>
                  <a:pt x="927198" y="24663"/>
                  <a:pt x="935923" y="24663"/>
                </a:cubicBezTo>
                <a:cubicBezTo>
                  <a:pt x="941166" y="24663"/>
                  <a:pt x="945979" y="25585"/>
                  <a:pt x="950362" y="27428"/>
                </a:cubicBezTo>
                <a:cubicBezTo>
                  <a:pt x="954745" y="29269"/>
                  <a:pt x="958006" y="31258"/>
                  <a:pt x="960146" y="33393"/>
                </a:cubicBezTo>
                <a:cubicBezTo>
                  <a:pt x="963166" y="36492"/>
                  <a:pt x="965661" y="40323"/>
                  <a:pt x="967633" y="44887"/>
                </a:cubicBezTo>
                <a:cubicBezTo>
                  <a:pt x="968975" y="48070"/>
                  <a:pt x="969646" y="51755"/>
                  <a:pt x="969646" y="55943"/>
                </a:cubicBezTo>
                <a:lnTo>
                  <a:pt x="969646" y="61407"/>
                </a:lnTo>
                <a:moveTo>
                  <a:pt x="955364" y="48446"/>
                </a:moveTo>
                <a:cubicBezTo>
                  <a:pt x="953392" y="44818"/>
                  <a:pt x="950813" y="42107"/>
                  <a:pt x="947625" y="40314"/>
                </a:cubicBezTo>
                <a:cubicBezTo>
                  <a:pt x="944437" y="38521"/>
                  <a:pt x="940641" y="37624"/>
                  <a:pt x="936237" y="37624"/>
                </a:cubicBezTo>
                <a:cubicBezTo>
                  <a:pt x="931875" y="37624"/>
                  <a:pt x="928100" y="38521"/>
                  <a:pt x="924912" y="40314"/>
                </a:cubicBezTo>
                <a:cubicBezTo>
                  <a:pt x="921724" y="42107"/>
                  <a:pt x="919124" y="44818"/>
                  <a:pt x="917111" y="48446"/>
                </a:cubicBezTo>
                <a:lnTo>
                  <a:pt x="955364" y="48446"/>
                </a:lnTo>
                <a:close/>
                <a:moveTo>
                  <a:pt x="1024329" y="53864"/>
                </a:moveTo>
                <a:lnTo>
                  <a:pt x="1043812" y="70592"/>
                </a:lnTo>
                <a:cubicBezTo>
                  <a:pt x="1046161" y="70718"/>
                  <a:pt x="1047923" y="71382"/>
                  <a:pt x="1049097" y="72584"/>
                </a:cubicBezTo>
                <a:cubicBezTo>
                  <a:pt x="1050271" y="73785"/>
                  <a:pt x="1050859" y="75292"/>
                  <a:pt x="1050859" y="77104"/>
                </a:cubicBezTo>
                <a:cubicBezTo>
                  <a:pt x="1050859" y="79001"/>
                  <a:pt x="1050198" y="80550"/>
                  <a:pt x="1048877" y="81752"/>
                </a:cubicBezTo>
                <a:cubicBezTo>
                  <a:pt x="1047555" y="82953"/>
                  <a:pt x="1045343" y="83553"/>
                  <a:pt x="1042239" y="83553"/>
                </a:cubicBezTo>
                <a:lnTo>
                  <a:pt x="1027579" y="83553"/>
                </a:lnTo>
                <a:cubicBezTo>
                  <a:pt x="1024476" y="83553"/>
                  <a:pt x="1022263" y="82953"/>
                  <a:pt x="1020942" y="81752"/>
                </a:cubicBezTo>
                <a:cubicBezTo>
                  <a:pt x="1019621" y="80550"/>
                  <a:pt x="1018960" y="78959"/>
                  <a:pt x="1018960" y="76978"/>
                </a:cubicBezTo>
                <a:cubicBezTo>
                  <a:pt x="1018960" y="75461"/>
                  <a:pt x="1019432" y="74122"/>
                  <a:pt x="1020375" y="72964"/>
                </a:cubicBezTo>
                <a:cubicBezTo>
                  <a:pt x="1021319" y="71805"/>
                  <a:pt x="1022609" y="71015"/>
                  <a:pt x="1024245" y="70592"/>
                </a:cubicBezTo>
                <a:lnTo>
                  <a:pt x="1014532" y="62258"/>
                </a:lnTo>
                <a:lnTo>
                  <a:pt x="1004804" y="70592"/>
                </a:lnTo>
                <a:cubicBezTo>
                  <a:pt x="1006775" y="71098"/>
                  <a:pt x="1008191" y="71878"/>
                  <a:pt x="1009051" y="72932"/>
                </a:cubicBezTo>
                <a:cubicBezTo>
                  <a:pt x="1009910" y="73986"/>
                  <a:pt x="1010340" y="75335"/>
                  <a:pt x="1010340" y="76978"/>
                </a:cubicBezTo>
                <a:cubicBezTo>
                  <a:pt x="1010340" y="78959"/>
                  <a:pt x="1009690" y="80550"/>
                  <a:pt x="1008390" y="81752"/>
                </a:cubicBezTo>
                <a:cubicBezTo>
                  <a:pt x="1007090" y="82953"/>
                  <a:pt x="1004888" y="83553"/>
                  <a:pt x="1001784" y="83553"/>
                </a:cubicBezTo>
                <a:lnTo>
                  <a:pt x="987250" y="83553"/>
                </a:lnTo>
                <a:cubicBezTo>
                  <a:pt x="984146" y="83553"/>
                  <a:pt x="981933" y="82953"/>
                  <a:pt x="980612" y="81752"/>
                </a:cubicBezTo>
                <a:cubicBezTo>
                  <a:pt x="979291" y="80550"/>
                  <a:pt x="978630" y="78980"/>
                  <a:pt x="978630" y="77041"/>
                </a:cubicBezTo>
                <a:cubicBezTo>
                  <a:pt x="978630" y="75271"/>
                  <a:pt x="979218" y="73785"/>
                  <a:pt x="980392" y="72584"/>
                </a:cubicBezTo>
                <a:cubicBezTo>
                  <a:pt x="981566" y="71382"/>
                  <a:pt x="983328" y="70718"/>
                  <a:pt x="985677" y="70592"/>
                </a:cubicBezTo>
                <a:lnTo>
                  <a:pt x="1004851" y="53951"/>
                </a:lnTo>
                <a:lnTo>
                  <a:pt x="987879" y="39386"/>
                </a:lnTo>
                <a:cubicBezTo>
                  <a:pt x="985656" y="39217"/>
                  <a:pt x="983968" y="38532"/>
                  <a:pt x="982814" y="37331"/>
                </a:cubicBezTo>
                <a:cubicBezTo>
                  <a:pt x="981661" y="36129"/>
                  <a:pt x="981084" y="34643"/>
                  <a:pt x="981084" y="32874"/>
                </a:cubicBezTo>
                <a:cubicBezTo>
                  <a:pt x="981084" y="30977"/>
                  <a:pt x="981745" y="29429"/>
                  <a:pt x="983066" y="28228"/>
                </a:cubicBezTo>
                <a:cubicBezTo>
                  <a:pt x="984387" y="27026"/>
                  <a:pt x="986600" y="26425"/>
                  <a:pt x="989704" y="26425"/>
                </a:cubicBezTo>
                <a:lnTo>
                  <a:pt x="1001784" y="26425"/>
                </a:lnTo>
                <a:cubicBezTo>
                  <a:pt x="1004888" y="26425"/>
                  <a:pt x="1007100" y="27026"/>
                  <a:pt x="1008421" y="28228"/>
                </a:cubicBezTo>
                <a:cubicBezTo>
                  <a:pt x="1009743" y="29429"/>
                  <a:pt x="1010403" y="30956"/>
                  <a:pt x="1010403" y="32811"/>
                </a:cubicBezTo>
                <a:cubicBezTo>
                  <a:pt x="1010403" y="35299"/>
                  <a:pt x="1009229" y="37323"/>
                  <a:pt x="1006880" y="38882"/>
                </a:cubicBezTo>
                <a:lnTo>
                  <a:pt x="1014587" y="45501"/>
                </a:lnTo>
                <a:lnTo>
                  <a:pt x="1022357" y="38757"/>
                </a:lnTo>
                <a:cubicBezTo>
                  <a:pt x="1020050" y="37113"/>
                  <a:pt x="1018897" y="35216"/>
                  <a:pt x="1018897" y="33065"/>
                </a:cubicBezTo>
                <a:cubicBezTo>
                  <a:pt x="1018897" y="31041"/>
                  <a:pt x="1019558" y="29429"/>
                  <a:pt x="1020879" y="28228"/>
                </a:cubicBezTo>
                <a:cubicBezTo>
                  <a:pt x="1022200" y="27026"/>
                  <a:pt x="1024413" y="26425"/>
                  <a:pt x="1027517" y="26425"/>
                </a:cubicBezTo>
                <a:lnTo>
                  <a:pt x="1039471" y="26425"/>
                </a:lnTo>
                <a:cubicBezTo>
                  <a:pt x="1042575" y="26425"/>
                  <a:pt x="1044787" y="27026"/>
                  <a:pt x="1046108" y="28228"/>
                </a:cubicBezTo>
                <a:cubicBezTo>
                  <a:pt x="1047430" y="29429"/>
                  <a:pt x="1048090" y="30998"/>
                  <a:pt x="1048090" y="32937"/>
                </a:cubicBezTo>
                <a:cubicBezTo>
                  <a:pt x="1048090" y="34664"/>
                  <a:pt x="1047514" y="36129"/>
                  <a:pt x="1046360" y="37331"/>
                </a:cubicBezTo>
                <a:cubicBezTo>
                  <a:pt x="1045207" y="38532"/>
                  <a:pt x="1043497" y="39217"/>
                  <a:pt x="1041232" y="39386"/>
                </a:cubicBezTo>
                <a:lnTo>
                  <a:pt x="1024329" y="53864"/>
                </a:lnTo>
                <a:close/>
                <a:moveTo>
                  <a:pt x="1088722" y="39386"/>
                </a:moveTo>
                <a:lnTo>
                  <a:pt x="1088722" y="65099"/>
                </a:lnTo>
                <a:cubicBezTo>
                  <a:pt x="1088722" y="67852"/>
                  <a:pt x="1089288" y="69666"/>
                  <a:pt x="1090421" y="70541"/>
                </a:cubicBezTo>
                <a:cubicBezTo>
                  <a:pt x="1092182" y="71918"/>
                  <a:pt x="1095328" y="72606"/>
                  <a:pt x="1099858" y="72606"/>
                </a:cubicBezTo>
                <a:cubicBezTo>
                  <a:pt x="1106443" y="72606"/>
                  <a:pt x="1112525" y="71186"/>
                  <a:pt x="1118104" y="68345"/>
                </a:cubicBezTo>
                <a:cubicBezTo>
                  <a:pt x="1120243" y="67243"/>
                  <a:pt x="1121921" y="66692"/>
                  <a:pt x="1123137" y="66692"/>
                </a:cubicBezTo>
                <a:cubicBezTo>
                  <a:pt x="1124815" y="66692"/>
                  <a:pt x="1126273" y="67325"/>
                  <a:pt x="1127510" y="68593"/>
                </a:cubicBezTo>
                <a:cubicBezTo>
                  <a:pt x="1128747" y="69859"/>
                  <a:pt x="1129366" y="71400"/>
                  <a:pt x="1129366" y="73215"/>
                </a:cubicBezTo>
                <a:cubicBezTo>
                  <a:pt x="1129366" y="74905"/>
                  <a:pt x="1128695" y="76362"/>
                  <a:pt x="1127353" y="77586"/>
                </a:cubicBezTo>
                <a:cubicBezTo>
                  <a:pt x="1125297" y="79571"/>
                  <a:pt x="1121239" y="81397"/>
                  <a:pt x="1115178" y="83066"/>
                </a:cubicBezTo>
                <a:cubicBezTo>
                  <a:pt x="1109117" y="84733"/>
                  <a:pt x="1104011" y="85567"/>
                  <a:pt x="1099858" y="85567"/>
                </a:cubicBezTo>
                <a:cubicBezTo>
                  <a:pt x="1091847" y="85567"/>
                  <a:pt x="1085838" y="83841"/>
                  <a:pt x="1081833" y="80390"/>
                </a:cubicBezTo>
                <a:cubicBezTo>
                  <a:pt x="1077827" y="76939"/>
                  <a:pt x="1075824" y="72703"/>
                  <a:pt x="1075824" y="67685"/>
                </a:cubicBezTo>
                <a:lnTo>
                  <a:pt x="1075824" y="39386"/>
                </a:lnTo>
                <a:lnTo>
                  <a:pt x="1071168" y="39386"/>
                </a:lnTo>
                <a:cubicBezTo>
                  <a:pt x="1068064" y="39386"/>
                  <a:pt x="1065852" y="38785"/>
                  <a:pt x="1064531" y="37585"/>
                </a:cubicBezTo>
                <a:cubicBezTo>
                  <a:pt x="1063209" y="36383"/>
                  <a:pt x="1062549" y="34813"/>
                  <a:pt x="1062549" y="32874"/>
                </a:cubicBezTo>
                <a:cubicBezTo>
                  <a:pt x="1062549" y="30977"/>
                  <a:pt x="1063209" y="29429"/>
                  <a:pt x="1064531" y="28228"/>
                </a:cubicBezTo>
                <a:cubicBezTo>
                  <a:pt x="1065852" y="27026"/>
                  <a:pt x="1068064" y="26425"/>
                  <a:pt x="1071168" y="26425"/>
                </a:cubicBezTo>
                <a:lnTo>
                  <a:pt x="1075824" y="26425"/>
                </a:lnTo>
                <a:lnTo>
                  <a:pt x="1075824" y="14785"/>
                </a:lnTo>
                <a:cubicBezTo>
                  <a:pt x="1075824" y="11682"/>
                  <a:pt x="1076422" y="9469"/>
                  <a:pt x="1077617" y="8148"/>
                </a:cubicBezTo>
                <a:cubicBezTo>
                  <a:pt x="1078813" y="6826"/>
                  <a:pt x="1080375" y="6166"/>
                  <a:pt x="1082304" y="6166"/>
                </a:cubicBezTo>
                <a:cubicBezTo>
                  <a:pt x="1084192" y="6166"/>
                  <a:pt x="1085733" y="6826"/>
                  <a:pt x="1086929" y="8148"/>
                </a:cubicBezTo>
                <a:cubicBezTo>
                  <a:pt x="1088124" y="9469"/>
                  <a:pt x="1088722" y="11682"/>
                  <a:pt x="1088722" y="14785"/>
                </a:cubicBezTo>
                <a:lnTo>
                  <a:pt x="1088722" y="26425"/>
                </a:lnTo>
                <a:lnTo>
                  <a:pt x="1112567" y="26425"/>
                </a:lnTo>
                <a:cubicBezTo>
                  <a:pt x="1115671" y="26425"/>
                  <a:pt x="1117884" y="27026"/>
                  <a:pt x="1119205" y="28228"/>
                </a:cubicBezTo>
                <a:cubicBezTo>
                  <a:pt x="1120526" y="29429"/>
                  <a:pt x="1121187" y="30998"/>
                  <a:pt x="1121187" y="32937"/>
                </a:cubicBezTo>
                <a:cubicBezTo>
                  <a:pt x="1121187" y="34834"/>
                  <a:pt x="1120526" y="36383"/>
                  <a:pt x="1119205" y="37585"/>
                </a:cubicBezTo>
                <a:cubicBezTo>
                  <a:pt x="1117884" y="38785"/>
                  <a:pt x="1115671" y="39386"/>
                  <a:pt x="1112567" y="39386"/>
                </a:cubicBezTo>
                <a:lnTo>
                  <a:pt x="1088722" y="39386"/>
                </a:lnTo>
                <a:close/>
                <a:moveTo>
                  <a:pt x="1179058" y="77010"/>
                </a:moveTo>
                <a:cubicBezTo>
                  <a:pt x="1179058" y="79443"/>
                  <a:pt x="1178198" y="81477"/>
                  <a:pt x="1176478" y="83113"/>
                </a:cubicBezTo>
                <a:cubicBezTo>
                  <a:pt x="1174758" y="84749"/>
                  <a:pt x="1172388" y="85567"/>
                  <a:pt x="1169368" y="85567"/>
                </a:cubicBezTo>
                <a:cubicBezTo>
                  <a:pt x="1166348" y="85567"/>
                  <a:pt x="1163979" y="84749"/>
                  <a:pt x="1162259" y="83113"/>
                </a:cubicBezTo>
                <a:cubicBezTo>
                  <a:pt x="1160539" y="81477"/>
                  <a:pt x="1159679" y="79443"/>
                  <a:pt x="1159679" y="77010"/>
                </a:cubicBezTo>
                <a:cubicBezTo>
                  <a:pt x="1159679" y="74577"/>
                  <a:pt x="1160539" y="72543"/>
                  <a:pt x="1162259" y="70907"/>
                </a:cubicBezTo>
                <a:cubicBezTo>
                  <a:pt x="1163979" y="69271"/>
                  <a:pt x="1166348" y="68453"/>
                  <a:pt x="1169368" y="68453"/>
                </a:cubicBezTo>
                <a:cubicBezTo>
                  <a:pt x="1172388" y="68453"/>
                  <a:pt x="1174758" y="69271"/>
                  <a:pt x="1176478" y="70907"/>
                </a:cubicBezTo>
                <a:cubicBezTo>
                  <a:pt x="1178198" y="72543"/>
                  <a:pt x="1179058" y="74577"/>
                  <a:pt x="1179058" y="77010"/>
                </a:cubicBezTo>
                <a:close/>
                <a:moveTo>
                  <a:pt x="1256369" y="77010"/>
                </a:moveTo>
                <a:cubicBezTo>
                  <a:pt x="1256369" y="79443"/>
                  <a:pt x="1255510" y="81477"/>
                  <a:pt x="1253790" y="83113"/>
                </a:cubicBezTo>
                <a:cubicBezTo>
                  <a:pt x="1252070" y="84749"/>
                  <a:pt x="1249700" y="85567"/>
                  <a:pt x="1246680" y="85567"/>
                </a:cubicBezTo>
                <a:cubicBezTo>
                  <a:pt x="1243660" y="85567"/>
                  <a:pt x="1241290" y="84749"/>
                  <a:pt x="1239571" y="83113"/>
                </a:cubicBezTo>
                <a:cubicBezTo>
                  <a:pt x="1237851" y="81477"/>
                  <a:pt x="1236991" y="79443"/>
                  <a:pt x="1236991" y="77010"/>
                </a:cubicBezTo>
                <a:cubicBezTo>
                  <a:pt x="1236991" y="74577"/>
                  <a:pt x="1237851" y="72543"/>
                  <a:pt x="1239571" y="70907"/>
                </a:cubicBezTo>
                <a:cubicBezTo>
                  <a:pt x="1241290" y="69271"/>
                  <a:pt x="1243660" y="68453"/>
                  <a:pt x="1246680" y="68453"/>
                </a:cubicBezTo>
                <a:cubicBezTo>
                  <a:pt x="1249700" y="68453"/>
                  <a:pt x="1252070" y="69271"/>
                  <a:pt x="1253790" y="70907"/>
                </a:cubicBezTo>
                <a:cubicBezTo>
                  <a:pt x="1255510" y="72543"/>
                  <a:pt x="1256369" y="74577"/>
                  <a:pt x="1256369" y="77010"/>
                </a:cubicBezTo>
                <a:close/>
                <a:moveTo>
                  <a:pt x="1333682" y="77010"/>
                </a:moveTo>
                <a:cubicBezTo>
                  <a:pt x="1333682" y="79443"/>
                  <a:pt x="1332822" y="81477"/>
                  <a:pt x="1331102" y="83113"/>
                </a:cubicBezTo>
                <a:cubicBezTo>
                  <a:pt x="1329382" y="84749"/>
                  <a:pt x="1327012" y="85567"/>
                  <a:pt x="1323992" y="85567"/>
                </a:cubicBezTo>
                <a:cubicBezTo>
                  <a:pt x="1320972" y="85567"/>
                  <a:pt x="1318603" y="84749"/>
                  <a:pt x="1316883" y="83113"/>
                </a:cubicBezTo>
                <a:cubicBezTo>
                  <a:pt x="1315163" y="81477"/>
                  <a:pt x="1314303" y="79443"/>
                  <a:pt x="1314303" y="77010"/>
                </a:cubicBezTo>
                <a:cubicBezTo>
                  <a:pt x="1314303" y="74577"/>
                  <a:pt x="1315163" y="72543"/>
                  <a:pt x="1316883" y="70907"/>
                </a:cubicBezTo>
                <a:cubicBezTo>
                  <a:pt x="1318603" y="69271"/>
                  <a:pt x="1320972" y="68453"/>
                  <a:pt x="1323992" y="68453"/>
                </a:cubicBezTo>
                <a:cubicBezTo>
                  <a:pt x="1327012" y="68453"/>
                  <a:pt x="1329382" y="69271"/>
                  <a:pt x="1331102" y="70907"/>
                </a:cubicBezTo>
                <a:cubicBezTo>
                  <a:pt x="1332822" y="72543"/>
                  <a:pt x="1333682" y="74577"/>
                  <a:pt x="1333682" y="77010"/>
                </a:cubicBezTo>
                <a:close/>
                <a:moveTo>
                  <a:pt x="1407596" y="20259"/>
                </a:moveTo>
                <a:lnTo>
                  <a:pt x="1407596" y="70592"/>
                </a:lnTo>
                <a:lnTo>
                  <a:pt x="1420620" y="70592"/>
                </a:lnTo>
                <a:cubicBezTo>
                  <a:pt x="1423723" y="70592"/>
                  <a:pt x="1425936" y="71190"/>
                  <a:pt x="1427257" y="72386"/>
                </a:cubicBezTo>
                <a:cubicBezTo>
                  <a:pt x="1428579" y="73581"/>
                  <a:pt x="1429239" y="75143"/>
                  <a:pt x="1429239" y="77073"/>
                </a:cubicBezTo>
                <a:cubicBezTo>
                  <a:pt x="1429239" y="79002"/>
                  <a:pt x="1428579" y="80565"/>
                  <a:pt x="1427257" y="81760"/>
                </a:cubicBezTo>
                <a:cubicBezTo>
                  <a:pt x="1425936" y="82956"/>
                  <a:pt x="1423723" y="83553"/>
                  <a:pt x="1420620" y="83553"/>
                </a:cubicBezTo>
                <a:lnTo>
                  <a:pt x="1381674" y="83553"/>
                </a:lnTo>
                <a:cubicBezTo>
                  <a:pt x="1378570" y="83553"/>
                  <a:pt x="1376358" y="82945"/>
                  <a:pt x="1375037" y="81729"/>
                </a:cubicBezTo>
                <a:cubicBezTo>
                  <a:pt x="1373715" y="80512"/>
                  <a:pt x="1373055" y="78939"/>
                  <a:pt x="1373055" y="77010"/>
                </a:cubicBezTo>
                <a:cubicBezTo>
                  <a:pt x="1373055" y="75081"/>
                  <a:pt x="1373715" y="73529"/>
                  <a:pt x="1375037" y="72354"/>
                </a:cubicBezTo>
                <a:cubicBezTo>
                  <a:pt x="1376358" y="71180"/>
                  <a:pt x="1378570" y="70592"/>
                  <a:pt x="1381674" y="70592"/>
                </a:cubicBezTo>
                <a:lnTo>
                  <a:pt x="1394698" y="70592"/>
                </a:lnTo>
                <a:lnTo>
                  <a:pt x="1394698" y="20133"/>
                </a:lnTo>
                <a:lnTo>
                  <a:pt x="1381674" y="20133"/>
                </a:lnTo>
                <a:cubicBezTo>
                  <a:pt x="1378570" y="20133"/>
                  <a:pt x="1376358" y="19536"/>
                  <a:pt x="1375037" y="18340"/>
                </a:cubicBezTo>
                <a:cubicBezTo>
                  <a:pt x="1373715" y="17145"/>
                  <a:pt x="1373055" y="15582"/>
                  <a:pt x="1373055" y="13653"/>
                </a:cubicBezTo>
                <a:cubicBezTo>
                  <a:pt x="1373055" y="11723"/>
                  <a:pt x="1373715" y="10161"/>
                  <a:pt x="1375037" y="8966"/>
                </a:cubicBezTo>
                <a:cubicBezTo>
                  <a:pt x="1376358" y="7770"/>
                  <a:pt x="1378570" y="7172"/>
                  <a:pt x="1381674" y="7172"/>
                </a:cubicBezTo>
                <a:lnTo>
                  <a:pt x="1420620" y="7298"/>
                </a:lnTo>
                <a:cubicBezTo>
                  <a:pt x="1423723" y="7298"/>
                  <a:pt x="1425936" y="7886"/>
                  <a:pt x="1427257" y="9060"/>
                </a:cubicBezTo>
                <a:cubicBezTo>
                  <a:pt x="1428579" y="10234"/>
                  <a:pt x="1429239" y="11786"/>
                  <a:pt x="1429239" y="13716"/>
                </a:cubicBezTo>
                <a:cubicBezTo>
                  <a:pt x="1429239" y="15645"/>
                  <a:pt x="1428579" y="17218"/>
                  <a:pt x="1427257" y="18435"/>
                </a:cubicBezTo>
                <a:cubicBezTo>
                  <a:pt x="1425936" y="19651"/>
                  <a:pt x="1423723" y="20259"/>
                  <a:pt x="1420620" y="20259"/>
                </a:cubicBezTo>
                <a:lnTo>
                  <a:pt x="1407596" y="20259"/>
                </a:lnTo>
                <a:close/>
                <a:moveTo>
                  <a:pt x="1475282" y="39386"/>
                </a:moveTo>
                <a:lnTo>
                  <a:pt x="1475282" y="65099"/>
                </a:lnTo>
                <a:cubicBezTo>
                  <a:pt x="1475282" y="67852"/>
                  <a:pt x="1475848" y="69666"/>
                  <a:pt x="1476980" y="70541"/>
                </a:cubicBezTo>
                <a:cubicBezTo>
                  <a:pt x="1478742" y="71918"/>
                  <a:pt x="1481888" y="72606"/>
                  <a:pt x="1486418" y="72606"/>
                </a:cubicBezTo>
                <a:cubicBezTo>
                  <a:pt x="1493003" y="72606"/>
                  <a:pt x="1499085" y="71186"/>
                  <a:pt x="1504664" y="68345"/>
                </a:cubicBezTo>
                <a:cubicBezTo>
                  <a:pt x="1506803" y="67243"/>
                  <a:pt x="1508481" y="66692"/>
                  <a:pt x="1509697" y="66692"/>
                </a:cubicBezTo>
                <a:cubicBezTo>
                  <a:pt x="1511375" y="66692"/>
                  <a:pt x="1512832" y="67325"/>
                  <a:pt x="1514070" y="68593"/>
                </a:cubicBezTo>
                <a:cubicBezTo>
                  <a:pt x="1515307" y="69859"/>
                  <a:pt x="1515926" y="71400"/>
                  <a:pt x="1515926" y="73215"/>
                </a:cubicBezTo>
                <a:cubicBezTo>
                  <a:pt x="1515926" y="74905"/>
                  <a:pt x="1515255" y="76362"/>
                  <a:pt x="1513912" y="77586"/>
                </a:cubicBezTo>
                <a:cubicBezTo>
                  <a:pt x="1511857" y="79571"/>
                  <a:pt x="1507799" y="81397"/>
                  <a:pt x="1501738" y="83066"/>
                </a:cubicBezTo>
                <a:cubicBezTo>
                  <a:pt x="1495677" y="84733"/>
                  <a:pt x="1490570" y="85567"/>
                  <a:pt x="1486418" y="85567"/>
                </a:cubicBezTo>
                <a:cubicBezTo>
                  <a:pt x="1478407" y="85567"/>
                  <a:pt x="1472398" y="83841"/>
                  <a:pt x="1468392" y="80390"/>
                </a:cubicBezTo>
                <a:cubicBezTo>
                  <a:pt x="1464387" y="76939"/>
                  <a:pt x="1462384" y="72703"/>
                  <a:pt x="1462384" y="67685"/>
                </a:cubicBezTo>
                <a:lnTo>
                  <a:pt x="1462384" y="39386"/>
                </a:lnTo>
                <a:lnTo>
                  <a:pt x="1457728" y="39386"/>
                </a:lnTo>
                <a:cubicBezTo>
                  <a:pt x="1454624" y="39386"/>
                  <a:pt x="1452411" y="38785"/>
                  <a:pt x="1451090" y="37585"/>
                </a:cubicBezTo>
                <a:cubicBezTo>
                  <a:pt x="1449769" y="36383"/>
                  <a:pt x="1449108" y="34813"/>
                  <a:pt x="1449108" y="32874"/>
                </a:cubicBezTo>
                <a:cubicBezTo>
                  <a:pt x="1449108" y="30977"/>
                  <a:pt x="1449769" y="29429"/>
                  <a:pt x="1451090" y="28228"/>
                </a:cubicBezTo>
                <a:cubicBezTo>
                  <a:pt x="1452411" y="27026"/>
                  <a:pt x="1454624" y="26425"/>
                  <a:pt x="1457728" y="26425"/>
                </a:cubicBezTo>
                <a:lnTo>
                  <a:pt x="1462384" y="26425"/>
                </a:lnTo>
                <a:lnTo>
                  <a:pt x="1462384" y="14785"/>
                </a:lnTo>
                <a:cubicBezTo>
                  <a:pt x="1462384" y="11682"/>
                  <a:pt x="1462981" y="9469"/>
                  <a:pt x="1464177" y="8148"/>
                </a:cubicBezTo>
                <a:cubicBezTo>
                  <a:pt x="1465372" y="6826"/>
                  <a:pt x="1466935" y="6166"/>
                  <a:pt x="1468864" y="6166"/>
                </a:cubicBezTo>
                <a:cubicBezTo>
                  <a:pt x="1470752" y="6166"/>
                  <a:pt x="1472293" y="6826"/>
                  <a:pt x="1473489" y="8148"/>
                </a:cubicBezTo>
                <a:cubicBezTo>
                  <a:pt x="1474684" y="9469"/>
                  <a:pt x="1475282" y="11682"/>
                  <a:pt x="1475282" y="14785"/>
                </a:cubicBezTo>
                <a:lnTo>
                  <a:pt x="1475282" y="26425"/>
                </a:lnTo>
                <a:lnTo>
                  <a:pt x="1499127" y="26425"/>
                </a:lnTo>
                <a:cubicBezTo>
                  <a:pt x="1502231" y="26425"/>
                  <a:pt x="1504444" y="27026"/>
                  <a:pt x="1505765" y="28228"/>
                </a:cubicBezTo>
                <a:cubicBezTo>
                  <a:pt x="1507086" y="29429"/>
                  <a:pt x="1507747" y="30998"/>
                  <a:pt x="1507747" y="32937"/>
                </a:cubicBezTo>
                <a:cubicBezTo>
                  <a:pt x="1507747" y="34834"/>
                  <a:pt x="1507086" y="36383"/>
                  <a:pt x="1505765" y="37585"/>
                </a:cubicBezTo>
                <a:cubicBezTo>
                  <a:pt x="1504444" y="38785"/>
                  <a:pt x="1502231" y="39386"/>
                  <a:pt x="1499127" y="39386"/>
                </a:cubicBezTo>
                <a:lnTo>
                  <a:pt x="1475282" y="39386"/>
                </a:lnTo>
                <a:close/>
                <a:moveTo>
                  <a:pt x="1588141" y="61407"/>
                </a:moveTo>
                <a:lnTo>
                  <a:pt x="1535229" y="61407"/>
                </a:lnTo>
                <a:cubicBezTo>
                  <a:pt x="1536571" y="64762"/>
                  <a:pt x="1538951" y="67468"/>
                  <a:pt x="1542370" y="69523"/>
                </a:cubicBezTo>
                <a:cubicBezTo>
                  <a:pt x="1545788" y="71578"/>
                  <a:pt x="1550412" y="72606"/>
                  <a:pt x="1556243" y="72606"/>
                </a:cubicBezTo>
                <a:cubicBezTo>
                  <a:pt x="1561024" y="72606"/>
                  <a:pt x="1567379" y="71593"/>
                  <a:pt x="1575306" y="69568"/>
                </a:cubicBezTo>
                <a:cubicBezTo>
                  <a:pt x="1578578" y="68741"/>
                  <a:pt x="1580843" y="68327"/>
                  <a:pt x="1582101" y="68327"/>
                </a:cubicBezTo>
                <a:cubicBezTo>
                  <a:pt x="1583821" y="68327"/>
                  <a:pt x="1585268" y="68936"/>
                  <a:pt x="1586443" y="70152"/>
                </a:cubicBezTo>
                <a:cubicBezTo>
                  <a:pt x="1587617" y="71368"/>
                  <a:pt x="1588204" y="72899"/>
                  <a:pt x="1588204" y="74745"/>
                </a:cubicBezTo>
                <a:cubicBezTo>
                  <a:pt x="1588204" y="76423"/>
                  <a:pt x="1587575" y="77849"/>
                  <a:pt x="1586317" y="79023"/>
                </a:cubicBezTo>
                <a:cubicBezTo>
                  <a:pt x="1584639" y="80575"/>
                  <a:pt x="1580549" y="82054"/>
                  <a:pt x="1574048" y="83459"/>
                </a:cubicBezTo>
                <a:cubicBezTo>
                  <a:pt x="1567547" y="84864"/>
                  <a:pt x="1561297" y="85567"/>
                  <a:pt x="1555299" y="85567"/>
                </a:cubicBezTo>
                <a:cubicBezTo>
                  <a:pt x="1544981" y="85567"/>
                  <a:pt x="1536728" y="82651"/>
                  <a:pt x="1530541" y="76821"/>
                </a:cubicBezTo>
                <a:cubicBezTo>
                  <a:pt x="1524354" y="70991"/>
                  <a:pt x="1521261" y="63818"/>
                  <a:pt x="1521261" y="55304"/>
                </a:cubicBezTo>
                <a:cubicBezTo>
                  <a:pt x="1521261" y="46244"/>
                  <a:pt x="1524606" y="38872"/>
                  <a:pt x="1531296" y="33189"/>
                </a:cubicBezTo>
                <a:cubicBezTo>
                  <a:pt x="1537986" y="27505"/>
                  <a:pt x="1545694" y="24663"/>
                  <a:pt x="1554418" y="24663"/>
                </a:cubicBezTo>
                <a:cubicBezTo>
                  <a:pt x="1559661" y="24663"/>
                  <a:pt x="1564474" y="25585"/>
                  <a:pt x="1568857" y="27428"/>
                </a:cubicBezTo>
                <a:cubicBezTo>
                  <a:pt x="1573241" y="29269"/>
                  <a:pt x="1576502" y="31258"/>
                  <a:pt x="1578641" y="33393"/>
                </a:cubicBezTo>
                <a:cubicBezTo>
                  <a:pt x="1581661" y="36492"/>
                  <a:pt x="1584157" y="40323"/>
                  <a:pt x="1586128" y="44887"/>
                </a:cubicBezTo>
                <a:cubicBezTo>
                  <a:pt x="1587470" y="48070"/>
                  <a:pt x="1588141" y="51755"/>
                  <a:pt x="1588141" y="55943"/>
                </a:cubicBezTo>
                <a:lnTo>
                  <a:pt x="1588141" y="61407"/>
                </a:lnTo>
                <a:moveTo>
                  <a:pt x="1573859" y="48446"/>
                </a:moveTo>
                <a:cubicBezTo>
                  <a:pt x="1571888" y="44818"/>
                  <a:pt x="1569308" y="42107"/>
                  <a:pt x="1566121" y="40314"/>
                </a:cubicBezTo>
                <a:cubicBezTo>
                  <a:pt x="1562933" y="38521"/>
                  <a:pt x="1559137" y="37624"/>
                  <a:pt x="1554733" y="37624"/>
                </a:cubicBezTo>
                <a:cubicBezTo>
                  <a:pt x="1550370" y="37624"/>
                  <a:pt x="1546595" y="38521"/>
                  <a:pt x="1543408" y="40314"/>
                </a:cubicBezTo>
                <a:cubicBezTo>
                  <a:pt x="1540220" y="42107"/>
                  <a:pt x="1537619" y="44818"/>
                  <a:pt x="1535606" y="48446"/>
                </a:cubicBezTo>
                <a:lnTo>
                  <a:pt x="1573859" y="48446"/>
                </a:lnTo>
                <a:close/>
                <a:moveTo>
                  <a:pt x="1613170" y="26425"/>
                </a:moveTo>
                <a:lnTo>
                  <a:pt x="1613170" y="30074"/>
                </a:lnTo>
                <a:cubicBezTo>
                  <a:pt x="1615267" y="27972"/>
                  <a:pt x="1617165" y="26523"/>
                  <a:pt x="1618864" y="25729"/>
                </a:cubicBezTo>
                <a:cubicBezTo>
                  <a:pt x="1620562" y="24935"/>
                  <a:pt x="1622523" y="24537"/>
                  <a:pt x="1624746" y="24537"/>
                </a:cubicBezTo>
                <a:cubicBezTo>
                  <a:pt x="1626634" y="24537"/>
                  <a:pt x="1628500" y="25009"/>
                  <a:pt x="1630346" y="25953"/>
                </a:cubicBezTo>
                <a:cubicBezTo>
                  <a:pt x="1632191" y="26897"/>
                  <a:pt x="1633995" y="28312"/>
                  <a:pt x="1635757" y="30200"/>
                </a:cubicBezTo>
                <a:cubicBezTo>
                  <a:pt x="1637980" y="28333"/>
                  <a:pt x="1640234" y="26944"/>
                  <a:pt x="1642520" y="26032"/>
                </a:cubicBezTo>
                <a:cubicBezTo>
                  <a:pt x="1644806" y="25119"/>
                  <a:pt x="1647145" y="24663"/>
                  <a:pt x="1649535" y="24663"/>
                </a:cubicBezTo>
                <a:cubicBezTo>
                  <a:pt x="1654317" y="24663"/>
                  <a:pt x="1658197" y="25943"/>
                  <a:pt x="1661175" y="28501"/>
                </a:cubicBezTo>
                <a:cubicBezTo>
                  <a:pt x="1665118" y="31857"/>
                  <a:pt x="1667089" y="36261"/>
                  <a:pt x="1667089" y="41714"/>
                </a:cubicBezTo>
                <a:lnTo>
                  <a:pt x="1667089" y="70592"/>
                </a:lnTo>
                <a:cubicBezTo>
                  <a:pt x="1669774" y="70592"/>
                  <a:pt x="1671766" y="71190"/>
                  <a:pt x="1673066" y="72386"/>
                </a:cubicBezTo>
                <a:cubicBezTo>
                  <a:pt x="1674367" y="73581"/>
                  <a:pt x="1675017" y="75143"/>
                  <a:pt x="1675017" y="77073"/>
                </a:cubicBezTo>
                <a:cubicBezTo>
                  <a:pt x="1675017" y="79002"/>
                  <a:pt x="1674367" y="80565"/>
                  <a:pt x="1673066" y="81760"/>
                </a:cubicBezTo>
                <a:cubicBezTo>
                  <a:pt x="1671766" y="82956"/>
                  <a:pt x="1669564" y="83553"/>
                  <a:pt x="1666460" y="83553"/>
                </a:cubicBezTo>
                <a:lnTo>
                  <a:pt x="1654191" y="83553"/>
                </a:lnTo>
                <a:lnTo>
                  <a:pt x="1654191" y="42846"/>
                </a:lnTo>
                <a:cubicBezTo>
                  <a:pt x="1654191" y="40875"/>
                  <a:pt x="1653835" y="39512"/>
                  <a:pt x="1653122" y="38757"/>
                </a:cubicBezTo>
                <a:cubicBezTo>
                  <a:pt x="1652409" y="38002"/>
                  <a:pt x="1651318" y="37624"/>
                  <a:pt x="1649850" y="37624"/>
                </a:cubicBezTo>
                <a:cubicBezTo>
                  <a:pt x="1648424" y="37624"/>
                  <a:pt x="1647103" y="37996"/>
                  <a:pt x="1645886" y="38739"/>
                </a:cubicBezTo>
                <a:cubicBezTo>
                  <a:pt x="1644334" y="39772"/>
                  <a:pt x="1642447" y="41714"/>
                  <a:pt x="1640224" y="44565"/>
                </a:cubicBezTo>
                <a:lnTo>
                  <a:pt x="1640224" y="70592"/>
                </a:lnTo>
                <a:cubicBezTo>
                  <a:pt x="1642908" y="70592"/>
                  <a:pt x="1644901" y="71190"/>
                  <a:pt x="1646201" y="72386"/>
                </a:cubicBezTo>
                <a:cubicBezTo>
                  <a:pt x="1647501" y="73581"/>
                  <a:pt x="1648151" y="75143"/>
                  <a:pt x="1648151" y="77073"/>
                </a:cubicBezTo>
                <a:cubicBezTo>
                  <a:pt x="1648151" y="79002"/>
                  <a:pt x="1647501" y="80565"/>
                  <a:pt x="1646201" y="81760"/>
                </a:cubicBezTo>
                <a:cubicBezTo>
                  <a:pt x="1644901" y="82956"/>
                  <a:pt x="1642699" y="83553"/>
                  <a:pt x="1639595" y="83553"/>
                </a:cubicBezTo>
                <a:lnTo>
                  <a:pt x="1627326" y="83553"/>
                </a:lnTo>
                <a:lnTo>
                  <a:pt x="1627326" y="42734"/>
                </a:lnTo>
                <a:cubicBezTo>
                  <a:pt x="1627326" y="40799"/>
                  <a:pt x="1626959" y="39443"/>
                  <a:pt x="1626225" y="38666"/>
                </a:cubicBezTo>
                <a:cubicBezTo>
                  <a:pt x="1625491" y="37888"/>
                  <a:pt x="1624390" y="37498"/>
                  <a:pt x="1622922" y="37498"/>
                </a:cubicBezTo>
                <a:cubicBezTo>
                  <a:pt x="1621412" y="37498"/>
                  <a:pt x="1619923" y="37971"/>
                  <a:pt x="1618455" y="38918"/>
                </a:cubicBezTo>
                <a:cubicBezTo>
                  <a:pt x="1616987" y="39864"/>
                  <a:pt x="1615225" y="41746"/>
                  <a:pt x="1613170" y="44565"/>
                </a:cubicBezTo>
                <a:lnTo>
                  <a:pt x="1613170" y="70592"/>
                </a:lnTo>
                <a:cubicBezTo>
                  <a:pt x="1615854" y="70592"/>
                  <a:pt x="1617857" y="71190"/>
                  <a:pt x="1619178" y="72386"/>
                </a:cubicBezTo>
                <a:cubicBezTo>
                  <a:pt x="1620499" y="73581"/>
                  <a:pt x="1621160" y="75143"/>
                  <a:pt x="1621160" y="77073"/>
                </a:cubicBezTo>
                <a:cubicBezTo>
                  <a:pt x="1621160" y="79002"/>
                  <a:pt x="1620499" y="80565"/>
                  <a:pt x="1619178" y="81760"/>
                </a:cubicBezTo>
                <a:cubicBezTo>
                  <a:pt x="1617857" y="82956"/>
                  <a:pt x="1615644" y="83553"/>
                  <a:pt x="1612540" y="83553"/>
                </a:cubicBezTo>
                <a:lnTo>
                  <a:pt x="1600901" y="83553"/>
                </a:lnTo>
                <a:cubicBezTo>
                  <a:pt x="1597797" y="83553"/>
                  <a:pt x="1595584" y="82945"/>
                  <a:pt x="1594263" y="81729"/>
                </a:cubicBezTo>
                <a:cubicBezTo>
                  <a:pt x="1592942" y="80512"/>
                  <a:pt x="1592281" y="78939"/>
                  <a:pt x="1592281" y="77010"/>
                </a:cubicBezTo>
                <a:cubicBezTo>
                  <a:pt x="1592281" y="75081"/>
                  <a:pt x="1592931" y="73529"/>
                  <a:pt x="1594232" y="72354"/>
                </a:cubicBezTo>
                <a:cubicBezTo>
                  <a:pt x="1595532" y="71180"/>
                  <a:pt x="1597545" y="70592"/>
                  <a:pt x="1600272" y="70592"/>
                </a:cubicBezTo>
                <a:lnTo>
                  <a:pt x="1600272" y="39386"/>
                </a:lnTo>
                <a:cubicBezTo>
                  <a:pt x="1597545" y="39386"/>
                  <a:pt x="1595532" y="38778"/>
                  <a:pt x="1594232" y="37561"/>
                </a:cubicBezTo>
                <a:cubicBezTo>
                  <a:pt x="1592931" y="36345"/>
                  <a:pt x="1592281" y="34772"/>
                  <a:pt x="1592281" y="32842"/>
                </a:cubicBezTo>
                <a:cubicBezTo>
                  <a:pt x="1592281" y="30913"/>
                  <a:pt x="1592942" y="29361"/>
                  <a:pt x="1594263" y="28187"/>
                </a:cubicBezTo>
                <a:cubicBezTo>
                  <a:pt x="1595584" y="27012"/>
                  <a:pt x="1597797" y="26425"/>
                  <a:pt x="1600901" y="26425"/>
                </a:cubicBezTo>
                <a:lnTo>
                  <a:pt x="1613170" y="26425"/>
                </a:lnTo>
                <a:close/>
                <a:moveTo>
                  <a:pt x="1705770" y="52189"/>
                </a:moveTo>
                <a:cubicBezTo>
                  <a:pt x="1705770" y="44845"/>
                  <a:pt x="1706987" y="37416"/>
                  <a:pt x="1709420" y="29903"/>
                </a:cubicBezTo>
                <a:cubicBezTo>
                  <a:pt x="1711223" y="24362"/>
                  <a:pt x="1714012" y="18193"/>
                  <a:pt x="1717787" y="11394"/>
                </a:cubicBezTo>
                <a:cubicBezTo>
                  <a:pt x="1720514" y="6526"/>
                  <a:pt x="1722527" y="3536"/>
                  <a:pt x="1723827" y="2424"/>
                </a:cubicBezTo>
                <a:cubicBezTo>
                  <a:pt x="1725128" y="1311"/>
                  <a:pt x="1726575" y="755"/>
                  <a:pt x="1728169" y="755"/>
                </a:cubicBezTo>
                <a:cubicBezTo>
                  <a:pt x="1730014" y="755"/>
                  <a:pt x="1731566" y="1385"/>
                  <a:pt x="1732824" y="2644"/>
                </a:cubicBezTo>
                <a:cubicBezTo>
                  <a:pt x="1734083" y="3903"/>
                  <a:pt x="1734712" y="5413"/>
                  <a:pt x="1734712" y="7176"/>
                </a:cubicBezTo>
                <a:cubicBezTo>
                  <a:pt x="1734712" y="8394"/>
                  <a:pt x="1734209" y="9842"/>
                  <a:pt x="1733202" y="11520"/>
                </a:cubicBezTo>
                <a:cubicBezTo>
                  <a:pt x="1728672" y="18949"/>
                  <a:pt x="1725369" y="25916"/>
                  <a:pt x="1723293" y="32422"/>
                </a:cubicBezTo>
                <a:cubicBezTo>
                  <a:pt x="1721216" y="38927"/>
                  <a:pt x="1720178" y="45516"/>
                  <a:pt x="1720178" y="52189"/>
                </a:cubicBezTo>
                <a:cubicBezTo>
                  <a:pt x="1720178" y="58904"/>
                  <a:pt x="1721216" y="65515"/>
                  <a:pt x="1723293" y="72020"/>
                </a:cubicBezTo>
                <a:cubicBezTo>
                  <a:pt x="1725369" y="78525"/>
                  <a:pt x="1728672" y="85493"/>
                  <a:pt x="1733202" y="92922"/>
                </a:cubicBezTo>
                <a:cubicBezTo>
                  <a:pt x="1734209" y="94558"/>
                  <a:pt x="1734712" y="96006"/>
                  <a:pt x="1734712" y="97265"/>
                </a:cubicBezTo>
                <a:cubicBezTo>
                  <a:pt x="1734712" y="99028"/>
                  <a:pt x="1734083" y="100539"/>
                  <a:pt x="1732824" y="101797"/>
                </a:cubicBezTo>
                <a:cubicBezTo>
                  <a:pt x="1731566" y="103057"/>
                  <a:pt x="1730014" y="103687"/>
                  <a:pt x="1728169" y="103687"/>
                </a:cubicBezTo>
                <a:cubicBezTo>
                  <a:pt x="1726617" y="103687"/>
                  <a:pt x="1725254" y="103183"/>
                  <a:pt x="1724079" y="102177"/>
                </a:cubicBezTo>
                <a:cubicBezTo>
                  <a:pt x="1722401" y="100707"/>
                  <a:pt x="1720178" y="97412"/>
                  <a:pt x="1717410" y="92291"/>
                </a:cubicBezTo>
                <a:cubicBezTo>
                  <a:pt x="1713425" y="84863"/>
                  <a:pt x="1710699" y="78736"/>
                  <a:pt x="1709231" y="73909"/>
                </a:cubicBezTo>
                <a:cubicBezTo>
                  <a:pt x="1706924" y="66522"/>
                  <a:pt x="1705770" y="59282"/>
                  <a:pt x="1705770" y="52189"/>
                </a:cubicBezTo>
                <a:close/>
                <a:moveTo>
                  <a:pt x="1799315" y="83553"/>
                </a:moveTo>
                <a:lnTo>
                  <a:pt x="1799315" y="80533"/>
                </a:lnTo>
                <a:cubicBezTo>
                  <a:pt x="1796085" y="82211"/>
                  <a:pt x="1792520" y="83469"/>
                  <a:pt x="1788619" y="84308"/>
                </a:cubicBezTo>
                <a:cubicBezTo>
                  <a:pt x="1784718" y="85147"/>
                  <a:pt x="1781174" y="85567"/>
                  <a:pt x="1777986" y="85567"/>
                </a:cubicBezTo>
                <a:cubicBezTo>
                  <a:pt x="1771065" y="85567"/>
                  <a:pt x="1765445" y="83735"/>
                  <a:pt x="1761124" y="80071"/>
                </a:cubicBezTo>
                <a:cubicBezTo>
                  <a:pt x="1756804" y="76406"/>
                  <a:pt x="1754644" y="72354"/>
                  <a:pt x="1754644" y="67915"/>
                </a:cubicBezTo>
                <a:cubicBezTo>
                  <a:pt x="1754644" y="62513"/>
                  <a:pt x="1757402" y="57499"/>
                  <a:pt x="1762918" y="52872"/>
                </a:cubicBezTo>
                <a:cubicBezTo>
                  <a:pt x="1768433" y="48243"/>
                  <a:pt x="1776057" y="45929"/>
                  <a:pt x="1785788" y="45929"/>
                </a:cubicBezTo>
                <a:cubicBezTo>
                  <a:pt x="1789689" y="45929"/>
                  <a:pt x="1794198" y="46349"/>
                  <a:pt x="1799315" y="47187"/>
                </a:cubicBezTo>
                <a:lnTo>
                  <a:pt x="1799315" y="44124"/>
                </a:lnTo>
                <a:cubicBezTo>
                  <a:pt x="1799315" y="42208"/>
                  <a:pt x="1798486" y="40645"/>
                  <a:pt x="1796830" y="39437"/>
                </a:cubicBezTo>
                <a:cubicBezTo>
                  <a:pt x="1795173" y="38228"/>
                  <a:pt x="1792016" y="37624"/>
                  <a:pt x="1787361" y="37624"/>
                </a:cubicBezTo>
                <a:cubicBezTo>
                  <a:pt x="1783544" y="37624"/>
                  <a:pt x="1778594" y="38363"/>
                  <a:pt x="1772512" y="39842"/>
                </a:cubicBezTo>
                <a:cubicBezTo>
                  <a:pt x="1770247" y="40377"/>
                  <a:pt x="1768486" y="40644"/>
                  <a:pt x="1767227" y="40644"/>
                </a:cubicBezTo>
                <a:cubicBezTo>
                  <a:pt x="1765508" y="40644"/>
                  <a:pt x="1764050" y="40025"/>
                  <a:pt x="1762855" y="38788"/>
                </a:cubicBezTo>
                <a:cubicBezTo>
                  <a:pt x="1761659" y="37551"/>
                  <a:pt x="1761061" y="35967"/>
                  <a:pt x="1761061" y="34038"/>
                </a:cubicBezTo>
                <a:cubicBezTo>
                  <a:pt x="1761061" y="32947"/>
                  <a:pt x="1761271" y="32004"/>
                  <a:pt x="1761691" y="31207"/>
                </a:cubicBezTo>
                <a:cubicBezTo>
                  <a:pt x="1762110" y="30410"/>
                  <a:pt x="1762697" y="29770"/>
                  <a:pt x="1763452" y="29288"/>
                </a:cubicBezTo>
                <a:cubicBezTo>
                  <a:pt x="1764207" y="28805"/>
                  <a:pt x="1765780" y="28229"/>
                  <a:pt x="1768171" y="27557"/>
                </a:cubicBezTo>
                <a:cubicBezTo>
                  <a:pt x="1771359" y="26677"/>
                  <a:pt x="1774610" y="25974"/>
                  <a:pt x="1777923" y="25450"/>
                </a:cubicBezTo>
                <a:cubicBezTo>
                  <a:pt x="1781237" y="24925"/>
                  <a:pt x="1784236" y="24663"/>
                  <a:pt x="1786920" y="24663"/>
                </a:cubicBezTo>
                <a:cubicBezTo>
                  <a:pt x="1794932" y="24663"/>
                  <a:pt x="1801150" y="26394"/>
                  <a:pt x="1805575" y="29854"/>
                </a:cubicBezTo>
                <a:cubicBezTo>
                  <a:pt x="1810000" y="33314"/>
                  <a:pt x="1812213" y="38044"/>
                  <a:pt x="1812213" y="44042"/>
                </a:cubicBezTo>
                <a:lnTo>
                  <a:pt x="1812213" y="70592"/>
                </a:lnTo>
                <a:lnTo>
                  <a:pt x="1814415" y="70592"/>
                </a:lnTo>
                <a:cubicBezTo>
                  <a:pt x="1817519" y="70592"/>
                  <a:pt x="1819731" y="71190"/>
                  <a:pt x="1821052" y="72386"/>
                </a:cubicBezTo>
                <a:cubicBezTo>
                  <a:pt x="1822374" y="73581"/>
                  <a:pt x="1823034" y="75143"/>
                  <a:pt x="1823034" y="77073"/>
                </a:cubicBezTo>
                <a:cubicBezTo>
                  <a:pt x="1823034" y="79002"/>
                  <a:pt x="1822374" y="80565"/>
                  <a:pt x="1821052" y="81760"/>
                </a:cubicBezTo>
                <a:cubicBezTo>
                  <a:pt x="1819731" y="82956"/>
                  <a:pt x="1817519" y="83553"/>
                  <a:pt x="1814415" y="83553"/>
                </a:cubicBezTo>
                <a:lnTo>
                  <a:pt x="1799315" y="83553"/>
                </a:lnTo>
                <a:moveTo>
                  <a:pt x="1799315" y="60386"/>
                </a:moveTo>
                <a:cubicBezTo>
                  <a:pt x="1794156" y="59389"/>
                  <a:pt x="1789395" y="58890"/>
                  <a:pt x="1785033" y="58890"/>
                </a:cubicBezTo>
                <a:cubicBezTo>
                  <a:pt x="1779790" y="58890"/>
                  <a:pt x="1775281" y="60157"/>
                  <a:pt x="1771506" y="62692"/>
                </a:cubicBezTo>
                <a:cubicBezTo>
                  <a:pt x="1769157" y="64314"/>
                  <a:pt x="1767982" y="65956"/>
                  <a:pt x="1767982" y="67618"/>
                </a:cubicBezTo>
                <a:cubicBezTo>
                  <a:pt x="1767982" y="68824"/>
                  <a:pt x="1768549" y="69801"/>
                  <a:pt x="1769681" y="70549"/>
                </a:cubicBezTo>
                <a:cubicBezTo>
                  <a:pt x="1771778" y="71920"/>
                  <a:pt x="1774651" y="72606"/>
                  <a:pt x="1778301" y="72606"/>
                </a:cubicBezTo>
                <a:cubicBezTo>
                  <a:pt x="1781405" y="72606"/>
                  <a:pt x="1784917" y="72003"/>
                  <a:pt x="1788839" y="70799"/>
                </a:cubicBezTo>
                <a:cubicBezTo>
                  <a:pt x="1792761" y="69593"/>
                  <a:pt x="1796253" y="67951"/>
                  <a:pt x="1799315" y="65872"/>
                </a:cubicBezTo>
                <a:lnTo>
                  <a:pt x="1799315" y="60386"/>
                </a:lnTo>
                <a:close/>
                <a:moveTo>
                  <a:pt x="1862345" y="26425"/>
                </a:moveTo>
                <a:lnTo>
                  <a:pt x="1862345" y="34478"/>
                </a:lnTo>
                <a:cubicBezTo>
                  <a:pt x="1867755" y="30553"/>
                  <a:pt x="1872023" y="27936"/>
                  <a:pt x="1875148" y="26627"/>
                </a:cubicBezTo>
                <a:cubicBezTo>
                  <a:pt x="1878273" y="25318"/>
                  <a:pt x="1881199" y="24663"/>
                  <a:pt x="1883925" y="24663"/>
                </a:cubicBezTo>
                <a:cubicBezTo>
                  <a:pt x="1888119" y="24663"/>
                  <a:pt x="1892188" y="26221"/>
                  <a:pt x="1896131" y="29335"/>
                </a:cubicBezTo>
                <a:cubicBezTo>
                  <a:pt x="1898815" y="31440"/>
                  <a:pt x="1900158" y="33587"/>
                  <a:pt x="1900158" y="35776"/>
                </a:cubicBezTo>
                <a:cubicBezTo>
                  <a:pt x="1900158" y="37628"/>
                  <a:pt x="1899518" y="39196"/>
                  <a:pt x="1898239" y="40481"/>
                </a:cubicBezTo>
                <a:cubicBezTo>
                  <a:pt x="1896959" y="41764"/>
                  <a:pt x="1895418" y="42406"/>
                  <a:pt x="1893614" y="42406"/>
                </a:cubicBezTo>
                <a:cubicBezTo>
                  <a:pt x="1892020" y="42406"/>
                  <a:pt x="1890343" y="41609"/>
                  <a:pt x="1888581" y="40015"/>
                </a:cubicBezTo>
                <a:cubicBezTo>
                  <a:pt x="1886819" y="38421"/>
                  <a:pt x="1885246" y="37624"/>
                  <a:pt x="1883862" y="37624"/>
                </a:cubicBezTo>
                <a:cubicBezTo>
                  <a:pt x="1882059" y="37624"/>
                  <a:pt x="1879364" y="38757"/>
                  <a:pt x="1875777" y="41022"/>
                </a:cubicBezTo>
                <a:cubicBezTo>
                  <a:pt x="1872191" y="43287"/>
                  <a:pt x="1867714" y="46684"/>
                  <a:pt x="1862345" y="51214"/>
                </a:cubicBezTo>
                <a:lnTo>
                  <a:pt x="1862345" y="70592"/>
                </a:lnTo>
                <a:lnTo>
                  <a:pt x="1880716" y="70592"/>
                </a:lnTo>
                <a:cubicBezTo>
                  <a:pt x="1883820" y="70592"/>
                  <a:pt x="1886033" y="71190"/>
                  <a:pt x="1887354" y="72386"/>
                </a:cubicBezTo>
                <a:cubicBezTo>
                  <a:pt x="1888675" y="73581"/>
                  <a:pt x="1889336" y="75143"/>
                  <a:pt x="1889336" y="77073"/>
                </a:cubicBezTo>
                <a:cubicBezTo>
                  <a:pt x="1889336" y="79002"/>
                  <a:pt x="1888675" y="80565"/>
                  <a:pt x="1887354" y="81760"/>
                </a:cubicBezTo>
                <a:cubicBezTo>
                  <a:pt x="1886033" y="82956"/>
                  <a:pt x="1883820" y="83553"/>
                  <a:pt x="1880716" y="83553"/>
                </a:cubicBezTo>
                <a:lnTo>
                  <a:pt x="1841771" y="83553"/>
                </a:lnTo>
                <a:cubicBezTo>
                  <a:pt x="1838667" y="83553"/>
                  <a:pt x="1836454" y="82945"/>
                  <a:pt x="1835133" y="81729"/>
                </a:cubicBezTo>
                <a:cubicBezTo>
                  <a:pt x="1833812" y="80512"/>
                  <a:pt x="1833151" y="78939"/>
                  <a:pt x="1833151" y="77010"/>
                </a:cubicBezTo>
                <a:cubicBezTo>
                  <a:pt x="1833151" y="75081"/>
                  <a:pt x="1833812" y="73529"/>
                  <a:pt x="1835133" y="72354"/>
                </a:cubicBezTo>
                <a:cubicBezTo>
                  <a:pt x="1836454" y="71180"/>
                  <a:pt x="1838667" y="70592"/>
                  <a:pt x="1841771" y="70592"/>
                </a:cubicBezTo>
                <a:lnTo>
                  <a:pt x="1849447" y="70592"/>
                </a:lnTo>
                <a:lnTo>
                  <a:pt x="1849447" y="39386"/>
                </a:lnTo>
                <a:lnTo>
                  <a:pt x="1844791" y="39386"/>
                </a:lnTo>
                <a:cubicBezTo>
                  <a:pt x="1841687" y="39386"/>
                  <a:pt x="1839474" y="38778"/>
                  <a:pt x="1838153" y="37561"/>
                </a:cubicBezTo>
                <a:cubicBezTo>
                  <a:pt x="1836832" y="36345"/>
                  <a:pt x="1836171" y="34772"/>
                  <a:pt x="1836171" y="32842"/>
                </a:cubicBezTo>
                <a:cubicBezTo>
                  <a:pt x="1836171" y="30913"/>
                  <a:pt x="1836832" y="29361"/>
                  <a:pt x="1838153" y="28187"/>
                </a:cubicBezTo>
                <a:cubicBezTo>
                  <a:pt x="1839474" y="27012"/>
                  <a:pt x="1841687" y="26425"/>
                  <a:pt x="1844791" y="26425"/>
                </a:cubicBezTo>
                <a:lnTo>
                  <a:pt x="1862345" y="26425"/>
                </a:lnTo>
                <a:close/>
                <a:moveTo>
                  <a:pt x="1956519" y="30326"/>
                </a:moveTo>
                <a:lnTo>
                  <a:pt x="1956519" y="26425"/>
                </a:lnTo>
                <a:lnTo>
                  <a:pt x="1971619" y="26425"/>
                </a:lnTo>
                <a:cubicBezTo>
                  <a:pt x="1974722" y="26425"/>
                  <a:pt x="1976935" y="27023"/>
                  <a:pt x="1978256" y="28218"/>
                </a:cubicBezTo>
                <a:cubicBezTo>
                  <a:pt x="1979577" y="29414"/>
                  <a:pt x="1980238" y="30976"/>
                  <a:pt x="1980238" y="32905"/>
                </a:cubicBezTo>
                <a:cubicBezTo>
                  <a:pt x="1980238" y="34835"/>
                  <a:pt x="1979577" y="36397"/>
                  <a:pt x="1978256" y="37593"/>
                </a:cubicBezTo>
                <a:cubicBezTo>
                  <a:pt x="1976935" y="38788"/>
                  <a:pt x="1974722" y="39386"/>
                  <a:pt x="1971619" y="39386"/>
                </a:cubicBezTo>
                <a:lnTo>
                  <a:pt x="1969416" y="39386"/>
                </a:lnTo>
                <a:lnTo>
                  <a:pt x="1969416" y="86280"/>
                </a:lnTo>
                <a:cubicBezTo>
                  <a:pt x="1969416" y="90806"/>
                  <a:pt x="1968462" y="94756"/>
                  <a:pt x="1966554" y="98128"/>
                </a:cubicBezTo>
                <a:cubicBezTo>
                  <a:pt x="1964645" y="101502"/>
                  <a:pt x="1961720" y="104404"/>
                  <a:pt x="1957777" y="106834"/>
                </a:cubicBezTo>
                <a:cubicBezTo>
                  <a:pt x="1953834" y="109266"/>
                  <a:pt x="1949388" y="110482"/>
                  <a:pt x="1944439" y="110482"/>
                </a:cubicBezTo>
                <a:lnTo>
                  <a:pt x="1929842" y="110482"/>
                </a:lnTo>
                <a:cubicBezTo>
                  <a:pt x="1926738" y="110482"/>
                  <a:pt x="1924525" y="109881"/>
                  <a:pt x="1923204" y="108679"/>
                </a:cubicBezTo>
                <a:cubicBezTo>
                  <a:pt x="1921883" y="107478"/>
                  <a:pt x="1921222" y="105929"/>
                  <a:pt x="1921222" y="104033"/>
                </a:cubicBezTo>
                <a:cubicBezTo>
                  <a:pt x="1921222" y="102094"/>
                  <a:pt x="1921883" y="100524"/>
                  <a:pt x="1923204" y="99322"/>
                </a:cubicBezTo>
                <a:cubicBezTo>
                  <a:pt x="1924525" y="98121"/>
                  <a:pt x="1926738" y="97521"/>
                  <a:pt x="1929842" y="97521"/>
                </a:cubicBezTo>
                <a:lnTo>
                  <a:pt x="1944061" y="97521"/>
                </a:lnTo>
                <a:cubicBezTo>
                  <a:pt x="1948004" y="97521"/>
                  <a:pt x="1951066" y="96458"/>
                  <a:pt x="1953247" y="94334"/>
                </a:cubicBezTo>
                <a:cubicBezTo>
                  <a:pt x="1955428" y="92210"/>
                  <a:pt x="1956519" y="89524"/>
                  <a:pt x="1956519" y="86276"/>
                </a:cubicBezTo>
                <a:lnTo>
                  <a:pt x="1956519" y="80030"/>
                </a:lnTo>
                <a:cubicBezTo>
                  <a:pt x="1953666" y="81875"/>
                  <a:pt x="1950762" y="83260"/>
                  <a:pt x="1947805" y="84182"/>
                </a:cubicBezTo>
                <a:cubicBezTo>
                  <a:pt x="1944847" y="85105"/>
                  <a:pt x="1941817" y="85567"/>
                  <a:pt x="1938713" y="85567"/>
                </a:cubicBezTo>
                <a:cubicBezTo>
                  <a:pt x="1929947" y="85567"/>
                  <a:pt x="1922606" y="82638"/>
                  <a:pt x="1916692" y="76782"/>
                </a:cubicBezTo>
                <a:cubicBezTo>
                  <a:pt x="1910778" y="70924"/>
                  <a:pt x="1907821" y="63691"/>
                  <a:pt x="1907821" y="55084"/>
                </a:cubicBezTo>
                <a:cubicBezTo>
                  <a:pt x="1907821" y="46434"/>
                  <a:pt x="1910778" y="39181"/>
                  <a:pt x="1916692" y="33324"/>
                </a:cubicBezTo>
                <a:cubicBezTo>
                  <a:pt x="1922606" y="27466"/>
                  <a:pt x="1929947" y="24537"/>
                  <a:pt x="1938713" y="24537"/>
                </a:cubicBezTo>
                <a:cubicBezTo>
                  <a:pt x="1941985" y="24537"/>
                  <a:pt x="1945099" y="25015"/>
                  <a:pt x="1948056" y="25969"/>
                </a:cubicBezTo>
                <a:cubicBezTo>
                  <a:pt x="1951013" y="26923"/>
                  <a:pt x="1953834" y="28375"/>
                  <a:pt x="1956519" y="30326"/>
                </a:cubicBezTo>
                <a:moveTo>
                  <a:pt x="1956456" y="55052"/>
                </a:moveTo>
                <a:cubicBezTo>
                  <a:pt x="1956456" y="50312"/>
                  <a:pt x="1954704" y="46202"/>
                  <a:pt x="1951202" y="42720"/>
                </a:cubicBezTo>
                <a:cubicBezTo>
                  <a:pt x="1947700" y="39239"/>
                  <a:pt x="1943495" y="37498"/>
                  <a:pt x="1938587" y="37498"/>
                </a:cubicBezTo>
                <a:cubicBezTo>
                  <a:pt x="1933680" y="37498"/>
                  <a:pt x="1929475" y="39239"/>
                  <a:pt x="1925972" y="42720"/>
                </a:cubicBezTo>
                <a:cubicBezTo>
                  <a:pt x="1922470" y="46202"/>
                  <a:pt x="1920719" y="50312"/>
                  <a:pt x="1920719" y="55052"/>
                </a:cubicBezTo>
                <a:cubicBezTo>
                  <a:pt x="1920719" y="59834"/>
                  <a:pt x="1922470" y="63955"/>
                  <a:pt x="1925972" y="67415"/>
                </a:cubicBezTo>
                <a:cubicBezTo>
                  <a:pt x="1929475" y="70876"/>
                  <a:pt x="1933680" y="72606"/>
                  <a:pt x="1938587" y="72606"/>
                </a:cubicBezTo>
                <a:cubicBezTo>
                  <a:pt x="1943495" y="72606"/>
                  <a:pt x="1947700" y="70876"/>
                  <a:pt x="1951202" y="67415"/>
                </a:cubicBezTo>
                <a:cubicBezTo>
                  <a:pt x="1954704" y="63955"/>
                  <a:pt x="1956456" y="59834"/>
                  <a:pt x="1956456" y="55052"/>
                </a:cubicBezTo>
                <a:close/>
                <a:moveTo>
                  <a:pt x="2026217" y="0"/>
                </a:moveTo>
                <a:lnTo>
                  <a:pt x="2026217" y="70592"/>
                </a:lnTo>
                <a:lnTo>
                  <a:pt x="2039241" y="70592"/>
                </a:lnTo>
                <a:cubicBezTo>
                  <a:pt x="2042345" y="70592"/>
                  <a:pt x="2044557" y="71190"/>
                  <a:pt x="2045879" y="72386"/>
                </a:cubicBezTo>
                <a:cubicBezTo>
                  <a:pt x="2047200" y="73581"/>
                  <a:pt x="2047861" y="75143"/>
                  <a:pt x="2047861" y="77073"/>
                </a:cubicBezTo>
                <a:cubicBezTo>
                  <a:pt x="2047861" y="79002"/>
                  <a:pt x="2047200" y="80565"/>
                  <a:pt x="2045879" y="81760"/>
                </a:cubicBezTo>
                <a:cubicBezTo>
                  <a:pt x="2044557" y="82956"/>
                  <a:pt x="2042345" y="83553"/>
                  <a:pt x="2039241" y="83553"/>
                </a:cubicBezTo>
                <a:lnTo>
                  <a:pt x="2000296" y="83553"/>
                </a:lnTo>
                <a:cubicBezTo>
                  <a:pt x="1997192" y="83553"/>
                  <a:pt x="1994979" y="82945"/>
                  <a:pt x="1993658" y="81729"/>
                </a:cubicBezTo>
                <a:cubicBezTo>
                  <a:pt x="1992337" y="80512"/>
                  <a:pt x="1991676" y="78939"/>
                  <a:pt x="1991676" y="77010"/>
                </a:cubicBezTo>
                <a:cubicBezTo>
                  <a:pt x="1991676" y="75081"/>
                  <a:pt x="1992337" y="73529"/>
                  <a:pt x="1993658" y="72354"/>
                </a:cubicBezTo>
                <a:cubicBezTo>
                  <a:pt x="1994979" y="71180"/>
                  <a:pt x="1997192" y="70592"/>
                  <a:pt x="2000296" y="70592"/>
                </a:cubicBezTo>
                <a:lnTo>
                  <a:pt x="2013319" y="70592"/>
                </a:lnTo>
                <a:lnTo>
                  <a:pt x="2013319" y="16850"/>
                </a:lnTo>
                <a:lnTo>
                  <a:pt x="2001806" y="19880"/>
                </a:lnTo>
                <a:cubicBezTo>
                  <a:pt x="1999960" y="20384"/>
                  <a:pt x="1998576" y="20637"/>
                  <a:pt x="1997653" y="20637"/>
                </a:cubicBezTo>
                <a:cubicBezTo>
                  <a:pt x="1996017" y="20637"/>
                  <a:pt x="1994602" y="19985"/>
                  <a:pt x="1993406" y="18680"/>
                </a:cubicBezTo>
                <a:cubicBezTo>
                  <a:pt x="1992211" y="17376"/>
                  <a:pt x="1991613" y="15778"/>
                  <a:pt x="1991613" y="13885"/>
                </a:cubicBezTo>
                <a:cubicBezTo>
                  <a:pt x="1991613" y="12160"/>
                  <a:pt x="1992054" y="10803"/>
                  <a:pt x="1992934" y="9815"/>
                </a:cubicBezTo>
                <a:cubicBezTo>
                  <a:pt x="1993815" y="8825"/>
                  <a:pt x="1995661" y="7952"/>
                  <a:pt x="1998471" y="7194"/>
                </a:cubicBezTo>
                <a:lnTo>
                  <a:pt x="2026217" y="0"/>
                </a:lnTo>
                <a:close/>
                <a:moveTo>
                  <a:pt x="2102460" y="52189"/>
                </a:moveTo>
                <a:cubicBezTo>
                  <a:pt x="2102460" y="59534"/>
                  <a:pt x="2101243" y="66983"/>
                  <a:pt x="2098810" y="74539"/>
                </a:cubicBezTo>
                <a:cubicBezTo>
                  <a:pt x="2097007" y="80079"/>
                  <a:pt x="2094218" y="86228"/>
                  <a:pt x="2090443" y="92985"/>
                </a:cubicBezTo>
                <a:cubicBezTo>
                  <a:pt x="2087716" y="97853"/>
                  <a:pt x="2085703" y="100853"/>
                  <a:pt x="2084403" y="101986"/>
                </a:cubicBezTo>
                <a:cubicBezTo>
                  <a:pt x="2083102" y="103120"/>
                  <a:pt x="2081655" y="103687"/>
                  <a:pt x="2080061" y="103687"/>
                </a:cubicBezTo>
                <a:cubicBezTo>
                  <a:pt x="2078216" y="103687"/>
                  <a:pt x="2076664" y="103057"/>
                  <a:pt x="2075406" y="101797"/>
                </a:cubicBezTo>
                <a:cubicBezTo>
                  <a:pt x="2074147" y="100539"/>
                  <a:pt x="2073518" y="99028"/>
                  <a:pt x="2073518" y="97265"/>
                </a:cubicBezTo>
                <a:cubicBezTo>
                  <a:pt x="2073518" y="96006"/>
                  <a:pt x="2074021" y="94558"/>
                  <a:pt x="2075028" y="92922"/>
                </a:cubicBezTo>
                <a:cubicBezTo>
                  <a:pt x="2079558" y="85493"/>
                  <a:pt x="2082861" y="78525"/>
                  <a:pt x="2084937" y="72020"/>
                </a:cubicBezTo>
                <a:cubicBezTo>
                  <a:pt x="2087014" y="65515"/>
                  <a:pt x="2088052" y="58904"/>
                  <a:pt x="2088052" y="52189"/>
                </a:cubicBezTo>
                <a:cubicBezTo>
                  <a:pt x="2088052" y="45516"/>
                  <a:pt x="2087014" y="38927"/>
                  <a:pt x="2084937" y="32422"/>
                </a:cubicBezTo>
                <a:cubicBezTo>
                  <a:pt x="2082861" y="25916"/>
                  <a:pt x="2079558" y="18949"/>
                  <a:pt x="2075028" y="11520"/>
                </a:cubicBezTo>
                <a:cubicBezTo>
                  <a:pt x="2074021" y="9842"/>
                  <a:pt x="2073518" y="8394"/>
                  <a:pt x="2073518" y="7176"/>
                </a:cubicBezTo>
                <a:cubicBezTo>
                  <a:pt x="2073518" y="5413"/>
                  <a:pt x="2074147" y="3903"/>
                  <a:pt x="2075406" y="2644"/>
                </a:cubicBezTo>
                <a:cubicBezTo>
                  <a:pt x="2076664" y="1385"/>
                  <a:pt x="2078216" y="755"/>
                  <a:pt x="2080061" y="755"/>
                </a:cubicBezTo>
                <a:cubicBezTo>
                  <a:pt x="2081613" y="755"/>
                  <a:pt x="2082976" y="1258"/>
                  <a:pt x="2084151" y="2265"/>
                </a:cubicBezTo>
                <a:cubicBezTo>
                  <a:pt x="2085829" y="3692"/>
                  <a:pt x="2088052" y="6988"/>
                  <a:pt x="2090820" y="12151"/>
                </a:cubicBezTo>
                <a:cubicBezTo>
                  <a:pt x="2094805" y="19579"/>
                  <a:pt x="2097531" y="25685"/>
                  <a:pt x="2098999" y="30469"/>
                </a:cubicBezTo>
                <a:cubicBezTo>
                  <a:pt x="2101306" y="37899"/>
                  <a:pt x="2102460" y="45139"/>
                  <a:pt x="2102460" y="521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B0DCB1-1633-4265-B68A-F0BB452D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491" y="3943616"/>
            <a:ext cx="150783" cy="154624"/>
          </a:xfrm>
          <a:custGeom xmlns:a="http://schemas.openxmlformats.org/drawingml/2006/main">
            <a:pathLst>
              <a:path w="150783" h="154624">
                <a:moveTo>
                  <a:pt x="0" y="0"/>
                </a:moveTo>
                <a:lnTo>
                  <a:pt x="150783" y="0"/>
                </a:lnTo>
                <a:lnTo>
                  <a:pt x="150783" y="154624"/>
                </a:lnTo>
                <a:lnTo>
                  <a:pt x="0" y="1546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w.c(v1,“temp_clip”,">
            <a:extLst xmlns:a="http://schemas.openxmlformats.org/drawingml/2006/main">
              <a:ext uri="{FF2B5EF4-FFF2-40B4-BE49-F238E27FC236}">
                <a16:creationId xmlns:a16="http://schemas.microsoft.com/office/drawing/2014/main" id="{18779A8F-D9F1-426F-9377-9B2EE78F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95" y="3985649"/>
            <a:ext cx="1510767" cy="117025"/>
          </a:xfrm>
          <a:custGeom xmlns:a="http://schemas.openxmlformats.org/drawingml/2006/main">
            <a:pathLst>
              <a:path w="1510767" h="117025">
                <a:moveTo>
                  <a:pt x="53353" y="81666"/>
                </a:moveTo>
                <a:lnTo>
                  <a:pt x="46810" y="81792"/>
                </a:lnTo>
                <a:lnTo>
                  <a:pt x="35170" y="47789"/>
                </a:lnTo>
                <a:lnTo>
                  <a:pt x="23594" y="81792"/>
                </a:lnTo>
                <a:lnTo>
                  <a:pt x="17050" y="81666"/>
                </a:lnTo>
                <a:lnTo>
                  <a:pt x="6103" y="32339"/>
                </a:lnTo>
                <a:lnTo>
                  <a:pt x="3523" y="32339"/>
                </a:lnTo>
                <a:cubicBezTo>
                  <a:pt x="2265" y="32339"/>
                  <a:pt x="1363" y="32087"/>
                  <a:pt x="818" y="31584"/>
                </a:cubicBezTo>
                <a:cubicBezTo>
                  <a:pt x="273" y="31081"/>
                  <a:pt x="0" y="30431"/>
                  <a:pt x="0" y="29634"/>
                </a:cubicBezTo>
                <a:cubicBezTo>
                  <a:pt x="0" y="28897"/>
                  <a:pt x="273" y="28283"/>
                  <a:pt x="818" y="27791"/>
                </a:cubicBezTo>
                <a:cubicBezTo>
                  <a:pt x="1363" y="27300"/>
                  <a:pt x="2265" y="27054"/>
                  <a:pt x="3523" y="27054"/>
                </a:cubicBezTo>
                <a:lnTo>
                  <a:pt x="18057" y="27054"/>
                </a:lnTo>
                <a:cubicBezTo>
                  <a:pt x="19315" y="27054"/>
                  <a:pt x="20217" y="27300"/>
                  <a:pt x="20762" y="27791"/>
                </a:cubicBezTo>
                <a:cubicBezTo>
                  <a:pt x="21308" y="28283"/>
                  <a:pt x="21580" y="28918"/>
                  <a:pt x="21580" y="29697"/>
                </a:cubicBezTo>
                <a:cubicBezTo>
                  <a:pt x="21580" y="30452"/>
                  <a:pt x="21308" y="31081"/>
                  <a:pt x="20762" y="31584"/>
                </a:cubicBezTo>
                <a:cubicBezTo>
                  <a:pt x="20217" y="32087"/>
                  <a:pt x="19315" y="32339"/>
                  <a:pt x="18057" y="32339"/>
                </a:cubicBezTo>
                <a:lnTo>
                  <a:pt x="11325" y="32339"/>
                </a:lnTo>
                <a:lnTo>
                  <a:pt x="20700" y="74367"/>
                </a:lnTo>
                <a:lnTo>
                  <a:pt x="31962" y="41022"/>
                </a:lnTo>
                <a:lnTo>
                  <a:pt x="38253" y="41022"/>
                </a:lnTo>
                <a:lnTo>
                  <a:pt x="49830" y="74493"/>
                </a:lnTo>
                <a:lnTo>
                  <a:pt x="58827" y="32339"/>
                </a:lnTo>
                <a:lnTo>
                  <a:pt x="52158" y="32339"/>
                </a:lnTo>
                <a:cubicBezTo>
                  <a:pt x="50900" y="32339"/>
                  <a:pt x="49987" y="32087"/>
                  <a:pt x="49421" y="31584"/>
                </a:cubicBezTo>
                <a:cubicBezTo>
                  <a:pt x="48855" y="31081"/>
                  <a:pt x="48572" y="30431"/>
                  <a:pt x="48572" y="29634"/>
                </a:cubicBezTo>
                <a:cubicBezTo>
                  <a:pt x="48572" y="28897"/>
                  <a:pt x="48844" y="28283"/>
                  <a:pt x="49390" y="27791"/>
                </a:cubicBezTo>
                <a:cubicBezTo>
                  <a:pt x="49935" y="27300"/>
                  <a:pt x="50858" y="27054"/>
                  <a:pt x="52158" y="27054"/>
                </a:cubicBezTo>
                <a:lnTo>
                  <a:pt x="66629" y="27054"/>
                </a:lnTo>
                <a:cubicBezTo>
                  <a:pt x="67929" y="27054"/>
                  <a:pt x="68852" y="27300"/>
                  <a:pt x="69397" y="27791"/>
                </a:cubicBezTo>
                <a:cubicBezTo>
                  <a:pt x="69942" y="28283"/>
                  <a:pt x="70215" y="28918"/>
                  <a:pt x="70215" y="29697"/>
                </a:cubicBezTo>
                <a:cubicBezTo>
                  <a:pt x="70215" y="30452"/>
                  <a:pt x="69942" y="31081"/>
                  <a:pt x="69397" y="31584"/>
                </a:cubicBezTo>
                <a:cubicBezTo>
                  <a:pt x="68852" y="32087"/>
                  <a:pt x="67929" y="32339"/>
                  <a:pt x="66629" y="32339"/>
                </a:cubicBezTo>
                <a:lnTo>
                  <a:pt x="64112" y="32339"/>
                </a:lnTo>
                <a:lnTo>
                  <a:pt x="53353" y="81666"/>
                </a:lnTo>
                <a:close/>
                <a:moveTo>
                  <a:pt x="111350" y="66566"/>
                </a:moveTo>
                <a:lnTo>
                  <a:pt x="113615" y="66566"/>
                </a:lnTo>
                <a:cubicBezTo>
                  <a:pt x="115964" y="66566"/>
                  <a:pt x="117977" y="67397"/>
                  <a:pt x="119655" y="69061"/>
                </a:cubicBezTo>
                <a:cubicBezTo>
                  <a:pt x="121333" y="70723"/>
                  <a:pt x="122172" y="72733"/>
                  <a:pt x="122172" y="75091"/>
                </a:cubicBezTo>
                <a:cubicBezTo>
                  <a:pt x="122172" y="77533"/>
                  <a:pt x="121322" y="79575"/>
                  <a:pt x="119623" y="81217"/>
                </a:cubicBezTo>
                <a:cubicBezTo>
                  <a:pt x="117925" y="82859"/>
                  <a:pt x="115922" y="83679"/>
                  <a:pt x="113615" y="83679"/>
                </a:cubicBezTo>
                <a:lnTo>
                  <a:pt x="111350" y="83679"/>
                </a:lnTo>
                <a:cubicBezTo>
                  <a:pt x="109001" y="83679"/>
                  <a:pt x="106988" y="82848"/>
                  <a:pt x="105310" y="81186"/>
                </a:cubicBezTo>
                <a:cubicBezTo>
                  <a:pt x="103632" y="79523"/>
                  <a:pt x="102793" y="77512"/>
                  <a:pt x="102793" y="75154"/>
                </a:cubicBezTo>
                <a:cubicBezTo>
                  <a:pt x="102793" y="72712"/>
                  <a:pt x="103643" y="70670"/>
                  <a:pt x="105341" y="69029"/>
                </a:cubicBezTo>
                <a:cubicBezTo>
                  <a:pt x="107040" y="67387"/>
                  <a:pt x="109043" y="66566"/>
                  <a:pt x="111350" y="66566"/>
                </a:cubicBezTo>
                <a:close/>
                <a:moveTo>
                  <a:pt x="211815" y="32347"/>
                </a:moveTo>
                <a:lnTo>
                  <a:pt x="211815" y="30603"/>
                </a:lnTo>
                <a:cubicBezTo>
                  <a:pt x="211815" y="29316"/>
                  <a:pt x="212067" y="28403"/>
                  <a:pt x="212570" y="27864"/>
                </a:cubicBezTo>
                <a:cubicBezTo>
                  <a:pt x="213073" y="27324"/>
                  <a:pt x="213703" y="27054"/>
                  <a:pt x="214458" y="27054"/>
                </a:cubicBezTo>
                <a:cubicBezTo>
                  <a:pt x="215255" y="27054"/>
                  <a:pt x="215905" y="27327"/>
                  <a:pt x="216408" y="27872"/>
                </a:cubicBezTo>
                <a:cubicBezTo>
                  <a:pt x="216911" y="28417"/>
                  <a:pt x="217163" y="29340"/>
                  <a:pt x="217163" y="30640"/>
                </a:cubicBezTo>
                <a:lnTo>
                  <a:pt x="217163" y="42595"/>
                </a:lnTo>
                <a:cubicBezTo>
                  <a:pt x="217121" y="43895"/>
                  <a:pt x="216859" y="44818"/>
                  <a:pt x="216377" y="45363"/>
                </a:cubicBezTo>
                <a:cubicBezTo>
                  <a:pt x="215894" y="45908"/>
                  <a:pt x="215255" y="46181"/>
                  <a:pt x="214458" y="46181"/>
                </a:cubicBezTo>
                <a:cubicBezTo>
                  <a:pt x="213745" y="46181"/>
                  <a:pt x="213147" y="45939"/>
                  <a:pt x="212664" y="45455"/>
                </a:cubicBezTo>
                <a:cubicBezTo>
                  <a:pt x="212182" y="44970"/>
                  <a:pt x="211899" y="44159"/>
                  <a:pt x="211815" y="43021"/>
                </a:cubicBezTo>
                <a:cubicBezTo>
                  <a:pt x="211563" y="40031"/>
                  <a:pt x="209603" y="37189"/>
                  <a:pt x="205932" y="34494"/>
                </a:cubicBezTo>
                <a:cubicBezTo>
                  <a:pt x="202262" y="31799"/>
                  <a:pt x="197323" y="30452"/>
                  <a:pt x="191116" y="30452"/>
                </a:cubicBezTo>
                <a:cubicBezTo>
                  <a:pt x="183272" y="30452"/>
                  <a:pt x="177316" y="32912"/>
                  <a:pt x="173247" y="37833"/>
                </a:cubicBezTo>
                <a:cubicBezTo>
                  <a:pt x="169179" y="42753"/>
                  <a:pt x="167144" y="48388"/>
                  <a:pt x="167144" y="54737"/>
                </a:cubicBezTo>
                <a:cubicBezTo>
                  <a:pt x="167144" y="61593"/>
                  <a:pt x="169388" y="67249"/>
                  <a:pt x="173876" y="71707"/>
                </a:cubicBezTo>
                <a:cubicBezTo>
                  <a:pt x="178364" y="76165"/>
                  <a:pt x="184174" y="78394"/>
                  <a:pt x="191304" y="78394"/>
                </a:cubicBezTo>
                <a:cubicBezTo>
                  <a:pt x="195415" y="78394"/>
                  <a:pt x="199599" y="77631"/>
                  <a:pt x="203856" y="76104"/>
                </a:cubicBezTo>
                <a:cubicBezTo>
                  <a:pt x="208114" y="74575"/>
                  <a:pt x="211962" y="72114"/>
                  <a:pt x="215401" y="68719"/>
                </a:cubicBezTo>
                <a:cubicBezTo>
                  <a:pt x="216282" y="67871"/>
                  <a:pt x="217058" y="67447"/>
                  <a:pt x="217729" y="67447"/>
                </a:cubicBezTo>
                <a:cubicBezTo>
                  <a:pt x="218442" y="67447"/>
                  <a:pt x="219040" y="67690"/>
                  <a:pt x="219522" y="68176"/>
                </a:cubicBezTo>
                <a:cubicBezTo>
                  <a:pt x="220005" y="68662"/>
                  <a:pt x="220246" y="69265"/>
                  <a:pt x="220246" y="69983"/>
                </a:cubicBezTo>
                <a:cubicBezTo>
                  <a:pt x="220246" y="71801"/>
                  <a:pt x="218128" y="74105"/>
                  <a:pt x="213891" y="76894"/>
                </a:cubicBezTo>
                <a:cubicBezTo>
                  <a:pt x="207054" y="81417"/>
                  <a:pt x="199442" y="83679"/>
                  <a:pt x="191053" y="83679"/>
                </a:cubicBezTo>
                <a:cubicBezTo>
                  <a:pt x="182538" y="83679"/>
                  <a:pt x="175544" y="80961"/>
                  <a:pt x="170070" y="75524"/>
                </a:cubicBezTo>
                <a:cubicBezTo>
                  <a:pt x="164596" y="70085"/>
                  <a:pt x="161859" y="63188"/>
                  <a:pt x="161859" y="54832"/>
                </a:cubicBezTo>
                <a:cubicBezTo>
                  <a:pt x="161859" y="46308"/>
                  <a:pt x="164659" y="39233"/>
                  <a:pt x="170259" y="33607"/>
                </a:cubicBezTo>
                <a:cubicBezTo>
                  <a:pt x="175858" y="27980"/>
                  <a:pt x="182915" y="25167"/>
                  <a:pt x="191430" y="25167"/>
                </a:cubicBezTo>
                <a:cubicBezTo>
                  <a:pt x="199525" y="25167"/>
                  <a:pt x="206320" y="27560"/>
                  <a:pt x="211815" y="32347"/>
                </a:cubicBezTo>
                <a:close/>
                <a:moveTo>
                  <a:pt x="266477" y="50302"/>
                </a:moveTo>
                <a:cubicBezTo>
                  <a:pt x="266477" y="45476"/>
                  <a:pt x="267106" y="40355"/>
                  <a:pt x="268365" y="34940"/>
                </a:cubicBezTo>
                <a:cubicBezTo>
                  <a:pt x="269623" y="29526"/>
                  <a:pt x="272035" y="23272"/>
                  <a:pt x="275600" y="16179"/>
                </a:cubicBezTo>
                <a:cubicBezTo>
                  <a:pt x="279165" y="9086"/>
                  <a:pt x="281766" y="4804"/>
                  <a:pt x="283402" y="3335"/>
                </a:cubicBezTo>
                <a:cubicBezTo>
                  <a:pt x="283905" y="2873"/>
                  <a:pt x="284450" y="2642"/>
                  <a:pt x="285038" y="2642"/>
                </a:cubicBezTo>
                <a:cubicBezTo>
                  <a:pt x="285793" y="2642"/>
                  <a:pt x="286432" y="2894"/>
                  <a:pt x="286956" y="3397"/>
                </a:cubicBezTo>
                <a:cubicBezTo>
                  <a:pt x="287481" y="3901"/>
                  <a:pt x="287743" y="4510"/>
                  <a:pt x="287743" y="5224"/>
                </a:cubicBezTo>
                <a:cubicBezTo>
                  <a:pt x="287743" y="5643"/>
                  <a:pt x="287596" y="6105"/>
                  <a:pt x="287303" y="6608"/>
                </a:cubicBezTo>
                <a:cubicBezTo>
                  <a:pt x="282689" y="15088"/>
                  <a:pt x="279396" y="22769"/>
                  <a:pt x="277425" y="29653"/>
                </a:cubicBezTo>
                <a:cubicBezTo>
                  <a:pt x="275453" y="36536"/>
                  <a:pt x="274468" y="43419"/>
                  <a:pt x="274468" y="50302"/>
                </a:cubicBezTo>
                <a:cubicBezTo>
                  <a:pt x="274468" y="57228"/>
                  <a:pt x="275453" y="64132"/>
                  <a:pt x="277425" y="71015"/>
                </a:cubicBezTo>
                <a:cubicBezTo>
                  <a:pt x="279396" y="77898"/>
                  <a:pt x="282689" y="85558"/>
                  <a:pt x="287303" y="93995"/>
                </a:cubicBezTo>
                <a:cubicBezTo>
                  <a:pt x="287596" y="94499"/>
                  <a:pt x="287743" y="94960"/>
                  <a:pt x="287743" y="95380"/>
                </a:cubicBezTo>
                <a:cubicBezTo>
                  <a:pt x="287743" y="96094"/>
                  <a:pt x="287481" y="96713"/>
                  <a:pt x="286956" y="97238"/>
                </a:cubicBezTo>
                <a:cubicBezTo>
                  <a:pt x="286432" y="97762"/>
                  <a:pt x="285793" y="98024"/>
                  <a:pt x="285038" y="98024"/>
                </a:cubicBezTo>
                <a:cubicBezTo>
                  <a:pt x="284450" y="98024"/>
                  <a:pt x="283905" y="97793"/>
                  <a:pt x="283402" y="97332"/>
                </a:cubicBezTo>
                <a:cubicBezTo>
                  <a:pt x="281850" y="95905"/>
                  <a:pt x="279312" y="91728"/>
                  <a:pt x="275789" y="84802"/>
                </a:cubicBezTo>
                <a:cubicBezTo>
                  <a:pt x="272265" y="77877"/>
                  <a:pt x="269833" y="71750"/>
                  <a:pt x="268490" y="66420"/>
                </a:cubicBezTo>
                <a:cubicBezTo>
                  <a:pt x="267148" y="61089"/>
                  <a:pt x="266477" y="55717"/>
                  <a:pt x="266477" y="50302"/>
                </a:cubicBezTo>
                <a:close/>
                <a:moveTo>
                  <a:pt x="349011" y="81666"/>
                </a:moveTo>
                <a:lnTo>
                  <a:pt x="340077" y="81666"/>
                </a:lnTo>
                <a:lnTo>
                  <a:pt x="318371" y="32339"/>
                </a:lnTo>
                <a:lnTo>
                  <a:pt x="312960" y="32339"/>
                </a:lnTo>
                <a:cubicBezTo>
                  <a:pt x="311702" y="32339"/>
                  <a:pt x="310800" y="32087"/>
                  <a:pt x="310254" y="31584"/>
                </a:cubicBezTo>
                <a:cubicBezTo>
                  <a:pt x="309709" y="31081"/>
                  <a:pt x="309437" y="30431"/>
                  <a:pt x="309437" y="29634"/>
                </a:cubicBezTo>
                <a:cubicBezTo>
                  <a:pt x="309437" y="28897"/>
                  <a:pt x="309709" y="28283"/>
                  <a:pt x="310254" y="27791"/>
                </a:cubicBezTo>
                <a:cubicBezTo>
                  <a:pt x="310800" y="27300"/>
                  <a:pt x="311702" y="27054"/>
                  <a:pt x="312960" y="27054"/>
                </a:cubicBezTo>
                <a:lnTo>
                  <a:pt x="332779" y="27054"/>
                </a:lnTo>
                <a:cubicBezTo>
                  <a:pt x="334037" y="27054"/>
                  <a:pt x="334939" y="27300"/>
                  <a:pt x="335484" y="27791"/>
                </a:cubicBezTo>
                <a:cubicBezTo>
                  <a:pt x="336029" y="28283"/>
                  <a:pt x="336302" y="28918"/>
                  <a:pt x="336302" y="29697"/>
                </a:cubicBezTo>
                <a:cubicBezTo>
                  <a:pt x="336302" y="30452"/>
                  <a:pt x="336029" y="31081"/>
                  <a:pt x="335484" y="31584"/>
                </a:cubicBezTo>
                <a:cubicBezTo>
                  <a:pt x="334939" y="32087"/>
                  <a:pt x="334037" y="32339"/>
                  <a:pt x="332779" y="32339"/>
                </a:cubicBezTo>
                <a:lnTo>
                  <a:pt x="324033" y="32339"/>
                </a:lnTo>
                <a:lnTo>
                  <a:pt x="343411" y="76381"/>
                </a:lnTo>
                <a:lnTo>
                  <a:pt x="345739" y="76381"/>
                </a:lnTo>
                <a:lnTo>
                  <a:pt x="364740" y="32339"/>
                </a:lnTo>
                <a:lnTo>
                  <a:pt x="355932" y="32339"/>
                </a:lnTo>
                <a:cubicBezTo>
                  <a:pt x="354674" y="32339"/>
                  <a:pt x="353772" y="32087"/>
                  <a:pt x="353226" y="31584"/>
                </a:cubicBezTo>
                <a:cubicBezTo>
                  <a:pt x="352681" y="31081"/>
                  <a:pt x="352409" y="30431"/>
                  <a:pt x="352409" y="29634"/>
                </a:cubicBezTo>
                <a:cubicBezTo>
                  <a:pt x="352409" y="28897"/>
                  <a:pt x="352681" y="28283"/>
                  <a:pt x="353226" y="27791"/>
                </a:cubicBezTo>
                <a:cubicBezTo>
                  <a:pt x="353772" y="27300"/>
                  <a:pt x="354674" y="27054"/>
                  <a:pt x="355932" y="27054"/>
                </a:cubicBezTo>
                <a:lnTo>
                  <a:pt x="375814" y="27054"/>
                </a:lnTo>
                <a:cubicBezTo>
                  <a:pt x="377114" y="27054"/>
                  <a:pt x="378026" y="27300"/>
                  <a:pt x="378550" y="27791"/>
                </a:cubicBezTo>
                <a:cubicBezTo>
                  <a:pt x="379075" y="28283"/>
                  <a:pt x="379337" y="28918"/>
                  <a:pt x="379337" y="29697"/>
                </a:cubicBezTo>
                <a:cubicBezTo>
                  <a:pt x="379337" y="30452"/>
                  <a:pt x="379075" y="31081"/>
                  <a:pt x="378550" y="31584"/>
                </a:cubicBezTo>
                <a:cubicBezTo>
                  <a:pt x="378026" y="32087"/>
                  <a:pt x="377114" y="32339"/>
                  <a:pt x="375814" y="32339"/>
                </a:cubicBezTo>
                <a:lnTo>
                  <a:pt x="370466" y="32339"/>
                </a:lnTo>
                <a:lnTo>
                  <a:pt x="349011" y="81666"/>
                </a:lnTo>
                <a:close/>
                <a:moveTo>
                  <a:pt x="424310" y="1636"/>
                </a:moveTo>
                <a:lnTo>
                  <a:pt x="424310" y="76381"/>
                </a:lnTo>
                <a:lnTo>
                  <a:pt x="442430" y="76381"/>
                </a:lnTo>
                <a:cubicBezTo>
                  <a:pt x="443688" y="76381"/>
                  <a:pt x="444590" y="76622"/>
                  <a:pt x="445135" y="77104"/>
                </a:cubicBezTo>
                <a:cubicBezTo>
                  <a:pt x="445680" y="77587"/>
                  <a:pt x="445953" y="78226"/>
                  <a:pt x="445953" y="79023"/>
                </a:cubicBezTo>
                <a:cubicBezTo>
                  <a:pt x="445953" y="79778"/>
                  <a:pt x="445680" y="80407"/>
                  <a:pt x="445135" y="80911"/>
                </a:cubicBezTo>
                <a:cubicBezTo>
                  <a:pt x="444590" y="81414"/>
                  <a:pt x="443688" y="81666"/>
                  <a:pt x="442430" y="81666"/>
                </a:cubicBezTo>
                <a:lnTo>
                  <a:pt x="400905" y="81666"/>
                </a:lnTo>
                <a:cubicBezTo>
                  <a:pt x="399646" y="81666"/>
                  <a:pt x="398745" y="81414"/>
                  <a:pt x="398199" y="80911"/>
                </a:cubicBezTo>
                <a:cubicBezTo>
                  <a:pt x="397654" y="80407"/>
                  <a:pt x="397381" y="79778"/>
                  <a:pt x="397381" y="79023"/>
                </a:cubicBezTo>
                <a:cubicBezTo>
                  <a:pt x="397381" y="78226"/>
                  <a:pt x="397654" y="77587"/>
                  <a:pt x="398199" y="77104"/>
                </a:cubicBezTo>
                <a:cubicBezTo>
                  <a:pt x="398745" y="76622"/>
                  <a:pt x="399646" y="76381"/>
                  <a:pt x="400905" y="76381"/>
                </a:cubicBezTo>
                <a:lnTo>
                  <a:pt x="419025" y="76381"/>
                </a:lnTo>
                <a:lnTo>
                  <a:pt x="419025" y="8934"/>
                </a:lnTo>
                <a:lnTo>
                  <a:pt x="401786" y="14345"/>
                </a:lnTo>
                <a:cubicBezTo>
                  <a:pt x="400947" y="14597"/>
                  <a:pt x="400339" y="14722"/>
                  <a:pt x="399961" y="14722"/>
                </a:cubicBezTo>
                <a:cubicBezTo>
                  <a:pt x="399332" y="14722"/>
                  <a:pt x="398755" y="14460"/>
                  <a:pt x="398231" y="13936"/>
                </a:cubicBezTo>
                <a:cubicBezTo>
                  <a:pt x="397707" y="13412"/>
                  <a:pt x="397444" y="12793"/>
                  <a:pt x="397444" y="12080"/>
                </a:cubicBezTo>
                <a:cubicBezTo>
                  <a:pt x="397444" y="11451"/>
                  <a:pt x="397654" y="10864"/>
                  <a:pt x="398074" y="10318"/>
                </a:cubicBezTo>
                <a:cubicBezTo>
                  <a:pt x="398409" y="9983"/>
                  <a:pt x="399101" y="9626"/>
                  <a:pt x="400150" y="9249"/>
                </a:cubicBezTo>
                <a:lnTo>
                  <a:pt x="424310" y="1636"/>
                </a:lnTo>
                <a:close/>
                <a:moveTo>
                  <a:pt x="488535" y="62665"/>
                </a:moveTo>
                <a:lnTo>
                  <a:pt x="505711" y="62665"/>
                </a:lnTo>
                <a:lnTo>
                  <a:pt x="487025" y="97395"/>
                </a:lnTo>
                <a:cubicBezTo>
                  <a:pt x="485892" y="99492"/>
                  <a:pt x="484529" y="100541"/>
                  <a:pt x="482935" y="100541"/>
                </a:cubicBezTo>
                <a:cubicBezTo>
                  <a:pt x="481887" y="100541"/>
                  <a:pt x="480995" y="100174"/>
                  <a:pt x="480261" y="99440"/>
                </a:cubicBezTo>
                <a:cubicBezTo>
                  <a:pt x="479527" y="98706"/>
                  <a:pt x="479160" y="97814"/>
                  <a:pt x="479160" y="96766"/>
                </a:cubicBezTo>
                <a:cubicBezTo>
                  <a:pt x="479160" y="96346"/>
                  <a:pt x="479223" y="95885"/>
                  <a:pt x="479349" y="95382"/>
                </a:cubicBezTo>
                <a:lnTo>
                  <a:pt x="488535" y="62665"/>
                </a:lnTo>
                <a:close/>
                <a:moveTo>
                  <a:pt x="626234" y="2642"/>
                </a:moveTo>
                <a:lnTo>
                  <a:pt x="639950" y="2642"/>
                </a:lnTo>
                <a:lnTo>
                  <a:pt x="650709" y="29813"/>
                </a:lnTo>
                <a:cubicBezTo>
                  <a:pt x="651086" y="30779"/>
                  <a:pt x="651275" y="31514"/>
                  <a:pt x="651275" y="32019"/>
                </a:cubicBezTo>
                <a:cubicBezTo>
                  <a:pt x="651275" y="32901"/>
                  <a:pt x="650961" y="33657"/>
                  <a:pt x="650331" y="34288"/>
                </a:cubicBezTo>
                <a:cubicBezTo>
                  <a:pt x="649702" y="34918"/>
                  <a:pt x="648926" y="35233"/>
                  <a:pt x="648003" y="35233"/>
                </a:cubicBezTo>
                <a:cubicBezTo>
                  <a:pt x="646829" y="35233"/>
                  <a:pt x="645717" y="34393"/>
                  <a:pt x="644669" y="32713"/>
                </a:cubicBezTo>
                <a:lnTo>
                  <a:pt x="626234" y="2642"/>
                </a:lnTo>
                <a:moveTo>
                  <a:pt x="653414" y="2642"/>
                </a:moveTo>
                <a:lnTo>
                  <a:pt x="667130" y="2642"/>
                </a:lnTo>
                <a:lnTo>
                  <a:pt x="677889" y="29813"/>
                </a:lnTo>
                <a:cubicBezTo>
                  <a:pt x="678266" y="30779"/>
                  <a:pt x="678455" y="31514"/>
                  <a:pt x="678455" y="32019"/>
                </a:cubicBezTo>
                <a:cubicBezTo>
                  <a:pt x="678455" y="32901"/>
                  <a:pt x="678151" y="33657"/>
                  <a:pt x="677543" y="34288"/>
                </a:cubicBezTo>
                <a:cubicBezTo>
                  <a:pt x="676935" y="34918"/>
                  <a:pt x="676169" y="35233"/>
                  <a:pt x="675246" y="35233"/>
                </a:cubicBezTo>
                <a:cubicBezTo>
                  <a:pt x="674030" y="35233"/>
                  <a:pt x="672897" y="34393"/>
                  <a:pt x="671849" y="32713"/>
                </a:cubicBezTo>
                <a:lnTo>
                  <a:pt x="653414" y="2642"/>
                </a:lnTo>
                <a:close/>
                <a:moveTo>
                  <a:pt x="720093" y="27054"/>
                </a:moveTo>
                <a:lnTo>
                  <a:pt x="748783" y="27054"/>
                </a:lnTo>
                <a:cubicBezTo>
                  <a:pt x="750042" y="27054"/>
                  <a:pt x="750943" y="27300"/>
                  <a:pt x="751489" y="27791"/>
                </a:cubicBezTo>
                <a:cubicBezTo>
                  <a:pt x="752034" y="28283"/>
                  <a:pt x="752307" y="28918"/>
                  <a:pt x="752307" y="29697"/>
                </a:cubicBezTo>
                <a:cubicBezTo>
                  <a:pt x="752307" y="30452"/>
                  <a:pt x="752034" y="31081"/>
                  <a:pt x="751489" y="31584"/>
                </a:cubicBezTo>
                <a:cubicBezTo>
                  <a:pt x="750943" y="32087"/>
                  <a:pt x="750042" y="32339"/>
                  <a:pt x="748783" y="32339"/>
                </a:cubicBezTo>
                <a:lnTo>
                  <a:pt x="720093" y="32339"/>
                </a:lnTo>
                <a:lnTo>
                  <a:pt x="720093" y="67606"/>
                </a:lnTo>
                <a:cubicBezTo>
                  <a:pt x="720093" y="70676"/>
                  <a:pt x="721320" y="73242"/>
                  <a:pt x="723774" y="75303"/>
                </a:cubicBezTo>
                <a:cubicBezTo>
                  <a:pt x="726228" y="77364"/>
                  <a:pt x="729824" y="78394"/>
                  <a:pt x="734564" y="78394"/>
                </a:cubicBezTo>
                <a:cubicBezTo>
                  <a:pt x="738129" y="78394"/>
                  <a:pt x="741988" y="77859"/>
                  <a:pt x="746141" y="76790"/>
                </a:cubicBezTo>
                <a:cubicBezTo>
                  <a:pt x="750293" y="75720"/>
                  <a:pt x="753523" y="74514"/>
                  <a:pt x="755830" y="73172"/>
                </a:cubicBezTo>
                <a:cubicBezTo>
                  <a:pt x="756669" y="72627"/>
                  <a:pt x="757361" y="72354"/>
                  <a:pt x="757906" y="72354"/>
                </a:cubicBezTo>
                <a:cubicBezTo>
                  <a:pt x="758577" y="72354"/>
                  <a:pt x="759165" y="72616"/>
                  <a:pt x="759668" y="73141"/>
                </a:cubicBezTo>
                <a:cubicBezTo>
                  <a:pt x="760171" y="73665"/>
                  <a:pt x="760423" y="74284"/>
                  <a:pt x="760423" y="74997"/>
                </a:cubicBezTo>
                <a:cubicBezTo>
                  <a:pt x="760423" y="75626"/>
                  <a:pt x="760150" y="76213"/>
                  <a:pt x="759605" y="76758"/>
                </a:cubicBezTo>
                <a:cubicBezTo>
                  <a:pt x="758263" y="78142"/>
                  <a:pt x="755002" y="79642"/>
                  <a:pt x="749821" y="81257"/>
                </a:cubicBezTo>
                <a:cubicBezTo>
                  <a:pt x="744641" y="82872"/>
                  <a:pt x="739681" y="83679"/>
                  <a:pt x="734942" y="83679"/>
                </a:cubicBezTo>
                <a:cubicBezTo>
                  <a:pt x="728776" y="83679"/>
                  <a:pt x="723868" y="82229"/>
                  <a:pt x="720219" y="79328"/>
                </a:cubicBezTo>
                <a:cubicBezTo>
                  <a:pt x="716570" y="76426"/>
                  <a:pt x="714745" y="72515"/>
                  <a:pt x="714745" y="67596"/>
                </a:cubicBezTo>
                <a:lnTo>
                  <a:pt x="714745" y="32339"/>
                </a:lnTo>
                <a:lnTo>
                  <a:pt x="704993" y="32339"/>
                </a:lnTo>
                <a:cubicBezTo>
                  <a:pt x="703735" y="32339"/>
                  <a:pt x="702833" y="32091"/>
                  <a:pt x="702288" y="31594"/>
                </a:cubicBezTo>
                <a:cubicBezTo>
                  <a:pt x="701743" y="31096"/>
                  <a:pt x="701470" y="30453"/>
                  <a:pt x="701470" y="29665"/>
                </a:cubicBezTo>
                <a:cubicBezTo>
                  <a:pt x="701470" y="28919"/>
                  <a:pt x="701743" y="28298"/>
                  <a:pt x="702288" y="27801"/>
                </a:cubicBezTo>
                <a:cubicBezTo>
                  <a:pt x="702833" y="27303"/>
                  <a:pt x="703735" y="27054"/>
                  <a:pt x="704993" y="27054"/>
                </a:cubicBezTo>
                <a:lnTo>
                  <a:pt x="714745" y="27054"/>
                </a:lnTo>
                <a:lnTo>
                  <a:pt x="714745" y="11349"/>
                </a:lnTo>
                <a:cubicBezTo>
                  <a:pt x="714745" y="10081"/>
                  <a:pt x="714997" y="9173"/>
                  <a:pt x="715500" y="8625"/>
                </a:cubicBezTo>
                <a:cubicBezTo>
                  <a:pt x="716004" y="8076"/>
                  <a:pt x="716633" y="7802"/>
                  <a:pt x="717388" y="7802"/>
                </a:cubicBezTo>
                <a:cubicBezTo>
                  <a:pt x="718185" y="7802"/>
                  <a:pt x="718835" y="8076"/>
                  <a:pt x="719338" y="8625"/>
                </a:cubicBezTo>
                <a:cubicBezTo>
                  <a:pt x="719842" y="9173"/>
                  <a:pt x="720093" y="10081"/>
                  <a:pt x="720093" y="11349"/>
                </a:cubicBezTo>
                <a:lnTo>
                  <a:pt x="720093" y="27054"/>
                </a:lnTo>
                <a:close/>
                <a:moveTo>
                  <a:pt x="836854" y="55618"/>
                </a:moveTo>
                <a:lnTo>
                  <a:pt x="782997" y="55618"/>
                </a:lnTo>
                <a:cubicBezTo>
                  <a:pt x="783920" y="62455"/>
                  <a:pt x="786783" y="67960"/>
                  <a:pt x="791585" y="72134"/>
                </a:cubicBezTo>
                <a:cubicBezTo>
                  <a:pt x="796388" y="76307"/>
                  <a:pt x="802334" y="78394"/>
                  <a:pt x="809422" y="78394"/>
                </a:cubicBezTo>
                <a:cubicBezTo>
                  <a:pt x="813365" y="78394"/>
                  <a:pt x="817497" y="77744"/>
                  <a:pt x="821817" y="76444"/>
                </a:cubicBezTo>
                <a:cubicBezTo>
                  <a:pt x="826137" y="75143"/>
                  <a:pt x="829661" y="73424"/>
                  <a:pt x="832387" y="71285"/>
                </a:cubicBezTo>
                <a:cubicBezTo>
                  <a:pt x="833184" y="70655"/>
                  <a:pt x="833876" y="70341"/>
                  <a:pt x="834463" y="70341"/>
                </a:cubicBezTo>
                <a:cubicBezTo>
                  <a:pt x="835134" y="70341"/>
                  <a:pt x="835721" y="70603"/>
                  <a:pt x="836225" y="71127"/>
                </a:cubicBezTo>
                <a:cubicBezTo>
                  <a:pt x="836728" y="71652"/>
                  <a:pt x="836980" y="72270"/>
                  <a:pt x="836980" y="72983"/>
                </a:cubicBezTo>
                <a:cubicBezTo>
                  <a:pt x="836980" y="73696"/>
                  <a:pt x="836644" y="74388"/>
                  <a:pt x="835973" y="75060"/>
                </a:cubicBezTo>
                <a:cubicBezTo>
                  <a:pt x="833960" y="77157"/>
                  <a:pt x="830384" y="79118"/>
                  <a:pt x="825246" y="80942"/>
                </a:cubicBezTo>
                <a:cubicBezTo>
                  <a:pt x="820108" y="82767"/>
                  <a:pt x="814833" y="83679"/>
                  <a:pt x="809422" y="83679"/>
                </a:cubicBezTo>
                <a:cubicBezTo>
                  <a:pt x="800362" y="83679"/>
                  <a:pt x="792802" y="80708"/>
                  <a:pt x="786741" y="74767"/>
                </a:cubicBezTo>
                <a:cubicBezTo>
                  <a:pt x="780680" y="68825"/>
                  <a:pt x="777649" y="61634"/>
                  <a:pt x="777649" y="53194"/>
                </a:cubicBezTo>
                <a:cubicBezTo>
                  <a:pt x="777649" y="45510"/>
                  <a:pt x="780491" y="38919"/>
                  <a:pt x="786175" y="33419"/>
                </a:cubicBezTo>
                <a:cubicBezTo>
                  <a:pt x="791858" y="27917"/>
                  <a:pt x="798894" y="25167"/>
                  <a:pt x="807283" y="25167"/>
                </a:cubicBezTo>
                <a:cubicBezTo>
                  <a:pt x="815924" y="25167"/>
                  <a:pt x="823033" y="27993"/>
                  <a:pt x="828612" y="33647"/>
                </a:cubicBezTo>
                <a:cubicBezTo>
                  <a:pt x="834191" y="39300"/>
                  <a:pt x="836938" y="46624"/>
                  <a:pt x="836854" y="55618"/>
                </a:cubicBezTo>
                <a:moveTo>
                  <a:pt x="831506" y="50333"/>
                </a:moveTo>
                <a:cubicBezTo>
                  <a:pt x="830457" y="44447"/>
                  <a:pt x="827700" y="39662"/>
                  <a:pt x="823233" y="35978"/>
                </a:cubicBezTo>
                <a:cubicBezTo>
                  <a:pt x="818765" y="32294"/>
                  <a:pt x="813449" y="30452"/>
                  <a:pt x="807283" y="30452"/>
                </a:cubicBezTo>
                <a:cubicBezTo>
                  <a:pt x="801117" y="30452"/>
                  <a:pt x="795811" y="32273"/>
                  <a:pt x="791365" y="35916"/>
                </a:cubicBezTo>
                <a:cubicBezTo>
                  <a:pt x="786919" y="39557"/>
                  <a:pt x="784151" y="44363"/>
                  <a:pt x="783060" y="50333"/>
                </a:cubicBezTo>
                <a:lnTo>
                  <a:pt x="831506" y="50333"/>
                </a:lnTo>
                <a:close/>
                <a:moveTo>
                  <a:pt x="861505" y="27054"/>
                </a:moveTo>
                <a:lnTo>
                  <a:pt x="861505" y="32347"/>
                </a:lnTo>
                <a:cubicBezTo>
                  <a:pt x="865993" y="27560"/>
                  <a:pt x="870502" y="25167"/>
                  <a:pt x="875032" y="25167"/>
                </a:cubicBezTo>
                <a:cubicBezTo>
                  <a:pt x="877758" y="25167"/>
                  <a:pt x="880149" y="25886"/>
                  <a:pt x="882204" y="27325"/>
                </a:cubicBezTo>
                <a:cubicBezTo>
                  <a:pt x="884260" y="28763"/>
                  <a:pt x="885979" y="30942"/>
                  <a:pt x="887363" y="33861"/>
                </a:cubicBezTo>
                <a:cubicBezTo>
                  <a:pt x="889712" y="30942"/>
                  <a:pt x="892093" y="28763"/>
                  <a:pt x="894505" y="27325"/>
                </a:cubicBezTo>
                <a:cubicBezTo>
                  <a:pt x="896916" y="25886"/>
                  <a:pt x="899339" y="25167"/>
                  <a:pt x="901771" y="25167"/>
                </a:cubicBezTo>
                <a:cubicBezTo>
                  <a:pt x="905588" y="25167"/>
                  <a:pt x="908629" y="26407"/>
                  <a:pt x="910894" y="28889"/>
                </a:cubicBezTo>
                <a:cubicBezTo>
                  <a:pt x="913872" y="32084"/>
                  <a:pt x="915361" y="35574"/>
                  <a:pt x="915361" y="39358"/>
                </a:cubicBezTo>
                <a:lnTo>
                  <a:pt x="915361" y="76381"/>
                </a:lnTo>
                <a:lnTo>
                  <a:pt x="919828" y="76381"/>
                </a:lnTo>
                <a:cubicBezTo>
                  <a:pt x="921087" y="76381"/>
                  <a:pt x="921989" y="76622"/>
                  <a:pt x="922534" y="77104"/>
                </a:cubicBezTo>
                <a:cubicBezTo>
                  <a:pt x="923079" y="77587"/>
                  <a:pt x="923352" y="78226"/>
                  <a:pt x="923352" y="79023"/>
                </a:cubicBezTo>
                <a:cubicBezTo>
                  <a:pt x="923352" y="79778"/>
                  <a:pt x="923079" y="80407"/>
                  <a:pt x="922534" y="80911"/>
                </a:cubicBezTo>
                <a:cubicBezTo>
                  <a:pt x="921989" y="81414"/>
                  <a:pt x="921087" y="81666"/>
                  <a:pt x="919828" y="81666"/>
                </a:cubicBezTo>
                <a:lnTo>
                  <a:pt x="910076" y="81666"/>
                </a:lnTo>
                <a:lnTo>
                  <a:pt x="910076" y="39799"/>
                </a:lnTo>
                <a:cubicBezTo>
                  <a:pt x="910076" y="37104"/>
                  <a:pt x="909258" y="34872"/>
                  <a:pt x="907623" y="33104"/>
                </a:cubicBezTo>
                <a:cubicBezTo>
                  <a:pt x="905987" y="31336"/>
                  <a:pt x="904099" y="30452"/>
                  <a:pt x="901960" y="30452"/>
                </a:cubicBezTo>
                <a:cubicBezTo>
                  <a:pt x="900031" y="30452"/>
                  <a:pt x="897996" y="31178"/>
                  <a:pt x="895857" y="32630"/>
                </a:cubicBezTo>
                <a:cubicBezTo>
                  <a:pt x="893718" y="34082"/>
                  <a:pt x="891285" y="36935"/>
                  <a:pt x="888559" y="41187"/>
                </a:cubicBezTo>
                <a:lnTo>
                  <a:pt x="888559" y="76381"/>
                </a:lnTo>
                <a:lnTo>
                  <a:pt x="892963" y="76381"/>
                </a:lnTo>
                <a:cubicBezTo>
                  <a:pt x="894221" y="76381"/>
                  <a:pt x="895123" y="76622"/>
                  <a:pt x="895668" y="77104"/>
                </a:cubicBezTo>
                <a:cubicBezTo>
                  <a:pt x="896214" y="77587"/>
                  <a:pt x="896486" y="78226"/>
                  <a:pt x="896486" y="79023"/>
                </a:cubicBezTo>
                <a:cubicBezTo>
                  <a:pt x="896486" y="79778"/>
                  <a:pt x="896214" y="80407"/>
                  <a:pt x="895668" y="80911"/>
                </a:cubicBezTo>
                <a:cubicBezTo>
                  <a:pt x="895123" y="81414"/>
                  <a:pt x="894221" y="81666"/>
                  <a:pt x="892963" y="81666"/>
                </a:cubicBezTo>
                <a:lnTo>
                  <a:pt x="883211" y="81666"/>
                </a:lnTo>
                <a:lnTo>
                  <a:pt x="883211" y="40176"/>
                </a:lnTo>
                <a:cubicBezTo>
                  <a:pt x="883211" y="37355"/>
                  <a:pt x="882383" y="35029"/>
                  <a:pt x="880726" y="33198"/>
                </a:cubicBezTo>
                <a:cubicBezTo>
                  <a:pt x="879069" y="31367"/>
                  <a:pt x="877213" y="30452"/>
                  <a:pt x="875158" y="30452"/>
                </a:cubicBezTo>
                <a:cubicBezTo>
                  <a:pt x="873270" y="30452"/>
                  <a:pt x="871404" y="31062"/>
                  <a:pt x="869558" y="32282"/>
                </a:cubicBezTo>
                <a:cubicBezTo>
                  <a:pt x="866999" y="34008"/>
                  <a:pt x="864315" y="36977"/>
                  <a:pt x="861505" y="41187"/>
                </a:cubicBezTo>
                <a:lnTo>
                  <a:pt x="861505" y="76381"/>
                </a:lnTo>
                <a:lnTo>
                  <a:pt x="865972" y="76381"/>
                </a:lnTo>
                <a:cubicBezTo>
                  <a:pt x="867230" y="76381"/>
                  <a:pt x="868132" y="76622"/>
                  <a:pt x="868677" y="77104"/>
                </a:cubicBezTo>
                <a:cubicBezTo>
                  <a:pt x="869223" y="77587"/>
                  <a:pt x="869495" y="78226"/>
                  <a:pt x="869495" y="79023"/>
                </a:cubicBezTo>
                <a:cubicBezTo>
                  <a:pt x="869495" y="79778"/>
                  <a:pt x="869223" y="80407"/>
                  <a:pt x="868677" y="80911"/>
                </a:cubicBezTo>
                <a:cubicBezTo>
                  <a:pt x="868132" y="81414"/>
                  <a:pt x="867230" y="81666"/>
                  <a:pt x="865972" y="81666"/>
                </a:cubicBezTo>
                <a:lnTo>
                  <a:pt x="851753" y="81666"/>
                </a:lnTo>
                <a:cubicBezTo>
                  <a:pt x="850494" y="81666"/>
                  <a:pt x="849593" y="81414"/>
                  <a:pt x="849047" y="80911"/>
                </a:cubicBezTo>
                <a:cubicBezTo>
                  <a:pt x="848502" y="80407"/>
                  <a:pt x="848229" y="79778"/>
                  <a:pt x="848229" y="79023"/>
                </a:cubicBezTo>
                <a:cubicBezTo>
                  <a:pt x="848229" y="78226"/>
                  <a:pt x="848502" y="77587"/>
                  <a:pt x="849047" y="77104"/>
                </a:cubicBezTo>
                <a:cubicBezTo>
                  <a:pt x="849593" y="76622"/>
                  <a:pt x="850494" y="76381"/>
                  <a:pt x="851753" y="76381"/>
                </a:cubicBezTo>
                <a:lnTo>
                  <a:pt x="856220" y="76381"/>
                </a:lnTo>
                <a:lnTo>
                  <a:pt x="856220" y="32339"/>
                </a:lnTo>
                <a:lnTo>
                  <a:pt x="851753" y="32339"/>
                </a:lnTo>
                <a:cubicBezTo>
                  <a:pt x="850494" y="32339"/>
                  <a:pt x="849593" y="32087"/>
                  <a:pt x="849047" y="31584"/>
                </a:cubicBezTo>
                <a:cubicBezTo>
                  <a:pt x="848502" y="31081"/>
                  <a:pt x="848229" y="30431"/>
                  <a:pt x="848229" y="29634"/>
                </a:cubicBezTo>
                <a:cubicBezTo>
                  <a:pt x="848229" y="28897"/>
                  <a:pt x="848502" y="28283"/>
                  <a:pt x="849047" y="27791"/>
                </a:cubicBezTo>
                <a:cubicBezTo>
                  <a:pt x="849593" y="27300"/>
                  <a:pt x="850494" y="27054"/>
                  <a:pt x="851753" y="27054"/>
                </a:cubicBezTo>
                <a:lnTo>
                  <a:pt x="861505" y="27054"/>
                </a:lnTo>
                <a:close/>
                <a:moveTo>
                  <a:pt x="942969" y="27054"/>
                </a:moveTo>
                <a:lnTo>
                  <a:pt x="942969" y="36643"/>
                </a:lnTo>
                <a:cubicBezTo>
                  <a:pt x="946115" y="32838"/>
                  <a:pt x="949492" y="29974"/>
                  <a:pt x="953099" y="28051"/>
                </a:cubicBezTo>
                <a:cubicBezTo>
                  <a:pt x="956706" y="26128"/>
                  <a:pt x="960963" y="25167"/>
                  <a:pt x="965871" y="25167"/>
                </a:cubicBezTo>
                <a:cubicBezTo>
                  <a:pt x="971072" y="25167"/>
                  <a:pt x="975875" y="26384"/>
                  <a:pt x="980279" y="28820"/>
                </a:cubicBezTo>
                <a:cubicBezTo>
                  <a:pt x="984683" y="31255"/>
                  <a:pt x="988091" y="34646"/>
                  <a:pt x="990503" y="38993"/>
                </a:cubicBezTo>
                <a:cubicBezTo>
                  <a:pt x="992915" y="43339"/>
                  <a:pt x="994121" y="47906"/>
                  <a:pt x="994121" y="52693"/>
                </a:cubicBezTo>
                <a:cubicBezTo>
                  <a:pt x="994121" y="60294"/>
                  <a:pt x="991405" y="66793"/>
                  <a:pt x="985973" y="72189"/>
                </a:cubicBezTo>
                <a:cubicBezTo>
                  <a:pt x="980541" y="77584"/>
                  <a:pt x="973861" y="80282"/>
                  <a:pt x="965934" y="80282"/>
                </a:cubicBezTo>
                <a:cubicBezTo>
                  <a:pt x="956496" y="80282"/>
                  <a:pt x="948842" y="76456"/>
                  <a:pt x="942969" y="68805"/>
                </a:cubicBezTo>
                <a:lnTo>
                  <a:pt x="942969" y="100667"/>
                </a:lnTo>
                <a:lnTo>
                  <a:pt x="955804" y="100667"/>
                </a:lnTo>
                <a:cubicBezTo>
                  <a:pt x="957063" y="100667"/>
                  <a:pt x="957964" y="100908"/>
                  <a:pt x="958510" y="101390"/>
                </a:cubicBezTo>
                <a:cubicBezTo>
                  <a:pt x="959055" y="101873"/>
                  <a:pt x="959328" y="102512"/>
                  <a:pt x="959328" y="103309"/>
                </a:cubicBezTo>
                <a:cubicBezTo>
                  <a:pt x="959328" y="104064"/>
                  <a:pt x="959055" y="104693"/>
                  <a:pt x="958510" y="105197"/>
                </a:cubicBezTo>
                <a:cubicBezTo>
                  <a:pt x="957964" y="105700"/>
                  <a:pt x="957063" y="105952"/>
                  <a:pt x="955804" y="105952"/>
                </a:cubicBezTo>
                <a:lnTo>
                  <a:pt x="930575" y="105952"/>
                </a:lnTo>
                <a:cubicBezTo>
                  <a:pt x="929316" y="105952"/>
                  <a:pt x="928415" y="105710"/>
                  <a:pt x="927869" y="105228"/>
                </a:cubicBezTo>
                <a:cubicBezTo>
                  <a:pt x="927324" y="104746"/>
                  <a:pt x="927051" y="104106"/>
                  <a:pt x="927051" y="103309"/>
                </a:cubicBezTo>
                <a:cubicBezTo>
                  <a:pt x="927051" y="102512"/>
                  <a:pt x="927324" y="101873"/>
                  <a:pt x="927869" y="101390"/>
                </a:cubicBezTo>
                <a:cubicBezTo>
                  <a:pt x="928415" y="100908"/>
                  <a:pt x="929316" y="100667"/>
                  <a:pt x="930575" y="100667"/>
                </a:cubicBezTo>
                <a:lnTo>
                  <a:pt x="937684" y="100667"/>
                </a:lnTo>
                <a:lnTo>
                  <a:pt x="937684" y="32339"/>
                </a:lnTo>
                <a:lnTo>
                  <a:pt x="930575" y="32339"/>
                </a:lnTo>
                <a:cubicBezTo>
                  <a:pt x="929316" y="32339"/>
                  <a:pt x="928415" y="32087"/>
                  <a:pt x="927869" y="31584"/>
                </a:cubicBezTo>
                <a:cubicBezTo>
                  <a:pt x="927324" y="31081"/>
                  <a:pt x="927051" y="30431"/>
                  <a:pt x="927051" y="29634"/>
                </a:cubicBezTo>
                <a:cubicBezTo>
                  <a:pt x="927051" y="28897"/>
                  <a:pt x="927324" y="28283"/>
                  <a:pt x="927869" y="27791"/>
                </a:cubicBezTo>
                <a:cubicBezTo>
                  <a:pt x="928415" y="27300"/>
                  <a:pt x="929316" y="27054"/>
                  <a:pt x="930575" y="27054"/>
                </a:cubicBezTo>
                <a:lnTo>
                  <a:pt x="942969" y="27054"/>
                </a:lnTo>
                <a:moveTo>
                  <a:pt x="988773" y="52693"/>
                </a:moveTo>
                <a:cubicBezTo>
                  <a:pt x="988773" y="46585"/>
                  <a:pt x="986560" y="41351"/>
                  <a:pt x="982135" y="36991"/>
                </a:cubicBezTo>
                <a:cubicBezTo>
                  <a:pt x="977710" y="32631"/>
                  <a:pt x="972309" y="30452"/>
                  <a:pt x="965934" y="30452"/>
                </a:cubicBezTo>
                <a:cubicBezTo>
                  <a:pt x="959516" y="30452"/>
                  <a:pt x="954085" y="32642"/>
                  <a:pt x="949638" y="37023"/>
                </a:cubicBezTo>
                <a:cubicBezTo>
                  <a:pt x="945192" y="41403"/>
                  <a:pt x="942969" y="46626"/>
                  <a:pt x="942969" y="52693"/>
                </a:cubicBezTo>
                <a:cubicBezTo>
                  <a:pt x="942969" y="58801"/>
                  <a:pt x="945192" y="64045"/>
                  <a:pt x="949638" y="68426"/>
                </a:cubicBezTo>
                <a:cubicBezTo>
                  <a:pt x="954085" y="72806"/>
                  <a:pt x="959516" y="74997"/>
                  <a:pt x="965934" y="74997"/>
                </a:cubicBezTo>
                <a:cubicBezTo>
                  <a:pt x="972267" y="74997"/>
                  <a:pt x="977657" y="72817"/>
                  <a:pt x="982103" y="68457"/>
                </a:cubicBezTo>
                <a:cubicBezTo>
                  <a:pt x="986550" y="64098"/>
                  <a:pt x="988773" y="58843"/>
                  <a:pt x="988773" y="52693"/>
                </a:cubicBezTo>
                <a:close/>
                <a:moveTo>
                  <a:pt x="1075333" y="117025"/>
                </a:moveTo>
                <a:lnTo>
                  <a:pt x="1005055" y="117025"/>
                </a:lnTo>
                <a:cubicBezTo>
                  <a:pt x="1003797" y="117025"/>
                  <a:pt x="1002895" y="116784"/>
                  <a:pt x="1002350" y="116301"/>
                </a:cubicBezTo>
                <a:cubicBezTo>
                  <a:pt x="1001805" y="115819"/>
                  <a:pt x="1001532" y="115179"/>
                  <a:pt x="1001532" y="114382"/>
                </a:cubicBezTo>
                <a:cubicBezTo>
                  <a:pt x="1001532" y="113585"/>
                  <a:pt x="1001805" y="112946"/>
                  <a:pt x="1002350" y="112463"/>
                </a:cubicBezTo>
                <a:cubicBezTo>
                  <a:pt x="1002895" y="111981"/>
                  <a:pt x="1003797" y="111740"/>
                  <a:pt x="1005055" y="111740"/>
                </a:cubicBezTo>
                <a:lnTo>
                  <a:pt x="1075333" y="111740"/>
                </a:lnTo>
                <a:cubicBezTo>
                  <a:pt x="1076633" y="111740"/>
                  <a:pt x="1077546" y="111981"/>
                  <a:pt x="1078070" y="112463"/>
                </a:cubicBezTo>
                <a:cubicBezTo>
                  <a:pt x="1078594" y="112946"/>
                  <a:pt x="1078857" y="113585"/>
                  <a:pt x="1078857" y="114382"/>
                </a:cubicBezTo>
                <a:cubicBezTo>
                  <a:pt x="1078857" y="115179"/>
                  <a:pt x="1078594" y="115819"/>
                  <a:pt x="1078070" y="116301"/>
                </a:cubicBezTo>
                <a:cubicBezTo>
                  <a:pt x="1077546" y="116784"/>
                  <a:pt x="1076633" y="117025"/>
                  <a:pt x="1075333" y="117025"/>
                </a:cubicBezTo>
                <a:close/>
                <a:moveTo>
                  <a:pt x="1139559" y="32347"/>
                </a:moveTo>
                <a:lnTo>
                  <a:pt x="1139559" y="30603"/>
                </a:lnTo>
                <a:cubicBezTo>
                  <a:pt x="1139559" y="29316"/>
                  <a:pt x="1139810" y="28403"/>
                  <a:pt x="1140314" y="27864"/>
                </a:cubicBezTo>
                <a:cubicBezTo>
                  <a:pt x="1140817" y="27324"/>
                  <a:pt x="1141446" y="27054"/>
                  <a:pt x="1142201" y="27054"/>
                </a:cubicBezTo>
                <a:cubicBezTo>
                  <a:pt x="1142998" y="27054"/>
                  <a:pt x="1143648" y="27327"/>
                  <a:pt x="1144151" y="27872"/>
                </a:cubicBezTo>
                <a:cubicBezTo>
                  <a:pt x="1144655" y="28417"/>
                  <a:pt x="1144906" y="29340"/>
                  <a:pt x="1144906" y="30640"/>
                </a:cubicBezTo>
                <a:lnTo>
                  <a:pt x="1144906" y="42595"/>
                </a:lnTo>
                <a:cubicBezTo>
                  <a:pt x="1144865" y="43895"/>
                  <a:pt x="1144602" y="44818"/>
                  <a:pt x="1144120" y="45363"/>
                </a:cubicBezTo>
                <a:cubicBezTo>
                  <a:pt x="1143638" y="45908"/>
                  <a:pt x="1142998" y="46181"/>
                  <a:pt x="1142201" y="46181"/>
                </a:cubicBezTo>
                <a:cubicBezTo>
                  <a:pt x="1141488" y="46181"/>
                  <a:pt x="1140890" y="45939"/>
                  <a:pt x="1140408" y="45455"/>
                </a:cubicBezTo>
                <a:cubicBezTo>
                  <a:pt x="1139926" y="44970"/>
                  <a:pt x="1139642" y="44159"/>
                  <a:pt x="1139559" y="43021"/>
                </a:cubicBezTo>
                <a:cubicBezTo>
                  <a:pt x="1139307" y="40031"/>
                  <a:pt x="1137346" y="37189"/>
                  <a:pt x="1133676" y="34494"/>
                </a:cubicBezTo>
                <a:cubicBezTo>
                  <a:pt x="1130006" y="31799"/>
                  <a:pt x="1125067" y="30452"/>
                  <a:pt x="1118859" y="30452"/>
                </a:cubicBezTo>
                <a:cubicBezTo>
                  <a:pt x="1111015" y="30452"/>
                  <a:pt x="1105059" y="32912"/>
                  <a:pt x="1100991" y="37833"/>
                </a:cubicBezTo>
                <a:cubicBezTo>
                  <a:pt x="1096922" y="42753"/>
                  <a:pt x="1094888" y="48388"/>
                  <a:pt x="1094888" y="54737"/>
                </a:cubicBezTo>
                <a:cubicBezTo>
                  <a:pt x="1094888" y="61593"/>
                  <a:pt x="1097132" y="67249"/>
                  <a:pt x="1101620" y="71707"/>
                </a:cubicBezTo>
                <a:cubicBezTo>
                  <a:pt x="1106108" y="76165"/>
                  <a:pt x="1111917" y="78394"/>
                  <a:pt x="1119048" y="78394"/>
                </a:cubicBezTo>
                <a:cubicBezTo>
                  <a:pt x="1123158" y="78394"/>
                  <a:pt x="1127342" y="77631"/>
                  <a:pt x="1131600" y="76104"/>
                </a:cubicBezTo>
                <a:cubicBezTo>
                  <a:pt x="1135857" y="74575"/>
                  <a:pt x="1139705" y="72114"/>
                  <a:pt x="1143145" y="68719"/>
                </a:cubicBezTo>
                <a:cubicBezTo>
                  <a:pt x="1144026" y="67871"/>
                  <a:pt x="1144802" y="67447"/>
                  <a:pt x="1145473" y="67447"/>
                </a:cubicBezTo>
                <a:cubicBezTo>
                  <a:pt x="1146186" y="67447"/>
                  <a:pt x="1146784" y="67690"/>
                  <a:pt x="1147266" y="68176"/>
                </a:cubicBezTo>
                <a:cubicBezTo>
                  <a:pt x="1147748" y="68662"/>
                  <a:pt x="1147989" y="69265"/>
                  <a:pt x="1147989" y="69983"/>
                </a:cubicBezTo>
                <a:cubicBezTo>
                  <a:pt x="1147989" y="71801"/>
                  <a:pt x="1145871" y="74105"/>
                  <a:pt x="1141635" y="76894"/>
                </a:cubicBezTo>
                <a:cubicBezTo>
                  <a:pt x="1134798" y="81417"/>
                  <a:pt x="1127185" y="83679"/>
                  <a:pt x="1118796" y="83679"/>
                </a:cubicBezTo>
                <a:cubicBezTo>
                  <a:pt x="1110281" y="83679"/>
                  <a:pt x="1103287" y="80961"/>
                  <a:pt x="1097813" y="75524"/>
                </a:cubicBezTo>
                <a:cubicBezTo>
                  <a:pt x="1092340" y="70085"/>
                  <a:pt x="1089603" y="63188"/>
                  <a:pt x="1089603" y="54832"/>
                </a:cubicBezTo>
                <a:cubicBezTo>
                  <a:pt x="1089603" y="46308"/>
                  <a:pt x="1092403" y="39233"/>
                  <a:pt x="1098002" y="33607"/>
                </a:cubicBezTo>
                <a:cubicBezTo>
                  <a:pt x="1103602" y="27980"/>
                  <a:pt x="1110659" y="25167"/>
                  <a:pt x="1119174" y="25167"/>
                </a:cubicBezTo>
                <a:cubicBezTo>
                  <a:pt x="1127269" y="25167"/>
                  <a:pt x="1134064" y="27560"/>
                  <a:pt x="1139559" y="32347"/>
                </a:cubicBezTo>
                <a:close/>
                <a:moveTo>
                  <a:pt x="1197492" y="2642"/>
                </a:moveTo>
                <a:lnTo>
                  <a:pt x="1197492" y="76381"/>
                </a:lnTo>
                <a:lnTo>
                  <a:pt x="1218255" y="76381"/>
                </a:lnTo>
                <a:cubicBezTo>
                  <a:pt x="1219555" y="76381"/>
                  <a:pt x="1220478" y="76622"/>
                  <a:pt x="1221023" y="77104"/>
                </a:cubicBezTo>
                <a:cubicBezTo>
                  <a:pt x="1221568" y="77587"/>
                  <a:pt x="1221841" y="78226"/>
                  <a:pt x="1221841" y="79023"/>
                </a:cubicBezTo>
                <a:cubicBezTo>
                  <a:pt x="1221841" y="79778"/>
                  <a:pt x="1221568" y="80407"/>
                  <a:pt x="1221023" y="80911"/>
                </a:cubicBezTo>
                <a:cubicBezTo>
                  <a:pt x="1220478" y="81414"/>
                  <a:pt x="1219555" y="81666"/>
                  <a:pt x="1218255" y="81666"/>
                </a:cubicBezTo>
                <a:lnTo>
                  <a:pt x="1171445" y="81666"/>
                </a:lnTo>
                <a:cubicBezTo>
                  <a:pt x="1170186" y="81666"/>
                  <a:pt x="1169284" y="81414"/>
                  <a:pt x="1168739" y="80911"/>
                </a:cubicBezTo>
                <a:cubicBezTo>
                  <a:pt x="1168194" y="80407"/>
                  <a:pt x="1167921" y="79778"/>
                  <a:pt x="1167921" y="79023"/>
                </a:cubicBezTo>
                <a:cubicBezTo>
                  <a:pt x="1167921" y="78226"/>
                  <a:pt x="1168194" y="77587"/>
                  <a:pt x="1168739" y="77104"/>
                </a:cubicBezTo>
                <a:cubicBezTo>
                  <a:pt x="1169284" y="76622"/>
                  <a:pt x="1170186" y="76381"/>
                  <a:pt x="1171445" y="76381"/>
                </a:cubicBezTo>
                <a:lnTo>
                  <a:pt x="1192207" y="76381"/>
                </a:lnTo>
                <a:lnTo>
                  <a:pt x="1192207" y="7928"/>
                </a:lnTo>
                <a:lnTo>
                  <a:pt x="1176981" y="7928"/>
                </a:lnTo>
                <a:cubicBezTo>
                  <a:pt x="1175723" y="7928"/>
                  <a:pt x="1174811" y="7679"/>
                  <a:pt x="1174244" y="7182"/>
                </a:cubicBezTo>
                <a:cubicBezTo>
                  <a:pt x="1173678" y="6684"/>
                  <a:pt x="1173395" y="6041"/>
                  <a:pt x="1173395" y="5254"/>
                </a:cubicBezTo>
                <a:cubicBezTo>
                  <a:pt x="1173395" y="4508"/>
                  <a:pt x="1173668" y="3886"/>
                  <a:pt x="1174213" y="3390"/>
                </a:cubicBezTo>
                <a:cubicBezTo>
                  <a:pt x="1174758" y="2892"/>
                  <a:pt x="1175681" y="2642"/>
                  <a:pt x="1176981" y="2642"/>
                </a:cubicBezTo>
                <a:lnTo>
                  <a:pt x="1197492" y="2642"/>
                </a:lnTo>
                <a:close/>
                <a:moveTo>
                  <a:pt x="1274741" y="0"/>
                </a:moveTo>
                <a:lnTo>
                  <a:pt x="1274741" y="13590"/>
                </a:lnTo>
                <a:lnTo>
                  <a:pt x="1266939" y="13590"/>
                </a:lnTo>
                <a:lnTo>
                  <a:pt x="1266939" y="0"/>
                </a:lnTo>
                <a:lnTo>
                  <a:pt x="1274741" y="0"/>
                </a:lnTo>
                <a:moveTo>
                  <a:pt x="1274930" y="27054"/>
                </a:moveTo>
                <a:lnTo>
                  <a:pt x="1274930" y="76381"/>
                </a:lnTo>
                <a:lnTo>
                  <a:pt x="1295692" y="76381"/>
                </a:lnTo>
                <a:cubicBezTo>
                  <a:pt x="1296993" y="76381"/>
                  <a:pt x="1297915" y="76622"/>
                  <a:pt x="1298461" y="77104"/>
                </a:cubicBezTo>
                <a:cubicBezTo>
                  <a:pt x="1299006" y="77587"/>
                  <a:pt x="1299279" y="78226"/>
                  <a:pt x="1299279" y="79023"/>
                </a:cubicBezTo>
                <a:cubicBezTo>
                  <a:pt x="1299279" y="79778"/>
                  <a:pt x="1299006" y="80407"/>
                  <a:pt x="1298461" y="80911"/>
                </a:cubicBezTo>
                <a:cubicBezTo>
                  <a:pt x="1297915" y="81414"/>
                  <a:pt x="1296993" y="81666"/>
                  <a:pt x="1295692" y="81666"/>
                </a:cubicBezTo>
                <a:lnTo>
                  <a:pt x="1248882" y="81666"/>
                </a:lnTo>
                <a:cubicBezTo>
                  <a:pt x="1247624" y="81666"/>
                  <a:pt x="1246722" y="81414"/>
                  <a:pt x="1246177" y="80911"/>
                </a:cubicBezTo>
                <a:cubicBezTo>
                  <a:pt x="1245632" y="80407"/>
                  <a:pt x="1245359" y="79778"/>
                  <a:pt x="1245359" y="79023"/>
                </a:cubicBezTo>
                <a:cubicBezTo>
                  <a:pt x="1245359" y="78226"/>
                  <a:pt x="1245632" y="77587"/>
                  <a:pt x="1246177" y="77104"/>
                </a:cubicBezTo>
                <a:cubicBezTo>
                  <a:pt x="1246722" y="76622"/>
                  <a:pt x="1247624" y="76381"/>
                  <a:pt x="1248882" y="76381"/>
                </a:cubicBezTo>
                <a:lnTo>
                  <a:pt x="1269645" y="76381"/>
                </a:lnTo>
                <a:lnTo>
                  <a:pt x="1269645" y="32339"/>
                </a:lnTo>
                <a:lnTo>
                  <a:pt x="1254230" y="32339"/>
                </a:lnTo>
                <a:cubicBezTo>
                  <a:pt x="1252972" y="32339"/>
                  <a:pt x="1252060" y="32091"/>
                  <a:pt x="1251493" y="31594"/>
                </a:cubicBezTo>
                <a:cubicBezTo>
                  <a:pt x="1250927" y="31096"/>
                  <a:pt x="1250644" y="30474"/>
                  <a:pt x="1250644" y="29728"/>
                </a:cubicBezTo>
                <a:cubicBezTo>
                  <a:pt x="1250644" y="28940"/>
                  <a:pt x="1250917" y="28298"/>
                  <a:pt x="1251462" y="27801"/>
                </a:cubicBezTo>
                <a:cubicBezTo>
                  <a:pt x="1252007" y="27303"/>
                  <a:pt x="1252930" y="27054"/>
                  <a:pt x="1254230" y="27054"/>
                </a:cubicBezTo>
                <a:lnTo>
                  <a:pt x="1274930" y="27054"/>
                </a:lnTo>
                <a:close/>
                <a:moveTo>
                  <a:pt x="1329529" y="27054"/>
                </a:moveTo>
                <a:lnTo>
                  <a:pt x="1329529" y="36643"/>
                </a:lnTo>
                <a:cubicBezTo>
                  <a:pt x="1332675" y="32838"/>
                  <a:pt x="1336051" y="29974"/>
                  <a:pt x="1339659" y="28051"/>
                </a:cubicBezTo>
                <a:cubicBezTo>
                  <a:pt x="1343266" y="26128"/>
                  <a:pt x="1347523" y="25167"/>
                  <a:pt x="1352431" y="25167"/>
                </a:cubicBezTo>
                <a:cubicBezTo>
                  <a:pt x="1357632" y="25167"/>
                  <a:pt x="1362434" y="26384"/>
                  <a:pt x="1366839" y="28820"/>
                </a:cubicBezTo>
                <a:cubicBezTo>
                  <a:pt x="1371243" y="31255"/>
                  <a:pt x="1374651" y="34646"/>
                  <a:pt x="1377063" y="38993"/>
                </a:cubicBezTo>
                <a:cubicBezTo>
                  <a:pt x="1379474" y="43339"/>
                  <a:pt x="1380680" y="47906"/>
                  <a:pt x="1380680" y="52693"/>
                </a:cubicBezTo>
                <a:cubicBezTo>
                  <a:pt x="1380680" y="60294"/>
                  <a:pt x="1377964" y="66793"/>
                  <a:pt x="1372533" y="72189"/>
                </a:cubicBezTo>
                <a:cubicBezTo>
                  <a:pt x="1367101" y="77584"/>
                  <a:pt x="1360421" y="80282"/>
                  <a:pt x="1352494" y="80282"/>
                </a:cubicBezTo>
                <a:cubicBezTo>
                  <a:pt x="1343056" y="80282"/>
                  <a:pt x="1335401" y="76456"/>
                  <a:pt x="1329529" y="68805"/>
                </a:cubicBezTo>
                <a:lnTo>
                  <a:pt x="1329529" y="100667"/>
                </a:lnTo>
                <a:lnTo>
                  <a:pt x="1342364" y="100667"/>
                </a:lnTo>
                <a:cubicBezTo>
                  <a:pt x="1343622" y="100667"/>
                  <a:pt x="1344524" y="100908"/>
                  <a:pt x="1345069" y="101390"/>
                </a:cubicBezTo>
                <a:cubicBezTo>
                  <a:pt x="1345615" y="101873"/>
                  <a:pt x="1345887" y="102512"/>
                  <a:pt x="1345887" y="103309"/>
                </a:cubicBezTo>
                <a:cubicBezTo>
                  <a:pt x="1345887" y="104064"/>
                  <a:pt x="1345615" y="104693"/>
                  <a:pt x="1345069" y="105197"/>
                </a:cubicBezTo>
                <a:cubicBezTo>
                  <a:pt x="1344524" y="105700"/>
                  <a:pt x="1343622" y="105952"/>
                  <a:pt x="1342364" y="105952"/>
                </a:cubicBezTo>
                <a:lnTo>
                  <a:pt x="1317134" y="105952"/>
                </a:lnTo>
                <a:cubicBezTo>
                  <a:pt x="1315876" y="105952"/>
                  <a:pt x="1314974" y="105710"/>
                  <a:pt x="1314429" y="105228"/>
                </a:cubicBezTo>
                <a:cubicBezTo>
                  <a:pt x="1313884" y="104746"/>
                  <a:pt x="1313611" y="104106"/>
                  <a:pt x="1313611" y="103309"/>
                </a:cubicBezTo>
                <a:cubicBezTo>
                  <a:pt x="1313611" y="102512"/>
                  <a:pt x="1313884" y="101873"/>
                  <a:pt x="1314429" y="101390"/>
                </a:cubicBezTo>
                <a:cubicBezTo>
                  <a:pt x="1314974" y="100908"/>
                  <a:pt x="1315876" y="100667"/>
                  <a:pt x="1317134" y="100667"/>
                </a:cubicBezTo>
                <a:lnTo>
                  <a:pt x="1324244" y="100667"/>
                </a:lnTo>
                <a:lnTo>
                  <a:pt x="1324244" y="32339"/>
                </a:lnTo>
                <a:lnTo>
                  <a:pt x="1317134" y="32339"/>
                </a:lnTo>
                <a:cubicBezTo>
                  <a:pt x="1315876" y="32339"/>
                  <a:pt x="1314974" y="32087"/>
                  <a:pt x="1314429" y="31584"/>
                </a:cubicBezTo>
                <a:cubicBezTo>
                  <a:pt x="1313884" y="31081"/>
                  <a:pt x="1313611" y="30431"/>
                  <a:pt x="1313611" y="29634"/>
                </a:cubicBezTo>
                <a:cubicBezTo>
                  <a:pt x="1313611" y="28897"/>
                  <a:pt x="1313884" y="28283"/>
                  <a:pt x="1314429" y="27791"/>
                </a:cubicBezTo>
                <a:cubicBezTo>
                  <a:pt x="1314974" y="27300"/>
                  <a:pt x="1315876" y="27054"/>
                  <a:pt x="1317134" y="27054"/>
                </a:cubicBezTo>
                <a:lnTo>
                  <a:pt x="1329529" y="27054"/>
                </a:lnTo>
                <a:moveTo>
                  <a:pt x="1375332" y="52693"/>
                </a:moveTo>
                <a:cubicBezTo>
                  <a:pt x="1375332" y="46585"/>
                  <a:pt x="1373120" y="41351"/>
                  <a:pt x="1368695" y="36991"/>
                </a:cubicBezTo>
                <a:cubicBezTo>
                  <a:pt x="1364270" y="32631"/>
                  <a:pt x="1358869" y="30452"/>
                  <a:pt x="1352494" y="30452"/>
                </a:cubicBezTo>
                <a:cubicBezTo>
                  <a:pt x="1346076" y="30452"/>
                  <a:pt x="1340644" y="32642"/>
                  <a:pt x="1336198" y="37023"/>
                </a:cubicBezTo>
                <a:cubicBezTo>
                  <a:pt x="1331752" y="41403"/>
                  <a:pt x="1329529" y="46626"/>
                  <a:pt x="1329529" y="52693"/>
                </a:cubicBezTo>
                <a:cubicBezTo>
                  <a:pt x="1329529" y="58801"/>
                  <a:pt x="1331752" y="64045"/>
                  <a:pt x="1336198" y="68426"/>
                </a:cubicBezTo>
                <a:cubicBezTo>
                  <a:pt x="1340644" y="72806"/>
                  <a:pt x="1346076" y="74997"/>
                  <a:pt x="1352494" y="74997"/>
                </a:cubicBezTo>
                <a:cubicBezTo>
                  <a:pt x="1358827" y="74997"/>
                  <a:pt x="1364217" y="72817"/>
                  <a:pt x="1368663" y="68457"/>
                </a:cubicBezTo>
                <a:cubicBezTo>
                  <a:pt x="1373109" y="64098"/>
                  <a:pt x="1375332" y="58843"/>
                  <a:pt x="1375332" y="52693"/>
                </a:cubicBezTo>
                <a:close/>
                <a:moveTo>
                  <a:pt x="1413258" y="2642"/>
                </a:moveTo>
                <a:lnTo>
                  <a:pt x="1426911" y="2642"/>
                </a:lnTo>
                <a:lnTo>
                  <a:pt x="1408477" y="32713"/>
                </a:lnTo>
                <a:cubicBezTo>
                  <a:pt x="1407470" y="34393"/>
                  <a:pt x="1406338" y="35233"/>
                  <a:pt x="1405079" y="35233"/>
                </a:cubicBezTo>
                <a:cubicBezTo>
                  <a:pt x="1404198" y="35233"/>
                  <a:pt x="1403443" y="34918"/>
                  <a:pt x="1402814" y="34288"/>
                </a:cubicBezTo>
                <a:cubicBezTo>
                  <a:pt x="1402185" y="33657"/>
                  <a:pt x="1401870" y="32922"/>
                  <a:pt x="1401870" y="32082"/>
                </a:cubicBezTo>
                <a:cubicBezTo>
                  <a:pt x="1401870" y="31535"/>
                  <a:pt x="1402059" y="30779"/>
                  <a:pt x="1402437" y="29813"/>
                </a:cubicBezTo>
                <a:lnTo>
                  <a:pt x="1413258" y="2642"/>
                </a:lnTo>
                <a:moveTo>
                  <a:pt x="1440438" y="2642"/>
                </a:moveTo>
                <a:lnTo>
                  <a:pt x="1454091" y="2642"/>
                </a:lnTo>
                <a:lnTo>
                  <a:pt x="1435720" y="32713"/>
                </a:lnTo>
                <a:cubicBezTo>
                  <a:pt x="1434671" y="34393"/>
                  <a:pt x="1433538" y="35233"/>
                  <a:pt x="1432322" y="35233"/>
                </a:cubicBezTo>
                <a:cubicBezTo>
                  <a:pt x="1431399" y="35233"/>
                  <a:pt x="1430623" y="34918"/>
                  <a:pt x="1429994" y="34288"/>
                </a:cubicBezTo>
                <a:cubicBezTo>
                  <a:pt x="1429365" y="33657"/>
                  <a:pt x="1429050" y="32922"/>
                  <a:pt x="1429050" y="32082"/>
                </a:cubicBezTo>
                <a:cubicBezTo>
                  <a:pt x="1429050" y="31535"/>
                  <a:pt x="1429260" y="30779"/>
                  <a:pt x="1429680" y="29813"/>
                </a:cubicBezTo>
                <a:lnTo>
                  <a:pt x="1440438" y="2642"/>
                </a:lnTo>
                <a:close/>
                <a:moveTo>
                  <a:pt x="1493590" y="62665"/>
                </a:moveTo>
                <a:lnTo>
                  <a:pt x="1510767" y="62665"/>
                </a:lnTo>
                <a:lnTo>
                  <a:pt x="1492080" y="97395"/>
                </a:lnTo>
                <a:cubicBezTo>
                  <a:pt x="1490948" y="99492"/>
                  <a:pt x="1489585" y="100541"/>
                  <a:pt x="1487991" y="100541"/>
                </a:cubicBezTo>
                <a:cubicBezTo>
                  <a:pt x="1486942" y="100541"/>
                  <a:pt x="1486051" y="100174"/>
                  <a:pt x="1485317" y="99440"/>
                </a:cubicBezTo>
                <a:cubicBezTo>
                  <a:pt x="1484583" y="98706"/>
                  <a:pt x="1484216" y="97814"/>
                  <a:pt x="1484216" y="96766"/>
                </a:cubicBezTo>
                <a:cubicBezTo>
                  <a:pt x="1484216" y="96346"/>
                  <a:pt x="1484279" y="95885"/>
                  <a:pt x="1484405" y="95382"/>
                </a:cubicBezTo>
                <a:lnTo>
                  <a:pt x="1493590" y="626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C686A-A885-43C9-9807-C3893DA4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491" y="3962724"/>
            <a:ext cx="150783" cy="142317"/>
          </a:xfrm>
          <a:custGeom xmlns:a="http://schemas.openxmlformats.org/drawingml/2006/main">
            <a:pathLst>
              <a:path w="150783" h="142317">
                <a:moveTo>
                  <a:pt x="0" y="0"/>
                </a:moveTo>
                <a:lnTo>
                  <a:pt x="150783" y="0"/>
                </a:lnTo>
                <a:lnTo>
                  <a:pt x="150783" y="142317"/>
                </a:lnTo>
                <a:lnTo>
                  <a:pt x="0" y="1423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v0)">
            <a:extLst xmlns:a="http://schemas.openxmlformats.org/drawingml/2006/main">
              <a:ext uri="{FF2B5EF4-FFF2-40B4-BE49-F238E27FC236}">
                <a16:creationId xmlns:a16="http://schemas.microsoft.com/office/drawing/2014/main" id="{8C99D99B-3059-4025-B6AF-BF2AC4BE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203" y="3986404"/>
            <a:ext cx="187275" cy="97269"/>
          </a:xfrm>
          <a:custGeom xmlns:a="http://schemas.openxmlformats.org/drawingml/2006/main">
            <a:pathLst>
              <a:path w="187275" h="97269">
                <a:moveTo>
                  <a:pt x="39575" y="80911"/>
                </a:moveTo>
                <a:lnTo>
                  <a:pt x="30640" y="80911"/>
                </a:lnTo>
                <a:lnTo>
                  <a:pt x="8934" y="31584"/>
                </a:lnTo>
                <a:lnTo>
                  <a:pt x="3523" y="31584"/>
                </a:lnTo>
                <a:cubicBezTo>
                  <a:pt x="2265" y="31584"/>
                  <a:pt x="1363" y="31332"/>
                  <a:pt x="818" y="30829"/>
                </a:cubicBezTo>
                <a:cubicBezTo>
                  <a:pt x="273" y="30326"/>
                  <a:pt x="0" y="29676"/>
                  <a:pt x="0" y="28879"/>
                </a:cubicBezTo>
                <a:cubicBezTo>
                  <a:pt x="0" y="28142"/>
                  <a:pt x="273" y="27528"/>
                  <a:pt x="818" y="27036"/>
                </a:cubicBezTo>
                <a:cubicBezTo>
                  <a:pt x="1363" y="26545"/>
                  <a:pt x="2265" y="26299"/>
                  <a:pt x="3523" y="26299"/>
                </a:cubicBezTo>
                <a:lnTo>
                  <a:pt x="23342" y="26299"/>
                </a:lnTo>
                <a:cubicBezTo>
                  <a:pt x="24600" y="26299"/>
                  <a:pt x="25502" y="26545"/>
                  <a:pt x="26047" y="27036"/>
                </a:cubicBezTo>
                <a:cubicBezTo>
                  <a:pt x="26593" y="27528"/>
                  <a:pt x="26865" y="28163"/>
                  <a:pt x="26865" y="28942"/>
                </a:cubicBezTo>
                <a:cubicBezTo>
                  <a:pt x="26865" y="29697"/>
                  <a:pt x="26593" y="30326"/>
                  <a:pt x="26047" y="30829"/>
                </a:cubicBezTo>
                <a:cubicBezTo>
                  <a:pt x="25502" y="31332"/>
                  <a:pt x="24600" y="31584"/>
                  <a:pt x="23342" y="31584"/>
                </a:cubicBezTo>
                <a:lnTo>
                  <a:pt x="14597" y="31584"/>
                </a:lnTo>
                <a:lnTo>
                  <a:pt x="33975" y="75626"/>
                </a:lnTo>
                <a:lnTo>
                  <a:pt x="36303" y="75626"/>
                </a:lnTo>
                <a:lnTo>
                  <a:pt x="55304" y="31584"/>
                </a:lnTo>
                <a:lnTo>
                  <a:pt x="46495" y="31584"/>
                </a:lnTo>
                <a:cubicBezTo>
                  <a:pt x="45237" y="31584"/>
                  <a:pt x="44335" y="31332"/>
                  <a:pt x="43790" y="30829"/>
                </a:cubicBezTo>
                <a:cubicBezTo>
                  <a:pt x="43245" y="30326"/>
                  <a:pt x="42972" y="29676"/>
                  <a:pt x="42972" y="28879"/>
                </a:cubicBezTo>
                <a:cubicBezTo>
                  <a:pt x="42972" y="28142"/>
                  <a:pt x="43245" y="27528"/>
                  <a:pt x="43790" y="27036"/>
                </a:cubicBezTo>
                <a:cubicBezTo>
                  <a:pt x="44335" y="26545"/>
                  <a:pt x="45237" y="26299"/>
                  <a:pt x="46495" y="26299"/>
                </a:cubicBezTo>
                <a:lnTo>
                  <a:pt x="66377" y="26299"/>
                </a:lnTo>
                <a:cubicBezTo>
                  <a:pt x="67677" y="26299"/>
                  <a:pt x="68590" y="26545"/>
                  <a:pt x="69114" y="27036"/>
                </a:cubicBezTo>
                <a:cubicBezTo>
                  <a:pt x="69638" y="27528"/>
                  <a:pt x="69900" y="28163"/>
                  <a:pt x="69900" y="28942"/>
                </a:cubicBezTo>
                <a:cubicBezTo>
                  <a:pt x="69900" y="29697"/>
                  <a:pt x="69638" y="30326"/>
                  <a:pt x="69114" y="30829"/>
                </a:cubicBezTo>
                <a:cubicBezTo>
                  <a:pt x="68590" y="31332"/>
                  <a:pt x="67677" y="31584"/>
                  <a:pt x="66377" y="31584"/>
                </a:cubicBezTo>
                <a:lnTo>
                  <a:pt x="61029" y="31584"/>
                </a:lnTo>
                <a:lnTo>
                  <a:pt x="39575" y="80911"/>
                </a:lnTo>
                <a:close/>
                <a:moveTo>
                  <a:pt x="136517" y="34881"/>
                </a:moveTo>
                <a:lnTo>
                  <a:pt x="136517" y="47980"/>
                </a:lnTo>
                <a:cubicBezTo>
                  <a:pt x="136517" y="59355"/>
                  <a:pt x="133811" y="68358"/>
                  <a:pt x="128401" y="74991"/>
                </a:cubicBezTo>
                <a:cubicBezTo>
                  <a:pt x="124164" y="80196"/>
                  <a:pt x="118816" y="82798"/>
                  <a:pt x="112357" y="82798"/>
                </a:cubicBezTo>
                <a:cubicBezTo>
                  <a:pt x="109253" y="82798"/>
                  <a:pt x="106327" y="82179"/>
                  <a:pt x="103580" y="80940"/>
                </a:cubicBezTo>
                <a:cubicBezTo>
                  <a:pt x="100833" y="79703"/>
                  <a:pt x="98494" y="77971"/>
                  <a:pt x="96565" y="75746"/>
                </a:cubicBezTo>
                <a:cubicBezTo>
                  <a:pt x="95348" y="74360"/>
                  <a:pt x="94017" y="72136"/>
                  <a:pt x="92569" y="69073"/>
                </a:cubicBezTo>
                <a:cubicBezTo>
                  <a:pt x="91122" y="66008"/>
                  <a:pt x="90084" y="63195"/>
                  <a:pt x="89455" y="60634"/>
                </a:cubicBezTo>
                <a:cubicBezTo>
                  <a:pt x="88490" y="57024"/>
                  <a:pt x="88008" y="52806"/>
                  <a:pt x="88008" y="47980"/>
                </a:cubicBezTo>
                <a:lnTo>
                  <a:pt x="88008" y="34881"/>
                </a:lnTo>
                <a:cubicBezTo>
                  <a:pt x="88008" y="23465"/>
                  <a:pt x="90713" y="14440"/>
                  <a:pt x="96124" y="7808"/>
                </a:cubicBezTo>
                <a:cubicBezTo>
                  <a:pt x="100361" y="2603"/>
                  <a:pt x="105709" y="0"/>
                  <a:pt x="112168" y="0"/>
                </a:cubicBezTo>
                <a:cubicBezTo>
                  <a:pt x="115314" y="0"/>
                  <a:pt x="118250" y="619"/>
                  <a:pt x="120976" y="1858"/>
                </a:cubicBezTo>
                <a:cubicBezTo>
                  <a:pt x="123703" y="3095"/>
                  <a:pt x="126031" y="4827"/>
                  <a:pt x="127960" y="7053"/>
                </a:cubicBezTo>
                <a:cubicBezTo>
                  <a:pt x="129218" y="8480"/>
                  <a:pt x="130561" y="10726"/>
                  <a:pt x="131987" y="13791"/>
                </a:cubicBezTo>
                <a:cubicBezTo>
                  <a:pt x="133413" y="16854"/>
                  <a:pt x="134461" y="19645"/>
                  <a:pt x="135133" y="22164"/>
                </a:cubicBezTo>
                <a:cubicBezTo>
                  <a:pt x="136055" y="25774"/>
                  <a:pt x="136517" y="30013"/>
                  <a:pt x="136517" y="34881"/>
                </a:cubicBezTo>
                <a:moveTo>
                  <a:pt x="131232" y="35591"/>
                </a:moveTo>
                <a:cubicBezTo>
                  <a:pt x="131232" y="30596"/>
                  <a:pt x="130529" y="25947"/>
                  <a:pt x="129124" y="21645"/>
                </a:cubicBezTo>
                <a:cubicBezTo>
                  <a:pt x="127719" y="17342"/>
                  <a:pt x="126136" y="13909"/>
                  <a:pt x="124374" y="11345"/>
                </a:cubicBezTo>
                <a:cubicBezTo>
                  <a:pt x="123325" y="9874"/>
                  <a:pt x="121962" y="8603"/>
                  <a:pt x="120284" y="7532"/>
                </a:cubicBezTo>
                <a:cubicBezTo>
                  <a:pt x="117893" y="6034"/>
                  <a:pt x="115209" y="5285"/>
                  <a:pt x="112231" y="5285"/>
                </a:cubicBezTo>
                <a:cubicBezTo>
                  <a:pt x="106317" y="5333"/>
                  <a:pt x="101682" y="8384"/>
                  <a:pt x="98326" y="14435"/>
                </a:cubicBezTo>
                <a:cubicBezTo>
                  <a:pt x="94971" y="20486"/>
                  <a:pt x="93293" y="27540"/>
                  <a:pt x="93293" y="35597"/>
                </a:cubicBezTo>
                <a:lnTo>
                  <a:pt x="93293" y="47241"/>
                </a:lnTo>
                <a:cubicBezTo>
                  <a:pt x="93293" y="52235"/>
                  <a:pt x="93996" y="56893"/>
                  <a:pt x="95401" y="61216"/>
                </a:cubicBezTo>
                <a:cubicBezTo>
                  <a:pt x="96806" y="65537"/>
                  <a:pt x="98410" y="68978"/>
                  <a:pt x="100214" y="71536"/>
                </a:cubicBezTo>
                <a:cubicBezTo>
                  <a:pt x="101221" y="72962"/>
                  <a:pt x="102563" y="74200"/>
                  <a:pt x="104241" y="75248"/>
                </a:cubicBezTo>
                <a:cubicBezTo>
                  <a:pt x="106631" y="76758"/>
                  <a:pt x="109337" y="77513"/>
                  <a:pt x="112357" y="77513"/>
                </a:cubicBezTo>
                <a:cubicBezTo>
                  <a:pt x="118229" y="77513"/>
                  <a:pt x="122843" y="74483"/>
                  <a:pt x="126198" y="68422"/>
                </a:cubicBezTo>
                <a:cubicBezTo>
                  <a:pt x="129554" y="62361"/>
                  <a:pt x="131232" y="55300"/>
                  <a:pt x="131232" y="47241"/>
                </a:cubicBezTo>
                <a:lnTo>
                  <a:pt x="131232" y="35591"/>
                </a:lnTo>
                <a:close/>
                <a:moveTo>
                  <a:pt x="187275" y="49610"/>
                </a:moveTo>
                <a:cubicBezTo>
                  <a:pt x="187275" y="54436"/>
                  <a:pt x="186646" y="59546"/>
                  <a:pt x="185387" y="64940"/>
                </a:cubicBezTo>
                <a:cubicBezTo>
                  <a:pt x="184129" y="70334"/>
                  <a:pt x="181717" y="76587"/>
                  <a:pt x="178152" y="83701"/>
                </a:cubicBezTo>
                <a:cubicBezTo>
                  <a:pt x="174587" y="90816"/>
                  <a:pt x="171986" y="95087"/>
                  <a:pt x="170350" y="96514"/>
                </a:cubicBezTo>
                <a:cubicBezTo>
                  <a:pt x="169847" y="97017"/>
                  <a:pt x="169302" y="97269"/>
                  <a:pt x="168714" y="97269"/>
                </a:cubicBezTo>
                <a:cubicBezTo>
                  <a:pt x="167959" y="97269"/>
                  <a:pt x="167320" y="97006"/>
                  <a:pt x="166795" y="96481"/>
                </a:cubicBezTo>
                <a:cubicBezTo>
                  <a:pt x="166271" y="95956"/>
                  <a:pt x="166009" y="95338"/>
                  <a:pt x="166009" y="94625"/>
                </a:cubicBezTo>
                <a:cubicBezTo>
                  <a:pt x="166009" y="94205"/>
                  <a:pt x="166156" y="93744"/>
                  <a:pt x="166449" y="93240"/>
                </a:cubicBezTo>
                <a:cubicBezTo>
                  <a:pt x="171063" y="84803"/>
                  <a:pt x="174356" y="77143"/>
                  <a:pt x="176327" y="70260"/>
                </a:cubicBezTo>
                <a:cubicBezTo>
                  <a:pt x="178299" y="63376"/>
                  <a:pt x="179284" y="56493"/>
                  <a:pt x="179284" y="49610"/>
                </a:cubicBezTo>
                <a:cubicBezTo>
                  <a:pt x="179284" y="42684"/>
                  <a:pt x="178299" y="35779"/>
                  <a:pt x="176327" y="28896"/>
                </a:cubicBezTo>
                <a:cubicBezTo>
                  <a:pt x="174356" y="22014"/>
                  <a:pt x="171063" y="14333"/>
                  <a:pt x="166449" y="5853"/>
                </a:cubicBezTo>
                <a:cubicBezTo>
                  <a:pt x="166156" y="5350"/>
                  <a:pt x="166009" y="4888"/>
                  <a:pt x="166009" y="4469"/>
                </a:cubicBezTo>
                <a:cubicBezTo>
                  <a:pt x="166009" y="3755"/>
                  <a:pt x="166271" y="3146"/>
                  <a:pt x="166795" y="2642"/>
                </a:cubicBezTo>
                <a:cubicBezTo>
                  <a:pt x="167320" y="2139"/>
                  <a:pt x="167959" y="1887"/>
                  <a:pt x="168714" y="1887"/>
                </a:cubicBezTo>
                <a:cubicBezTo>
                  <a:pt x="169302" y="1887"/>
                  <a:pt x="169847" y="2118"/>
                  <a:pt x="170350" y="2580"/>
                </a:cubicBezTo>
                <a:cubicBezTo>
                  <a:pt x="171902" y="4007"/>
                  <a:pt x="174440" y="8184"/>
                  <a:pt x="177963" y="15110"/>
                </a:cubicBezTo>
                <a:cubicBezTo>
                  <a:pt x="181486" y="22035"/>
                  <a:pt x="183919" y="28162"/>
                  <a:pt x="185261" y="33493"/>
                </a:cubicBezTo>
                <a:cubicBezTo>
                  <a:pt x="186604" y="38823"/>
                  <a:pt x="187275" y="44195"/>
                  <a:pt x="187275" y="496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i.a(v1,“temp_clip”)">
            <a:extLst xmlns:a="http://schemas.openxmlformats.org/drawingml/2006/main">
              <a:ext uri="{FF2B5EF4-FFF2-40B4-BE49-F238E27FC236}">
                <a16:creationId xmlns:a16="http://schemas.microsoft.com/office/drawing/2014/main" id="{548D30F3-B5E9-40A4-87B4-44A47A5D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62" y="4333553"/>
            <a:ext cx="1497240" cy="117025"/>
          </a:xfrm>
          <a:custGeom xmlns:a="http://schemas.openxmlformats.org/drawingml/2006/main">
            <a:pathLst>
              <a:path w="1497240" h="117025">
                <a:moveTo>
                  <a:pt x="29382" y="0"/>
                </a:moveTo>
                <a:lnTo>
                  <a:pt x="29382" y="13590"/>
                </a:lnTo>
                <a:lnTo>
                  <a:pt x="21580" y="13590"/>
                </a:lnTo>
                <a:lnTo>
                  <a:pt x="21580" y="0"/>
                </a:lnTo>
                <a:lnTo>
                  <a:pt x="29382" y="0"/>
                </a:lnTo>
                <a:moveTo>
                  <a:pt x="29571" y="27054"/>
                </a:moveTo>
                <a:lnTo>
                  <a:pt x="29571" y="76381"/>
                </a:lnTo>
                <a:lnTo>
                  <a:pt x="50333" y="76381"/>
                </a:lnTo>
                <a:cubicBezTo>
                  <a:pt x="51634" y="76381"/>
                  <a:pt x="52556" y="76622"/>
                  <a:pt x="53102" y="77104"/>
                </a:cubicBezTo>
                <a:cubicBezTo>
                  <a:pt x="53647" y="77587"/>
                  <a:pt x="53920" y="78226"/>
                  <a:pt x="53920" y="79023"/>
                </a:cubicBezTo>
                <a:cubicBezTo>
                  <a:pt x="53920" y="79778"/>
                  <a:pt x="53647" y="80407"/>
                  <a:pt x="53102" y="80911"/>
                </a:cubicBezTo>
                <a:cubicBezTo>
                  <a:pt x="52556" y="81414"/>
                  <a:pt x="51634" y="81666"/>
                  <a:pt x="50333" y="81666"/>
                </a:cubicBezTo>
                <a:lnTo>
                  <a:pt x="3523" y="81666"/>
                </a:lnTo>
                <a:cubicBezTo>
                  <a:pt x="2265" y="81666"/>
                  <a:pt x="1363" y="81414"/>
                  <a:pt x="818" y="80911"/>
                </a:cubicBezTo>
                <a:cubicBezTo>
                  <a:pt x="273" y="80407"/>
                  <a:pt x="0" y="79778"/>
                  <a:pt x="0" y="79023"/>
                </a:cubicBezTo>
                <a:cubicBezTo>
                  <a:pt x="0" y="78226"/>
                  <a:pt x="273" y="77587"/>
                  <a:pt x="818" y="77104"/>
                </a:cubicBezTo>
                <a:cubicBezTo>
                  <a:pt x="1363" y="76622"/>
                  <a:pt x="2265" y="76381"/>
                  <a:pt x="3523" y="76381"/>
                </a:cubicBezTo>
                <a:lnTo>
                  <a:pt x="24286" y="76381"/>
                </a:lnTo>
                <a:lnTo>
                  <a:pt x="24286" y="32339"/>
                </a:lnTo>
                <a:lnTo>
                  <a:pt x="8871" y="32339"/>
                </a:lnTo>
                <a:cubicBezTo>
                  <a:pt x="7613" y="32339"/>
                  <a:pt x="6701" y="32091"/>
                  <a:pt x="6134" y="31594"/>
                </a:cubicBezTo>
                <a:cubicBezTo>
                  <a:pt x="5568" y="31096"/>
                  <a:pt x="5285" y="30474"/>
                  <a:pt x="5285" y="29728"/>
                </a:cubicBezTo>
                <a:cubicBezTo>
                  <a:pt x="5285" y="28940"/>
                  <a:pt x="5558" y="28298"/>
                  <a:pt x="6103" y="27801"/>
                </a:cubicBezTo>
                <a:cubicBezTo>
                  <a:pt x="6648" y="27303"/>
                  <a:pt x="7571" y="27054"/>
                  <a:pt x="8871" y="27054"/>
                </a:cubicBezTo>
                <a:lnTo>
                  <a:pt x="29571" y="27054"/>
                </a:lnTo>
                <a:close/>
                <a:moveTo>
                  <a:pt x="102982" y="66566"/>
                </a:moveTo>
                <a:lnTo>
                  <a:pt x="105247" y="66566"/>
                </a:lnTo>
                <a:cubicBezTo>
                  <a:pt x="107596" y="66566"/>
                  <a:pt x="109609" y="67397"/>
                  <a:pt x="111287" y="69061"/>
                </a:cubicBezTo>
                <a:cubicBezTo>
                  <a:pt x="112965" y="70723"/>
                  <a:pt x="113804" y="72733"/>
                  <a:pt x="113804" y="75091"/>
                </a:cubicBezTo>
                <a:cubicBezTo>
                  <a:pt x="113804" y="77533"/>
                  <a:pt x="112954" y="79575"/>
                  <a:pt x="111255" y="81217"/>
                </a:cubicBezTo>
                <a:cubicBezTo>
                  <a:pt x="109557" y="82859"/>
                  <a:pt x="107554" y="83679"/>
                  <a:pt x="105247" y="83679"/>
                </a:cubicBezTo>
                <a:lnTo>
                  <a:pt x="102982" y="83679"/>
                </a:lnTo>
                <a:cubicBezTo>
                  <a:pt x="100633" y="83679"/>
                  <a:pt x="98620" y="82848"/>
                  <a:pt x="96942" y="81186"/>
                </a:cubicBezTo>
                <a:cubicBezTo>
                  <a:pt x="95264" y="79523"/>
                  <a:pt x="94425" y="77512"/>
                  <a:pt x="94425" y="75154"/>
                </a:cubicBezTo>
                <a:cubicBezTo>
                  <a:pt x="94425" y="72712"/>
                  <a:pt x="95275" y="70670"/>
                  <a:pt x="96973" y="69029"/>
                </a:cubicBezTo>
                <a:cubicBezTo>
                  <a:pt x="98672" y="67387"/>
                  <a:pt x="100675" y="66566"/>
                  <a:pt x="102982" y="66566"/>
                </a:cubicBezTo>
                <a:close/>
                <a:moveTo>
                  <a:pt x="196589" y="81666"/>
                </a:moveTo>
                <a:lnTo>
                  <a:pt x="196589" y="73990"/>
                </a:lnTo>
                <a:cubicBezTo>
                  <a:pt x="188913" y="80449"/>
                  <a:pt x="180713" y="83679"/>
                  <a:pt x="171989" y="83679"/>
                </a:cubicBezTo>
                <a:cubicBezTo>
                  <a:pt x="165655" y="83679"/>
                  <a:pt x="160706" y="82075"/>
                  <a:pt x="157141" y="78866"/>
                </a:cubicBezTo>
                <a:cubicBezTo>
                  <a:pt x="153575" y="75657"/>
                  <a:pt x="151793" y="71725"/>
                  <a:pt x="151793" y="67069"/>
                </a:cubicBezTo>
                <a:cubicBezTo>
                  <a:pt x="151793" y="61952"/>
                  <a:pt x="154142" y="57485"/>
                  <a:pt x="158839" y="53668"/>
                </a:cubicBezTo>
                <a:cubicBezTo>
                  <a:pt x="163537" y="49851"/>
                  <a:pt x="170395" y="47942"/>
                  <a:pt x="179413" y="47942"/>
                </a:cubicBezTo>
                <a:cubicBezTo>
                  <a:pt x="181846" y="47942"/>
                  <a:pt x="184488" y="48100"/>
                  <a:pt x="187341" y="48414"/>
                </a:cubicBezTo>
                <a:cubicBezTo>
                  <a:pt x="190193" y="48729"/>
                  <a:pt x="193276" y="49222"/>
                  <a:pt x="196589" y="49893"/>
                </a:cubicBezTo>
                <a:lnTo>
                  <a:pt x="196589" y="41281"/>
                </a:lnTo>
                <a:cubicBezTo>
                  <a:pt x="196589" y="38367"/>
                  <a:pt x="195247" y="35834"/>
                  <a:pt x="192563" y="33682"/>
                </a:cubicBezTo>
                <a:cubicBezTo>
                  <a:pt x="189878" y="31528"/>
                  <a:pt x="185852" y="30452"/>
                  <a:pt x="180483" y="30452"/>
                </a:cubicBezTo>
                <a:cubicBezTo>
                  <a:pt x="176372" y="30452"/>
                  <a:pt x="170605" y="31665"/>
                  <a:pt x="163181" y="34091"/>
                </a:cubicBezTo>
                <a:cubicBezTo>
                  <a:pt x="161838" y="34517"/>
                  <a:pt x="160978" y="34730"/>
                  <a:pt x="160601" y="34730"/>
                </a:cubicBezTo>
                <a:cubicBezTo>
                  <a:pt x="159930" y="34730"/>
                  <a:pt x="159353" y="34478"/>
                  <a:pt x="158871" y="33975"/>
                </a:cubicBezTo>
                <a:cubicBezTo>
                  <a:pt x="158388" y="33472"/>
                  <a:pt x="158147" y="32842"/>
                  <a:pt x="158147" y="32087"/>
                </a:cubicBezTo>
                <a:cubicBezTo>
                  <a:pt x="158147" y="31374"/>
                  <a:pt x="158357" y="30808"/>
                  <a:pt x="158776" y="30389"/>
                </a:cubicBezTo>
                <a:cubicBezTo>
                  <a:pt x="159364" y="29760"/>
                  <a:pt x="161733" y="28900"/>
                  <a:pt x="165886" y="27809"/>
                </a:cubicBezTo>
                <a:cubicBezTo>
                  <a:pt x="172429" y="26047"/>
                  <a:pt x="177379" y="25167"/>
                  <a:pt x="180734" y="25167"/>
                </a:cubicBezTo>
                <a:cubicBezTo>
                  <a:pt x="187403" y="25167"/>
                  <a:pt x="192605" y="26817"/>
                  <a:pt x="196338" y="30117"/>
                </a:cubicBezTo>
                <a:cubicBezTo>
                  <a:pt x="200071" y="33418"/>
                  <a:pt x="201937" y="37150"/>
                  <a:pt x="201937" y="41313"/>
                </a:cubicBezTo>
                <a:lnTo>
                  <a:pt x="201937" y="76381"/>
                </a:lnTo>
                <a:lnTo>
                  <a:pt x="208984" y="76381"/>
                </a:lnTo>
                <a:cubicBezTo>
                  <a:pt x="210284" y="76381"/>
                  <a:pt x="211207" y="76622"/>
                  <a:pt x="211752" y="77104"/>
                </a:cubicBezTo>
                <a:cubicBezTo>
                  <a:pt x="212297" y="77587"/>
                  <a:pt x="212570" y="78226"/>
                  <a:pt x="212570" y="79023"/>
                </a:cubicBezTo>
                <a:cubicBezTo>
                  <a:pt x="212570" y="79778"/>
                  <a:pt x="212297" y="80407"/>
                  <a:pt x="211752" y="80911"/>
                </a:cubicBezTo>
                <a:cubicBezTo>
                  <a:pt x="211207" y="81414"/>
                  <a:pt x="210284" y="81666"/>
                  <a:pt x="208984" y="81666"/>
                </a:cubicBezTo>
                <a:lnTo>
                  <a:pt x="196589" y="81666"/>
                </a:lnTo>
                <a:moveTo>
                  <a:pt x="196589" y="55304"/>
                </a:moveTo>
                <a:cubicBezTo>
                  <a:pt x="194115" y="54591"/>
                  <a:pt x="191493" y="54066"/>
                  <a:pt x="188725" y="53731"/>
                </a:cubicBezTo>
                <a:cubicBezTo>
                  <a:pt x="185956" y="53395"/>
                  <a:pt x="183041" y="53227"/>
                  <a:pt x="179979" y="53227"/>
                </a:cubicBezTo>
                <a:cubicBezTo>
                  <a:pt x="172303" y="53227"/>
                  <a:pt x="166305" y="54884"/>
                  <a:pt x="161985" y="58198"/>
                </a:cubicBezTo>
                <a:cubicBezTo>
                  <a:pt x="158713" y="60673"/>
                  <a:pt x="157078" y="63630"/>
                  <a:pt x="157078" y="67069"/>
                </a:cubicBezTo>
                <a:cubicBezTo>
                  <a:pt x="157078" y="70257"/>
                  <a:pt x="158325" y="72941"/>
                  <a:pt x="160821" y="75122"/>
                </a:cubicBezTo>
                <a:cubicBezTo>
                  <a:pt x="163317" y="77304"/>
                  <a:pt x="166956" y="78394"/>
                  <a:pt x="171737" y="78394"/>
                </a:cubicBezTo>
                <a:cubicBezTo>
                  <a:pt x="176309" y="78394"/>
                  <a:pt x="180556" y="77482"/>
                  <a:pt x="184478" y="75657"/>
                </a:cubicBezTo>
                <a:cubicBezTo>
                  <a:pt x="188400" y="73833"/>
                  <a:pt x="192437" y="70928"/>
                  <a:pt x="196589" y="66943"/>
                </a:cubicBezTo>
                <a:lnTo>
                  <a:pt x="196589" y="55304"/>
                </a:lnTo>
                <a:close/>
                <a:moveTo>
                  <a:pt x="258109" y="50302"/>
                </a:moveTo>
                <a:cubicBezTo>
                  <a:pt x="258109" y="45476"/>
                  <a:pt x="258738" y="40355"/>
                  <a:pt x="259997" y="34940"/>
                </a:cubicBezTo>
                <a:cubicBezTo>
                  <a:pt x="261255" y="29526"/>
                  <a:pt x="263667" y="23272"/>
                  <a:pt x="267232" y="16179"/>
                </a:cubicBezTo>
                <a:cubicBezTo>
                  <a:pt x="270797" y="9086"/>
                  <a:pt x="273398" y="4804"/>
                  <a:pt x="275034" y="3335"/>
                </a:cubicBezTo>
                <a:cubicBezTo>
                  <a:pt x="275537" y="2873"/>
                  <a:pt x="276082" y="2642"/>
                  <a:pt x="276670" y="2642"/>
                </a:cubicBezTo>
                <a:cubicBezTo>
                  <a:pt x="277425" y="2642"/>
                  <a:pt x="278064" y="2894"/>
                  <a:pt x="278589" y="3397"/>
                </a:cubicBezTo>
                <a:cubicBezTo>
                  <a:pt x="279113" y="3901"/>
                  <a:pt x="279375" y="4510"/>
                  <a:pt x="279375" y="5224"/>
                </a:cubicBezTo>
                <a:cubicBezTo>
                  <a:pt x="279375" y="5643"/>
                  <a:pt x="279228" y="6105"/>
                  <a:pt x="278935" y="6608"/>
                </a:cubicBezTo>
                <a:cubicBezTo>
                  <a:pt x="274321" y="15088"/>
                  <a:pt x="271028" y="22769"/>
                  <a:pt x="269057" y="29653"/>
                </a:cubicBezTo>
                <a:cubicBezTo>
                  <a:pt x="267085" y="36536"/>
                  <a:pt x="266100" y="43419"/>
                  <a:pt x="266100" y="50302"/>
                </a:cubicBezTo>
                <a:cubicBezTo>
                  <a:pt x="266100" y="57228"/>
                  <a:pt x="267085" y="64132"/>
                  <a:pt x="269057" y="71015"/>
                </a:cubicBezTo>
                <a:cubicBezTo>
                  <a:pt x="271028" y="77898"/>
                  <a:pt x="274321" y="85558"/>
                  <a:pt x="278935" y="93995"/>
                </a:cubicBezTo>
                <a:cubicBezTo>
                  <a:pt x="279228" y="94499"/>
                  <a:pt x="279375" y="94960"/>
                  <a:pt x="279375" y="95380"/>
                </a:cubicBezTo>
                <a:cubicBezTo>
                  <a:pt x="279375" y="96094"/>
                  <a:pt x="279113" y="96713"/>
                  <a:pt x="278589" y="97238"/>
                </a:cubicBezTo>
                <a:cubicBezTo>
                  <a:pt x="278064" y="97762"/>
                  <a:pt x="277425" y="98024"/>
                  <a:pt x="276670" y="98024"/>
                </a:cubicBezTo>
                <a:cubicBezTo>
                  <a:pt x="276082" y="98024"/>
                  <a:pt x="275537" y="97793"/>
                  <a:pt x="275034" y="97332"/>
                </a:cubicBezTo>
                <a:cubicBezTo>
                  <a:pt x="273482" y="95905"/>
                  <a:pt x="270944" y="91728"/>
                  <a:pt x="267421" y="84802"/>
                </a:cubicBezTo>
                <a:cubicBezTo>
                  <a:pt x="263898" y="77877"/>
                  <a:pt x="261465" y="71750"/>
                  <a:pt x="260123" y="66420"/>
                </a:cubicBezTo>
                <a:cubicBezTo>
                  <a:pt x="258780" y="61089"/>
                  <a:pt x="258109" y="55717"/>
                  <a:pt x="258109" y="50302"/>
                </a:cubicBezTo>
                <a:close/>
                <a:moveTo>
                  <a:pt x="340643" y="81666"/>
                </a:moveTo>
                <a:lnTo>
                  <a:pt x="331709" y="81666"/>
                </a:lnTo>
                <a:lnTo>
                  <a:pt x="310003" y="32339"/>
                </a:lnTo>
                <a:lnTo>
                  <a:pt x="304592" y="32339"/>
                </a:lnTo>
                <a:cubicBezTo>
                  <a:pt x="303334" y="32339"/>
                  <a:pt x="302432" y="32087"/>
                  <a:pt x="301887" y="31584"/>
                </a:cubicBezTo>
                <a:cubicBezTo>
                  <a:pt x="301341" y="31081"/>
                  <a:pt x="301069" y="30431"/>
                  <a:pt x="301069" y="29634"/>
                </a:cubicBezTo>
                <a:cubicBezTo>
                  <a:pt x="301069" y="28897"/>
                  <a:pt x="301341" y="28283"/>
                  <a:pt x="301887" y="27791"/>
                </a:cubicBezTo>
                <a:cubicBezTo>
                  <a:pt x="302432" y="27300"/>
                  <a:pt x="303334" y="27054"/>
                  <a:pt x="304592" y="27054"/>
                </a:cubicBezTo>
                <a:lnTo>
                  <a:pt x="324411" y="27054"/>
                </a:lnTo>
                <a:cubicBezTo>
                  <a:pt x="325669" y="27054"/>
                  <a:pt x="326571" y="27300"/>
                  <a:pt x="327116" y="27791"/>
                </a:cubicBezTo>
                <a:cubicBezTo>
                  <a:pt x="327661" y="28283"/>
                  <a:pt x="327934" y="28918"/>
                  <a:pt x="327934" y="29697"/>
                </a:cubicBezTo>
                <a:cubicBezTo>
                  <a:pt x="327934" y="30452"/>
                  <a:pt x="327661" y="31081"/>
                  <a:pt x="327116" y="31584"/>
                </a:cubicBezTo>
                <a:cubicBezTo>
                  <a:pt x="326571" y="32087"/>
                  <a:pt x="325669" y="32339"/>
                  <a:pt x="324411" y="32339"/>
                </a:cubicBezTo>
                <a:lnTo>
                  <a:pt x="315665" y="32339"/>
                </a:lnTo>
                <a:lnTo>
                  <a:pt x="335044" y="76381"/>
                </a:lnTo>
                <a:lnTo>
                  <a:pt x="337371" y="76381"/>
                </a:lnTo>
                <a:lnTo>
                  <a:pt x="356372" y="32339"/>
                </a:lnTo>
                <a:lnTo>
                  <a:pt x="347564" y="32339"/>
                </a:lnTo>
                <a:cubicBezTo>
                  <a:pt x="346306" y="32339"/>
                  <a:pt x="345404" y="32087"/>
                  <a:pt x="344859" y="31584"/>
                </a:cubicBezTo>
                <a:cubicBezTo>
                  <a:pt x="344313" y="31081"/>
                  <a:pt x="344041" y="30431"/>
                  <a:pt x="344041" y="29634"/>
                </a:cubicBezTo>
                <a:cubicBezTo>
                  <a:pt x="344041" y="28897"/>
                  <a:pt x="344313" y="28283"/>
                  <a:pt x="344859" y="27791"/>
                </a:cubicBezTo>
                <a:cubicBezTo>
                  <a:pt x="345404" y="27300"/>
                  <a:pt x="346306" y="27054"/>
                  <a:pt x="347564" y="27054"/>
                </a:cubicBezTo>
                <a:lnTo>
                  <a:pt x="367446" y="27054"/>
                </a:lnTo>
                <a:cubicBezTo>
                  <a:pt x="368746" y="27054"/>
                  <a:pt x="369658" y="27300"/>
                  <a:pt x="370183" y="27791"/>
                </a:cubicBezTo>
                <a:cubicBezTo>
                  <a:pt x="370707" y="28283"/>
                  <a:pt x="370969" y="28918"/>
                  <a:pt x="370969" y="29697"/>
                </a:cubicBezTo>
                <a:cubicBezTo>
                  <a:pt x="370969" y="30452"/>
                  <a:pt x="370707" y="31081"/>
                  <a:pt x="370183" y="31584"/>
                </a:cubicBezTo>
                <a:cubicBezTo>
                  <a:pt x="369658" y="32087"/>
                  <a:pt x="368746" y="32339"/>
                  <a:pt x="367446" y="32339"/>
                </a:cubicBezTo>
                <a:lnTo>
                  <a:pt x="362098" y="32339"/>
                </a:lnTo>
                <a:lnTo>
                  <a:pt x="340643" y="81666"/>
                </a:lnTo>
                <a:close/>
                <a:moveTo>
                  <a:pt x="415942" y="1636"/>
                </a:moveTo>
                <a:lnTo>
                  <a:pt x="415942" y="76381"/>
                </a:lnTo>
                <a:lnTo>
                  <a:pt x="434062" y="76381"/>
                </a:lnTo>
                <a:cubicBezTo>
                  <a:pt x="435320" y="76381"/>
                  <a:pt x="436222" y="76622"/>
                  <a:pt x="436767" y="77104"/>
                </a:cubicBezTo>
                <a:cubicBezTo>
                  <a:pt x="437313" y="77587"/>
                  <a:pt x="437585" y="78226"/>
                  <a:pt x="437585" y="79023"/>
                </a:cubicBezTo>
                <a:cubicBezTo>
                  <a:pt x="437585" y="79778"/>
                  <a:pt x="437313" y="80407"/>
                  <a:pt x="436767" y="80911"/>
                </a:cubicBezTo>
                <a:cubicBezTo>
                  <a:pt x="436222" y="81414"/>
                  <a:pt x="435320" y="81666"/>
                  <a:pt x="434062" y="81666"/>
                </a:cubicBezTo>
                <a:lnTo>
                  <a:pt x="392537" y="81666"/>
                </a:lnTo>
                <a:cubicBezTo>
                  <a:pt x="391279" y="81666"/>
                  <a:pt x="390377" y="81414"/>
                  <a:pt x="389831" y="80911"/>
                </a:cubicBezTo>
                <a:cubicBezTo>
                  <a:pt x="389286" y="80407"/>
                  <a:pt x="389014" y="79778"/>
                  <a:pt x="389014" y="79023"/>
                </a:cubicBezTo>
                <a:cubicBezTo>
                  <a:pt x="389014" y="78226"/>
                  <a:pt x="389286" y="77587"/>
                  <a:pt x="389831" y="77104"/>
                </a:cubicBezTo>
                <a:cubicBezTo>
                  <a:pt x="390377" y="76622"/>
                  <a:pt x="391279" y="76381"/>
                  <a:pt x="392537" y="76381"/>
                </a:cubicBezTo>
                <a:lnTo>
                  <a:pt x="410657" y="76381"/>
                </a:lnTo>
                <a:lnTo>
                  <a:pt x="410657" y="8934"/>
                </a:lnTo>
                <a:lnTo>
                  <a:pt x="393418" y="14345"/>
                </a:lnTo>
                <a:cubicBezTo>
                  <a:pt x="392579" y="14597"/>
                  <a:pt x="391971" y="14722"/>
                  <a:pt x="391593" y="14722"/>
                </a:cubicBezTo>
                <a:cubicBezTo>
                  <a:pt x="390964" y="14722"/>
                  <a:pt x="390387" y="14460"/>
                  <a:pt x="389863" y="13936"/>
                </a:cubicBezTo>
                <a:cubicBezTo>
                  <a:pt x="389339" y="13412"/>
                  <a:pt x="389076" y="12793"/>
                  <a:pt x="389076" y="12080"/>
                </a:cubicBezTo>
                <a:cubicBezTo>
                  <a:pt x="389076" y="11451"/>
                  <a:pt x="389286" y="10864"/>
                  <a:pt x="389706" y="10318"/>
                </a:cubicBezTo>
                <a:cubicBezTo>
                  <a:pt x="390041" y="9983"/>
                  <a:pt x="390733" y="9626"/>
                  <a:pt x="391782" y="9249"/>
                </a:cubicBezTo>
                <a:lnTo>
                  <a:pt x="415942" y="1636"/>
                </a:lnTo>
                <a:close/>
                <a:moveTo>
                  <a:pt x="480167" y="62665"/>
                </a:moveTo>
                <a:lnTo>
                  <a:pt x="497343" y="62665"/>
                </a:lnTo>
                <a:lnTo>
                  <a:pt x="478657" y="97395"/>
                </a:lnTo>
                <a:cubicBezTo>
                  <a:pt x="477525" y="99492"/>
                  <a:pt x="476161" y="100541"/>
                  <a:pt x="474567" y="100541"/>
                </a:cubicBezTo>
                <a:cubicBezTo>
                  <a:pt x="473519" y="100541"/>
                  <a:pt x="472628" y="100174"/>
                  <a:pt x="471894" y="99440"/>
                </a:cubicBezTo>
                <a:cubicBezTo>
                  <a:pt x="471160" y="98706"/>
                  <a:pt x="470792" y="97814"/>
                  <a:pt x="470792" y="96766"/>
                </a:cubicBezTo>
                <a:cubicBezTo>
                  <a:pt x="470792" y="96346"/>
                  <a:pt x="470855" y="95885"/>
                  <a:pt x="470981" y="95382"/>
                </a:cubicBezTo>
                <a:lnTo>
                  <a:pt x="480167" y="62665"/>
                </a:lnTo>
                <a:close/>
                <a:moveTo>
                  <a:pt x="617866" y="2642"/>
                </a:moveTo>
                <a:lnTo>
                  <a:pt x="631582" y="2642"/>
                </a:lnTo>
                <a:lnTo>
                  <a:pt x="642341" y="29813"/>
                </a:lnTo>
                <a:cubicBezTo>
                  <a:pt x="642718" y="30779"/>
                  <a:pt x="642907" y="31514"/>
                  <a:pt x="642907" y="32019"/>
                </a:cubicBezTo>
                <a:cubicBezTo>
                  <a:pt x="642907" y="32901"/>
                  <a:pt x="642593" y="33657"/>
                  <a:pt x="641963" y="34288"/>
                </a:cubicBezTo>
                <a:cubicBezTo>
                  <a:pt x="641334" y="34918"/>
                  <a:pt x="640558" y="35233"/>
                  <a:pt x="639636" y="35233"/>
                </a:cubicBezTo>
                <a:cubicBezTo>
                  <a:pt x="638461" y="35233"/>
                  <a:pt x="637350" y="34393"/>
                  <a:pt x="636301" y="32713"/>
                </a:cubicBezTo>
                <a:lnTo>
                  <a:pt x="617866" y="2642"/>
                </a:lnTo>
                <a:moveTo>
                  <a:pt x="645046" y="2642"/>
                </a:moveTo>
                <a:lnTo>
                  <a:pt x="658762" y="2642"/>
                </a:lnTo>
                <a:lnTo>
                  <a:pt x="669521" y="29813"/>
                </a:lnTo>
                <a:cubicBezTo>
                  <a:pt x="669898" y="30779"/>
                  <a:pt x="670087" y="31514"/>
                  <a:pt x="670087" y="32019"/>
                </a:cubicBezTo>
                <a:cubicBezTo>
                  <a:pt x="670087" y="32901"/>
                  <a:pt x="669783" y="33657"/>
                  <a:pt x="669175" y="34288"/>
                </a:cubicBezTo>
                <a:cubicBezTo>
                  <a:pt x="668567" y="34918"/>
                  <a:pt x="667801" y="35233"/>
                  <a:pt x="666878" y="35233"/>
                </a:cubicBezTo>
                <a:cubicBezTo>
                  <a:pt x="665662" y="35233"/>
                  <a:pt x="664530" y="34393"/>
                  <a:pt x="663481" y="32713"/>
                </a:cubicBezTo>
                <a:lnTo>
                  <a:pt x="645046" y="2642"/>
                </a:lnTo>
                <a:close/>
                <a:moveTo>
                  <a:pt x="711725" y="27054"/>
                </a:moveTo>
                <a:lnTo>
                  <a:pt x="740415" y="27054"/>
                </a:lnTo>
                <a:cubicBezTo>
                  <a:pt x="741674" y="27054"/>
                  <a:pt x="742576" y="27300"/>
                  <a:pt x="743121" y="27791"/>
                </a:cubicBezTo>
                <a:cubicBezTo>
                  <a:pt x="743666" y="28283"/>
                  <a:pt x="743939" y="28918"/>
                  <a:pt x="743939" y="29697"/>
                </a:cubicBezTo>
                <a:cubicBezTo>
                  <a:pt x="743939" y="30452"/>
                  <a:pt x="743666" y="31081"/>
                  <a:pt x="743121" y="31584"/>
                </a:cubicBezTo>
                <a:cubicBezTo>
                  <a:pt x="742576" y="32087"/>
                  <a:pt x="741674" y="32339"/>
                  <a:pt x="740415" y="32339"/>
                </a:cubicBezTo>
                <a:lnTo>
                  <a:pt x="711725" y="32339"/>
                </a:lnTo>
                <a:lnTo>
                  <a:pt x="711725" y="67606"/>
                </a:lnTo>
                <a:cubicBezTo>
                  <a:pt x="711725" y="70676"/>
                  <a:pt x="712952" y="73242"/>
                  <a:pt x="715406" y="75303"/>
                </a:cubicBezTo>
                <a:cubicBezTo>
                  <a:pt x="717860" y="77364"/>
                  <a:pt x="721457" y="78394"/>
                  <a:pt x="726196" y="78394"/>
                </a:cubicBezTo>
                <a:cubicBezTo>
                  <a:pt x="729762" y="78394"/>
                  <a:pt x="733620" y="77859"/>
                  <a:pt x="737773" y="76790"/>
                </a:cubicBezTo>
                <a:cubicBezTo>
                  <a:pt x="741925" y="75720"/>
                  <a:pt x="745155" y="74514"/>
                  <a:pt x="747462" y="73172"/>
                </a:cubicBezTo>
                <a:cubicBezTo>
                  <a:pt x="748301" y="72627"/>
                  <a:pt x="748993" y="72354"/>
                  <a:pt x="749538" y="72354"/>
                </a:cubicBezTo>
                <a:cubicBezTo>
                  <a:pt x="750209" y="72354"/>
                  <a:pt x="750797" y="72616"/>
                  <a:pt x="751300" y="73141"/>
                </a:cubicBezTo>
                <a:cubicBezTo>
                  <a:pt x="751803" y="73665"/>
                  <a:pt x="752055" y="74284"/>
                  <a:pt x="752055" y="74997"/>
                </a:cubicBezTo>
                <a:cubicBezTo>
                  <a:pt x="752055" y="75626"/>
                  <a:pt x="751782" y="76213"/>
                  <a:pt x="751237" y="76758"/>
                </a:cubicBezTo>
                <a:cubicBezTo>
                  <a:pt x="749895" y="78142"/>
                  <a:pt x="746634" y="79642"/>
                  <a:pt x="741454" y="81257"/>
                </a:cubicBezTo>
                <a:cubicBezTo>
                  <a:pt x="736273" y="82872"/>
                  <a:pt x="731313" y="83679"/>
                  <a:pt x="726574" y="83679"/>
                </a:cubicBezTo>
                <a:cubicBezTo>
                  <a:pt x="720408" y="83679"/>
                  <a:pt x="715500" y="82229"/>
                  <a:pt x="711851" y="79328"/>
                </a:cubicBezTo>
                <a:cubicBezTo>
                  <a:pt x="708202" y="76426"/>
                  <a:pt x="706377" y="72515"/>
                  <a:pt x="706377" y="67596"/>
                </a:cubicBezTo>
                <a:lnTo>
                  <a:pt x="706377" y="32339"/>
                </a:lnTo>
                <a:lnTo>
                  <a:pt x="696625" y="32339"/>
                </a:lnTo>
                <a:cubicBezTo>
                  <a:pt x="695367" y="32339"/>
                  <a:pt x="694465" y="32091"/>
                  <a:pt x="693920" y="31594"/>
                </a:cubicBezTo>
                <a:cubicBezTo>
                  <a:pt x="693375" y="31096"/>
                  <a:pt x="693102" y="30453"/>
                  <a:pt x="693102" y="29665"/>
                </a:cubicBezTo>
                <a:cubicBezTo>
                  <a:pt x="693102" y="28919"/>
                  <a:pt x="693375" y="28298"/>
                  <a:pt x="693920" y="27801"/>
                </a:cubicBezTo>
                <a:cubicBezTo>
                  <a:pt x="694465" y="27303"/>
                  <a:pt x="695367" y="27054"/>
                  <a:pt x="696625" y="27054"/>
                </a:cubicBezTo>
                <a:lnTo>
                  <a:pt x="706377" y="27054"/>
                </a:lnTo>
                <a:lnTo>
                  <a:pt x="706377" y="11349"/>
                </a:lnTo>
                <a:cubicBezTo>
                  <a:pt x="706377" y="10081"/>
                  <a:pt x="706629" y="9173"/>
                  <a:pt x="707132" y="8625"/>
                </a:cubicBezTo>
                <a:cubicBezTo>
                  <a:pt x="707636" y="8076"/>
                  <a:pt x="708265" y="7802"/>
                  <a:pt x="709020" y="7802"/>
                </a:cubicBezTo>
                <a:cubicBezTo>
                  <a:pt x="709817" y="7802"/>
                  <a:pt x="710467" y="8076"/>
                  <a:pt x="710970" y="8625"/>
                </a:cubicBezTo>
                <a:cubicBezTo>
                  <a:pt x="711474" y="9173"/>
                  <a:pt x="711725" y="10081"/>
                  <a:pt x="711725" y="11349"/>
                </a:cubicBezTo>
                <a:lnTo>
                  <a:pt x="711725" y="27054"/>
                </a:lnTo>
                <a:close/>
                <a:moveTo>
                  <a:pt x="828486" y="55618"/>
                </a:moveTo>
                <a:lnTo>
                  <a:pt x="774629" y="55618"/>
                </a:lnTo>
                <a:cubicBezTo>
                  <a:pt x="775552" y="62455"/>
                  <a:pt x="778415" y="67960"/>
                  <a:pt x="783218" y="72134"/>
                </a:cubicBezTo>
                <a:cubicBezTo>
                  <a:pt x="788020" y="76307"/>
                  <a:pt x="793966" y="78394"/>
                  <a:pt x="801054" y="78394"/>
                </a:cubicBezTo>
                <a:cubicBezTo>
                  <a:pt x="804997" y="78394"/>
                  <a:pt x="809129" y="77744"/>
                  <a:pt x="813449" y="76444"/>
                </a:cubicBezTo>
                <a:cubicBezTo>
                  <a:pt x="817769" y="75143"/>
                  <a:pt x="821293" y="73424"/>
                  <a:pt x="824019" y="71285"/>
                </a:cubicBezTo>
                <a:cubicBezTo>
                  <a:pt x="824816" y="70655"/>
                  <a:pt x="825508" y="70341"/>
                  <a:pt x="826095" y="70341"/>
                </a:cubicBezTo>
                <a:cubicBezTo>
                  <a:pt x="826766" y="70341"/>
                  <a:pt x="827354" y="70603"/>
                  <a:pt x="827857" y="71127"/>
                </a:cubicBezTo>
                <a:cubicBezTo>
                  <a:pt x="828360" y="71652"/>
                  <a:pt x="828612" y="72270"/>
                  <a:pt x="828612" y="72983"/>
                </a:cubicBezTo>
                <a:cubicBezTo>
                  <a:pt x="828612" y="73696"/>
                  <a:pt x="828276" y="74388"/>
                  <a:pt x="827605" y="75060"/>
                </a:cubicBezTo>
                <a:cubicBezTo>
                  <a:pt x="825592" y="77157"/>
                  <a:pt x="822016" y="79118"/>
                  <a:pt x="816878" y="80942"/>
                </a:cubicBezTo>
                <a:cubicBezTo>
                  <a:pt x="811740" y="82767"/>
                  <a:pt x="806465" y="83679"/>
                  <a:pt x="801054" y="83679"/>
                </a:cubicBezTo>
                <a:cubicBezTo>
                  <a:pt x="791994" y="83679"/>
                  <a:pt x="784434" y="80708"/>
                  <a:pt x="778373" y="74767"/>
                </a:cubicBezTo>
                <a:cubicBezTo>
                  <a:pt x="772312" y="68825"/>
                  <a:pt x="769282" y="61634"/>
                  <a:pt x="769282" y="53194"/>
                </a:cubicBezTo>
                <a:cubicBezTo>
                  <a:pt x="769282" y="45510"/>
                  <a:pt x="772123" y="38919"/>
                  <a:pt x="777807" y="33419"/>
                </a:cubicBezTo>
                <a:cubicBezTo>
                  <a:pt x="783490" y="27917"/>
                  <a:pt x="790526" y="25167"/>
                  <a:pt x="798915" y="25167"/>
                </a:cubicBezTo>
                <a:cubicBezTo>
                  <a:pt x="807556" y="25167"/>
                  <a:pt x="814665" y="27993"/>
                  <a:pt x="820244" y="33647"/>
                </a:cubicBezTo>
                <a:cubicBezTo>
                  <a:pt x="825823" y="39300"/>
                  <a:pt x="828570" y="46624"/>
                  <a:pt x="828486" y="55618"/>
                </a:cubicBezTo>
                <a:moveTo>
                  <a:pt x="823138" y="50333"/>
                </a:moveTo>
                <a:cubicBezTo>
                  <a:pt x="822090" y="44447"/>
                  <a:pt x="819332" y="39662"/>
                  <a:pt x="814865" y="35978"/>
                </a:cubicBezTo>
                <a:cubicBezTo>
                  <a:pt x="810398" y="32294"/>
                  <a:pt x="805081" y="30452"/>
                  <a:pt x="798915" y="30452"/>
                </a:cubicBezTo>
                <a:cubicBezTo>
                  <a:pt x="792749" y="30452"/>
                  <a:pt x="787443" y="32273"/>
                  <a:pt x="782997" y="35916"/>
                </a:cubicBezTo>
                <a:cubicBezTo>
                  <a:pt x="778551" y="39557"/>
                  <a:pt x="775783" y="44363"/>
                  <a:pt x="774692" y="50333"/>
                </a:cubicBezTo>
                <a:lnTo>
                  <a:pt x="823138" y="50333"/>
                </a:lnTo>
                <a:close/>
                <a:moveTo>
                  <a:pt x="853137" y="27054"/>
                </a:moveTo>
                <a:lnTo>
                  <a:pt x="853137" y="32347"/>
                </a:lnTo>
                <a:cubicBezTo>
                  <a:pt x="857625" y="27560"/>
                  <a:pt x="862134" y="25167"/>
                  <a:pt x="866664" y="25167"/>
                </a:cubicBezTo>
                <a:cubicBezTo>
                  <a:pt x="869390" y="25167"/>
                  <a:pt x="871781" y="25886"/>
                  <a:pt x="873836" y="27325"/>
                </a:cubicBezTo>
                <a:cubicBezTo>
                  <a:pt x="875892" y="28763"/>
                  <a:pt x="877611" y="30942"/>
                  <a:pt x="878996" y="33861"/>
                </a:cubicBezTo>
                <a:cubicBezTo>
                  <a:pt x="881344" y="30942"/>
                  <a:pt x="883725" y="28763"/>
                  <a:pt x="886137" y="27325"/>
                </a:cubicBezTo>
                <a:cubicBezTo>
                  <a:pt x="888548" y="25886"/>
                  <a:pt x="890971" y="25167"/>
                  <a:pt x="893403" y="25167"/>
                </a:cubicBezTo>
                <a:cubicBezTo>
                  <a:pt x="897220" y="25167"/>
                  <a:pt x="900261" y="26407"/>
                  <a:pt x="902526" y="28889"/>
                </a:cubicBezTo>
                <a:cubicBezTo>
                  <a:pt x="905504" y="32084"/>
                  <a:pt x="906993" y="35574"/>
                  <a:pt x="906993" y="39358"/>
                </a:cubicBezTo>
                <a:lnTo>
                  <a:pt x="906993" y="76381"/>
                </a:lnTo>
                <a:lnTo>
                  <a:pt x="911461" y="76381"/>
                </a:lnTo>
                <a:cubicBezTo>
                  <a:pt x="912719" y="76381"/>
                  <a:pt x="913621" y="76622"/>
                  <a:pt x="914166" y="77104"/>
                </a:cubicBezTo>
                <a:cubicBezTo>
                  <a:pt x="914711" y="77587"/>
                  <a:pt x="914984" y="78226"/>
                  <a:pt x="914984" y="79023"/>
                </a:cubicBezTo>
                <a:cubicBezTo>
                  <a:pt x="914984" y="79778"/>
                  <a:pt x="914711" y="80407"/>
                  <a:pt x="914166" y="80911"/>
                </a:cubicBezTo>
                <a:cubicBezTo>
                  <a:pt x="913621" y="81414"/>
                  <a:pt x="912719" y="81666"/>
                  <a:pt x="911461" y="81666"/>
                </a:cubicBezTo>
                <a:lnTo>
                  <a:pt x="901708" y="81666"/>
                </a:lnTo>
                <a:lnTo>
                  <a:pt x="901708" y="39799"/>
                </a:lnTo>
                <a:cubicBezTo>
                  <a:pt x="901708" y="37104"/>
                  <a:pt x="900891" y="34872"/>
                  <a:pt x="899255" y="33104"/>
                </a:cubicBezTo>
                <a:cubicBezTo>
                  <a:pt x="897619" y="31336"/>
                  <a:pt x="895731" y="30452"/>
                  <a:pt x="893592" y="30452"/>
                </a:cubicBezTo>
                <a:cubicBezTo>
                  <a:pt x="891663" y="30452"/>
                  <a:pt x="889628" y="31178"/>
                  <a:pt x="887489" y="32630"/>
                </a:cubicBezTo>
                <a:cubicBezTo>
                  <a:pt x="885350" y="34082"/>
                  <a:pt x="882917" y="36935"/>
                  <a:pt x="880191" y="41187"/>
                </a:cubicBezTo>
                <a:lnTo>
                  <a:pt x="880191" y="76381"/>
                </a:lnTo>
                <a:lnTo>
                  <a:pt x="884595" y="76381"/>
                </a:lnTo>
                <a:cubicBezTo>
                  <a:pt x="885853" y="76381"/>
                  <a:pt x="886755" y="76622"/>
                  <a:pt x="887301" y="77104"/>
                </a:cubicBezTo>
                <a:cubicBezTo>
                  <a:pt x="887846" y="77587"/>
                  <a:pt x="888118" y="78226"/>
                  <a:pt x="888118" y="79023"/>
                </a:cubicBezTo>
                <a:cubicBezTo>
                  <a:pt x="888118" y="79778"/>
                  <a:pt x="887846" y="80407"/>
                  <a:pt x="887301" y="80911"/>
                </a:cubicBezTo>
                <a:cubicBezTo>
                  <a:pt x="886755" y="81414"/>
                  <a:pt x="885853" y="81666"/>
                  <a:pt x="884595" y="81666"/>
                </a:cubicBezTo>
                <a:lnTo>
                  <a:pt x="874843" y="81666"/>
                </a:lnTo>
                <a:lnTo>
                  <a:pt x="874843" y="40176"/>
                </a:lnTo>
                <a:cubicBezTo>
                  <a:pt x="874843" y="37355"/>
                  <a:pt x="874015" y="35029"/>
                  <a:pt x="872358" y="33198"/>
                </a:cubicBezTo>
                <a:cubicBezTo>
                  <a:pt x="870701" y="31367"/>
                  <a:pt x="868845" y="30452"/>
                  <a:pt x="866790" y="30452"/>
                </a:cubicBezTo>
                <a:cubicBezTo>
                  <a:pt x="864902" y="30452"/>
                  <a:pt x="863036" y="31062"/>
                  <a:pt x="861190" y="32282"/>
                </a:cubicBezTo>
                <a:cubicBezTo>
                  <a:pt x="858632" y="34008"/>
                  <a:pt x="855947" y="36977"/>
                  <a:pt x="853137" y="41187"/>
                </a:cubicBezTo>
                <a:lnTo>
                  <a:pt x="853137" y="76381"/>
                </a:lnTo>
                <a:lnTo>
                  <a:pt x="857604" y="76381"/>
                </a:lnTo>
                <a:cubicBezTo>
                  <a:pt x="858862" y="76381"/>
                  <a:pt x="859764" y="76622"/>
                  <a:pt x="860309" y="77104"/>
                </a:cubicBezTo>
                <a:cubicBezTo>
                  <a:pt x="860855" y="77587"/>
                  <a:pt x="861127" y="78226"/>
                  <a:pt x="861127" y="79023"/>
                </a:cubicBezTo>
                <a:cubicBezTo>
                  <a:pt x="861127" y="79778"/>
                  <a:pt x="860855" y="80407"/>
                  <a:pt x="860309" y="80911"/>
                </a:cubicBezTo>
                <a:cubicBezTo>
                  <a:pt x="859764" y="81414"/>
                  <a:pt x="858862" y="81666"/>
                  <a:pt x="857604" y="81666"/>
                </a:cubicBezTo>
                <a:lnTo>
                  <a:pt x="843385" y="81666"/>
                </a:lnTo>
                <a:cubicBezTo>
                  <a:pt x="842126" y="81666"/>
                  <a:pt x="841225" y="81414"/>
                  <a:pt x="840679" y="80911"/>
                </a:cubicBezTo>
                <a:cubicBezTo>
                  <a:pt x="840134" y="80407"/>
                  <a:pt x="839861" y="79778"/>
                  <a:pt x="839861" y="79023"/>
                </a:cubicBezTo>
                <a:cubicBezTo>
                  <a:pt x="839861" y="78226"/>
                  <a:pt x="840134" y="77587"/>
                  <a:pt x="840679" y="77104"/>
                </a:cubicBezTo>
                <a:cubicBezTo>
                  <a:pt x="841225" y="76622"/>
                  <a:pt x="842126" y="76381"/>
                  <a:pt x="843385" y="76381"/>
                </a:cubicBezTo>
                <a:lnTo>
                  <a:pt x="847852" y="76381"/>
                </a:lnTo>
                <a:lnTo>
                  <a:pt x="847852" y="32339"/>
                </a:lnTo>
                <a:lnTo>
                  <a:pt x="843385" y="32339"/>
                </a:lnTo>
                <a:cubicBezTo>
                  <a:pt x="842126" y="32339"/>
                  <a:pt x="841225" y="32087"/>
                  <a:pt x="840679" y="31584"/>
                </a:cubicBezTo>
                <a:cubicBezTo>
                  <a:pt x="840134" y="31081"/>
                  <a:pt x="839861" y="30431"/>
                  <a:pt x="839861" y="29634"/>
                </a:cubicBezTo>
                <a:cubicBezTo>
                  <a:pt x="839861" y="28897"/>
                  <a:pt x="840134" y="28283"/>
                  <a:pt x="840679" y="27791"/>
                </a:cubicBezTo>
                <a:cubicBezTo>
                  <a:pt x="841225" y="27300"/>
                  <a:pt x="842126" y="27054"/>
                  <a:pt x="843385" y="27054"/>
                </a:cubicBezTo>
                <a:lnTo>
                  <a:pt x="853137" y="27054"/>
                </a:lnTo>
                <a:close/>
                <a:moveTo>
                  <a:pt x="934601" y="27054"/>
                </a:moveTo>
                <a:lnTo>
                  <a:pt x="934601" y="36643"/>
                </a:lnTo>
                <a:cubicBezTo>
                  <a:pt x="937747" y="32838"/>
                  <a:pt x="941124" y="29974"/>
                  <a:pt x="944731" y="28051"/>
                </a:cubicBezTo>
                <a:cubicBezTo>
                  <a:pt x="948338" y="26128"/>
                  <a:pt x="952596" y="25167"/>
                  <a:pt x="957503" y="25167"/>
                </a:cubicBezTo>
                <a:cubicBezTo>
                  <a:pt x="962704" y="25167"/>
                  <a:pt x="967507" y="26384"/>
                  <a:pt x="971911" y="28820"/>
                </a:cubicBezTo>
                <a:cubicBezTo>
                  <a:pt x="976315" y="31255"/>
                  <a:pt x="979723" y="34646"/>
                  <a:pt x="982135" y="38993"/>
                </a:cubicBezTo>
                <a:cubicBezTo>
                  <a:pt x="984547" y="43339"/>
                  <a:pt x="985753" y="47906"/>
                  <a:pt x="985753" y="52693"/>
                </a:cubicBezTo>
                <a:cubicBezTo>
                  <a:pt x="985753" y="60294"/>
                  <a:pt x="983037" y="66793"/>
                  <a:pt x="977605" y="72189"/>
                </a:cubicBezTo>
                <a:cubicBezTo>
                  <a:pt x="972173" y="77584"/>
                  <a:pt x="965493" y="80282"/>
                  <a:pt x="957566" y="80282"/>
                </a:cubicBezTo>
                <a:cubicBezTo>
                  <a:pt x="948128" y="80282"/>
                  <a:pt x="940474" y="76456"/>
                  <a:pt x="934601" y="68805"/>
                </a:cubicBezTo>
                <a:lnTo>
                  <a:pt x="934601" y="100667"/>
                </a:lnTo>
                <a:lnTo>
                  <a:pt x="947436" y="100667"/>
                </a:lnTo>
                <a:cubicBezTo>
                  <a:pt x="948695" y="100667"/>
                  <a:pt x="949597" y="100908"/>
                  <a:pt x="950142" y="101390"/>
                </a:cubicBezTo>
                <a:cubicBezTo>
                  <a:pt x="950687" y="101873"/>
                  <a:pt x="950960" y="102512"/>
                  <a:pt x="950960" y="103309"/>
                </a:cubicBezTo>
                <a:cubicBezTo>
                  <a:pt x="950960" y="104064"/>
                  <a:pt x="950687" y="104693"/>
                  <a:pt x="950142" y="105197"/>
                </a:cubicBezTo>
                <a:cubicBezTo>
                  <a:pt x="949597" y="105700"/>
                  <a:pt x="948695" y="105952"/>
                  <a:pt x="947436" y="105952"/>
                </a:cubicBezTo>
                <a:lnTo>
                  <a:pt x="922207" y="105952"/>
                </a:lnTo>
                <a:cubicBezTo>
                  <a:pt x="920948" y="105952"/>
                  <a:pt x="920047" y="105710"/>
                  <a:pt x="919501" y="105228"/>
                </a:cubicBezTo>
                <a:cubicBezTo>
                  <a:pt x="918956" y="104746"/>
                  <a:pt x="918683" y="104106"/>
                  <a:pt x="918683" y="103309"/>
                </a:cubicBezTo>
                <a:cubicBezTo>
                  <a:pt x="918683" y="102512"/>
                  <a:pt x="918956" y="101873"/>
                  <a:pt x="919501" y="101390"/>
                </a:cubicBezTo>
                <a:cubicBezTo>
                  <a:pt x="920047" y="100908"/>
                  <a:pt x="920948" y="100667"/>
                  <a:pt x="922207" y="100667"/>
                </a:cubicBezTo>
                <a:lnTo>
                  <a:pt x="929316" y="100667"/>
                </a:lnTo>
                <a:lnTo>
                  <a:pt x="929316" y="32339"/>
                </a:lnTo>
                <a:lnTo>
                  <a:pt x="922207" y="32339"/>
                </a:lnTo>
                <a:cubicBezTo>
                  <a:pt x="920948" y="32339"/>
                  <a:pt x="920047" y="32087"/>
                  <a:pt x="919501" y="31584"/>
                </a:cubicBezTo>
                <a:cubicBezTo>
                  <a:pt x="918956" y="31081"/>
                  <a:pt x="918683" y="30431"/>
                  <a:pt x="918683" y="29634"/>
                </a:cubicBezTo>
                <a:cubicBezTo>
                  <a:pt x="918683" y="28897"/>
                  <a:pt x="918956" y="28283"/>
                  <a:pt x="919501" y="27791"/>
                </a:cubicBezTo>
                <a:cubicBezTo>
                  <a:pt x="920047" y="27300"/>
                  <a:pt x="920948" y="27054"/>
                  <a:pt x="922207" y="27054"/>
                </a:cubicBezTo>
                <a:lnTo>
                  <a:pt x="934601" y="27054"/>
                </a:lnTo>
                <a:moveTo>
                  <a:pt x="980405" y="52693"/>
                </a:moveTo>
                <a:cubicBezTo>
                  <a:pt x="980405" y="46585"/>
                  <a:pt x="978192" y="41351"/>
                  <a:pt x="973767" y="36991"/>
                </a:cubicBezTo>
                <a:cubicBezTo>
                  <a:pt x="969342" y="32631"/>
                  <a:pt x="963941" y="30452"/>
                  <a:pt x="957566" y="30452"/>
                </a:cubicBezTo>
                <a:cubicBezTo>
                  <a:pt x="951148" y="30452"/>
                  <a:pt x="945717" y="32642"/>
                  <a:pt x="941271" y="37023"/>
                </a:cubicBezTo>
                <a:cubicBezTo>
                  <a:pt x="936824" y="41403"/>
                  <a:pt x="934601" y="46626"/>
                  <a:pt x="934601" y="52693"/>
                </a:cubicBezTo>
                <a:cubicBezTo>
                  <a:pt x="934601" y="58801"/>
                  <a:pt x="936824" y="64045"/>
                  <a:pt x="941271" y="68426"/>
                </a:cubicBezTo>
                <a:cubicBezTo>
                  <a:pt x="945717" y="72806"/>
                  <a:pt x="951148" y="74997"/>
                  <a:pt x="957566" y="74997"/>
                </a:cubicBezTo>
                <a:cubicBezTo>
                  <a:pt x="963900" y="74997"/>
                  <a:pt x="969289" y="72817"/>
                  <a:pt x="973736" y="68457"/>
                </a:cubicBezTo>
                <a:cubicBezTo>
                  <a:pt x="978182" y="64098"/>
                  <a:pt x="980405" y="58843"/>
                  <a:pt x="980405" y="52693"/>
                </a:cubicBezTo>
                <a:close/>
                <a:moveTo>
                  <a:pt x="1066965" y="117025"/>
                </a:moveTo>
                <a:lnTo>
                  <a:pt x="996687" y="117025"/>
                </a:lnTo>
                <a:cubicBezTo>
                  <a:pt x="995429" y="117025"/>
                  <a:pt x="994527" y="116784"/>
                  <a:pt x="993982" y="116301"/>
                </a:cubicBezTo>
                <a:cubicBezTo>
                  <a:pt x="993437" y="115819"/>
                  <a:pt x="993164" y="115179"/>
                  <a:pt x="993164" y="114382"/>
                </a:cubicBezTo>
                <a:cubicBezTo>
                  <a:pt x="993164" y="113585"/>
                  <a:pt x="993437" y="112946"/>
                  <a:pt x="993982" y="112463"/>
                </a:cubicBezTo>
                <a:cubicBezTo>
                  <a:pt x="994527" y="111981"/>
                  <a:pt x="995429" y="111740"/>
                  <a:pt x="996687" y="111740"/>
                </a:cubicBezTo>
                <a:lnTo>
                  <a:pt x="1066965" y="111740"/>
                </a:lnTo>
                <a:cubicBezTo>
                  <a:pt x="1068266" y="111740"/>
                  <a:pt x="1069178" y="111981"/>
                  <a:pt x="1069702" y="112463"/>
                </a:cubicBezTo>
                <a:cubicBezTo>
                  <a:pt x="1070226" y="112946"/>
                  <a:pt x="1070489" y="113585"/>
                  <a:pt x="1070489" y="114382"/>
                </a:cubicBezTo>
                <a:cubicBezTo>
                  <a:pt x="1070489" y="115179"/>
                  <a:pt x="1070226" y="115819"/>
                  <a:pt x="1069702" y="116301"/>
                </a:cubicBezTo>
                <a:cubicBezTo>
                  <a:pt x="1069178" y="116784"/>
                  <a:pt x="1068266" y="117025"/>
                  <a:pt x="1066965" y="117025"/>
                </a:cubicBezTo>
                <a:close/>
                <a:moveTo>
                  <a:pt x="1131191" y="32347"/>
                </a:moveTo>
                <a:lnTo>
                  <a:pt x="1131191" y="30603"/>
                </a:lnTo>
                <a:cubicBezTo>
                  <a:pt x="1131191" y="29316"/>
                  <a:pt x="1131442" y="28403"/>
                  <a:pt x="1131946" y="27864"/>
                </a:cubicBezTo>
                <a:cubicBezTo>
                  <a:pt x="1132449" y="27324"/>
                  <a:pt x="1133078" y="27054"/>
                  <a:pt x="1133833" y="27054"/>
                </a:cubicBezTo>
                <a:cubicBezTo>
                  <a:pt x="1134630" y="27054"/>
                  <a:pt x="1135280" y="27327"/>
                  <a:pt x="1135784" y="27872"/>
                </a:cubicBezTo>
                <a:cubicBezTo>
                  <a:pt x="1136287" y="28417"/>
                  <a:pt x="1136539" y="29340"/>
                  <a:pt x="1136539" y="30640"/>
                </a:cubicBezTo>
                <a:lnTo>
                  <a:pt x="1136539" y="42595"/>
                </a:lnTo>
                <a:cubicBezTo>
                  <a:pt x="1136497" y="43895"/>
                  <a:pt x="1136234" y="44818"/>
                  <a:pt x="1135752" y="45363"/>
                </a:cubicBezTo>
                <a:cubicBezTo>
                  <a:pt x="1135270" y="45908"/>
                  <a:pt x="1134630" y="46181"/>
                  <a:pt x="1133833" y="46181"/>
                </a:cubicBezTo>
                <a:cubicBezTo>
                  <a:pt x="1133120" y="46181"/>
                  <a:pt x="1132522" y="45939"/>
                  <a:pt x="1132040" y="45455"/>
                </a:cubicBezTo>
                <a:cubicBezTo>
                  <a:pt x="1131558" y="44970"/>
                  <a:pt x="1131275" y="44159"/>
                  <a:pt x="1131191" y="43021"/>
                </a:cubicBezTo>
                <a:cubicBezTo>
                  <a:pt x="1130939" y="40031"/>
                  <a:pt x="1128978" y="37189"/>
                  <a:pt x="1125308" y="34494"/>
                </a:cubicBezTo>
                <a:cubicBezTo>
                  <a:pt x="1121638" y="31799"/>
                  <a:pt x="1116699" y="30452"/>
                  <a:pt x="1110491" y="30452"/>
                </a:cubicBezTo>
                <a:cubicBezTo>
                  <a:pt x="1102647" y="30452"/>
                  <a:pt x="1096691" y="32912"/>
                  <a:pt x="1092623" y="37833"/>
                </a:cubicBezTo>
                <a:cubicBezTo>
                  <a:pt x="1088554" y="42753"/>
                  <a:pt x="1086520" y="48388"/>
                  <a:pt x="1086520" y="54737"/>
                </a:cubicBezTo>
                <a:cubicBezTo>
                  <a:pt x="1086520" y="61593"/>
                  <a:pt x="1088764" y="67249"/>
                  <a:pt x="1093252" y="71707"/>
                </a:cubicBezTo>
                <a:cubicBezTo>
                  <a:pt x="1097740" y="76165"/>
                  <a:pt x="1103549" y="78394"/>
                  <a:pt x="1110680" y="78394"/>
                </a:cubicBezTo>
                <a:cubicBezTo>
                  <a:pt x="1114790" y="78394"/>
                  <a:pt x="1118974" y="77631"/>
                  <a:pt x="1123232" y="76104"/>
                </a:cubicBezTo>
                <a:cubicBezTo>
                  <a:pt x="1127489" y="74575"/>
                  <a:pt x="1131337" y="72114"/>
                  <a:pt x="1134777" y="68719"/>
                </a:cubicBezTo>
                <a:cubicBezTo>
                  <a:pt x="1135658" y="67871"/>
                  <a:pt x="1136434" y="67447"/>
                  <a:pt x="1137105" y="67447"/>
                </a:cubicBezTo>
                <a:cubicBezTo>
                  <a:pt x="1137818" y="67447"/>
                  <a:pt x="1138416" y="67690"/>
                  <a:pt x="1138898" y="68176"/>
                </a:cubicBezTo>
                <a:cubicBezTo>
                  <a:pt x="1139380" y="68662"/>
                  <a:pt x="1139621" y="69265"/>
                  <a:pt x="1139621" y="69983"/>
                </a:cubicBezTo>
                <a:cubicBezTo>
                  <a:pt x="1139621" y="71801"/>
                  <a:pt x="1137503" y="74105"/>
                  <a:pt x="1133267" y="76894"/>
                </a:cubicBezTo>
                <a:cubicBezTo>
                  <a:pt x="1126430" y="81417"/>
                  <a:pt x="1118817" y="83679"/>
                  <a:pt x="1110428" y="83679"/>
                </a:cubicBezTo>
                <a:cubicBezTo>
                  <a:pt x="1101913" y="83679"/>
                  <a:pt x="1094919" y="80961"/>
                  <a:pt x="1089445" y="75524"/>
                </a:cubicBezTo>
                <a:cubicBezTo>
                  <a:pt x="1083972" y="70085"/>
                  <a:pt x="1081235" y="63188"/>
                  <a:pt x="1081235" y="54832"/>
                </a:cubicBezTo>
                <a:cubicBezTo>
                  <a:pt x="1081235" y="46308"/>
                  <a:pt x="1084035" y="39233"/>
                  <a:pt x="1089634" y="33607"/>
                </a:cubicBezTo>
                <a:cubicBezTo>
                  <a:pt x="1095234" y="27980"/>
                  <a:pt x="1102291" y="25167"/>
                  <a:pt x="1110806" y="25167"/>
                </a:cubicBezTo>
                <a:cubicBezTo>
                  <a:pt x="1118901" y="25167"/>
                  <a:pt x="1125696" y="27560"/>
                  <a:pt x="1131191" y="32347"/>
                </a:cubicBezTo>
                <a:close/>
                <a:moveTo>
                  <a:pt x="1189124" y="2642"/>
                </a:moveTo>
                <a:lnTo>
                  <a:pt x="1189124" y="76381"/>
                </a:lnTo>
                <a:lnTo>
                  <a:pt x="1209887" y="76381"/>
                </a:lnTo>
                <a:cubicBezTo>
                  <a:pt x="1211187" y="76381"/>
                  <a:pt x="1212110" y="76622"/>
                  <a:pt x="1212655" y="77104"/>
                </a:cubicBezTo>
                <a:cubicBezTo>
                  <a:pt x="1213200" y="77587"/>
                  <a:pt x="1213473" y="78226"/>
                  <a:pt x="1213473" y="79023"/>
                </a:cubicBezTo>
                <a:cubicBezTo>
                  <a:pt x="1213473" y="79778"/>
                  <a:pt x="1213200" y="80407"/>
                  <a:pt x="1212655" y="80911"/>
                </a:cubicBezTo>
                <a:cubicBezTo>
                  <a:pt x="1212110" y="81414"/>
                  <a:pt x="1211187" y="81666"/>
                  <a:pt x="1209887" y="81666"/>
                </a:cubicBezTo>
                <a:lnTo>
                  <a:pt x="1163077" y="81666"/>
                </a:lnTo>
                <a:cubicBezTo>
                  <a:pt x="1161818" y="81666"/>
                  <a:pt x="1160917" y="81414"/>
                  <a:pt x="1160371" y="80911"/>
                </a:cubicBezTo>
                <a:cubicBezTo>
                  <a:pt x="1159826" y="80407"/>
                  <a:pt x="1159553" y="79778"/>
                  <a:pt x="1159553" y="79023"/>
                </a:cubicBezTo>
                <a:cubicBezTo>
                  <a:pt x="1159553" y="78226"/>
                  <a:pt x="1159826" y="77587"/>
                  <a:pt x="1160371" y="77104"/>
                </a:cubicBezTo>
                <a:cubicBezTo>
                  <a:pt x="1160917" y="76622"/>
                  <a:pt x="1161818" y="76381"/>
                  <a:pt x="1163077" y="76381"/>
                </a:cubicBezTo>
                <a:lnTo>
                  <a:pt x="1183839" y="76381"/>
                </a:lnTo>
                <a:lnTo>
                  <a:pt x="1183839" y="7928"/>
                </a:lnTo>
                <a:lnTo>
                  <a:pt x="1168613" y="7928"/>
                </a:lnTo>
                <a:cubicBezTo>
                  <a:pt x="1167355" y="7928"/>
                  <a:pt x="1166443" y="7679"/>
                  <a:pt x="1165876" y="7182"/>
                </a:cubicBezTo>
                <a:cubicBezTo>
                  <a:pt x="1165310" y="6684"/>
                  <a:pt x="1165027" y="6041"/>
                  <a:pt x="1165027" y="5254"/>
                </a:cubicBezTo>
                <a:cubicBezTo>
                  <a:pt x="1165027" y="4508"/>
                  <a:pt x="1165300" y="3886"/>
                  <a:pt x="1165845" y="3390"/>
                </a:cubicBezTo>
                <a:cubicBezTo>
                  <a:pt x="1166390" y="2892"/>
                  <a:pt x="1167313" y="2642"/>
                  <a:pt x="1168613" y="2642"/>
                </a:cubicBezTo>
                <a:lnTo>
                  <a:pt x="1189124" y="2642"/>
                </a:lnTo>
                <a:close/>
                <a:moveTo>
                  <a:pt x="1266373" y="0"/>
                </a:moveTo>
                <a:lnTo>
                  <a:pt x="1266373" y="13590"/>
                </a:lnTo>
                <a:lnTo>
                  <a:pt x="1258572" y="13590"/>
                </a:lnTo>
                <a:lnTo>
                  <a:pt x="1258572" y="0"/>
                </a:lnTo>
                <a:lnTo>
                  <a:pt x="1266373" y="0"/>
                </a:lnTo>
                <a:moveTo>
                  <a:pt x="1266562" y="27054"/>
                </a:moveTo>
                <a:lnTo>
                  <a:pt x="1266562" y="76381"/>
                </a:lnTo>
                <a:lnTo>
                  <a:pt x="1287324" y="76381"/>
                </a:lnTo>
                <a:cubicBezTo>
                  <a:pt x="1288625" y="76381"/>
                  <a:pt x="1289548" y="76622"/>
                  <a:pt x="1290093" y="77104"/>
                </a:cubicBezTo>
                <a:cubicBezTo>
                  <a:pt x="1290638" y="77587"/>
                  <a:pt x="1290911" y="78226"/>
                  <a:pt x="1290911" y="79023"/>
                </a:cubicBezTo>
                <a:cubicBezTo>
                  <a:pt x="1290911" y="79778"/>
                  <a:pt x="1290638" y="80407"/>
                  <a:pt x="1290093" y="80911"/>
                </a:cubicBezTo>
                <a:cubicBezTo>
                  <a:pt x="1289548" y="81414"/>
                  <a:pt x="1288625" y="81666"/>
                  <a:pt x="1287324" y="81666"/>
                </a:cubicBezTo>
                <a:lnTo>
                  <a:pt x="1240514" y="81666"/>
                </a:lnTo>
                <a:cubicBezTo>
                  <a:pt x="1239256" y="81666"/>
                  <a:pt x="1238354" y="81414"/>
                  <a:pt x="1237809" y="80911"/>
                </a:cubicBezTo>
                <a:cubicBezTo>
                  <a:pt x="1237264" y="80407"/>
                  <a:pt x="1236991" y="79778"/>
                  <a:pt x="1236991" y="79023"/>
                </a:cubicBezTo>
                <a:cubicBezTo>
                  <a:pt x="1236991" y="78226"/>
                  <a:pt x="1237264" y="77587"/>
                  <a:pt x="1237809" y="77104"/>
                </a:cubicBezTo>
                <a:cubicBezTo>
                  <a:pt x="1238354" y="76622"/>
                  <a:pt x="1239256" y="76381"/>
                  <a:pt x="1240514" y="76381"/>
                </a:cubicBezTo>
                <a:lnTo>
                  <a:pt x="1261277" y="76381"/>
                </a:lnTo>
                <a:lnTo>
                  <a:pt x="1261277" y="32339"/>
                </a:lnTo>
                <a:lnTo>
                  <a:pt x="1245862" y="32339"/>
                </a:lnTo>
                <a:cubicBezTo>
                  <a:pt x="1244604" y="32339"/>
                  <a:pt x="1243692" y="32091"/>
                  <a:pt x="1243126" y="31594"/>
                </a:cubicBezTo>
                <a:cubicBezTo>
                  <a:pt x="1242559" y="31096"/>
                  <a:pt x="1242276" y="30474"/>
                  <a:pt x="1242276" y="29728"/>
                </a:cubicBezTo>
                <a:cubicBezTo>
                  <a:pt x="1242276" y="28940"/>
                  <a:pt x="1242549" y="28298"/>
                  <a:pt x="1243094" y="27801"/>
                </a:cubicBezTo>
                <a:cubicBezTo>
                  <a:pt x="1243639" y="27303"/>
                  <a:pt x="1244562" y="27054"/>
                  <a:pt x="1245862" y="27054"/>
                </a:cubicBezTo>
                <a:lnTo>
                  <a:pt x="1266562" y="27054"/>
                </a:lnTo>
                <a:close/>
                <a:moveTo>
                  <a:pt x="1321161" y="27054"/>
                </a:moveTo>
                <a:lnTo>
                  <a:pt x="1321161" y="36643"/>
                </a:lnTo>
                <a:cubicBezTo>
                  <a:pt x="1324307" y="32838"/>
                  <a:pt x="1327684" y="29974"/>
                  <a:pt x="1331291" y="28051"/>
                </a:cubicBezTo>
                <a:cubicBezTo>
                  <a:pt x="1334898" y="26128"/>
                  <a:pt x="1339155" y="25167"/>
                  <a:pt x="1344063" y="25167"/>
                </a:cubicBezTo>
                <a:cubicBezTo>
                  <a:pt x="1349264" y="25167"/>
                  <a:pt x="1354067" y="26384"/>
                  <a:pt x="1358471" y="28820"/>
                </a:cubicBezTo>
                <a:cubicBezTo>
                  <a:pt x="1362875" y="31255"/>
                  <a:pt x="1366283" y="34646"/>
                  <a:pt x="1368695" y="38993"/>
                </a:cubicBezTo>
                <a:cubicBezTo>
                  <a:pt x="1371106" y="43339"/>
                  <a:pt x="1372312" y="47906"/>
                  <a:pt x="1372312" y="52693"/>
                </a:cubicBezTo>
                <a:cubicBezTo>
                  <a:pt x="1372312" y="60294"/>
                  <a:pt x="1369596" y="66793"/>
                  <a:pt x="1364165" y="72189"/>
                </a:cubicBezTo>
                <a:cubicBezTo>
                  <a:pt x="1358733" y="77584"/>
                  <a:pt x="1352053" y="80282"/>
                  <a:pt x="1344126" y="80282"/>
                </a:cubicBezTo>
                <a:cubicBezTo>
                  <a:pt x="1334688" y="80282"/>
                  <a:pt x="1327033" y="76456"/>
                  <a:pt x="1321161" y="68805"/>
                </a:cubicBezTo>
                <a:lnTo>
                  <a:pt x="1321161" y="100667"/>
                </a:lnTo>
                <a:lnTo>
                  <a:pt x="1333996" y="100667"/>
                </a:lnTo>
                <a:cubicBezTo>
                  <a:pt x="1335254" y="100667"/>
                  <a:pt x="1336156" y="100908"/>
                  <a:pt x="1336702" y="101390"/>
                </a:cubicBezTo>
                <a:cubicBezTo>
                  <a:pt x="1337247" y="101873"/>
                  <a:pt x="1337519" y="102512"/>
                  <a:pt x="1337519" y="103309"/>
                </a:cubicBezTo>
                <a:cubicBezTo>
                  <a:pt x="1337519" y="104064"/>
                  <a:pt x="1337247" y="104693"/>
                  <a:pt x="1336702" y="105197"/>
                </a:cubicBezTo>
                <a:cubicBezTo>
                  <a:pt x="1336156" y="105700"/>
                  <a:pt x="1335254" y="105952"/>
                  <a:pt x="1333996" y="105952"/>
                </a:cubicBezTo>
                <a:lnTo>
                  <a:pt x="1308767" y="105952"/>
                </a:lnTo>
                <a:cubicBezTo>
                  <a:pt x="1307508" y="105952"/>
                  <a:pt x="1306606" y="105710"/>
                  <a:pt x="1306061" y="105228"/>
                </a:cubicBezTo>
                <a:cubicBezTo>
                  <a:pt x="1305516" y="104746"/>
                  <a:pt x="1305243" y="104106"/>
                  <a:pt x="1305243" y="103309"/>
                </a:cubicBezTo>
                <a:cubicBezTo>
                  <a:pt x="1305243" y="102512"/>
                  <a:pt x="1305516" y="101873"/>
                  <a:pt x="1306061" y="101390"/>
                </a:cubicBezTo>
                <a:cubicBezTo>
                  <a:pt x="1306606" y="100908"/>
                  <a:pt x="1307508" y="100667"/>
                  <a:pt x="1308767" y="100667"/>
                </a:cubicBezTo>
                <a:lnTo>
                  <a:pt x="1315876" y="100667"/>
                </a:lnTo>
                <a:lnTo>
                  <a:pt x="1315876" y="32339"/>
                </a:lnTo>
                <a:lnTo>
                  <a:pt x="1308767" y="32339"/>
                </a:lnTo>
                <a:cubicBezTo>
                  <a:pt x="1307508" y="32339"/>
                  <a:pt x="1306606" y="32087"/>
                  <a:pt x="1306061" y="31584"/>
                </a:cubicBezTo>
                <a:cubicBezTo>
                  <a:pt x="1305516" y="31081"/>
                  <a:pt x="1305243" y="30431"/>
                  <a:pt x="1305243" y="29634"/>
                </a:cubicBezTo>
                <a:cubicBezTo>
                  <a:pt x="1305243" y="28897"/>
                  <a:pt x="1305516" y="28283"/>
                  <a:pt x="1306061" y="27791"/>
                </a:cubicBezTo>
                <a:cubicBezTo>
                  <a:pt x="1306606" y="27300"/>
                  <a:pt x="1307508" y="27054"/>
                  <a:pt x="1308767" y="27054"/>
                </a:cubicBezTo>
                <a:lnTo>
                  <a:pt x="1321161" y="27054"/>
                </a:lnTo>
                <a:moveTo>
                  <a:pt x="1366964" y="52693"/>
                </a:moveTo>
                <a:cubicBezTo>
                  <a:pt x="1366964" y="46585"/>
                  <a:pt x="1364752" y="41351"/>
                  <a:pt x="1360327" y="36991"/>
                </a:cubicBezTo>
                <a:cubicBezTo>
                  <a:pt x="1355902" y="32631"/>
                  <a:pt x="1350501" y="30452"/>
                  <a:pt x="1344126" y="30452"/>
                </a:cubicBezTo>
                <a:cubicBezTo>
                  <a:pt x="1337708" y="30452"/>
                  <a:pt x="1332276" y="32642"/>
                  <a:pt x="1327830" y="37023"/>
                </a:cubicBezTo>
                <a:cubicBezTo>
                  <a:pt x="1323384" y="41403"/>
                  <a:pt x="1321161" y="46626"/>
                  <a:pt x="1321161" y="52693"/>
                </a:cubicBezTo>
                <a:cubicBezTo>
                  <a:pt x="1321161" y="58801"/>
                  <a:pt x="1323384" y="64045"/>
                  <a:pt x="1327830" y="68426"/>
                </a:cubicBezTo>
                <a:cubicBezTo>
                  <a:pt x="1332276" y="72806"/>
                  <a:pt x="1337708" y="74997"/>
                  <a:pt x="1344126" y="74997"/>
                </a:cubicBezTo>
                <a:cubicBezTo>
                  <a:pt x="1350459" y="74997"/>
                  <a:pt x="1355849" y="72817"/>
                  <a:pt x="1360295" y="68457"/>
                </a:cubicBezTo>
                <a:cubicBezTo>
                  <a:pt x="1364741" y="64098"/>
                  <a:pt x="1366964" y="58843"/>
                  <a:pt x="1366964" y="52693"/>
                </a:cubicBezTo>
                <a:close/>
                <a:moveTo>
                  <a:pt x="1404890" y="2642"/>
                </a:moveTo>
                <a:lnTo>
                  <a:pt x="1418543" y="2642"/>
                </a:lnTo>
                <a:lnTo>
                  <a:pt x="1400109" y="32713"/>
                </a:lnTo>
                <a:cubicBezTo>
                  <a:pt x="1399102" y="34393"/>
                  <a:pt x="1397970" y="35233"/>
                  <a:pt x="1396711" y="35233"/>
                </a:cubicBezTo>
                <a:cubicBezTo>
                  <a:pt x="1395830" y="35233"/>
                  <a:pt x="1395075" y="34918"/>
                  <a:pt x="1394446" y="34288"/>
                </a:cubicBezTo>
                <a:cubicBezTo>
                  <a:pt x="1393817" y="33657"/>
                  <a:pt x="1393503" y="32922"/>
                  <a:pt x="1393503" y="32082"/>
                </a:cubicBezTo>
                <a:cubicBezTo>
                  <a:pt x="1393503" y="31535"/>
                  <a:pt x="1393691" y="30779"/>
                  <a:pt x="1394069" y="29813"/>
                </a:cubicBezTo>
                <a:lnTo>
                  <a:pt x="1404890" y="2642"/>
                </a:lnTo>
                <a:moveTo>
                  <a:pt x="1432070" y="2642"/>
                </a:moveTo>
                <a:lnTo>
                  <a:pt x="1445723" y="2642"/>
                </a:lnTo>
                <a:lnTo>
                  <a:pt x="1427352" y="32713"/>
                </a:lnTo>
                <a:cubicBezTo>
                  <a:pt x="1426303" y="34393"/>
                  <a:pt x="1425171" y="35233"/>
                  <a:pt x="1423954" y="35233"/>
                </a:cubicBezTo>
                <a:cubicBezTo>
                  <a:pt x="1423031" y="35233"/>
                  <a:pt x="1422255" y="34918"/>
                  <a:pt x="1421626" y="34288"/>
                </a:cubicBezTo>
                <a:cubicBezTo>
                  <a:pt x="1420997" y="33657"/>
                  <a:pt x="1420683" y="32922"/>
                  <a:pt x="1420683" y="32082"/>
                </a:cubicBezTo>
                <a:cubicBezTo>
                  <a:pt x="1420683" y="31535"/>
                  <a:pt x="1420892" y="30779"/>
                  <a:pt x="1421312" y="29813"/>
                </a:cubicBezTo>
                <a:lnTo>
                  <a:pt x="1432070" y="2642"/>
                </a:lnTo>
                <a:close/>
                <a:moveTo>
                  <a:pt x="1497240" y="50365"/>
                </a:moveTo>
                <a:cubicBezTo>
                  <a:pt x="1497240" y="55191"/>
                  <a:pt x="1496610" y="60301"/>
                  <a:pt x="1495352" y="65695"/>
                </a:cubicBezTo>
                <a:cubicBezTo>
                  <a:pt x="1494094" y="71089"/>
                  <a:pt x="1491682" y="77342"/>
                  <a:pt x="1488117" y="84456"/>
                </a:cubicBezTo>
                <a:cubicBezTo>
                  <a:pt x="1484551" y="91571"/>
                  <a:pt x="1481951" y="95842"/>
                  <a:pt x="1480315" y="97269"/>
                </a:cubicBezTo>
                <a:cubicBezTo>
                  <a:pt x="1479812" y="97772"/>
                  <a:pt x="1479266" y="98024"/>
                  <a:pt x="1478679" y="98024"/>
                </a:cubicBezTo>
                <a:cubicBezTo>
                  <a:pt x="1477924" y="98024"/>
                  <a:pt x="1477285" y="97761"/>
                  <a:pt x="1476760" y="97236"/>
                </a:cubicBezTo>
                <a:cubicBezTo>
                  <a:pt x="1476236" y="96711"/>
                  <a:pt x="1475974" y="96093"/>
                  <a:pt x="1475974" y="95380"/>
                </a:cubicBezTo>
                <a:cubicBezTo>
                  <a:pt x="1475974" y="94960"/>
                  <a:pt x="1476121" y="94499"/>
                  <a:pt x="1476414" y="93995"/>
                </a:cubicBezTo>
                <a:cubicBezTo>
                  <a:pt x="1481028" y="85558"/>
                  <a:pt x="1484321" y="77898"/>
                  <a:pt x="1486292" y="71015"/>
                </a:cubicBezTo>
                <a:cubicBezTo>
                  <a:pt x="1488263" y="64131"/>
                  <a:pt x="1489249" y="57248"/>
                  <a:pt x="1489249" y="50365"/>
                </a:cubicBezTo>
                <a:cubicBezTo>
                  <a:pt x="1489249" y="43439"/>
                  <a:pt x="1488263" y="36534"/>
                  <a:pt x="1486292" y="29651"/>
                </a:cubicBezTo>
                <a:cubicBezTo>
                  <a:pt x="1484321" y="22769"/>
                  <a:pt x="1481028" y="15088"/>
                  <a:pt x="1476414" y="6608"/>
                </a:cubicBezTo>
                <a:cubicBezTo>
                  <a:pt x="1476121" y="6105"/>
                  <a:pt x="1475974" y="5643"/>
                  <a:pt x="1475974" y="5224"/>
                </a:cubicBezTo>
                <a:cubicBezTo>
                  <a:pt x="1475974" y="4510"/>
                  <a:pt x="1476236" y="3901"/>
                  <a:pt x="1476760" y="3397"/>
                </a:cubicBezTo>
                <a:cubicBezTo>
                  <a:pt x="1477285" y="2894"/>
                  <a:pt x="1477924" y="2642"/>
                  <a:pt x="1478679" y="2642"/>
                </a:cubicBezTo>
                <a:cubicBezTo>
                  <a:pt x="1479266" y="2642"/>
                  <a:pt x="1479812" y="2873"/>
                  <a:pt x="1480315" y="3335"/>
                </a:cubicBezTo>
                <a:cubicBezTo>
                  <a:pt x="1481867" y="4762"/>
                  <a:pt x="1484405" y="8939"/>
                  <a:pt x="1487928" y="15865"/>
                </a:cubicBezTo>
                <a:cubicBezTo>
                  <a:pt x="1491451" y="22790"/>
                  <a:pt x="1493884" y="28917"/>
                  <a:pt x="1495226" y="34248"/>
                </a:cubicBezTo>
                <a:cubicBezTo>
                  <a:pt x="1496568" y="39578"/>
                  <a:pt x="1497240" y="44950"/>
                  <a:pt x="1497240" y="503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2E205-B2E7-443B-9777-3E0D8103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19" y="2400345"/>
            <a:ext cx="2903155" cy="766423"/>
          </a:xfrm>
          <a:custGeom xmlns:a="http://schemas.openxmlformats.org/drawingml/2006/main">
            <a:pathLst>
              <a:path w="2903155" h="766423">
                <a:moveTo>
                  <a:pt x="0" y="0"/>
                </a:moveTo>
                <a:lnTo>
                  <a:pt x="2903155" y="0"/>
                </a:lnTo>
                <a:lnTo>
                  <a:pt x="2903155" y="766423"/>
                </a:lnTo>
                <a:lnTo>
                  <a:pt x="0" y="7664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.entryw.c(arg1,arg2,arg3)">
            <a:extLst xmlns:a="http://schemas.openxmlformats.org/drawingml/2006/main">
              <a:ext uri="{FF2B5EF4-FFF2-40B4-BE49-F238E27FC236}">
                <a16:creationId xmlns:a16="http://schemas.microsoft.com/office/drawing/2014/main" id="{35ED6893-D6BB-4B9C-9894-AB8ADC33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25" y="2562774"/>
            <a:ext cx="2102460" cy="110482"/>
          </a:xfrm>
          <a:custGeom xmlns:a="http://schemas.openxmlformats.org/drawingml/2006/main">
            <a:pathLst>
              <a:path w="2102460" h="110482">
                <a:moveTo>
                  <a:pt x="19378" y="77010"/>
                </a:moveTo>
                <a:cubicBezTo>
                  <a:pt x="19378" y="79443"/>
                  <a:pt x="18518" y="81477"/>
                  <a:pt x="16799" y="83113"/>
                </a:cubicBezTo>
                <a:cubicBezTo>
                  <a:pt x="15079" y="84749"/>
                  <a:pt x="12709" y="85567"/>
                  <a:pt x="9689" y="85567"/>
                </a:cubicBezTo>
                <a:cubicBezTo>
                  <a:pt x="6669" y="85567"/>
                  <a:pt x="4299" y="84749"/>
                  <a:pt x="2580" y="83113"/>
                </a:cubicBezTo>
                <a:cubicBezTo>
                  <a:pt x="860" y="81477"/>
                  <a:pt x="0" y="79443"/>
                  <a:pt x="0" y="77010"/>
                </a:cubicBezTo>
                <a:cubicBezTo>
                  <a:pt x="0" y="74577"/>
                  <a:pt x="860" y="72543"/>
                  <a:pt x="2580" y="70907"/>
                </a:cubicBezTo>
                <a:cubicBezTo>
                  <a:pt x="4299" y="69271"/>
                  <a:pt x="6669" y="68453"/>
                  <a:pt x="9689" y="68453"/>
                </a:cubicBezTo>
                <a:cubicBezTo>
                  <a:pt x="12709" y="68453"/>
                  <a:pt x="15079" y="69271"/>
                  <a:pt x="16799" y="70907"/>
                </a:cubicBezTo>
                <a:cubicBezTo>
                  <a:pt x="18518" y="72543"/>
                  <a:pt x="19378" y="74577"/>
                  <a:pt x="19378" y="77010"/>
                </a:cubicBezTo>
                <a:close/>
                <a:moveTo>
                  <a:pt x="119214" y="61407"/>
                </a:moveTo>
                <a:lnTo>
                  <a:pt x="66302" y="61407"/>
                </a:lnTo>
                <a:cubicBezTo>
                  <a:pt x="67644" y="64762"/>
                  <a:pt x="70024" y="67468"/>
                  <a:pt x="73443" y="69523"/>
                </a:cubicBezTo>
                <a:cubicBezTo>
                  <a:pt x="76861" y="71578"/>
                  <a:pt x="81485" y="72606"/>
                  <a:pt x="87316" y="72606"/>
                </a:cubicBezTo>
                <a:cubicBezTo>
                  <a:pt x="92097" y="72606"/>
                  <a:pt x="98452" y="71593"/>
                  <a:pt x="106379" y="69568"/>
                </a:cubicBezTo>
                <a:cubicBezTo>
                  <a:pt x="109651" y="68741"/>
                  <a:pt x="111916" y="68327"/>
                  <a:pt x="113174" y="68327"/>
                </a:cubicBezTo>
                <a:cubicBezTo>
                  <a:pt x="114894" y="68327"/>
                  <a:pt x="116341" y="68936"/>
                  <a:pt x="117516" y="70152"/>
                </a:cubicBezTo>
                <a:cubicBezTo>
                  <a:pt x="118690" y="71368"/>
                  <a:pt x="119277" y="72899"/>
                  <a:pt x="119277" y="74745"/>
                </a:cubicBezTo>
                <a:cubicBezTo>
                  <a:pt x="119277" y="76423"/>
                  <a:pt x="118648" y="77849"/>
                  <a:pt x="117390" y="79023"/>
                </a:cubicBezTo>
                <a:cubicBezTo>
                  <a:pt x="115712" y="80575"/>
                  <a:pt x="111623" y="82054"/>
                  <a:pt x="105121" y="83459"/>
                </a:cubicBezTo>
                <a:cubicBezTo>
                  <a:pt x="98620" y="84864"/>
                  <a:pt x="92370" y="85567"/>
                  <a:pt x="86372" y="85567"/>
                </a:cubicBezTo>
                <a:cubicBezTo>
                  <a:pt x="76054" y="85567"/>
                  <a:pt x="67801" y="82651"/>
                  <a:pt x="61614" y="76821"/>
                </a:cubicBezTo>
                <a:cubicBezTo>
                  <a:pt x="55428" y="70991"/>
                  <a:pt x="52334" y="63818"/>
                  <a:pt x="52334" y="55304"/>
                </a:cubicBezTo>
                <a:cubicBezTo>
                  <a:pt x="52334" y="46244"/>
                  <a:pt x="55679" y="38872"/>
                  <a:pt x="62369" y="33189"/>
                </a:cubicBezTo>
                <a:cubicBezTo>
                  <a:pt x="69059" y="27505"/>
                  <a:pt x="76767" y="24663"/>
                  <a:pt x="85491" y="24663"/>
                </a:cubicBezTo>
                <a:cubicBezTo>
                  <a:pt x="90734" y="24663"/>
                  <a:pt x="95547" y="25585"/>
                  <a:pt x="99931" y="27428"/>
                </a:cubicBezTo>
                <a:cubicBezTo>
                  <a:pt x="104314" y="29269"/>
                  <a:pt x="107575" y="31258"/>
                  <a:pt x="109714" y="33393"/>
                </a:cubicBezTo>
                <a:cubicBezTo>
                  <a:pt x="112734" y="36492"/>
                  <a:pt x="115230" y="40323"/>
                  <a:pt x="117201" y="44887"/>
                </a:cubicBezTo>
                <a:cubicBezTo>
                  <a:pt x="118543" y="48070"/>
                  <a:pt x="119214" y="51755"/>
                  <a:pt x="119214" y="55943"/>
                </a:cubicBezTo>
                <a:lnTo>
                  <a:pt x="119214" y="61407"/>
                </a:lnTo>
                <a:moveTo>
                  <a:pt x="104932" y="48446"/>
                </a:moveTo>
                <a:cubicBezTo>
                  <a:pt x="102961" y="44818"/>
                  <a:pt x="100381" y="42107"/>
                  <a:pt x="97194" y="40314"/>
                </a:cubicBezTo>
                <a:cubicBezTo>
                  <a:pt x="94006" y="38521"/>
                  <a:pt x="90210" y="37624"/>
                  <a:pt x="85806" y="37624"/>
                </a:cubicBezTo>
                <a:cubicBezTo>
                  <a:pt x="81444" y="37624"/>
                  <a:pt x="77669" y="38521"/>
                  <a:pt x="74481" y="40314"/>
                </a:cubicBezTo>
                <a:cubicBezTo>
                  <a:pt x="71293" y="42107"/>
                  <a:pt x="68692" y="44818"/>
                  <a:pt x="66679" y="48446"/>
                </a:cubicBezTo>
                <a:lnTo>
                  <a:pt x="104932" y="48446"/>
                </a:lnTo>
                <a:close/>
                <a:moveTo>
                  <a:pt x="151101" y="26425"/>
                </a:moveTo>
                <a:lnTo>
                  <a:pt x="151101" y="30703"/>
                </a:lnTo>
                <a:cubicBezTo>
                  <a:pt x="153449" y="28690"/>
                  <a:pt x="156040" y="27180"/>
                  <a:pt x="158871" y="26173"/>
                </a:cubicBezTo>
                <a:cubicBezTo>
                  <a:pt x="161702" y="25167"/>
                  <a:pt x="164774" y="24663"/>
                  <a:pt x="168088" y="24663"/>
                </a:cubicBezTo>
                <a:cubicBezTo>
                  <a:pt x="175722" y="24663"/>
                  <a:pt x="181762" y="27033"/>
                  <a:pt x="186208" y="31773"/>
                </a:cubicBezTo>
                <a:cubicBezTo>
                  <a:pt x="189731" y="35548"/>
                  <a:pt x="191493" y="40497"/>
                  <a:pt x="191493" y="46621"/>
                </a:cubicBezTo>
                <a:lnTo>
                  <a:pt x="191493" y="70592"/>
                </a:lnTo>
                <a:cubicBezTo>
                  <a:pt x="194219" y="70592"/>
                  <a:pt x="196233" y="71190"/>
                  <a:pt x="197533" y="72386"/>
                </a:cubicBezTo>
                <a:cubicBezTo>
                  <a:pt x="198833" y="73581"/>
                  <a:pt x="199483" y="75143"/>
                  <a:pt x="199483" y="77073"/>
                </a:cubicBezTo>
                <a:cubicBezTo>
                  <a:pt x="199483" y="79002"/>
                  <a:pt x="198823" y="80565"/>
                  <a:pt x="197502" y="81760"/>
                </a:cubicBezTo>
                <a:cubicBezTo>
                  <a:pt x="196180" y="82956"/>
                  <a:pt x="193968" y="83553"/>
                  <a:pt x="190864" y="83553"/>
                </a:cubicBezTo>
                <a:lnTo>
                  <a:pt x="179224" y="83553"/>
                </a:lnTo>
                <a:cubicBezTo>
                  <a:pt x="176120" y="83553"/>
                  <a:pt x="173908" y="82945"/>
                  <a:pt x="172587" y="81729"/>
                </a:cubicBezTo>
                <a:cubicBezTo>
                  <a:pt x="171265" y="80512"/>
                  <a:pt x="170605" y="78939"/>
                  <a:pt x="170605" y="77010"/>
                </a:cubicBezTo>
                <a:cubicBezTo>
                  <a:pt x="170605" y="75081"/>
                  <a:pt x="171255" y="73529"/>
                  <a:pt x="172555" y="72354"/>
                </a:cubicBezTo>
                <a:cubicBezTo>
                  <a:pt x="173855" y="71180"/>
                  <a:pt x="175869" y="70592"/>
                  <a:pt x="178595" y="70592"/>
                </a:cubicBezTo>
                <a:lnTo>
                  <a:pt x="178595" y="46291"/>
                </a:lnTo>
                <a:cubicBezTo>
                  <a:pt x="178595" y="43486"/>
                  <a:pt x="177840" y="41435"/>
                  <a:pt x="176330" y="40137"/>
                </a:cubicBezTo>
                <a:cubicBezTo>
                  <a:pt x="174359" y="38462"/>
                  <a:pt x="171402" y="37624"/>
                  <a:pt x="167459" y="37624"/>
                </a:cubicBezTo>
                <a:cubicBezTo>
                  <a:pt x="164481" y="37624"/>
                  <a:pt x="161870" y="38201"/>
                  <a:pt x="159626" y="39354"/>
                </a:cubicBezTo>
                <a:cubicBezTo>
                  <a:pt x="157382" y="40508"/>
                  <a:pt x="154540" y="42951"/>
                  <a:pt x="151101" y="46684"/>
                </a:cubicBezTo>
                <a:lnTo>
                  <a:pt x="151101" y="70592"/>
                </a:lnTo>
                <a:cubicBezTo>
                  <a:pt x="154414" y="70592"/>
                  <a:pt x="156553" y="70991"/>
                  <a:pt x="157518" y="71788"/>
                </a:cubicBezTo>
                <a:cubicBezTo>
                  <a:pt x="159573" y="73382"/>
                  <a:pt x="160601" y="75143"/>
                  <a:pt x="160601" y="77073"/>
                </a:cubicBezTo>
                <a:cubicBezTo>
                  <a:pt x="160601" y="79002"/>
                  <a:pt x="159940" y="80565"/>
                  <a:pt x="158619" y="81760"/>
                </a:cubicBezTo>
                <a:cubicBezTo>
                  <a:pt x="157298" y="82956"/>
                  <a:pt x="155085" y="83553"/>
                  <a:pt x="151981" y="83553"/>
                </a:cubicBezTo>
                <a:lnTo>
                  <a:pt x="137322" y="83553"/>
                </a:lnTo>
                <a:cubicBezTo>
                  <a:pt x="134218" y="83553"/>
                  <a:pt x="132005" y="82945"/>
                  <a:pt x="130684" y="81729"/>
                </a:cubicBezTo>
                <a:cubicBezTo>
                  <a:pt x="129363" y="80512"/>
                  <a:pt x="128702" y="78939"/>
                  <a:pt x="128702" y="77010"/>
                </a:cubicBezTo>
                <a:cubicBezTo>
                  <a:pt x="128702" y="75081"/>
                  <a:pt x="129709" y="73324"/>
                  <a:pt x="131722" y="71741"/>
                </a:cubicBezTo>
                <a:cubicBezTo>
                  <a:pt x="132729" y="70975"/>
                  <a:pt x="134889" y="70592"/>
                  <a:pt x="138203" y="70592"/>
                </a:cubicBezTo>
                <a:lnTo>
                  <a:pt x="138203" y="39386"/>
                </a:lnTo>
                <a:cubicBezTo>
                  <a:pt x="135476" y="39386"/>
                  <a:pt x="133463" y="38778"/>
                  <a:pt x="132163" y="37561"/>
                </a:cubicBezTo>
                <a:cubicBezTo>
                  <a:pt x="130862" y="36345"/>
                  <a:pt x="130212" y="34772"/>
                  <a:pt x="130212" y="32842"/>
                </a:cubicBezTo>
                <a:cubicBezTo>
                  <a:pt x="130212" y="30913"/>
                  <a:pt x="130873" y="29361"/>
                  <a:pt x="132194" y="28187"/>
                </a:cubicBezTo>
                <a:cubicBezTo>
                  <a:pt x="133515" y="27012"/>
                  <a:pt x="135728" y="26425"/>
                  <a:pt x="138832" y="26425"/>
                </a:cubicBezTo>
                <a:lnTo>
                  <a:pt x="151101" y="26425"/>
                </a:lnTo>
                <a:close/>
                <a:moveTo>
                  <a:pt x="238290" y="39386"/>
                </a:moveTo>
                <a:lnTo>
                  <a:pt x="238290" y="65099"/>
                </a:lnTo>
                <a:cubicBezTo>
                  <a:pt x="238290" y="67852"/>
                  <a:pt x="238857" y="69666"/>
                  <a:pt x="239989" y="70541"/>
                </a:cubicBezTo>
                <a:cubicBezTo>
                  <a:pt x="241751" y="71918"/>
                  <a:pt x="244897" y="72606"/>
                  <a:pt x="249427" y="72606"/>
                </a:cubicBezTo>
                <a:cubicBezTo>
                  <a:pt x="256012" y="72606"/>
                  <a:pt x="262094" y="71186"/>
                  <a:pt x="267672" y="68345"/>
                </a:cubicBezTo>
                <a:cubicBezTo>
                  <a:pt x="269812" y="67243"/>
                  <a:pt x="271489" y="66692"/>
                  <a:pt x="272706" y="66692"/>
                </a:cubicBezTo>
                <a:cubicBezTo>
                  <a:pt x="274384" y="66692"/>
                  <a:pt x="275841" y="67325"/>
                  <a:pt x="277079" y="68593"/>
                </a:cubicBezTo>
                <a:cubicBezTo>
                  <a:pt x="278316" y="69859"/>
                  <a:pt x="278935" y="71400"/>
                  <a:pt x="278935" y="73215"/>
                </a:cubicBezTo>
                <a:cubicBezTo>
                  <a:pt x="278935" y="74905"/>
                  <a:pt x="278263" y="76362"/>
                  <a:pt x="276921" y="77586"/>
                </a:cubicBezTo>
                <a:cubicBezTo>
                  <a:pt x="274866" y="79571"/>
                  <a:pt x="270808" y="81397"/>
                  <a:pt x="264747" y="83066"/>
                </a:cubicBezTo>
                <a:cubicBezTo>
                  <a:pt x="258686" y="84733"/>
                  <a:pt x="253579" y="85567"/>
                  <a:pt x="249427" y="85567"/>
                </a:cubicBezTo>
                <a:cubicBezTo>
                  <a:pt x="241415" y="85567"/>
                  <a:pt x="235407" y="83841"/>
                  <a:pt x="231401" y="80390"/>
                </a:cubicBezTo>
                <a:cubicBezTo>
                  <a:pt x="227395" y="76939"/>
                  <a:pt x="225393" y="72703"/>
                  <a:pt x="225393" y="67685"/>
                </a:cubicBezTo>
                <a:lnTo>
                  <a:pt x="225393" y="39386"/>
                </a:lnTo>
                <a:lnTo>
                  <a:pt x="220737" y="39386"/>
                </a:lnTo>
                <a:cubicBezTo>
                  <a:pt x="217633" y="39386"/>
                  <a:pt x="215420" y="38785"/>
                  <a:pt x="214099" y="37585"/>
                </a:cubicBezTo>
                <a:cubicBezTo>
                  <a:pt x="212778" y="36383"/>
                  <a:pt x="212117" y="34813"/>
                  <a:pt x="212117" y="32874"/>
                </a:cubicBezTo>
                <a:cubicBezTo>
                  <a:pt x="212117" y="30977"/>
                  <a:pt x="212778" y="29429"/>
                  <a:pt x="214099" y="28228"/>
                </a:cubicBezTo>
                <a:cubicBezTo>
                  <a:pt x="215420" y="27026"/>
                  <a:pt x="217633" y="26425"/>
                  <a:pt x="220737" y="26425"/>
                </a:cubicBezTo>
                <a:lnTo>
                  <a:pt x="225393" y="26425"/>
                </a:lnTo>
                <a:lnTo>
                  <a:pt x="225393" y="14785"/>
                </a:lnTo>
                <a:cubicBezTo>
                  <a:pt x="225393" y="11682"/>
                  <a:pt x="225990" y="9469"/>
                  <a:pt x="227186" y="8148"/>
                </a:cubicBezTo>
                <a:cubicBezTo>
                  <a:pt x="228381" y="6826"/>
                  <a:pt x="229943" y="6166"/>
                  <a:pt x="231873" y="6166"/>
                </a:cubicBezTo>
                <a:cubicBezTo>
                  <a:pt x="233760" y="6166"/>
                  <a:pt x="235302" y="6826"/>
                  <a:pt x="236497" y="8148"/>
                </a:cubicBezTo>
                <a:cubicBezTo>
                  <a:pt x="237693" y="9469"/>
                  <a:pt x="238290" y="11682"/>
                  <a:pt x="238290" y="14785"/>
                </a:cubicBezTo>
                <a:lnTo>
                  <a:pt x="238290" y="26425"/>
                </a:lnTo>
                <a:lnTo>
                  <a:pt x="262136" y="26425"/>
                </a:lnTo>
                <a:cubicBezTo>
                  <a:pt x="265240" y="26425"/>
                  <a:pt x="267452" y="27026"/>
                  <a:pt x="268774" y="28228"/>
                </a:cubicBezTo>
                <a:cubicBezTo>
                  <a:pt x="270095" y="29429"/>
                  <a:pt x="270755" y="30998"/>
                  <a:pt x="270755" y="32937"/>
                </a:cubicBezTo>
                <a:cubicBezTo>
                  <a:pt x="270755" y="34834"/>
                  <a:pt x="270095" y="36383"/>
                  <a:pt x="268774" y="37585"/>
                </a:cubicBezTo>
                <a:cubicBezTo>
                  <a:pt x="267452" y="38785"/>
                  <a:pt x="265240" y="39386"/>
                  <a:pt x="262136" y="39386"/>
                </a:cubicBezTo>
                <a:lnTo>
                  <a:pt x="238290" y="39386"/>
                </a:lnTo>
                <a:close/>
                <a:moveTo>
                  <a:pt x="316106" y="26425"/>
                </a:moveTo>
                <a:lnTo>
                  <a:pt x="316106" y="34478"/>
                </a:lnTo>
                <a:cubicBezTo>
                  <a:pt x="321517" y="30553"/>
                  <a:pt x="325784" y="27936"/>
                  <a:pt x="328909" y="26627"/>
                </a:cubicBezTo>
                <a:cubicBezTo>
                  <a:pt x="332034" y="25318"/>
                  <a:pt x="334960" y="24663"/>
                  <a:pt x="337686" y="24663"/>
                </a:cubicBezTo>
                <a:cubicBezTo>
                  <a:pt x="341881" y="24663"/>
                  <a:pt x="345949" y="26221"/>
                  <a:pt x="349892" y="29335"/>
                </a:cubicBezTo>
                <a:cubicBezTo>
                  <a:pt x="352576" y="31440"/>
                  <a:pt x="353919" y="33587"/>
                  <a:pt x="353919" y="35776"/>
                </a:cubicBezTo>
                <a:cubicBezTo>
                  <a:pt x="353919" y="37628"/>
                  <a:pt x="353279" y="39196"/>
                  <a:pt x="352000" y="40481"/>
                </a:cubicBezTo>
                <a:cubicBezTo>
                  <a:pt x="350720" y="41764"/>
                  <a:pt x="349179" y="42406"/>
                  <a:pt x="347375" y="42406"/>
                </a:cubicBezTo>
                <a:cubicBezTo>
                  <a:pt x="345781" y="42406"/>
                  <a:pt x="344104" y="41609"/>
                  <a:pt x="342342" y="40015"/>
                </a:cubicBezTo>
                <a:cubicBezTo>
                  <a:pt x="340580" y="38421"/>
                  <a:pt x="339007" y="37624"/>
                  <a:pt x="337623" y="37624"/>
                </a:cubicBezTo>
                <a:cubicBezTo>
                  <a:pt x="335820" y="37624"/>
                  <a:pt x="333125" y="38757"/>
                  <a:pt x="329538" y="41022"/>
                </a:cubicBezTo>
                <a:cubicBezTo>
                  <a:pt x="325952" y="43287"/>
                  <a:pt x="321475" y="46684"/>
                  <a:pt x="316106" y="51214"/>
                </a:cubicBezTo>
                <a:lnTo>
                  <a:pt x="316106" y="70592"/>
                </a:lnTo>
                <a:lnTo>
                  <a:pt x="334477" y="70592"/>
                </a:lnTo>
                <a:cubicBezTo>
                  <a:pt x="337581" y="70592"/>
                  <a:pt x="339794" y="71190"/>
                  <a:pt x="341115" y="72386"/>
                </a:cubicBezTo>
                <a:cubicBezTo>
                  <a:pt x="342436" y="73581"/>
                  <a:pt x="343097" y="75143"/>
                  <a:pt x="343097" y="77073"/>
                </a:cubicBezTo>
                <a:cubicBezTo>
                  <a:pt x="343097" y="79002"/>
                  <a:pt x="342436" y="80565"/>
                  <a:pt x="341115" y="81760"/>
                </a:cubicBezTo>
                <a:cubicBezTo>
                  <a:pt x="339794" y="82956"/>
                  <a:pt x="337581" y="83553"/>
                  <a:pt x="334477" y="83553"/>
                </a:cubicBezTo>
                <a:lnTo>
                  <a:pt x="295532" y="83553"/>
                </a:lnTo>
                <a:cubicBezTo>
                  <a:pt x="292428" y="83553"/>
                  <a:pt x="290216" y="82945"/>
                  <a:pt x="288894" y="81729"/>
                </a:cubicBezTo>
                <a:cubicBezTo>
                  <a:pt x="287573" y="80512"/>
                  <a:pt x="286912" y="78939"/>
                  <a:pt x="286912" y="77010"/>
                </a:cubicBezTo>
                <a:cubicBezTo>
                  <a:pt x="286912" y="75081"/>
                  <a:pt x="287573" y="73529"/>
                  <a:pt x="288894" y="72354"/>
                </a:cubicBezTo>
                <a:cubicBezTo>
                  <a:pt x="290216" y="71180"/>
                  <a:pt x="292428" y="70592"/>
                  <a:pt x="295532" y="70592"/>
                </a:cubicBezTo>
                <a:lnTo>
                  <a:pt x="303208" y="70592"/>
                </a:lnTo>
                <a:lnTo>
                  <a:pt x="303208" y="39386"/>
                </a:lnTo>
                <a:lnTo>
                  <a:pt x="298552" y="39386"/>
                </a:lnTo>
                <a:cubicBezTo>
                  <a:pt x="295448" y="39386"/>
                  <a:pt x="293236" y="38778"/>
                  <a:pt x="291914" y="37561"/>
                </a:cubicBezTo>
                <a:cubicBezTo>
                  <a:pt x="290593" y="36345"/>
                  <a:pt x="289932" y="34772"/>
                  <a:pt x="289932" y="32842"/>
                </a:cubicBezTo>
                <a:cubicBezTo>
                  <a:pt x="289932" y="30913"/>
                  <a:pt x="290593" y="29361"/>
                  <a:pt x="291914" y="28187"/>
                </a:cubicBezTo>
                <a:cubicBezTo>
                  <a:pt x="293236" y="27012"/>
                  <a:pt x="295448" y="26425"/>
                  <a:pt x="298552" y="26425"/>
                </a:cubicBezTo>
                <a:lnTo>
                  <a:pt x="316106" y="26425"/>
                </a:lnTo>
                <a:close/>
                <a:moveTo>
                  <a:pt x="388888" y="83158"/>
                </a:moveTo>
                <a:lnTo>
                  <a:pt x="366552" y="39386"/>
                </a:lnTo>
                <a:cubicBezTo>
                  <a:pt x="364455" y="39386"/>
                  <a:pt x="362861" y="38788"/>
                  <a:pt x="361771" y="37593"/>
                </a:cubicBezTo>
                <a:cubicBezTo>
                  <a:pt x="360680" y="36397"/>
                  <a:pt x="360135" y="34835"/>
                  <a:pt x="360135" y="32905"/>
                </a:cubicBezTo>
                <a:cubicBezTo>
                  <a:pt x="360135" y="30976"/>
                  <a:pt x="360795" y="29414"/>
                  <a:pt x="362117" y="28218"/>
                </a:cubicBezTo>
                <a:cubicBezTo>
                  <a:pt x="363438" y="27023"/>
                  <a:pt x="365651" y="26425"/>
                  <a:pt x="368754" y="26425"/>
                </a:cubicBezTo>
                <a:lnTo>
                  <a:pt x="380520" y="26425"/>
                </a:lnTo>
                <a:cubicBezTo>
                  <a:pt x="383624" y="26425"/>
                  <a:pt x="385836" y="27023"/>
                  <a:pt x="387158" y="28218"/>
                </a:cubicBezTo>
                <a:cubicBezTo>
                  <a:pt x="388479" y="29414"/>
                  <a:pt x="389139" y="30976"/>
                  <a:pt x="389139" y="32905"/>
                </a:cubicBezTo>
                <a:cubicBezTo>
                  <a:pt x="389139" y="34835"/>
                  <a:pt x="388479" y="36397"/>
                  <a:pt x="387158" y="37593"/>
                </a:cubicBezTo>
                <a:cubicBezTo>
                  <a:pt x="385836" y="38788"/>
                  <a:pt x="383750" y="39386"/>
                  <a:pt x="380897" y="39386"/>
                </a:cubicBezTo>
                <a:lnTo>
                  <a:pt x="396123" y="68980"/>
                </a:lnTo>
                <a:lnTo>
                  <a:pt x="411223" y="39386"/>
                </a:lnTo>
                <a:cubicBezTo>
                  <a:pt x="408455" y="39386"/>
                  <a:pt x="406410" y="38778"/>
                  <a:pt x="405089" y="37561"/>
                </a:cubicBezTo>
                <a:cubicBezTo>
                  <a:pt x="403768" y="36345"/>
                  <a:pt x="403107" y="34772"/>
                  <a:pt x="403107" y="32842"/>
                </a:cubicBezTo>
                <a:cubicBezTo>
                  <a:pt x="403107" y="30913"/>
                  <a:pt x="403768" y="29361"/>
                  <a:pt x="405089" y="28187"/>
                </a:cubicBezTo>
                <a:cubicBezTo>
                  <a:pt x="406410" y="27012"/>
                  <a:pt x="408623" y="26425"/>
                  <a:pt x="411726" y="26425"/>
                </a:cubicBezTo>
                <a:lnTo>
                  <a:pt x="423869" y="26425"/>
                </a:lnTo>
                <a:cubicBezTo>
                  <a:pt x="426931" y="26425"/>
                  <a:pt x="429123" y="27023"/>
                  <a:pt x="430444" y="28218"/>
                </a:cubicBezTo>
                <a:cubicBezTo>
                  <a:pt x="431765" y="29414"/>
                  <a:pt x="432426" y="30976"/>
                  <a:pt x="432426" y="32905"/>
                </a:cubicBezTo>
                <a:cubicBezTo>
                  <a:pt x="432426" y="34835"/>
                  <a:pt x="431860" y="36397"/>
                  <a:pt x="430727" y="37593"/>
                </a:cubicBezTo>
                <a:cubicBezTo>
                  <a:pt x="429595" y="38788"/>
                  <a:pt x="427917" y="39386"/>
                  <a:pt x="425694" y="39386"/>
                </a:cubicBezTo>
                <a:lnTo>
                  <a:pt x="396123" y="97521"/>
                </a:lnTo>
                <a:cubicBezTo>
                  <a:pt x="399353" y="97521"/>
                  <a:pt x="401471" y="97521"/>
                  <a:pt x="402478" y="97521"/>
                </a:cubicBezTo>
                <a:cubicBezTo>
                  <a:pt x="404491" y="99954"/>
                  <a:pt x="405498" y="102135"/>
                  <a:pt x="405498" y="104064"/>
                </a:cubicBezTo>
                <a:cubicBezTo>
                  <a:pt x="405498" y="105994"/>
                  <a:pt x="404837" y="107545"/>
                  <a:pt x="403516" y="108720"/>
                </a:cubicBezTo>
                <a:cubicBezTo>
                  <a:pt x="402195" y="109894"/>
                  <a:pt x="399982" y="110482"/>
                  <a:pt x="396878" y="110482"/>
                </a:cubicBezTo>
                <a:lnTo>
                  <a:pt x="368754" y="110482"/>
                </a:lnTo>
                <a:cubicBezTo>
                  <a:pt x="365651" y="110482"/>
                  <a:pt x="363438" y="109894"/>
                  <a:pt x="362117" y="108720"/>
                </a:cubicBezTo>
                <a:cubicBezTo>
                  <a:pt x="360795" y="107545"/>
                  <a:pt x="360135" y="105994"/>
                  <a:pt x="360135" y="104064"/>
                </a:cubicBezTo>
                <a:cubicBezTo>
                  <a:pt x="360135" y="102135"/>
                  <a:pt x="360795" y="100562"/>
                  <a:pt x="362117" y="99345"/>
                </a:cubicBezTo>
                <a:cubicBezTo>
                  <a:pt x="363438" y="98129"/>
                  <a:pt x="365651" y="97521"/>
                  <a:pt x="368754" y="97521"/>
                </a:cubicBezTo>
                <a:lnTo>
                  <a:pt x="381589" y="97521"/>
                </a:lnTo>
                <a:lnTo>
                  <a:pt x="388888" y="83158"/>
                </a:lnTo>
                <a:close/>
                <a:moveTo>
                  <a:pt x="550810" y="59737"/>
                </a:moveTo>
                <a:lnTo>
                  <a:pt x="541876" y="83553"/>
                </a:lnTo>
                <a:lnTo>
                  <a:pt x="529733" y="83553"/>
                </a:lnTo>
                <a:lnTo>
                  <a:pt x="518911" y="39386"/>
                </a:lnTo>
                <a:cubicBezTo>
                  <a:pt x="516562" y="39386"/>
                  <a:pt x="514790" y="38778"/>
                  <a:pt x="513595" y="37561"/>
                </a:cubicBezTo>
                <a:cubicBezTo>
                  <a:pt x="512399" y="36345"/>
                  <a:pt x="511802" y="34772"/>
                  <a:pt x="511802" y="32842"/>
                </a:cubicBezTo>
                <a:cubicBezTo>
                  <a:pt x="511802" y="30913"/>
                  <a:pt x="512462" y="29361"/>
                  <a:pt x="513783" y="28187"/>
                </a:cubicBezTo>
                <a:cubicBezTo>
                  <a:pt x="515105" y="27012"/>
                  <a:pt x="517317" y="26425"/>
                  <a:pt x="520421" y="26425"/>
                </a:cubicBezTo>
                <a:lnTo>
                  <a:pt x="532438" y="26425"/>
                </a:lnTo>
                <a:cubicBezTo>
                  <a:pt x="535542" y="26425"/>
                  <a:pt x="537755" y="27023"/>
                  <a:pt x="539076" y="28218"/>
                </a:cubicBezTo>
                <a:cubicBezTo>
                  <a:pt x="540397" y="29414"/>
                  <a:pt x="541058" y="30976"/>
                  <a:pt x="541058" y="32905"/>
                </a:cubicBezTo>
                <a:cubicBezTo>
                  <a:pt x="541058" y="34835"/>
                  <a:pt x="540303" y="36482"/>
                  <a:pt x="538793" y="37848"/>
                </a:cubicBezTo>
                <a:cubicBezTo>
                  <a:pt x="537660" y="38873"/>
                  <a:pt x="535437" y="39386"/>
                  <a:pt x="532124" y="39386"/>
                </a:cubicBezTo>
                <a:lnTo>
                  <a:pt x="537031" y="59737"/>
                </a:lnTo>
                <a:lnTo>
                  <a:pt x="545022" y="38757"/>
                </a:lnTo>
                <a:lnTo>
                  <a:pt x="556472" y="38757"/>
                </a:lnTo>
                <a:lnTo>
                  <a:pt x="564526" y="59737"/>
                </a:lnTo>
                <a:lnTo>
                  <a:pt x="569559" y="39386"/>
                </a:lnTo>
                <a:cubicBezTo>
                  <a:pt x="566371" y="39386"/>
                  <a:pt x="564274" y="38989"/>
                  <a:pt x="563267" y="38196"/>
                </a:cubicBezTo>
                <a:cubicBezTo>
                  <a:pt x="561254" y="36557"/>
                  <a:pt x="560247" y="34772"/>
                  <a:pt x="560247" y="32842"/>
                </a:cubicBezTo>
                <a:cubicBezTo>
                  <a:pt x="560247" y="30913"/>
                  <a:pt x="560908" y="29361"/>
                  <a:pt x="562229" y="28187"/>
                </a:cubicBezTo>
                <a:cubicBezTo>
                  <a:pt x="563550" y="27012"/>
                  <a:pt x="565763" y="26425"/>
                  <a:pt x="568867" y="26425"/>
                </a:cubicBezTo>
                <a:lnTo>
                  <a:pt x="581010" y="26425"/>
                </a:lnTo>
                <a:cubicBezTo>
                  <a:pt x="584114" y="26425"/>
                  <a:pt x="586326" y="27023"/>
                  <a:pt x="587648" y="28218"/>
                </a:cubicBezTo>
                <a:cubicBezTo>
                  <a:pt x="588969" y="29414"/>
                  <a:pt x="589629" y="30976"/>
                  <a:pt x="589629" y="32905"/>
                </a:cubicBezTo>
                <a:cubicBezTo>
                  <a:pt x="589629" y="34835"/>
                  <a:pt x="589053" y="36397"/>
                  <a:pt x="587899" y="37593"/>
                </a:cubicBezTo>
                <a:cubicBezTo>
                  <a:pt x="586746" y="38788"/>
                  <a:pt x="585037" y="39386"/>
                  <a:pt x="582772" y="39386"/>
                </a:cubicBezTo>
                <a:lnTo>
                  <a:pt x="572202" y="83553"/>
                </a:lnTo>
                <a:lnTo>
                  <a:pt x="560247" y="83553"/>
                </a:lnTo>
                <a:lnTo>
                  <a:pt x="550810" y="59737"/>
                </a:lnTo>
                <a:close/>
                <a:moveTo>
                  <a:pt x="637874" y="77010"/>
                </a:moveTo>
                <a:cubicBezTo>
                  <a:pt x="637874" y="79443"/>
                  <a:pt x="637014" y="81477"/>
                  <a:pt x="635294" y="83113"/>
                </a:cubicBezTo>
                <a:cubicBezTo>
                  <a:pt x="633575" y="84749"/>
                  <a:pt x="631205" y="85567"/>
                  <a:pt x="628185" y="85567"/>
                </a:cubicBezTo>
                <a:cubicBezTo>
                  <a:pt x="625165" y="85567"/>
                  <a:pt x="622795" y="84749"/>
                  <a:pt x="621075" y="83113"/>
                </a:cubicBezTo>
                <a:cubicBezTo>
                  <a:pt x="619355" y="81477"/>
                  <a:pt x="618496" y="79443"/>
                  <a:pt x="618496" y="77010"/>
                </a:cubicBezTo>
                <a:cubicBezTo>
                  <a:pt x="618496" y="74577"/>
                  <a:pt x="619355" y="72543"/>
                  <a:pt x="621075" y="70907"/>
                </a:cubicBezTo>
                <a:cubicBezTo>
                  <a:pt x="622795" y="69271"/>
                  <a:pt x="625165" y="68453"/>
                  <a:pt x="628185" y="68453"/>
                </a:cubicBezTo>
                <a:cubicBezTo>
                  <a:pt x="631205" y="68453"/>
                  <a:pt x="633575" y="69271"/>
                  <a:pt x="635294" y="70907"/>
                </a:cubicBezTo>
                <a:cubicBezTo>
                  <a:pt x="637014" y="72543"/>
                  <a:pt x="637874" y="74577"/>
                  <a:pt x="637874" y="77010"/>
                </a:cubicBezTo>
                <a:close/>
                <a:moveTo>
                  <a:pt x="725441" y="28690"/>
                </a:moveTo>
                <a:cubicBezTo>
                  <a:pt x="726993" y="27264"/>
                  <a:pt x="728587" y="26551"/>
                  <a:pt x="730223" y="26551"/>
                </a:cubicBezTo>
                <a:cubicBezTo>
                  <a:pt x="732068" y="26551"/>
                  <a:pt x="733589" y="27211"/>
                  <a:pt x="734784" y="28533"/>
                </a:cubicBezTo>
                <a:cubicBezTo>
                  <a:pt x="735980" y="29854"/>
                  <a:pt x="736578" y="32046"/>
                  <a:pt x="736578" y="35107"/>
                </a:cubicBezTo>
                <a:lnTo>
                  <a:pt x="736578" y="43412"/>
                </a:lnTo>
                <a:cubicBezTo>
                  <a:pt x="736578" y="46516"/>
                  <a:pt x="735980" y="48718"/>
                  <a:pt x="734784" y="50019"/>
                </a:cubicBezTo>
                <a:cubicBezTo>
                  <a:pt x="733589" y="51319"/>
                  <a:pt x="732027" y="51969"/>
                  <a:pt x="730097" y="51969"/>
                </a:cubicBezTo>
                <a:cubicBezTo>
                  <a:pt x="728335" y="51969"/>
                  <a:pt x="726846" y="51466"/>
                  <a:pt x="725630" y="50459"/>
                </a:cubicBezTo>
                <a:cubicBezTo>
                  <a:pt x="724749" y="49704"/>
                  <a:pt x="724057" y="48163"/>
                  <a:pt x="723554" y="45835"/>
                </a:cubicBezTo>
                <a:cubicBezTo>
                  <a:pt x="723050" y="43507"/>
                  <a:pt x="721834" y="41777"/>
                  <a:pt x="719905" y="40644"/>
                </a:cubicBezTo>
                <a:cubicBezTo>
                  <a:pt x="716507" y="38631"/>
                  <a:pt x="712166" y="37624"/>
                  <a:pt x="706881" y="37624"/>
                </a:cubicBezTo>
                <a:cubicBezTo>
                  <a:pt x="700799" y="37624"/>
                  <a:pt x="695923" y="39398"/>
                  <a:pt x="692253" y="42945"/>
                </a:cubicBezTo>
                <a:cubicBezTo>
                  <a:pt x="688583" y="46490"/>
                  <a:pt x="686748" y="50974"/>
                  <a:pt x="686748" y="56397"/>
                </a:cubicBezTo>
                <a:cubicBezTo>
                  <a:pt x="686748" y="61404"/>
                  <a:pt x="688509" y="65357"/>
                  <a:pt x="692033" y="68257"/>
                </a:cubicBezTo>
                <a:cubicBezTo>
                  <a:pt x="695556" y="71156"/>
                  <a:pt x="701407" y="72606"/>
                  <a:pt x="709586" y="72606"/>
                </a:cubicBezTo>
                <a:cubicBezTo>
                  <a:pt x="714955" y="72606"/>
                  <a:pt x="719338" y="72065"/>
                  <a:pt x="722736" y="70984"/>
                </a:cubicBezTo>
                <a:cubicBezTo>
                  <a:pt x="724749" y="70318"/>
                  <a:pt x="726658" y="69185"/>
                  <a:pt x="728461" y="67584"/>
                </a:cubicBezTo>
                <a:cubicBezTo>
                  <a:pt x="730265" y="65982"/>
                  <a:pt x="731901" y="65182"/>
                  <a:pt x="733369" y="65182"/>
                </a:cubicBezTo>
                <a:cubicBezTo>
                  <a:pt x="735130" y="65182"/>
                  <a:pt x="736651" y="65832"/>
                  <a:pt x="737930" y="67132"/>
                </a:cubicBezTo>
                <a:cubicBezTo>
                  <a:pt x="739210" y="68432"/>
                  <a:pt x="739849" y="69963"/>
                  <a:pt x="739849" y="71725"/>
                </a:cubicBezTo>
                <a:cubicBezTo>
                  <a:pt x="739849" y="74577"/>
                  <a:pt x="737899" y="77283"/>
                  <a:pt x="733998" y="79841"/>
                </a:cubicBezTo>
                <a:cubicBezTo>
                  <a:pt x="728210" y="83658"/>
                  <a:pt x="719737" y="85567"/>
                  <a:pt x="708580" y="85567"/>
                </a:cubicBezTo>
                <a:cubicBezTo>
                  <a:pt x="698555" y="85567"/>
                  <a:pt x="690753" y="83492"/>
                  <a:pt x="685175" y="79344"/>
                </a:cubicBezTo>
                <a:cubicBezTo>
                  <a:pt x="677625" y="73772"/>
                  <a:pt x="673850" y="66146"/>
                  <a:pt x="673850" y="56466"/>
                </a:cubicBezTo>
                <a:cubicBezTo>
                  <a:pt x="673850" y="47290"/>
                  <a:pt x="676912" y="39696"/>
                  <a:pt x="683035" y="33684"/>
                </a:cubicBezTo>
                <a:cubicBezTo>
                  <a:pt x="689159" y="27670"/>
                  <a:pt x="697150" y="24663"/>
                  <a:pt x="707007" y="24663"/>
                </a:cubicBezTo>
                <a:cubicBezTo>
                  <a:pt x="710572" y="24663"/>
                  <a:pt x="713886" y="24999"/>
                  <a:pt x="716948" y="25670"/>
                </a:cubicBezTo>
                <a:cubicBezTo>
                  <a:pt x="720009" y="26341"/>
                  <a:pt x="722841" y="27348"/>
                  <a:pt x="725441" y="28690"/>
                </a:cubicBezTo>
                <a:close/>
                <a:moveTo>
                  <a:pt x="778027" y="52189"/>
                </a:moveTo>
                <a:cubicBezTo>
                  <a:pt x="778027" y="44845"/>
                  <a:pt x="779243" y="37416"/>
                  <a:pt x="781676" y="29903"/>
                </a:cubicBezTo>
                <a:cubicBezTo>
                  <a:pt x="783480" y="24362"/>
                  <a:pt x="786269" y="18193"/>
                  <a:pt x="790044" y="11394"/>
                </a:cubicBezTo>
                <a:cubicBezTo>
                  <a:pt x="792770" y="6526"/>
                  <a:pt x="794784" y="3536"/>
                  <a:pt x="796084" y="2424"/>
                </a:cubicBezTo>
                <a:cubicBezTo>
                  <a:pt x="797384" y="1311"/>
                  <a:pt x="798831" y="755"/>
                  <a:pt x="800425" y="755"/>
                </a:cubicBezTo>
                <a:cubicBezTo>
                  <a:pt x="802271" y="755"/>
                  <a:pt x="803823" y="1385"/>
                  <a:pt x="805081" y="2644"/>
                </a:cubicBezTo>
                <a:cubicBezTo>
                  <a:pt x="806339" y="3903"/>
                  <a:pt x="806969" y="5413"/>
                  <a:pt x="806969" y="7176"/>
                </a:cubicBezTo>
                <a:cubicBezTo>
                  <a:pt x="806969" y="8394"/>
                  <a:pt x="806465" y="9842"/>
                  <a:pt x="805459" y="11520"/>
                </a:cubicBezTo>
                <a:cubicBezTo>
                  <a:pt x="800929" y="18949"/>
                  <a:pt x="797626" y="25916"/>
                  <a:pt x="795549" y="32422"/>
                </a:cubicBezTo>
                <a:cubicBezTo>
                  <a:pt x="793473" y="38927"/>
                  <a:pt x="792435" y="45516"/>
                  <a:pt x="792435" y="52189"/>
                </a:cubicBezTo>
                <a:cubicBezTo>
                  <a:pt x="792435" y="58904"/>
                  <a:pt x="793473" y="65515"/>
                  <a:pt x="795549" y="72020"/>
                </a:cubicBezTo>
                <a:cubicBezTo>
                  <a:pt x="797626" y="78525"/>
                  <a:pt x="800929" y="85493"/>
                  <a:pt x="805459" y="92922"/>
                </a:cubicBezTo>
                <a:cubicBezTo>
                  <a:pt x="806465" y="94558"/>
                  <a:pt x="806969" y="96006"/>
                  <a:pt x="806969" y="97265"/>
                </a:cubicBezTo>
                <a:cubicBezTo>
                  <a:pt x="806969" y="99028"/>
                  <a:pt x="806339" y="100539"/>
                  <a:pt x="805081" y="101797"/>
                </a:cubicBezTo>
                <a:cubicBezTo>
                  <a:pt x="803823" y="103057"/>
                  <a:pt x="802271" y="103687"/>
                  <a:pt x="800425" y="103687"/>
                </a:cubicBezTo>
                <a:cubicBezTo>
                  <a:pt x="798873" y="103687"/>
                  <a:pt x="797510" y="103183"/>
                  <a:pt x="796336" y="102177"/>
                </a:cubicBezTo>
                <a:cubicBezTo>
                  <a:pt x="794658" y="100707"/>
                  <a:pt x="792435" y="97412"/>
                  <a:pt x="789667" y="92291"/>
                </a:cubicBezTo>
                <a:cubicBezTo>
                  <a:pt x="785682" y="84863"/>
                  <a:pt x="782955" y="78736"/>
                  <a:pt x="781487" y="73909"/>
                </a:cubicBezTo>
                <a:cubicBezTo>
                  <a:pt x="779180" y="66522"/>
                  <a:pt x="778027" y="59282"/>
                  <a:pt x="778027" y="52189"/>
                </a:cubicBezTo>
                <a:close/>
                <a:moveTo>
                  <a:pt x="871571" y="83553"/>
                </a:moveTo>
                <a:lnTo>
                  <a:pt x="871571" y="80533"/>
                </a:lnTo>
                <a:cubicBezTo>
                  <a:pt x="868342" y="82211"/>
                  <a:pt x="864776" y="83469"/>
                  <a:pt x="860876" y="84308"/>
                </a:cubicBezTo>
                <a:cubicBezTo>
                  <a:pt x="856975" y="85147"/>
                  <a:pt x="853430" y="85567"/>
                  <a:pt x="850243" y="85567"/>
                </a:cubicBezTo>
                <a:cubicBezTo>
                  <a:pt x="843322" y="85567"/>
                  <a:pt x="837701" y="83735"/>
                  <a:pt x="833381" y="80071"/>
                </a:cubicBezTo>
                <a:cubicBezTo>
                  <a:pt x="829061" y="76406"/>
                  <a:pt x="826901" y="72354"/>
                  <a:pt x="826901" y="67915"/>
                </a:cubicBezTo>
                <a:cubicBezTo>
                  <a:pt x="826901" y="62513"/>
                  <a:pt x="829658" y="57499"/>
                  <a:pt x="835174" y="52872"/>
                </a:cubicBezTo>
                <a:cubicBezTo>
                  <a:pt x="840690" y="48243"/>
                  <a:pt x="848313" y="45929"/>
                  <a:pt x="858044" y="45929"/>
                </a:cubicBezTo>
                <a:cubicBezTo>
                  <a:pt x="861945" y="45929"/>
                  <a:pt x="866454" y="46349"/>
                  <a:pt x="871571" y="47187"/>
                </a:cubicBezTo>
                <a:lnTo>
                  <a:pt x="871571" y="44124"/>
                </a:lnTo>
                <a:cubicBezTo>
                  <a:pt x="871571" y="42208"/>
                  <a:pt x="870743" y="40645"/>
                  <a:pt x="869086" y="39437"/>
                </a:cubicBezTo>
                <a:cubicBezTo>
                  <a:pt x="867429" y="38228"/>
                  <a:pt x="864273" y="37624"/>
                  <a:pt x="859617" y="37624"/>
                </a:cubicBezTo>
                <a:cubicBezTo>
                  <a:pt x="855800" y="37624"/>
                  <a:pt x="850851" y="38363"/>
                  <a:pt x="844769" y="39842"/>
                </a:cubicBezTo>
                <a:cubicBezTo>
                  <a:pt x="842504" y="40377"/>
                  <a:pt x="840742" y="40644"/>
                  <a:pt x="839484" y="40644"/>
                </a:cubicBezTo>
                <a:cubicBezTo>
                  <a:pt x="837764" y="40644"/>
                  <a:pt x="836307" y="40025"/>
                  <a:pt x="835111" y="38788"/>
                </a:cubicBezTo>
                <a:cubicBezTo>
                  <a:pt x="833916" y="37551"/>
                  <a:pt x="833318" y="35967"/>
                  <a:pt x="833318" y="34038"/>
                </a:cubicBezTo>
                <a:cubicBezTo>
                  <a:pt x="833318" y="32947"/>
                  <a:pt x="833528" y="32004"/>
                  <a:pt x="833947" y="31207"/>
                </a:cubicBezTo>
                <a:cubicBezTo>
                  <a:pt x="834367" y="30410"/>
                  <a:pt x="834954" y="29770"/>
                  <a:pt x="835709" y="29288"/>
                </a:cubicBezTo>
                <a:cubicBezTo>
                  <a:pt x="836464" y="28805"/>
                  <a:pt x="838037" y="28229"/>
                  <a:pt x="840428" y="27557"/>
                </a:cubicBezTo>
                <a:cubicBezTo>
                  <a:pt x="843615" y="26677"/>
                  <a:pt x="846866" y="25974"/>
                  <a:pt x="850180" y="25450"/>
                </a:cubicBezTo>
                <a:cubicBezTo>
                  <a:pt x="853493" y="24925"/>
                  <a:pt x="856492" y="24663"/>
                  <a:pt x="859177" y="24663"/>
                </a:cubicBezTo>
                <a:cubicBezTo>
                  <a:pt x="867188" y="24663"/>
                  <a:pt x="873406" y="26394"/>
                  <a:pt x="877832" y="29854"/>
                </a:cubicBezTo>
                <a:cubicBezTo>
                  <a:pt x="882257" y="33314"/>
                  <a:pt x="884469" y="38044"/>
                  <a:pt x="884469" y="44042"/>
                </a:cubicBezTo>
                <a:lnTo>
                  <a:pt x="884469" y="70592"/>
                </a:lnTo>
                <a:lnTo>
                  <a:pt x="886671" y="70592"/>
                </a:lnTo>
                <a:cubicBezTo>
                  <a:pt x="889775" y="70592"/>
                  <a:pt x="891988" y="71190"/>
                  <a:pt x="893309" y="72386"/>
                </a:cubicBezTo>
                <a:cubicBezTo>
                  <a:pt x="894630" y="73581"/>
                  <a:pt x="895291" y="75143"/>
                  <a:pt x="895291" y="77073"/>
                </a:cubicBezTo>
                <a:cubicBezTo>
                  <a:pt x="895291" y="79002"/>
                  <a:pt x="894630" y="80565"/>
                  <a:pt x="893309" y="81760"/>
                </a:cubicBezTo>
                <a:cubicBezTo>
                  <a:pt x="891988" y="82956"/>
                  <a:pt x="889775" y="83553"/>
                  <a:pt x="886671" y="83553"/>
                </a:cubicBezTo>
                <a:lnTo>
                  <a:pt x="871571" y="83553"/>
                </a:lnTo>
                <a:moveTo>
                  <a:pt x="871571" y="60386"/>
                </a:moveTo>
                <a:cubicBezTo>
                  <a:pt x="866412" y="59389"/>
                  <a:pt x="861652" y="58890"/>
                  <a:pt x="857289" y="58890"/>
                </a:cubicBezTo>
                <a:cubicBezTo>
                  <a:pt x="852046" y="58890"/>
                  <a:pt x="847537" y="60157"/>
                  <a:pt x="843762" y="62692"/>
                </a:cubicBezTo>
                <a:cubicBezTo>
                  <a:pt x="841413" y="64314"/>
                  <a:pt x="840239" y="65956"/>
                  <a:pt x="840239" y="67618"/>
                </a:cubicBezTo>
                <a:cubicBezTo>
                  <a:pt x="840239" y="68824"/>
                  <a:pt x="840805" y="69801"/>
                  <a:pt x="841938" y="70549"/>
                </a:cubicBezTo>
                <a:cubicBezTo>
                  <a:pt x="844035" y="71920"/>
                  <a:pt x="846908" y="72606"/>
                  <a:pt x="850557" y="72606"/>
                </a:cubicBezTo>
                <a:cubicBezTo>
                  <a:pt x="853661" y="72606"/>
                  <a:pt x="857174" y="72003"/>
                  <a:pt x="861096" y="70799"/>
                </a:cubicBezTo>
                <a:cubicBezTo>
                  <a:pt x="865018" y="69593"/>
                  <a:pt x="868509" y="67951"/>
                  <a:pt x="871571" y="65872"/>
                </a:cubicBezTo>
                <a:lnTo>
                  <a:pt x="871571" y="60386"/>
                </a:lnTo>
                <a:close/>
                <a:moveTo>
                  <a:pt x="934601" y="26425"/>
                </a:moveTo>
                <a:lnTo>
                  <a:pt x="934601" y="34478"/>
                </a:lnTo>
                <a:cubicBezTo>
                  <a:pt x="940012" y="30553"/>
                  <a:pt x="944280" y="27936"/>
                  <a:pt x="947405" y="26627"/>
                </a:cubicBezTo>
                <a:cubicBezTo>
                  <a:pt x="950530" y="25318"/>
                  <a:pt x="953455" y="24663"/>
                  <a:pt x="956182" y="24663"/>
                </a:cubicBezTo>
                <a:cubicBezTo>
                  <a:pt x="960376" y="24663"/>
                  <a:pt x="964445" y="26221"/>
                  <a:pt x="968388" y="29335"/>
                </a:cubicBezTo>
                <a:cubicBezTo>
                  <a:pt x="971072" y="31440"/>
                  <a:pt x="972414" y="33587"/>
                  <a:pt x="972414" y="35776"/>
                </a:cubicBezTo>
                <a:cubicBezTo>
                  <a:pt x="972414" y="37628"/>
                  <a:pt x="971775" y="39196"/>
                  <a:pt x="970495" y="40481"/>
                </a:cubicBezTo>
                <a:cubicBezTo>
                  <a:pt x="969216" y="41764"/>
                  <a:pt x="967675" y="42406"/>
                  <a:pt x="965871" y="42406"/>
                </a:cubicBezTo>
                <a:cubicBezTo>
                  <a:pt x="964277" y="42406"/>
                  <a:pt x="962599" y="41609"/>
                  <a:pt x="960838" y="40015"/>
                </a:cubicBezTo>
                <a:cubicBezTo>
                  <a:pt x="959076" y="38421"/>
                  <a:pt x="957503" y="37624"/>
                  <a:pt x="956119" y="37624"/>
                </a:cubicBezTo>
                <a:cubicBezTo>
                  <a:pt x="954315" y="37624"/>
                  <a:pt x="951620" y="38757"/>
                  <a:pt x="948034" y="41022"/>
                </a:cubicBezTo>
                <a:cubicBezTo>
                  <a:pt x="944448" y="43287"/>
                  <a:pt x="939970" y="46684"/>
                  <a:pt x="934601" y="51214"/>
                </a:cubicBezTo>
                <a:lnTo>
                  <a:pt x="934601" y="70592"/>
                </a:lnTo>
                <a:lnTo>
                  <a:pt x="952973" y="70592"/>
                </a:lnTo>
                <a:cubicBezTo>
                  <a:pt x="956077" y="70592"/>
                  <a:pt x="958290" y="71190"/>
                  <a:pt x="959611" y="72386"/>
                </a:cubicBezTo>
                <a:cubicBezTo>
                  <a:pt x="960932" y="73581"/>
                  <a:pt x="961593" y="75143"/>
                  <a:pt x="961593" y="77073"/>
                </a:cubicBezTo>
                <a:cubicBezTo>
                  <a:pt x="961593" y="79002"/>
                  <a:pt x="960932" y="80565"/>
                  <a:pt x="959611" y="81760"/>
                </a:cubicBezTo>
                <a:cubicBezTo>
                  <a:pt x="958290" y="82956"/>
                  <a:pt x="956077" y="83553"/>
                  <a:pt x="952973" y="83553"/>
                </a:cubicBezTo>
                <a:lnTo>
                  <a:pt x="914028" y="83553"/>
                </a:lnTo>
                <a:cubicBezTo>
                  <a:pt x="910924" y="83553"/>
                  <a:pt x="908711" y="82945"/>
                  <a:pt x="907390" y="81729"/>
                </a:cubicBezTo>
                <a:cubicBezTo>
                  <a:pt x="906069" y="80512"/>
                  <a:pt x="905408" y="78939"/>
                  <a:pt x="905408" y="77010"/>
                </a:cubicBezTo>
                <a:cubicBezTo>
                  <a:pt x="905408" y="75081"/>
                  <a:pt x="906069" y="73529"/>
                  <a:pt x="907390" y="72354"/>
                </a:cubicBezTo>
                <a:cubicBezTo>
                  <a:pt x="908711" y="71180"/>
                  <a:pt x="910924" y="70592"/>
                  <a:pt x="914028" y="70592"/>
                </a:cubicBezTo>
                <a:lnTo>
                  <a:pt x="921704" y="70592"/>
                </a:lnTo>
                <a:lnTo>
                  <a:pt x="921704" y="39386"/>
                </a:lnTo>
                <a:lnTo>
                  <a:pt x="917048" y="39386"/>
                </a:lnTo>
                <a:cubicBezTo>
                  <a:pt x="913944" y="39386"/>
                  <a:pt x="911731" y="38778"/>
                  <a:pt x="910410" y="37561"/>
                </a:cubicBezTo>
                <a:cubicBezTo>
                  <a:pt x="909089" y="36345"/>
                  <a:pt x="908428" y="34772"/>
                  <a:pt x="908428" y="32842"/>
                </a:cubicBezTo>
                <a:cubicBezTo>
                  <a:pt x="908428" y="30913"/>
                  <a:pt x="909089" y="29361"/>
                  <a:pt x="910410" y="28187"/>
                </a:cubicBezTo>
                <a:cubicBezTo>
                  <a:pt x="911731" y="27012"/>
                  <a:pt x="913944" y="26425"/>
                  <a:pt x="917048" y="26425"/>
                </a:cubicBezTo>
                <a:lnTo>
                  <a:pt x="934601" y="26425"/>
                </a:lnTo>
                <a:close/>
                <a:moveTo>
                  <a:pt x="1028775" y="30326"/>
                </a:moveTo>
                <a:lnTo>
                  <a:pt x="1028775" y="26425"/>
                </a:lnTo>
                <a:lnTo>
                  <a:pt x="1043875" y="26425"/>
                </a:lnTo>
                <a:cubicBezTo>
                  <a:pt x="1046979" y="26425"/>
                  <a:pt x="1049191" y="27023"/>
                  <a:pt x="1050513" y="28218"/>
                </a:cubicBezTo>
                <a:cubicBezTo>
                  <a:pt x="1051834" y="29414"/>
                  <a:pt x="1052494" y="30976"/>
                  <a:pt x="1052494" y="32905"/>
                </a:cubicBezTo>
                <a:cubicBezTo>
                  <a:pt x="1052494" y="34835"/>
                  <a:pt x="1051834" y="36397"/>
                  <a:pt x="1050513" y="37593"/>
                </a:cubicBezTo>
                <a:cubicBezTo>
                  <a:pt x="1049191" y="38788"/>
                  <a:pt x="1046979" y="39386"/>
                  <a:pt x="1043875" y="39386"/>
                </a:cubicBezTo>
                <a:lnTo>
                  <a:pt x="1041673" y="39386"/>
                </a:lnTo>
                <a:lnTo>
                  <a:pt x="1041673" y="86280"/>
                </a:lnTo>
                <a:cubicBezTo>
                  <a:pt x="1041673" y="90806"/>
                  <a:pt x="1040719" y="94756"/>
                  <a:pt x="1038810" y="98128"/>
                </a:cubicBezTo>
                <a:cubicBezTo>
                  <a:pt x="1036902" y="101502"/>
                  <a:pt x="1033976" y="104404"/>
                  <a:pt x="1030033" y="106834"/>
                </a:cubicBezTo>
                <a:cubicBezTo>
                  <a:pt x="1026090" y="109266"/>
                  <a:pt x="1021644" y="110482"/>
                  <a:pt x="1016695" y="110482"/>
                </a:cubicBezTo>
                <a:lnTo>
                  <a:pt x="1002098" y="110482"/>
                </a:lnTo>
                <a:cubicBezTo>
                  <a:pt x="998994" y="110482"/>
                  <a:pt x="996782" y="109881"/>
                  <a:pt x="995461" y="108679"/>
                </a:cubicBezTo>
                <a:cubicBezTo>
                  <a:pt x="994139" y="107478"/>
                  <a:pt x="993479" y="105929"/>
                  <a:pt x="993479" y="104033"/>
                </a:cubicBezTo>
                <a:cubicBezTo>
                  <a:pt x="993479" y="102094"/>
                  <a:pt x="994139" y="100524"/>
                  <a:pt x="995461" y="99322"/>
                </a:cubicBezTo>
                <a:cubicBezTo>
                  <a:pt x="996782" y="98121"/>
                  <a:pt x="998994" y="97521"/>
                  <a:pt x="1002098" y="97521"/>
                </a:cubicBezTo>
                <a:lnTo>
                  <a:pt x="1016317" y="97521"/>
                </a:lnTo>
                <a:cubicBezTo>
                  <a:pt x="1020260" y="97521"/>
                  <a:pt x="1023322" y="96458"/>
                  <a:pt x="1025503" y="94334"/>
                </a:cubicBezTo>
                <a:cubicBezTo>
                  <a:pt x="1027684" y="92210"/>
                  <a:pt x="1028775" y="89524"/>
                  <a:pt x="1028775" y="86276"/>
                </a:cubicBezTo>
                <a:lnTo>
                  <a:pt x="1028775" y="80030"/>
                </a:lnTo>
                <a:cubicBezTo>
                  <a:pt x="1025923" y="81875"/>
                  <a:pt x="1023018" y="83260"/>
                  <a:pt x="1020061" y="84182"/>
                </a:cubicBezTo>
                <a:cubicBezTo>
                  <a:pt x="1017104" y="85105"/>
                  <a:pt x="1014073" y="85567"/>
                  <a:pt x="1010969" y="85567"/>
                </a:cubicBezTo>
                <a:cubicBezTo>
                  <a:pt x="1002203" y="85567"/>
                  <a:pt x="994863" y="82638"/>
                  <a:pt x="988949" y="76782"/>
                </a:cubicBezTo>
                <a:cubicBezTo>
                  <a:pt x="983035" y="70924"/>
                  <a:pt x="980077" y="63691"/>
                  <a:pt x="980077" y="55084"/>
                </a:cubicBezTo>
                <a:cubicBezTo>
                  <a:pt x="980077" y="46434"/>
                  <a:pt x="983035" y="39181"/>
                  <a:pt x="988949" y="33324"/>
                </a:cubicBezTo>
                <a:cubicBezTo>
                  <a:pt x="994863" y="27466"/>
                  <a:pt x="1002203" y="24537"/>
                  <a:pt x="1010969" y="24537"/>
                </a:cubicBezTo>
                <a:cubicBezTo>
                  <a:pt x="1014241" y="24537"/>
                  <a:pt x="1017356" y="25015"/>
                  <a:pt x="1020313" y="25969"/>
                </a:cubicBezTo>
                <a:cubicBezTo>
                  <a:pt x="1023270" y="26923"/>
                  <a:pt x="1026090" y="28375"/>
                  <a:pt x="1028775" y="30326"/>
                </a:cubicBezTo>
                <a:moveTo>
                  <a:pt x="1028712" y="55052"/>
                </a:moveTo>
                <a:cubicBezTo>
                  <a:pt x="1028712" y="50312"/>
                  <a:pt x="1026961" y="46202"/>
                  <a:pt x="1023458" y="42720"/>
                </a:cubicBezTo>
                <a:cubicBezTo>
                  <a:pt x="1019956" y="39239"/>
                  <a:pt x="1015751" y="37498"/>
                  <a:pt x="1010844" y="37498"/>
                </a:cubicBezTo>
                <a:cubicBezTo>
                  <a:pt x="1005936" y="37498"/>
                  <a:pt x="1001731" y="39239"/>
                  <a:pt x="998229" y="42720"/>
                </a:cubicBezTo>
                <a:cubicBezTo>
                  <a:pt x="994727" y="46202"/>
                  <a:pt x="992975" y="50312"/>
                  <a:pt x="992975" y="55052"/>
                </a:cubicBezTo>
                <a:cubicBezTo>
                  <a:pt x="992975" y="59834"/>
                  <a:pt x="994727" y="63955"/>
                  <a:pt x="998229" y="67415"/>
                </a:cubicBezTo>
                <a:cubicBezTo>
                  <a:pt x="1001731" y="70876"/>
                  <a:pt x="1005936" y="72606"/>
                  <a:pt x="1010844" y="72606"/>
                </a:cubicBezTo>
                <a:cubicBezTo>
                  <a:pt x="1015751" y="72606"/>
                  <a:pt x="1019956" y="70876"/>
                  <a:pt x="1023458" y="67415"/>
                </a:cubicBezTo>
                <a:cubicBezTo>
                  <a:pt x="1026961" y="63955"/>
                  <a:pt x="1028712" y="59834"/>
                  <a:pt x="1028712" y="55052"/>
                </a:cubicBezTo>
                <a:close/>
                <a:moveTo>
                  <a:pt x="1098474" y="0"/>
                </a:moveTo>
                <a:lnTo>
                  <a:pt x="1098474" y="70592"/>
                </a:lnTo>
                <a:lnTo>
                  <a:pt x="1111498" y="70592"/>
                </a:lnTo>
                <a:cubicBezTo>
                  <a:pt x="1114602" y="70592"/>
                  <a:pt x="1116814" y="71190"/>
                  <a:pt x="1118135" y="72386"/>
                </a:cubicBezTo>
                <a:cubicBezTo>
                  <a:pt x="1119457" y="73581"/>
                  <a:pt x="1120117" y="75143"/>
                  <a:pt x="1120117" y="77073"/>
                </a:cubicBezTo>
                <a:cubicBezTo>
                  <a:pt x="1120117" y="79002"/>
                  <a:pt x="1119457" y="80565"/>
                  <a:pt x="1118135" y="81760"/>
                </a:cubicBezTo>
                <a:cubicBezTo>
                  <a:pt x="1116814" y="82956"/>
                  <a:pt x="1114602" y="83553"/>
                  <a:pt x="1111498" y="83553"/>
                </a:cubicBezTo>
                <a:lnTo>
                  <a:pt x="1072552" y="83553"/>
                </a:lnTo>
                <a:cubicBezTo>
                  <a:pt x="1069448" y="83553"/>
                  <a:pt x="1067236" y="82945"/>
                  <a:pt x="1065915" y="81729"/>
                </a:cubicBezTo>
                <a:cubicBezTo>
                  <a:pt x="1064593" y="80512"/>
                  <a:pt x="1063933" y="78939"/>
                  <a:pt x="1063933" y="77010"/>
                </a:cubicBezTo>
                <a:cubicBezTo>
                  <a:pt x="1063933" y="75081"/>
                  <a:pt x="1064593" y="73529"/>
                  <a:pt x="1065915" y="72354"/>
                </a:cubicBezTo>
                <a:cubicBezTo>
                  <a:pt x="1067236" y="71180"/>
                  <a:pt x="1069448" y="70592"/>
                  <a:pt x="1072552" y="70592"/>
                </a:cubicBezTo>
                <a:lnTo>
                  <a:pt x="1085576" y="70592"/>
                </a:lnTo>
                <a:lnTo>
                  <a:pt x="1085576" y="16850"/>
                </a:lnTo>
                <a:lnTo>
                  <a:pt x="1074062" y="19880"/>
                </a:lnTo>
                <a:cubicBezTo>
                  <a:pt x="1072217" y="20384"/>
                  <a:pt x="1070833" y="20637"/>
                  <a:pt x="1069910" y="20637"/>
                </a:cubicBezTo>
                <a:cubicBezTo>
                  <a:pt x="1068274" y="20637"/>
                  <a:pt x="1066858" y="19985"/>
                  <a:pt x="1065663" y="18680"/>
                </a:cubicBezTo>
                <a:cubicBezTo>
                  <a:pt x="1064467" y="17376"/>
                  <a:pt x="1063870" y="15778"/>
                  <a:pt x="1063870" y="13885"/>
                </a:cubicBezTo>
                <a:cubicBezTo>
                  <a:pt x="1063870" y="12160"/>
                  <a:pt x="1064310" y="10803"/>
                  <a:pt x="1065191" y="9815"/>
                </a:cubicBezTo>
                <a:cubicBezTo>
                  <a:pt x="1066072" y="8825"/>
                  <a:pt x="1067917" y="7952"/>
                  <a:pt x="1070728" y="7194"/>
                </a:cubicBezTo>
                <a:lnTo>
                  <a:pt x="1098474" y="0"/>
                </a:lnTo>
                <a:close/>
                <a:moveTo>
                  <a:pt x="1166160" y="66188"/>
                </a:moveTo>
                <a:lnTo>
                  <a:pt x="1183399" y="66188"/>
                </a:lnTo>
                <a:lnTo>
                  <a:pt x="1164838" y="101227"/>
                </a:lnTo>
                <a:cubicBezTo>
                  <a:pt x="1163748" y="103286"/>
                  <a:pt x="1162385" y="104316"/>
                  <a:pt x="1160749" y="104316"/>
                </a:cubicBezTo>
                <a:cubicBezTo>
                  <a:pt x="1159658" y="104316"/>
                  <a:pt x="1158725" y="103959"/>
                  <a:pt x="1157949" y="103244"/>
                </a:cubicBezTo>
                <a:cubicBezTo>
                  <a:pt x="1157173" y="102530"/>
                  <a:pt x="1156785" y="101732"/>
                  <a:pt x="1156785" y="100849"/>
                </a:cubicBezTo>
                <a:cubicBezTo>
                  <a:pt x="1156785" y="100219"/>
                  <a:pt x="1156932" y="99358"/>
                  <a:pt x="1157225" y="98266"/>
                </a:cubicBezTo>
                <a:lnTo>
                  <a:pt x="1166160" y="66188"/>
                </a:lnTo>
                <a:close/>
                <a:moveTo>
                  <a:pt x="1335443" y="83553"/>
                </a:moveTo>
                <a:lnTo>
                  <a:pt x="1335443" y="80533"/>
                </a:lnTo>
                <a:cubicBezTo>
                  <a:pt x="1332214" y="82211"/>
                  <a:pt x="1328648" y="83469"/>
                  <a:pt x="1324747" y="84308"/>
                </a:cubicBezTo>
                <a:cubicBezTo>
                  <a:pt x="1320847" y="85147"/>
                  <a:pt x="1317302" y="85567"/>
                  <a:pt x="1314114" y="85567"/>
                </a:cubicBezTo>
                <a:cubicBezTo>
                  <a:pt x="1307194" y="85567"/>
                  <a:pt x="1301573" y="83735"/>
                  <a:pt x="1297253" y="80071"/>
                </a:cubicBezTo>
                <a:cubicBezTo>
                  <a:pt x="1292933" y="76406"/>
                  <a:pt x="1290772" y="72354"/>
                  <a:pt x="1290772" y="67915"/>
                </a:cubicBezTo>
                <a:cubicBezTo>
                  <a:pt x="1290772" y="62513"/>
                  <a:pt x="1293530" y="57499"/>
                  <a:pt x="1299046" y="52872"/>
                </a:cubicBezTo>
                <a:cubicBezTo>
                  <a:pt x="1304562" y="48243"/>
                  <a:pt x="1312185" y="45929"/>
                  <a:pt x="1321916" y="45929"/>
                </a:cubicBezTo>
                <a:cubicBezTo>
                  <a:pt x="1325817" y="45929"/>
                  <a:pt x="1330326" y="46349"/>
                  <a:pt x="1335443" y="47187"/>
                </a:cubicBezTo>
                <a:lnTo>
                  <a:pt x="1335443" y="44124"/>
                </a:lnTo>
                <a:cubicBezTo>
                  <a:pt x="1335443" y="42208"/>
                  <a:pt x="1334615" y="40645"/>
                  <a:pt x="1332958" y="39437"/>
                </a:cubicBezTo>
                <a:cubicBezTo>
                  <a:pt x="1331301" y="38228"/>
                  <a:pt x="1328145" y="37624"/>
                  <a:pt x="1323489" y="37624"/>
                </a:cubicBezTo>
                <a:cubicBezTo>
                  <a:pt x="1319672" y="37624"/>
                  <a:pt x="1314723" y="38363"/>
                  <a:pt x="1308641" y="39842"/>
                </a:cubicBezTo>
                <a:cubicBezTo>
                  <a:pt x="1306376" y="40377"/>
                  <a:pt x="1304614" y="40644"/>
                  <a:pt x="1303356" y="40644"/>
                </a:cubicBezTo>
                <a:cubicBezTo>
                  <a:pt x="1301636" y="40644"/>
                  <a:pt x="1300178" y="40025"/>
                  <a:pt x="1298983" y="38788"/>
                </a:cubicBezTo>
                <a:cubicBezTo>
                  <a:pt x="1297788" y="37551"/>
                  <a:pt x="1297190" y="35967"/>
                  <a:pt x="1297190" y="34038"/>
                </a:cubicBezTo>
                <a:cubicBezTo>
                  <a:pt x="1297190" y="32947"/>
                  <a:pt x="1297400" y="32004"/>
                  <a:pt x="1297819" y="31207"/>
                </a:cubicBezTo>
                <a:cubicBezTo>
                  <a:pt x="1298239" y="30410"/>
                  <a:pt x="1298826" y="29770"/>
                  <a:pt x="1299581" y="29288"/>
                </a:cubicBezTo>
                <a:cubicBezTo>
                  <a:pt x="1300336" y="28805"/>
                  <a:pt x="1301909" y="28229"/>
                  <a:pt x="1304299" y="27557"/>
                </a:cubicBezTo>
                <a:cubicBezTo>
                  <a:pt x="1307487" y="26677"/>
                  <a:pt x="1310738" y="25974"/>
                  <a:pt x="1314052" y="25450"/>
                </a:cubicBezTo>
                <a:cubicBezTo>
                  <a:pt x="1317365" y="24925"/>
                  <a:pt x="1320364" y="24663"/>
                  <a:pt x="1323049" y="24663"/>
                </a:cubicBezTo>
                <a:cubicBezTo>
                  <a:pt x="1331060" y="24663"/>
                  <a:pt x="1337278" y="26394"/>
                  <a:pt x="1341703" y="29854"/>
                </a:cubicBezTo>
                <a:cubicBezTo>
                  <a:pt x="1346129" y="33314"/>
                  <a:pt x="1348341" y="38044"/>
                  <a:pt x="1348341" y="44042"/>
                </a:cubicBezTo>
                <a:lnTo>
                  <a:pt x="1348341" y="70592"/>
                </a:lnTo>
                <a:lnTo>
                  <a:pt x="1350543" y="70592"/>
                </a:lnTo>
                <a:cubicBezTo>
                  <a:pt x="1353647" y="70592"/>
                  <a:pt x="1355860" y="71190"/>
                  <a:pt x="1357181" y="72386"/>
                </a:cubicBezTo>
                <a:cubicBezTo>
                  <a:pt x="1358502" y="73581"/>
                  <a:pt x="1359163" y="75143"/>
                  <a:pt x="1359163" y="77073"/>
                </a:cubicBezTo>
                <a:cubicBezTo>
                  <a:pt x="1359163" y="79002"/>
                  <a:pt x="1358502" y="80565"/>
                  <a:pt x="1357181" y="81760"/>
                </a:cubicBezTo>
                <a:cubicBezTo>
                  <a:pt x="1355860" y="82956"/>
                  <a:pt x="1353647" y="83553"/>
                  <a:pt x="1350543" y="83553"/>
                </a:cubicBezTo>
                <a:lnTo>
                  <a:pt x="1335443" y="83553"/>
                </a:lnTo>
                <a:moveTo>
                  <a:pt x="1335443" y="60386"/>
                </a:moveTo>
                <a:cubicBezTo>
                  <a:pt x="1330284" y="59389"/>
                  <a:pt x="1325523" y="58890"/>
                  <a:pt x="1321161" y="58890"/>
                </a:cubicBezTo>
                <a:cubicBezTo>
                  <a:pt x="1315918" y="58890"/>
                  <a:pt x="1311409" y="60157"/>
                  <a:pt x="1307634" y="62692"/>
                </a:cubicBezTo>
                <a:cubicBezTo>
                  <a:pt x="1305285" y="64314"/>
                  <a:pt x="1304111" y="65956"/>
                  <a:pt x="1304111" y="67618"/>
                </a:cubicBezTo>
                <a:cubicBezTo>
                  <a:pt x="1304111" y="68824"/>
                  <a:pt x="1304677" y="69801"/>
                  <a:pt x="1305809" y="70549"/>
                </a:cubicBezTo>
                <a:cubicBezTo>
                  <a:pt x="1307907" y="71920"/>
                  <a:pt x="1310780" y="72606"/>
                  <a:pt x="1314429" y="72606"/>
                </a:cubicBezTo>
                <a:cubicBezTo>
                  <a:pt x="1317533" y="72606"/>
                  <a:pt x="1321046" y="72003"/>
                  <a:pt x="1324968" y="70799"/>
                </a:cubicBezTo>
                <a:cubicBezTo>
                  <a:pt x="1328889" y="69593"/>
                  <a:pt x="1332381" y="67951"/>
                  <a:pt x="1335443" y="65872"/>
                </a:cubicBezTo>
                <a:lnTo>
                  <a:pt x="1335443" y="60386"/>
                </a:lnTo>
                <a:close/>
                <a:moveTo>
                  <a:pt x="1398473" y="26425"/>
                </a:moveTo>
                <a:lnTo>
                  <a:pt x="1398473" y="34478"/>
                </a:lnTo>
                <a:cubicBezTo>
                  <a:pt x="1403884" y="30553"/>
                  <a:pt x="1408152" y="27936"/>
                  <a:pt x="1411277" y="26627"/>
                </a:cubicBezTo>
                <a:cubicBezTo>
                  <a:pt x="1414401" y="25318"/>
                  <a:pt x="1417327" y="24663"/>
                  <a:pt x="1420053" y="24663"/>
                </a:cubicBezTo>
                <a:cubicBezTo>
                  <a:pt x="1424248" y="24663"/>
                  <a:pt x="1428316" y="26221"/>
                  <a:pt x="1432259" y="29335"/>
                </a:cubicBezTo>
                <a:cubicBezTo>
                  <a:pt x="1434944" y="31440"/>
                  <a:pt x="1436286" y="33587"/>
                  <a:pt x="1436286" y="35776"/>
                </a:cubicBezTo>
                <a:cubicBezTo>
                  <a:pt x="1436286" y="37628"/>
                  <a:pt x="1435646" y="39196"/>
                  <a:pt x="1434367" y="40481"/>
                </a:cubicBezTo>
                <a:cubicBezTo>
                  <a:pt x="1433088" y="41764"/>
                  <a:pt x="1431546" y="42406"/>
                  <a:pt x="1429743" y="42406"/>
                </a:cubicBezTo>
                <a:cubicBezTo>
                  <a:pt x="1428149" y="42406"/>
                  <a:pt x="1426471" y="41609"/>
                  <a:pt x="1424709" y="40015"/>
                </a:cubicBezTo>
                <a:cubicBezTo>
                  <a:pt x="1422948" y="38421"/>
                  <a:pt x="1421375" y="37624"/>
                  <a:pt x="1419990" y="37624"/>
                </a:cubicBezTo>
                <a:cubicBezTo>
                  <a:pt x="1418187" y="37624"/>
                  <a:pt x="1415492" y="38757"/>
                  <a:pt x="1411906" y="41022"/>
                </a:cubicBezTo>
                <a:cubicBezTo>
                  <a:pt x="1408319" y="43287"/>
                  <a:pt x="1403842" y="46684"/>
                  <a:pt x="1398473" y="51214"/>
                </a:cubicBezTo>
                <a:lnTo>
                  <a:pt x="1398473" y="70592"/>
                </a:lnTo>
                <a:lnTo>
                  <a:pt x="1416845" y="70592"/>
                </a:lnTo>
                <a:cubicBezTo>
                  <a:pt x="1419949" y="70592"/>
                  <a:pt x="1422161" y="71190"/>
                  <a:pt x="1423482" y="72386"/>
                </a:cubicBezTo>
                <a:cubicBezTo>
                  <a:pt x="1424804" y="73581"/>
                  <a:pt x="1425464" y="75143"/>
                  <a:pt x="1425464" y="77073"/>
                </a:cubicBezTo>
                <a:cubicBezTo>
                  <a:pt x="1425464" y="79002"/>
                  <a:pt x="1424804" y="80565"/>
                  <a:pt x="1423482" y="81760"/>
                </a:cubicBezTo>
                <a:cubicBezTo>
                  <a:pt x="1422161" y="82956"/>
                  <a:pt x="1419949" y="83553"/>
                  <a:pt x="1416845" y="83553"/>
                </a:cubicBezTo>
                <a:lnTo>
                  <a:pt x="1377899" y="83553"/>
                </a:lnTo>
                <a:cubicBezTo>
                  <a:pt x="1374795" y="83553"/>
                  <a:pt x="1372583" y="82945"/>
                  <a:pt x="1371262" y="81729"/>
                </a:cubicBezTo>
                <a:cubicBezTo>
                  <a:pt x="1369940" y="80512"/>
                  <a:pt x="1369280" y="78939"/>
                  <a:pt x="1369280" y="77010"/>
                </a:cubicBezTo>
                <a:cubicBezTo>
                  <a:pt x="1369280" y="75081"/>
                  <a:pt x="1369940" y="73529"/>
                  <a:pt x="1371262" y="72354"/>
                </a:cubicBezTo>
                <a:cubicBezTo>
                  <a:pt x="1372583" y="71180"/>
                  <a:pt x="1374795" y="70592"/>
                  <a:pt x="1377899" y="70592"/>
                </a:cubicBezTo>
                <a:lnTo>
                  <a:pt x="1385575" y="70592"/>
                </a:lnTo>
                <a:lnTo>
                  <a:pt x="1385575" y="39386"/>
                </a:lnTo>
                <a:lnTo>
                  <a:pt x="1380919" y="39386"/>
                </a:lnTo>
                <a:cubicBezTo>
                  <a:pt x="1377815" y="39386"/>
                  <a:pt x="1375603" y="38778"/>
                  <a:pt x="1374282" y="37561"/>
                </a:cubicBezTo>
                <a:cubicBezTo>
                  <a:pt x="1372960" y="36345"/>
                  <a:pt x="1372300" y="34772"/>
                  <a:pt x="1372300" y="32842"/>
                </a:cubicBezTo>
                <a:cubicBezTo>
                  <a:pt x="1372300" y="30913"/>
                  <a:pt x="1372960" y="29361"/>
                  <a:pt x="1374282" y="28187"/>
                </a:cubicBezTo>
                <a:cubicBezTo>
                  <a:pt x="1375603" y="27012"/>
                  <a:pt x="1377815" y="26425"/>
                  <a:pt x="1380919" y="26425"/>
                </a:cubicBezTo>
                <a:lnTo>
                  <a:pt x="1398473" y="26425"/>
                </a:lnTo>
                <a:close/>
                <a:moveTo>
                  <a:pt x="1492647" y="30326"/>
                </a:moveTo>
                <a:lnTo>
                  <a:pt x="1492647" y="26425"/>
                </a:lnTo>
                <a:lnTo>
                  <a:pt x="1507747" y="26425"/>
                </a:lnTo>
                <a:cubicBezTo>
                  <a:pt x="1510850" y="26425"/>
                  <a:pt x="1513063" y="27023"/>
                  <a:pt x="1514384" y="28218"/>
                </a:cubicBezTo>
                <a:cubicBezTo>
                  <a:pt x="1515706" y="29414"/>
                  <a:pt x="1516366" y="30976"/>
                  <a:pt x="1516366" y="32905"/>
                </a:cubicBezTo>
                <a:cubicBezTo>
                  <a:pt x="1516366" y="34835"/>
                  <a:pt x="1515706" y="36397"/>
                  <a:pt x="1514384" y="37593"/>
                </a:cubicBezTo>
                <a:cubicBezTo>
                  <a:pt x="1513063" y="38788"/>
                  <a:pt x="1510850" y="39386"/>
                  <a:pt x="1507747" y="39386"/>
                </a:cubicBezTo>
                <a:lnTo>
                  <a:pt x="1505544" y="39386"/>
                </a:lnTo>
                <a:lnTo>
                  <a:pt x="1505544" y="86280"/>
                </a:lnTo>
                <a:cubicBezTo>
                  <a:pt x="1505544" y="90806"/>
                  <a:pt x="1504590" y="94756"/>
                  <a:pt x="1502682" y="98128"/>
                </a:cubicBezTo>
                <a:cubicBezTo>
                  <a:pt x="1500773" y="101502"/>
                  <a:pt x="1497848" y="104404"/>
                  <a:pt x="1493905" y="106834"/>
                </a:cubicBezTo>
                <a:cubicBezTo>
                  <a:pt x="1489962" y="109266"/>
                  <a:pt x="1485516" y="110482"/>
                  <a:pt x="1480567" y="110482"/>
                </a:cubicBezTo>
                <a:lnTo>
                  <a:pt x="1465970" y="110482"/>
                </a:lnTo>
                <a:cubicBezTo>
                  <a:pt x="1462866" y="110482"/>
                  <a:pt x="1460653" y="109881"/>
                  <a:pt x="1459332" y="108679"/>
                </a:cubicBezTo>
                <a:cubicBezTo>
                  <a:pt x="1458011" y="107478"/>
                  <a:pt x="1457350" y="105929"/>
                  <a:pt x="1457350" y="104033"/>
                </a:cubicBezTo>
                <a:cubicBezTo>
                  <a:pt x="1457350" y="102094"/>
                  <a:pt x="1458011" y="100524"/>
                  <a:pt x="1459332" y="99322"/>
                </a:cubicBezTo>
                <a:cubicBezTo>
                  <a:pt x="1460653" y="98121"/>
                  <a:pt x="1462866" y="97521"/>
                  <a:pt x="1465970" y="97521"/>
                </a:cubicBezTo>
                <a:lnTo>
                  <a:pt x="1480189" y="97521"/>
                </a:lnTo>
                <a:cubicBezTo>
                  <a:pt x="1484132" y="97521"/>
                  <a:pt x="1487194" y="96458"/>
                  <a:pt x="1489375" y="94334"/>
                </a:cubicBezTo>
                <a:cubicBezTo>
                  <a:pt x="1491556" y="92210"/>
                  <a:pt x="1492647" y="89524"/>
                  <a:pt x="1492647" y="86276"/>
                </a:cubicBezTo>
                <a:lnTo>
                  <a:pt x="1492647" y="80030"/>
                </a:lnTo>
                <a:cubicBezTo>
                  <a:pt x="1489794" y="81875"/>
                  <a:pt x="1486890" y="83260"/>
                  <a:pt x="1483933" y="84182"/>
                </a:cubicBezTo>
                <a:cubicBezTo>
                  <a:pt x="1480976" y="85105"/>
                  <a:pt x="1477945" y="85567"/>
                  <a:pt x="1474841" y="85567"/>
                </a:cubicBezTo>
                <a:cubicBezTo>
                  <a:pt x="1466075" y="85567"/>
                  <a:pt x="1458735" y="82638"/>
                  <a:pt x="1452820" y="76782"/>
                </a:cubicBezTo>
                <a:cubicBezTo>
                  <a:pt x="1446906" y="70924"/>
                  <a:pt x="1443949" y="63691"/>
                  <a:pt x="1443949" y="55084"/>
                </a:cubicBezTo>
                <a:cubicBezTo>
                  <a:pt x="1443949" y="46434"/>
                  <a:pt x="1446906" y="39181"/>
                  <a:pt x="1452820" y="33324"/>
                </a:cubicBezTo>
                <a:cubicBezTo>
                  <a:pt x="1458735" y="27466"/>
                  <a:pt x="1466075" y="24537"/>
                  <a:pt x="1474841" y="24537"/>
                </a:cubicBezTo>
                <a:cubicBezTo>
                  <a:pt x="1478113" y="24537"/>
                  <a:pt x="1481227" y="25015"/>
                  <a:pt x="1484184" y="25969"/>
                </a:cubicBezTo>
                <a:cubicBezTo>
                  <a:pt x="1487141" y="26923"/>
                  <a:pt x="1489962" y="28375"/>
                  <a:pt x="1492647" y="30326"/>
                </a:cubicBezTo>
                <a:moveTo>
                  <a:pt x="1492584" y="55052"/>
                </a:moveTo>
                <a:cubicBezTo>
                  <a:pt x="1492584" y="50312"/>
                  <a:pt x="1490832" y="46202"/>
                  <a:pt x="1487330" y="42720"/>
                </a:cubicBezTo>
                <a:cubicBezTo>
                  <a:pt x="1483828" y="39239"/>
                  <a:pt x="1479623" y="37498"/>
                  <a:pt x="1474715" y="37498"/>
                </a:cubicBezTo>
                <a:cubicBezTo>
                  <a:pt x="1469808" y="37498"/>
                  <a:pt x="1465603" y="39239"/>
                  <a:pt x="1462101" y="42720"/>
                </a:cubicBezTo>
                <a:cubicBezTo>
                  <a:pt x="1458598" y="46202"/>
                  <a:pt x="1456847" y="50312"/>
                  <a:pt x="1456847" y="55052"/>
                </a:cubicBezTo>
                <a:cubicBezTo>
                  <a:pt x="1456847" y="59834"/>
                  <a:pt x="1458598" y="63955"/>
                  <a:pt x="1462101" y="67415"/>
                </a:cubicBezTo>
                <a:cubicBezTo>
                  <a:pt x="1465603" y="70876"/>
                  <a:pt x="1469808" y="72606"/>
                  <a:pt x="1474715" y="72606"/>
                </a:cubicBezTo>
                <a:cubicBezTo>
                  <a:pt x="1479623" y="72606"/>
                  <a:pt x="1483828" y="70876"/>
                  <a:pt x="1487330" y="67415"/>
                </a:cubicBezTo>
                <a:cubicBezTo>
                  <a:pt x="1490832" y="63955"/>
                  <a:pt x="1492584" y="59834"/>
                  <a:pt x="1492584" y="55052"/>
                </a:cubicBezTo>
                <a:close/>
                <a:moveTo>
                  <a:pt x="1543722" y="70592"/>
                </a:moveTo>
                <a:lnTo>
                  <a:pt x="1571972" y="70592"/>
                </a:lnTo>
                <a:cubicBezTo>
                  <a:pt x="1573524" y="69334"/>
                  <a:pt x="1574992" y="68705"/>
                  <a:pt x="1576376" y="68705"/>
                </a:cubicBezTo>
                <a:cubicBezTo>
                  <a:pt x="1578347" y="68705"/>
                  <a:pt x="1579910" y="69360"/>
                  <a:pt x="1581063" y="70669"/>
                </a:cubicBezTo>
                <a:cubicBezTo>
                  <a:pt x="1582217" y="71979"/>
                  <a:pt x="1582794" y="74218"/>
                  <a:pt x="1582794" y="77387"/>
                </a:cubicBezTo>
                <a:lnTo>
                  <a:pt x="1582794" y="83553"/>
                </a:lnTo>
                <a:lnTo>
                  <a:pt x="1524029" y="83553"/>
                </a:lnTo>
                <a:lnTo>
                  <a:pt x="1524029" y="69837"/>
                </a:lnTo>
                <a:cubicBezTo>
                  <a:pt x="1547267" y="50690"/>
                  <a:pt x="1561297" y="38372"/>
                  <a:pt x="1566121" y="32884"/>
                </a:cubicBezTo>
                <a:cubicBezTo>
                  <a:pt x="1568553" y="30076"/>
                  <a:pt x="1569770" y="27415"/>
                  <a:pt x="1569770" y="24901"/>
                </a:cubicBezTo>
                <a:cubicBezTo>
                  <a:pt x="1569770" y="21759"/>
                  <a:pt x="1568396" y="18984"/>
                  <a:pt x="1565649" y="16575"/>
                </a:cubicBezTo>
                <a:cubicBezTo>
                  <a:pt x="1562901" y="14165"/>
                  <a:pt x="1559242" y="12961"/>
                  <a:pt x="1554670" y="12961"/>
                </a:cubicBezTo>
                <a:cubicBezTo>
                  <a:pt x="1550056" y="12961"/>
                  <a:pt x="1546218" y="14298"/>
                  <a:pt x="1543156" y="16972"/>
                </a:cubicBezTo>
                <a:cubicBezTo>
                  <a:pt x="1541562" y="18391"/>
                  <a:pt x="1540283" y="20500"/>
                  <a:pt x="1539318" y="23299"/>
                </a:cubicBezTo>
                <a:cubicBezTo>
                  <a:pt x="1538731" y="25054"/>
                  <a:pt x="1537923" y="26308"/>
                  <a:pt x="1536896" y="27060"/>
                </a:cubicBezTo>
                <a:cubicBezTo>
                  <a:pt x="1535868" y="27811"/>
                  <a:pt x="1534599" y="28187"/>
                  <a:pt x="1533089" y="28187"/>
                </a:cubicBezTo>
                <a:cubicBezTo>
                  <a:pt x="1531328" y="28187"/>
                  <a:pt x="1529807" y="27557"/>
                  <a:pt x="1528528" y="26299"/>
                </a:cubicBezTo>
                <a:cubicBezTo>
                  <a:pt x="1527249" y="25041"/>
                  <a:pt x="1526609" y="23573"/>
                  <a:pt x="1526609" y="21895"/>
                </a:cubicBezTo>
                <a:cubicBezTo>
                  <a:pt x="1526609" y="19378"/>
                  <a:pt x="1527773" y="16232"/>
                  <a:pt x="1530101" y="12457"/>
                </a:cubicBezTo>
                <a:cubicBezTo>
                  <a:pt x="1532429" y="8682"/>
                  <a:pt x="1535826" y="5662"/>
                  <a:pt x="1540293" y="3397"/>
                </a:cubicBezTo>
                <a:cubicBezTo>
                  <a:pt x="1544760" y="1132"/>
                  <a:pt x="1549615" y="0"/>
                  <a:pt x="1554859" y="0"/>
                </a:cubicBezTo>
                <a:cubicBezTo>
                  <a:pt x="1562996" y="0"/>
                  <a:pt x="1569665" y="2464"/>
                  <a:pt x="1574866" y="7393"/>
                </a:cubicBezTo>
                <a:cubicBezTo>
                  <a:pt x="1580067" y="12321"/>
                  <a:pt x="1582668" y="18288"/>
                  <a:pt x="1582668" y="25292"/>
                </a:cubicBezTo>
                <a:cubicBezTo>
                  <a:pt x="1582668" y="28858"/>
                  <a:pt x="1581923" y="32161"/>
                  <a:pt x="1580434" y="35202"/>
                </a:cubicBezTo>
                <a:cubicBezTo>
                  <a:pt x="1578945" y="38243"/>
                  <a:pt x="1575369" y="42448"/>
                  <a:pt x="1569707" y="47817"/>
                </a:cubicBezTo>
                <a:cubicBezTo>
                  <a:pt x="1565261" y="52053"/>
                  <a:pt x="1556599" y="59645"/>
                  <a:pt x="1543722" y="70592"/>
                </a:cubicBezTo>
                <a:close/>
                <a:moveTo>
                  <a:pt x="1630031" y="66188"/>
                </a:moveTo>
                <a:lnTo>
                  <a:pt x="1647270" y="66188"/>
                </a:lnTo>
                <a:lnTo>
                  <a:pt x="1628710" y="101227"/>
                </a:lnTo>
                <a:cubicBezTo>
                  <a:pt x="1627620" y="103286"/>
                  <a:pt x="1626256" y="104316"/>
                  <a:pt x="1624621" y="104316"/>
                </a:cubicBezTo>
                <a:cubicBezTo>
                  <a:pt x="1623530" y="104316"/>
                  <a:pt x="1622597" y="103959"/>
                  <a:pt x="1621821" y="103244"/>
                </a:cubicBezTo>
                <a:cubicBezTo>
                  <a:pt x="1621045" y="102530"/>
                  <a:pt x="1620657" y="101732"/>
                  <a:pt x="1620657" y="100849"/>
                </a:cubicBezTo>
                <a:cubicBezTo>
                  <a:pt x="1620657" y="100219"/>
                  <a:pt x="1620804" y="99358"/>
                  <a:pt x="1621097" y="98266"/>
                </a:cubicBezTo>
                <a:lnTo>
                  <a:pt x="1630031" y="66188"/>
                </a:lnTo>
                <a:close/>
                <a:moveTo>
                  <a:pt x="1799315" y="83553"/>
                </a:moveTo>
                <a:lnTo>
                  <a:pt x="1799315" y="80533"/>
                </a:lnTo>
                <a:cubicBezTo>
                  <a:pt x="1796085" y="82211"/>
                  <a:pt x="1792520" y="83469"/>
                  <a:pt x="1788619" y="84308"/>
                </a:cubicBezTo>
                <a:cubicBezTo>
                  <a:pt x="1784718" y="85147"/>
                  <a:pt x="1781174" y="85567"/>
                  <a:pt x="1777986" y="85567"/>
                </a:cubicBezTo>
                <a:cubicBezTo>
                  <a:pt x="1771065" y="85567"/>
                  <a:pt x="1765445" y="83735"/>
                  <a:pt x="1761124" y="80071"/>
                </a:cubicBezTo>
                <a:cubicBezTo>
                  <a:pt x="1756804" y="76406"/>
                  <a:pt x="1754644" y="72354"/>
                  <a:pt x="1754644" y="67915"/>
                </a:cubicBezTo>
                <a:cubicBezTo>
                  <a:pt x="1754644" y="62513"/>
                  <a:pt x="1757402" y="57499"/>
                  <a:pt x="1762918" y="52872"/>
                </a:cubicBezTo>
                <a:cubicBezTo>
                  <a:pt x="1768433" y="48243"/>
                  <a:pt x="1776057" y="45929"/>
                  <a:pt x="1785788" y="45929"/>
                </a:cubicBezTo>
                <a:cubicBezTo>
                  <a:pt x="1789689" y="45929"/>
                  <a:pt x="1794198" y="46349"/>
                  <a:pt x="1799315" y="47187"/>
                </a:cubicBezTo>
                <a:lnTo>
                  <a:pt x="1799315" y="44124"/>
                </a:lnTo>
                <a:cubicBezTo>
                  <a:pt x="1799315" y="42208"/>
                  <a:pt x="1798486" y="40645"/>
                  <a:pt x="1796830" y="39437"/>
                </a:cubicBezTo>
                <a:cubicBezTo>
                  <a:pt x="1795173" y="38228"/>
                  <a:pt x="1792016" y="37624"/>
                  <a:pt x="1787361" y="37624"/>
                </a:cubicBezTo>
                <a:cubicBezTo>
                  <a:pt x="1783544" y="37624"/>
                  <a:pt x="1778594" y="38363"/>
                  <a:pt x="1772512" y="39842"/>
                </a:cubicBezTo>
                <a:cubicBezTo>
                  <a:pt x="1770247" y="40377"/>
                  <a:pt x="1768486" y="40644"/>
                  <a:pt x="1767227" y="40644"/>
                </a:cubicBezTo>
                <a:cubicBezTo>
                  <a:pt x="1765508" y="40644"/>
                  <a:pt x="1764050" y="40025"/>
                  <a:pt x="1762855" y="38788"/>
                </a:cubicBezTo>
                <a:cubicBezTo>
                  <a:pt x="1761659" y="37551"/>
                  <a:pt x="1761061" y="35967"/>
                  <a:pt x="1761061" y="34038"/>
                </a:cubicBezTo>
                <a:cubicBezTo>
                  <a:pt x="1761061" y="32947"/>
                  <a:pt x="1761271" y="32004"/>
                  <a:pt x="1761691" y="31207"/>
                </a:cubicBezTo>
                <a:cubicBezTo>
                  <a:pt x="1762110" y="30410"/>
                  <a:pt x="1762697" y="29770"/>
                  <a:pt x="1763452" y="29288"/>
                </a:cubicBezTo>
                <a:cubicBezTo>
                  <a:pt x="1764207" y="28805"/>
                  <a:pt x="1765780" y="28229"/>
                  <a:pt x="1768171" y="27557"/>
                </a:cubicBezTo>
                <a:cubicBezTo>
                  <a:pt x="1771359" y="26677"/>
                  <a:pt x="1774610" y="25974"/>
                  <a:pt x="1777923" y="25450"/>
                </a:cubicBezTo>
                <a:cubicBezTo>
                  <a:pt x="1781237" y="24925"/>
                  <a:pt x="1784236" y="24663"/>
                  <a:pt x="1786920" y="24663"/>
                </a:cubicBezTo>
                <a:cubicBezTo>
                  <a:pt x="1794932" y="24663"/>
                  <a:pt x="1801150" y="26394"/>
                  <a:pt x="1805575" y="29854"/>
                </a:cubicBezTo>
                <a:cubicBezTo>
                  <a:pt x="1810000" y="33314"/>
                  <a:pt x="1812213" y="38044"/>
                  <a:pt x="1812213" y="44042"/>
                </a:cubicBezTo>
                <a:lnTo>
                  <a:pt x="1812213" y="70592"/>
                </a:lnTo>
                <a:lnTo>
                  <a:pt x="1814415" y="70592"/>
                </a:lnTo>
                <a:cubicBezTo>
                  <a:pt x="1817519" y="70592"/>
                  <a:pt x="1819731" y="71190"/>
                  <a:pt x="1821052" y="72386"/>
                </a:cubicBezTo>
                <a:cubicBezTo>
                  <a:pt x="1822374" y="73581"/>
                  <a:pt x="1823034" y="75143"/>
                  <a:pt x="1823034" y="77073"/>
                </a:cubicBezTo>
                <a:cubicBezTo>
                  <a:pt x="1823034" y="79002"/>
                  <a:pt x="1822374" y="80565"/>
                  <a:pt x="1821052" y="81760"/>
                </a:cubicBezTo>
                <a:cubicBezTo>
                  <a:pt x="1819731" y="82956"/>
                  <a:pt x="1817519" y="83553"/>
                  <a:pt x="1814415" y="83553"/>
                </a:cubicBezTo>
                <a:lnTo>
                  <a:pt x="1799315" y="83553"/>
                </a:lnTo>
                <a:moveTo>
                  <a:pt x="1799315" y="60386"/>
                </a:moveTo>
                <a:cubicBezTo>
                  <a:pt x="1794156" y="59389"/>
                  <a:pt x="1789395" y="58890"/>
                  <a:pt x="1785033" y="58890"/>
                </a:cubicBezTo>
                <a:cubicBezTo>
                  <a:pt x="1779790" y="58890"/>
                  <a:pt x="1775281" y="60157"/>
                  <a:pt x="1771506" y="62692"/>
                </a:cubicBezTo>
                <a:cubicBezTo>
                  <a:pt x="1769157" y="64314"/>
                  <a:pt x="1767982" y="65956"/>
                  <a:pt x="1767982" y="67618"/>
                </a:cubicBezTo>
                <a:cubicBezTo>
                  <a:pt x="1767982" y="68824"/>
                  <a:pt x="1768549" y="69801"/>
                  <a:pt x="1769681" y="70549"/>
                </a:cubicBezTo>
                <a:cubicBezTo>
                  <a:pt x="1771778" y="71920"/>
                  <a:pt x="1774651" y="72606"/>
                  <a:pt x="1778301" y="72606"/>
                </a:cubicBezTo>
                <a:cubicBezTo>
                  <a:pt x="1781405" y="72606"/>
                  <a:pt x="1784917" y="72003"/>
                  <a:pt x="1788839" y="70799"/>
                </a:cubicBezTo>
                <a:cubicBezTo>
                  <a:pt x="1792761" y="69593"/>
                  <a:pt x="1796253" y="67951"/>
                  <a:pt x="1799315" y="65872"/>
                </a:cubicBezTo>
                <a:lnTo>
                  <a:pt x="1799315" y="60386"/>
                </a:lnTo>
                <a:close/>
                <a:moveTo>
                  <a:pt x="1862345" y="26425"/>
                </a:moveTo>
                <a:lnTo>
                  <a:pt x="1862345" y="34478"/>
                </a:lnTo>
                <a:cubicBezTo>
                  <a:pt x="1867756" y="30553"/>
                  <a:pt x="1872023" y="27936"/>
                  <a:pt x="1875148" y="26627"/>
                </a:cubicBezTo>
                <a:cubicBezTo>
                  <a:pt x="1878273" y="25318"/>
                  <a:pt x="1881199" y="24663"/>
                  <a:pt x="1883925" y="24663"/>
                </a:cubicBezTo>
                <a:cubicBezTo>
                  <a:pt x="1888120" y="24663"/>
                  <a:pt x="1892188" y="26221"/>
                  <a:pt x="1896131" y="29335"/>
                </a:cubicBezTo>
                <a:cubicBezTo>
                  <a:pt x="1898815" y="31440"/>
                  <a:pt x="1900158" y="33587"/>
                  <a:pt x="1900158" y="35776"/>
                </a:cubicBezTo>
                <a:cubicBezTo>
                  <a:pt x="1900158" y="37628"/>
                  <a:pt x="1899518" y="39196"/>
                  <a:pt x="1898239" y="40481"/>
                </a:cubicBezTo>
                <a:cubicBezTo>
                  <a:pt x="1896959" y="41764"/>
                  <a:pt x="1895418" y="42406"/>
                  <a:pt x="1893614" y="42406"/>
                </a:cubicBezTo>
                <a:cubicBezTo>
                  <a:pt x="1892020" y="42406"/>
                  <a:pt x="1890343" y="41609"/>
                  <a:pt x="1888581" y="40015"/>
                </a:cubicBezTo>
                <a:cubicBezTo>
                  <a:pt x="1886819" y="38421"/>
                  <a:pt x="1885246" y="37624"/>
                  <a:pt x="1883862" y="37624"/>
                </a:cubicBezTo>
                <a:cubicBezTo>
                  <a:pt x="1882059" y="37624"/>
                  <a:pt x="1879364" y="38757"/>
                  <a:pt x="1875777" y="41022"/>
                </a:cubicBezTo>
                <a:cubicBezTo>
                  <a:pt x="1872191" y="43287"/>
                  <a:pt x="1867714" y="46684"/>
                  <a:pt x="1862345" y="51214"/>
                </a:cubicBezTo>
                <a:lnTo>
                  <a:pt x="1862345" y="70592"/>
                </a:lnTo>
                <a:lnTo>
                  <a:pt x="1880716" y="70592"/>
                </a:lnTo>
                <a:cubicBezTo>
                  <a:pt x="1883820" y="70592"/>
                  <a:pt x="1886033" y="71190"/>
                  <a:pt x="1887354" y="72386"/>
                </a:cubicBezTo>
                <a:cubicBezTo>
                  <a:pt x="1888675" y="73581"/>
                  <a:pt x="1889336" y="75143"/>
                  <a:pt x="1889336" y="77073"/>
                </a:cubicBezTo>
                <a:cubicBezTo>
                  <a:pt x="1889336" y="79002"/>
                  <a:pt x="1888675" y="80565"/>
                  <a:pt x="1887354" y="81760"/>
                </a:cubicBezTo>
                <a:cubicBezTo>
                  <a:pt x="1886033" y="82956"/>
                  <a:pt x="1883820" y="83553"/>
                  <a:pt x="1880716" y="83553"/>
                </a:cubicBezTo>
                <a:lnTo>
                  <a:pt x="1841771" y="83553"/>
                </a:lnTo>
                <a:cubicBezTo>
                  <a:pt x="1838667" y="83553"/>
                  <a:pt x="1836454" y="82945"/>
                  <a:pt x="1835133" y="81729"/>
                </a:cubicBezTo>
                <a:cubicBezTo>
                  <a:pt x="1833812" y="80512"/>
                  <a:pt x="1833151" y="78939"/>
                  <a:pt x="1833151" y="77010"/>
                </a:cubicBezTo>
                <a:cubicBezTo>
                  <a:pt x="1833151" y="75081"/>
                  <a:pt x="1833812" y="73529"/>
                  <a:pt x="1835133" y="72354"/>
                </a:cubicBezTo>
                <a:cubicBezTo>
                  <a:pt x="1836454" y="71180"/>
                  <a:pt x="1838667" y="70592"/>
                  <a:pt x="1841771" y="70592"/>
                </a:cubicBezTo>
                <a:lnTo>
                  <a:pt x="1849447" y="70592"/>
                </a:lnTo>
                <a:lnTo>
                  <a:pt x="1849447" y="39386"/>
                </a:lnTo>
                <a:lnTo>
                  <a:pt x="1844791" y="39386"/>
                </a:lnTo>
                <a:cubicBezTo>
                  <a:pt x="1841687" y="39386"/>
                  <a:pt x="1839474" y="38778"/>
                  <a:pt x="1838153" y="37561"/>
                </a:cubicBezTo>
                <a:cubicBezTo>
                  <a:pt x="1836832" y="36345"/>
                  <a:pt x="1836171" y="34772"/>
                  <a:pt x="1836171" y="32842"/>
                </a:cubicBezTo>
                <a:cubicBezTo>
                  <a:pt x="1836171" y="30913"/>
                  <a:pt x="1836832" y="29361"/>
                  <a:pt x="1838153" y="28187"/>
                </a:cubicBezTo>
                <a:cubicBezTo>
                  <a:pt x="1839474" y="27012"/>
                  <a:pt x="1841687" y="26425"/>
                  <a:pt x="1844791" y="26425"/>
                </a:cubicBezTo>
                <a:lnTo>
                  <a:pt x="1862345" y="26425"/>
                </a:lnTo>
                <a:close/>
                <a:moveTo>
                  <a:pt x="1956518" y="30326"/>
                </a:moveTo>
                <a:lnTo>
                  <a:pt x="1956518" y="26425"/>
                </a:lnTo>
                <a:lnTo>
                  <a:pt x="1971618" y="26425"/>
                </a:lnTo>
                <a:cubicBezTo>
                  <a:pt x="1974722" y="26425"/>
                  <a:pt x="1976935" y="27023"/>
                  <a:pt x="1978256" y="28218"/>
                </a:cubicBezTo>
                <a:cubicBezTo>
                  <a:pt x="1979577" y="29414"/>
                  <a:pt x="1980238" y="30976"/>
                  <a:pt x="1980238" y="32905"/>
                </a:cubicBezTo>
                <a:cubicBezTo>
                  <a:pt x="1980238" y="34835"/>
                  <a:pt x="1979577" y="36397"/>
                  <a:pt x="1978256" y="37593"/>
                </a:cubicBezTo>
                <a:cubicBezTo>
                  <a:pt x="1976935" y="38788"/>
                  <a:pt x="1974722" y="39386"/>
                  <a:pt x="1971618" y="39386"/>
                </a:cubicBezTo>
                <a:lnTo>
                  <a:pt x="1969416" y="39386"/>
                </a:lnTo>
                <a:lnTo>
                  <a:pt x="1969416" y="86280"/>
                </a:lnTo>
                <a:cubicBezTo>
                  <a:pt x="1969416" y="90806"/>
                  <a:pt x="1968462" y="94756"/>
                  <a:pt x="1966553" y="98128"/>
                </a:cubicBezTo>
                <a:cubicBezTo>
                  <a:pt x="1964645" y="101502"/>
                  <a:pt x="1961719" y="104404"/>
                  <a:pt x="1957777" y="106834"/>
                </a:cubicBezTo>
                <a:cubicBezTo>
                  <a:pt x="1953834" y="109266"/>
                  <a:pt x="1949388" y="110482"/>
                  <a:pt x="1944438" y="110482"/>
                </a:cubicBezTo>
                <a:lnTo>
                  <a:pt x="1929842" y="110482"/>
                </a:lnTo>
                <a:cubicBezTo>
                  <a:pt x="1926738" y="110482"/>
                  <a:pt x="1924525" y="109881"/>
                  <a:pt x="1923204" y="108679"/>
                </a:cubicBezTo>
                <a:cubicBezTo>
                  <a:pt x="1921883" y="107478"/>
                  <a:pt x="1921222" y="105929"/>
                  <a:pt x="1921222" y="104033"/>
                </a:cubicBezTo>
                <a:cubicBezTo>
                  <a:pt x="1921222" y="102094"/>
                  <a:pt x="1921883" y="100524"/>
                  <a:pt x="1923204" y="99322"/>
                </a:cubicBezTo>
                <a:cubicBezTo>
                  <a:pt x="1924525" y="98121"/>
                  <a:pt x="1926738" y="97521"/>
                  <a:pt x="1929842" y="97521"/>
                </a:cubicBezTo>
                <a:lnTo>
                  <a:pt x="1944061" y="97521"/>
                </a:lnTo>
                <a:cubicBezTo>
                  <a:pt x="1948004" y="97521"/>
                  <a:pt x="1951066" y="96458"/>
                  <a:pt x="1953247" y="94334"/>
                </a:cubicBezTo>
                <a:cubicBezTo>
                  <a:pt x="1955428" y="92210"/>
                  <a:pt x="1956518" y="89524"/>
                  <a:pt x="1956518" y="86276"/>
                </a:cubicBezTo>
                <a:lnTo>
                  <a:pt x="1956518" y="80030"/>
                </a:lnTo>
                <a:cubicBezTo>
                  <a:pt x="1953666" y="81875"/>
                  <a:pt x="1950761" y="83260"/>
                  <a:pt x="1947804" y="84182"/>
                </a:cubicBezTo>
                <a:cubicBezTo>
                  <a:pt x="1944847" y="85105"/>
                  <a:pt x="1941817" y="85567"/>
                  <a:pt x="1938713" y="85567"/>
                </a:cubicBezTo>
                <a:cubicBezTo>
                  <a:pt x="1929946" y="85567"/>
                  <a:pt x="1922606" y="82638"/>
                  <a:pt x="1916692" y="76782"/>
                </a:cubicBezTo>
                <a:cubicBezTo>
                  <a:pt x="1910778" y="70924"/>
                  <a:pt x="1907821" y="63691"/>
                  <a:pt x="1907821" y="55084"/>
                </a:cubicBezTo>
                <a:cubicBezTo>
                  <a:pt x="1907821" y="46434"/>
                  <a:pt x="1910778" y="39181"/>
                  <a:pt x="1916692" y="33324"/>
                </a:cubicBezTo>
                <a:cubicBezTo>
                  <a:pt x="1922606" y="27466"/>
                  <a:pt x="1929946" y="24537"/>
                  <a:pt x="1938713" y="24537"/>
                </a:cubicBezTo>
                <a:cubicBezTo>
                  <a:pt x="1941985" y="24537"/>
                  <a:pt x="1945099" y="25015"/>
                  <a:pt x="1948056" y="25969"/>
                </a:cubicBezTo>
                <a:cubicBezTo>
                  <a:pt x="1951013" y="26923"/>
                  <a:pt x="1953834" y="28375"/>
                  <a:pt x="1956518" y="30326"/>
                </a:cubicBezTo>
                <a:moveTo>
                  <a:pt x="1956455" y="55052"/>
                </a:moveTo>
                <a:cubicBezTo>
                  <a:pt x="1956455" y="50312"/>
                  <a:pt x="1954704" y="46202"/>
                  <a:pt x="1951202" y="42720"/>
                </a:cubicBezTo>
                <a:cubicBezTo>
                  <a:pt x="1947699" y="39239"/>
                  <a:pt x="1943495" y="37498"/>
                  <a:pt x="1938587" y="37498"/>
                </a:cubicBezTo>
                <a:cubicBezTo>
                  <a:pt x="1933680" y="37498"/>
                  <a:pt x="1929475" y="39239"/>
                  <a:pt x="1925972" y="42720"/>
                </a:cubicBezTo>
                <a:cubicBezTo>
                  <a:pt x="1922470" y="46202"/>
                  <a:pt x="1920719" y="50312"/>
                  <a:pt x="1920719" y="55052"/>
                </a:cubicBezTo>
                <a:cubicBezTo>
                  <a:pt x="1920719" y="59834"/>
                  <a:pt x="1922470" y="63955"/>
                  <a:pt x="1925972" y="67415"/>
                </a:cubicBezTo>
                <a:cubicBezTo>
                  <a:pt x="1929475" y="70876"/>
                  <a:pt x="1933680" y="72606"/>
                  <a:pt x="1938587" y="72606"/>
                </a:cubicBezTo>
                <a:cubicBezTo>
                  <a:pt x="1943495" y="72606"/>
                  <a:pt x="1947699" y="70876"/>
                  <a:pt x="1951202" y="67415"/>
                </a:cubicBezTo>
                <a:cubicBezTo>
                  <a:pt x="1954704" y="63955"/>
                  <a:pt x="1956455" y="59834"/>
                  <a:pt x="1956455" y="55052"/>
                </a:cubicBezTo>
                <a:close/>
                <a:moveTo>
                  <a:pt x="2038046" y="40455"/>
                </a:moveTo>
                <a:cubicBezTo>
                  <a:pt x="2041863" y="43056"/>
                  <a:pt x="2044715" y="46065"/>
                  <a:pt x="2046602" y="49484"/>
                </a:cubicBezTo>
                <a:cubicBezTo>
                  <a:pt x="2048490" y="52902"/>
                  <a:pt x="2049433" y="56730"/>
                  <a:pt x="2049433" y="60966"/>
                </a:cubicBezTo>
                <a:cubicBezTo>
                  <a:pt x="2049433" y="65538"/>
                  <a:pt x="2048186" y="69764"/>
                  <a:pt x="2045690" y="73644"/>
                </a:cubicBezTo>
                <a:cubicBezTo>
                  <a:pt x="2043194" y="77524"/>
                  <a:pt x="2039577" y="80460"/>
                  <a:pt x="2034837" y="82452"/>
                </a:cubicBezTo>
                <a:cubicBezTo>
                  <a:pt x="2030097" y="84445"/>
                  <a:pt x="2023889" y="85441"/>
                  <a:pt x="2016214" y="85441"/>
                </a:cubicBezTo>
                <a:cubicBezTo>
                  <a:pt x="2006231" y="85441"/>
                  <a:pt x="1998723" y="83884"/>
                  <a:pt x="1993689" y="80769"/>
                </a:cubicBezTo>
                <a:cubicBezTo>
                  <a:pt x="1990879" y="79001"/>
                  <a:pt x="1989474" y="76896"/>
                  <a:pt x="1989474" y="74454"/>
                </a:cubicBezTo>
                <a:cubicBezTo>
                  <a:pt x="1989474" y="72602"/>
                  <a:pt x="1990093" y="71034"/>
                  <a:pt x="1991330" y="69751"/>
                </a:cubicBezTo>
                <a:cubicBezTo>
                  <a:pt x="1992567" y="68466"/>
                  <a:pt x="1994067" y="67824"/>
                  <a:pt x="1995829" y="67824"/>
                </a:cubicBezTo>
                <a:cubicBezTo>
                  <a:pt x="1997045" y="67824"/>
                  <a:pt x="1998303" y="68244"/>
                  <a:pt x="1999604" y="69082"/>
                </a:cubicBezTo>
                <a:cubicBezTo>
                  <a:pt x="2001449" y="70341"/>
                  <a:pt x="2003190" y="71180"/>
                  <a:pt x="2004826" y="71599"/>
                </a:cubicBezTo>
                <a:cubicBezTo>
                  <a:pt x="2007342" y="72186"/>
                  <a:pt x="2010803" y="72480"/>
                  <a:pt x="2015207" y="72480"/>
                </a:cubicBezTo>
                <a:cubicBezTo>
                  <a:pt x="2022715" y="72480"/>
                  <a:pt x="2028147" y="71507"/>
                  <a:pt x="2031502" y="69562"/>
                </a:cubicBezTo>
                <a:cubicBezTo>
                  <a:pt x="2034858" y="67616"/>
                  <a:pt x="2036536" y="64864"/>
                  <a:pt x="2036536" y="61308"/>
                </a:cubicBezTo>
                <a:cubicBezTo>
                  <a:pt x="2036536" y="58672"/>
                  <a:pt x="2035560" y="56131"/>
                  <a:pt x="2033610" y="53684"/>
                </a:cubicBezTo>
                <a:cubicBezTo>
                  <a:pt x="2031660" y="51235"/>
                  <a:pt x="2029049" y="49341"/>
                  <a:pt x="2025777" y="48001"/>
                </a:cubicBezTo>
                <a:cubicBezTo>
                  <a:pt x="2023889" y="47248"/>
                  <a:pt x="2020702" y="46725"/>
                  <a:pt x="2016214" y="46432"/>
                </a:cubicBezTo>
                <a:cubicBezTo>
                  <a:pt x="2014074" y="46307"/>
                  <a:pt x="2012428" y="45646"/>
                  <a:pt x="2011275" y="44451"/>
                </a:cubicBezTo>
                <a:cubicBezTo>
                  <a:pt x="2010121" y="43255"/>
                  <a:pt x="2009544" y="41777"/>
                  <a:pt x="2009544" y="40015"/>
                </a:cubicBezTo>
                <a:cubicBezTo>
                  <a:pt x="2009544" y="38169"/>
                  <a:pt x="2010174" y="36617"/>
                  <a:pt x="2011432" y="35359"/>
                </a:cubicBezTo>
                <a:cubicBezTo>
                  <a:pt x="2012690" y="34101"/>
                  <a:pt x="2014284" y="33472"/>
                  <a:pt x="2016214" y="33472"/>
                </a:cubicBezTo>
                <a:cubicBezTo>
                  <a:pt x="2020492" y="33472"/>
                  <a:pt x="2022778" y="33451"/>
                  <a:pt x="2023071" y="33409"/>
                </a:cubicBezTo>
                <a:cubicBezTo>
                  <a:pt x="2024749" y="33241"/>
                  <a:pt x="2026427" y="32698"/>
                  <a:pt x="2028105" y="31779"/>
                </a:cubicBezTo>
                <a:cubicBezTo>
                  <a:pt x="2029783" y="30859"/>
                  <a:pt x="2031135" y="29594"/>
                  <a:pt x="2032163" y="27984"/>
                </a:cubicBezTo>
                <a:cubicBezTo>
                  <a:pt x="2033191" y="26373"/>
                  <a:pt x="2033704" y="24711"/>
                  <a:pt x="2033704" y="22996"/>
                </a:cubicBezTo>
                <a:cubicBezTo>
                  <a:pt x="2033704" y="20279"/>
                  <a:pt x="2032498" y="17927"/>
                  <a:pt x="2030087" y="15941"/>
                </a:cubicBezTo>
                <a:cubicBezTo>
                  <a:pt x="2027675" y="13954"/>
                  <a:pt x="2024057" y="12961"/>
                  <a:pt x="2019234" y="12961"/>
                </a:cubicBezTo>
                <a:cubicBezTo>
                  <a:pt x="2013026" y="12961"/>
                  <a:pt x="2008286" y="14751"/>
                  <a:pt x="2005014" y="18330"/>
                </a:cubicBezTo>
                <a:cubicBezTo>
                  <a:pt x="2004050" y="19370"/>
                  <a:pt x="2003274" y="20036"/>
                  <a:pt x="2002686" y="20328"/>
                </a:cubicBezTo>
                <a:cubicBezTo>
                  <a:pt x="2001806" y="20785"/>
                  <a:pt x="2000820" y="21014"/>
                  <a:pt x="1999729" y="21014"/>
                </a:cubicBezTo>
                <a:cubicBezTo>
                  <a:pt x="1997968" y="21014"/>
                  <a:pt x="1996458" y="20383"/>
                  <a:pt x="1995199" y="19121"/>
                </a:cubicBezTo>
                <a:cubicBezTo>
                  <a:pt x="1993941" y="17858"/>
                  <a:pt x="1993312" y="16302"/>
                  <a:pt x="1993312" y="14451"/>
                </a:cubicBezTo>
                <a:cubicBezTo>
                  <a:pt x="1993312" y="11548"/>
                  <a:pt x="1995241" y="8729"/>
                  <a:pt x="1999100" y="5995"/>
                </a:cubicBezTo>
                <a:cubicBezTo>
                  <a:pt x="2004721" y="1998"/>
                  <a:pt x="2011746" y="0"/>
                  <a:pt x="2020177" y="0"/>
                </a:cubicBezTo>
                <a:cubicBezTo>
                  <a:pt x="2028147" y="0"/>
                  <a:pt x="2034543" y="2269"/>
                  <a:pt x="2039367" y="6807"/>
                </a:cubicBezTo>
                <a:cubicBezTo>
                  <a:pt x="2044190" y="11343"/>
                  <a:pt x="2046602" y="16804"/>
                  <a:pt x="2046602" y="23189"/>
                </a:cubicBezTo>
                <a:cubicBezTo>
                  <a:pt x="2046602" y="26508"/>
                  <a:pt x="2045889" y="29606"/>
                  <a:pt x="2044463" y="32485"/>
                </a:cubicBezTo>
                <a:cubicBezTo>
                  <a:pt x="2043037" y="35362"/>
                  <a:pt x="2040898" y="38019"/>
                  <a:pt x="2038046" y="40455"/>
                </a:cubicBezTo>
                <a:close/>
                <a:moveTo>
                  <a:pt x="2102460" y="52189"/>
                </a:moveTo>
                <a:cubicBezTo>
                  <a:pt x="2102460" y="59534"/>
                  <a:pt x="2101243" y="66983"/>
                  <a:pt x="2098811" y="74539"/>
                </a:cubicBezTo>
                <a:cubicBezTo>
                  <a:pt x="2097007" y="80079"/>
                  <a:pt x="2094218" y="86228"/>
                  <a:pt x="2090443" y="92985"/>
                </a:cubicBezTo>
                <a:cubicBezTo>
                  <a:pt x="2087716" y="97853"/>
                  <a:pt x="2085703" y="100853"/>
                  <a:pt x="2084403" y="101986"/>
                </a:cubicBezTo>
                <a:cubicBezTo>
                  <a:pt x="2083102" y="103120"/>
                  <a:pt x="2081655" y="103687"/>
                  <a:pt x="2080061" y="103687"/>
                </a:cubicBezTo>
                <a:cubicBezTo>
                  <a:pt x="2078216" y="103687"/>
                  <a:pt x="2076664" y="103057"/>
                  <a:pt x="2075406" y="101797"/>
                </a:cubicBezTo>
                <a:cubicBezTo>
                  <a:pt x="2074147" y="100539"/>
                  <a:pt x="2073518" y="99028"/>
                  <a:pt x="2073518" y="97265"/>
                </a:cubicBezTo>
                <a:cubicBezTo>
                  <a:pt x="2073518" y="96006"/>
                  <a:pt x="2074021" y="94558"/>
                  <a:pt x="2075028" y="92922"/>
                </a:cubicBezTo>
                <a:cubicBezTo>
                  <a:pt x="2079558" y="85493"/>
                  <a:pt x="2082861" y="78525"/>
                  <a:pt x="2084937" y="72020"/>
                </a:cubicBezTo>
                <a:cubicBezTo>
                  <a:pt x="2087014" y="65515"/>
                  <a:pt x="2088052" y="58904"/>
                  <a:pt x="2088052" y="52189"/>
                </a:cubicBezTo>
                <a:cubicBezTo>
                  <a:pt x="2088052" y="45516"/>
                  <a:pt x="2087014" y="38927"/>
                  <a:pt x="2084937" y="32422"/>
                </a:cubicBezTo>
                <a:cubicBezTo>
                  <a:pt x="2082861" y="25916"/>
                  <a:pt x="2079558" y="18949"/>
                  <a:pt x="2075028" y="11520"/>
                </a:cubicBezTo>
                <a:cubicBezTo>
                  <a:pt x="2074021" y="9842"/>
                  <a:pt x="2073518" y="8394"/>
                  <a:pt x="2073518" y="7176"/>
                </a:cubicBezTo>
                <a:cubicBezTo>
                  <a:pt x="2073518" y="5413"/>
                  <a:pt x="2074147" y="3903"/>
                  <a:pt x="2075406" y="2644"/>
                </a:cubicBezTo>
                <a:cubicBezTo>
                  <a:pt x="2076664" y="1385"/>
                  <a:pt x="2078216" y="755"/>
                  <a:pt x="2080061" y="755"/>
                </a:cubicBezTo>
                <a:cubicBezTo>
                  <a:pt x="2081613" y="755"/>
                  <a:pt x="2082977" y="1258"/>
                  <a:pt x="2084151" y="2265"/>
                </a:cubicBezTo>
                <a:cubicBezTo>
                  <a:pt x="2085829" y="3692"/>
                  <a:pt x="2088052" y="6988"/>
                  <a:pt x="2090820" y="12151"/>
                </a:cubicBezTo>
                <a:cubicBezTo>
                  <a:pt x="2094805" y="19579"/>
                  <a:pt x="2097531" y="25685"/>
                  <a:pt x="2098999" y="30469"/>
                </a:cubicBezTo>
                <a:cubicBezTo>
                  <a:pt x="2101306" y="37899"/>
                  <a:pt x="2102460" y="45139"/>
                  <a:pt x="2102460" y="521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1CF20-C842-45A0-9226-30BA1EB1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35" y="2870532"/>
            <a:ext cx="301566" cy="154624"/>
          </a:xfrm>
          <a:custGeom xmlns:a="http://schemas.openxmlformats.org/drawingml/2006/main">
            <a:pathLst>
              <a:path w="301566" h="154624">
                <a:moveTo>
                  <a:pt x="0" y="0"/>
                </a:moveTo>
                <a:lnTo>
                  <a:pt x="301566" y="0"/>
                </a:lnTo>
                <a:lnTo>
                  <a:pt x="301566" y="154624"/>
                </a:lnTo>
                <a:lnTo>
                  <a:pt x="0" y="1546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v3.put(">
            <a:extLst xmlns:a="http://schemas.openxmlformats.org/drawingml/2006/main">
              <a:ext uri="{FF2B5EF4-FFF2-40B4-BE49-F238E27FC236}">
                <a16:creationId xmlns:a16="http://schemas.microsoft.com/office/drawing/2014/main" id="{EA4B5AC7-9A6D-402D-9938-CFAFFCBF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07" y="2913321"/>
            <a:ext cx="519490" cy="105197"/>
          </a:xfrm>
          <a:custGeom xmlns:a="http://schemas.openxmlformats.org/drawingml/2006/main">
            <a:pathLst>
              <a:path w="519490" h="105197">
                <a:moveTo>
                  <a:pt x="39575" y="80911"/>
                </a:moveTo>
                <a:lnTo>
                  <a:pt x="30640" y="80911"/>
                </a:lnTo>
                <a:lnTo>
                  <a:pt x="8934" y="31584"/>
                </a:lnTo>
                <a:lnTo>
                  <a:pt x="3523" y="31584"/>
                </a:lnTo>
                <a:cubicBezTo>
                  <a:pt x="2265" y="31584"/>
                  <a:pt x="1363" y="31332"/>
                  <a:pt x="818" y="30829"/>
                </a:cubicBezTo>
                <a:cubicBezTo>
                  <a:pt x="273" y="30326"/>
                  <a:pt x="0" y="29676"/>
                  <a:pt x="0" y="28879"/>
                </a:cubicBezTo>
                <a:cubicBezTo>
                  <a:pt x="0" y="28142"/>
                  <a:pt x="273" y="27528"/>
                  <a:pt x="818" y="27036"/>
                </a:cubicBezTo>
                <a:cubicBezTo>
                  <a:pt x="1363" y="26545"/>
                  <a:pt x="2265" y="26299"/>
                  <a:pt x="3523" y="26299"/>
                </a:cubicBezTo>
                <a:lnTo>
                  <a:pt x="23342" y="26299"/>
                </a:lnTo>
                <a:cubicBezTo>
                  <a:pt x="24600" y="26299"/>
                  <a:pt x="25502" y="26545"/>
                  <a:pt x="26047" y="27036"/>
                </a:cubicBezTo>
                <a:cubicBezTo>
                  <a:pt x="26593" y="27528"/>
                  <a:pt x="26865" y="28163"/>
                  <a:pt x="26865" y="28942"/>
                </a:cubicBezTo>
                <a:cubicBezTo>
                  <a:pt x="26865" y="29697"/>
                  <a:pt x="26593" y="30326"/>
                  <a:pt x="26047" y="30829"/>
                </a:cubicBezTo>
                <a:cubicBezTo>
                  <a:pt x="25502" y="31332"/>
                  <a:pt x="24600" y="31584"/>
                  <a:pt x="23342" y="31584"/>
                </a:cubicBezTo>
                <a:lnTo>
                  <a:pt x="14597" y="31584"/>
                </a:lnTo>
                <a:lnTo>
                  <a:pt x="33975" y="75626"/>
                </a:lnTo>
                <a:lnTo>
                  <a:pt x="36303" y="75626"/>
                </a:lnTo>
                <a:lnTo>
                  <a:pt x="55304" y="31584"/>
                </a:lnTo>
                <a:lnTo>
                  <a:pt x="46495" y="31584"/>
                </a:lnTo>
                <a:cubicBezTo>
                  <a:pt x="45237" y="31584"/>
                  <a:pt x="44335" y="31332"/>
                  <a:pt x="43790" y="30829"/>
                </a:cubicBezTo>
                <a:cubicBezTo>
                  <a:pt x="43245" y="30326"/>
                  <a:pt x="42972" y="29676"/>
                  <a:pt x="42972" y="28879"/>
                </a:cubicBezTo>
                <a:cubicBezTo>
                  <a:pt x="42972" y="28142"/>
                  <a:pt x="43245" y="27528"/>
                  <a:pt x="43790" y="27036"/>
                </a:cubicBezTo>
                <a:cubicBezTo>
                  <a:pt x="44335" y="26545"/>
                  <a:pt x="45237" y="26299"/>
                  <a:pt x="46495" y="26299"/>
                </a:cubicBezTo>
                <a:lnTo>
                  <a:pt x="66377" y="26299"/>
                </a:lnTo>
                <a:cubicBezTo>
                  <a:pt x="67677" y="26299"/>
                  <a:pt x="68590" y="26545"/>
                  <a:pt x="69114" y="27036"/>
                </a:cubicBezTo>
                <a:cubicBezTo>
                  <a:pt x="69638" y="27528"/>
                  <a:pt x="69900" y="28163"/>
                  <a:pt x="69900" y="28942"/>
                </a:cubicBezTo>
                <a:cubicBezTo>
                  <a:pt x="69900" y="29697"/>
                  <a:pt x="69638" y="30326"/>
                  <a:pt x="69114" y="30829"/>
                </a:cubicBezTo>
                <a:cubicBezTo>
                  <a:pt x="68590" y="31332"/>
                  <a:pt x="67677" y="31584"/>
                  <a:pt x="66377" y="31584"/>
                </a:cubicBezTo>
                <a:lnTo>
                  <a:pt x="61029" y="31584"/>
                </a:lnTo>
                <a:lnTo>
                  <a:pt x="39575" y="80911"/>
                </a:lnTo>
                <a:close/>
                <a:moveTo>
                  <a:pt x="123115" y="37978"/>
                </a:moveTo>
                <a:cubicBezTo>
                  <a:pt x="127981" y="40158"/>
                  <a:pt x="131693" y="43144"/>
                  <a:pt x="134252" y="46936"/>
                </a:cubicBezTo>
                <a:cubicBezTo>
                  <a:pt x="136810" y="50728"/>
                  <a:pt x="138089" y="54678"/>
                  <a:pt x="138089" y="58786"/>
                </a:cubicBezTo>
                <a:cubicBezTo>
                  <a:pt x="138089" y="65113"/>
                  <a:pt x="135520" y="70697"/>
                  <a:pt x="130382" y="75537"/>
                </a:cubicBezTo>
                <a:cubicBezTo>
                  <a:pt x="125244" y="80378"/>
                  <a:pt x="118816" y="82798"/>
                  <a:pt x="111098" y="82798"/>
                </a:cubicBezTo>
                <a:cubicBezTo>
                  <a:pt x="106568" y="82798"/>
                  <a:pt x="101870" y="81834"/>
                  <a:pt x="97005" y="79904"/>
                </a:cubicBezTo>
                <a:cubicBezTo>
                  <a:pt x="92139" y="77975"/>
                  <a:pt x="88742" y="76003"/>
                  <a:pt x="86812" y="73990"/>
                </a:cubicBezTo>
                <a:cubicBezTo>
                  <a:pt x="86183" y="73319"/>
                  <a:pt x="85869" y="72606"/>
                  <a:pt x="85869" y="71851"/>
                </a:cubicBezTo>
                <a:cubicBezTo>
                  <a:pt x="85869" y="71180"/>
                  <a:pt x="86110" y="70592"/>
                  <a:pt x="86592" y="70089"/>
                </a:cubicBezTo>
                <a:cubicBezTo>
                  <a:pt x="87075" y="69586"/>
                  <a:pt x="87651" y="69334"/>
                  <a:pt x="88322" y="69334"/>
                </a:cubicBezTo>
                <a:cubicBezTo>
                  <a:pt x="88994" y="69334"/>
                  <a:pt x="89749" y="69649"/>
                  <a:pt x="90587" y="70278"/>
                </a:cubicBezTo>
                <a:cubicBezTo>
                  <a:pt x="97089" y="75101"/>
                  <a:pt x="103968" y="77513"/>
                  <a:pt x="111224" y="77513"/>
                </a:cubicBezTo>
                <a:cubicBezTo>
                  <a:pt x="117348" y="77513"/>
                  <a:pt x="122476" y="75598"/>
                  <a:pt x="126607" y="71766"/>
                </a:cubicBezTo>
                <a:cubicBezTo>
                  <a:pt x="130739" y="67935"/>
                  <a:pt x="132804" y="63674"/>
                  <a:pt x="132804" y="58984"/>
                </a:cubicBezTo>
                <a:cubicBezTo>
                  <a:pt x="132804" y="55844"/>
                  <a:pt x="131787" y="52766"/>
                  <a:pt x="129753" y="49751"/>
                </a:cubicBezTo>
                <a:cubicBezTo>
                  <a:pt x="127719" y="46737"/>
                  <a:pt x="124793" y="44360"/>
                  <a:pt x="120976" y="42622"/>
                </a:cubicBezTo>
                <a:cubicBezTo>
                  <a:pt x="117159" y="40884"/>
                  <a:pt x="113300" y="40015"/>
                  <a:pt x="109399" y="40015"/>
                </a:cubicBezTo>
                <a:cubicBezTo>
                  <a:pt x="108141" y="40015"/>
                  <a:pt x="107239" y="39771"/>
                  <a:pt x="106694" y="39284"/>
                </a:cubicBezTo>
                <a:cubicBezTo>
                  <a:pt x="106149" y="38795"/>
                  <a:pt x="105876" y="38147"/>
                  <a:pt x="105876" y="37341"/>
                </a:cubicBezTo>
                <a:cubicBezTo>
                  <a:pt x="105876" y="36577"/>
                  <a:pt x="106138" y="35940"/>
                  <a:pt x="106663" y="35432"/>
                </a:cubicBezTo>
                <a:cubicBezTo>
                  <a:pt x="107187" y="34922"/>
                  <a:pt x="107973" y="34667"/>
                  <a:pt x="109022" y="34667"/>
                </a:cubicBezTo>
                <a:lnTo>
                  <a:pt x="113552" y="34730"/>
                </a:lnTo>
                <a:cubicBezTo>
                  <a:pt x="118292" y="34730"/>
                  <a:pt x="122203" y="33280"/>
                  <a:pt x="125286" y="30381"/>
                </a:cubicBezTo>
                <a:cubicBezTo>
                  <a:pt x="128369" y="27480"/>
                  <a:pt x="129910" y="24117"/>
                  <a:pt x="129910" y="20291"/>
                </a:cubicBezTo>
                <a:cubicBezTo>
                  <a:pt x="129910" y="16340"/>
                  <a:pt x="128295" y="12851"/>
                  <a:pt x="125066" y="9825"/>
                </a:cubicBezTo>
                <a:cubicBezTo>
                  <a:pt x="121836" y="6798"/>
                  <a:pt x="117621" y="5285"/>
                  <a:pt x="112419" y="5285"/>
                </a:cubicBezTo>
                <a:cubicBezTo>
                  <a:pt x="108770" y="5285"/>
                  <a:pt x="105415" y="5919"/>
                  <a:pt x="102353" y="7186"/>
                </a:cubicBezTo>
                <a:cubicBezTo>
                  <a:pt x="99291" y="8454"/>
                  <a:pt x="96837" y="10186"/>
                  <a:pt x="94992" y="12383"/>
                </a:cubicBezTo>
                <a:cubicBezTo>
                  <a:pt x="94320" y="13227"/>
                  <a:pt x="93807" y="13744"/>
                  <a:pt x="93450" y="13934"/>
                </a:cubicBezTo>
                <a:cubicBezTo>
                  <a:pt x="93094" y="14124"/>
                  <a:pt x="92685" y="14219"/>
                  <a:pt x="92223" y="14219"/>
                </a:cubicBezTo>
                <a:cubicBezTo>
                  <a:pt x="91510" y="14219"/>
                  <a:pt x="90902" y="13977"/>
                  <a:pt x="90399" y="13494"/>
                </a:cubicBezTo>
                <a:cubicBezTo>
                  <a:pt x="89895" y="13009"/>
                  <a:pt x="89644" y="12429"/>
                  <a:pt x="89644" y="11754"/>
                </a:cubicBezTo>
                <a:cubicBezTo>
                  <a:pt x="89644" y="10069"/>
                  <a:pt x="91468" y="7942"/>
                  <a:pt x="95117" y="5372"/>
                </a:cubicBezTo>
                <a:cubicBezTo>
                  <a:pt x="100193" y="1791"/>
                  <a:pt x="105960" y="0"/>
                  <a:pt x="112419" y="0"/>
                </a:cubicBezTo>
                <a:cubicBezTo>
                  <a:pt x="119089" y="0"/>
                  <a:pt x="124562" y="2008"/>
                  <a:pt x="128841" y="6024"/>
                </a:cubicBezTo>
                <a:cubicBezTo>
                  <a:pt x="133119" y="10040"/>
                  <a:pt x="135258" y="14825"/>
                  <a:pt x="135258" y="20377"/>
                </a:cubicBezTo>
                <a:cubicBezTo>
                  <a:pt x="135258" y="23910"/>
                  <a:pt x="134231" y="27253"/>
                  <a:pt x="132175" y="30408"/>
                </a:cubicBezTo>
                <a:cubicBezTo>
                  <a:pt x="130120" y="33562"/>
                  <a:pt x="127100" y="36085"/>
                  <a:pt x="123115" y="37978"/>
                </a:cubicBezTo>
                <a:close/>
                <a:moveTo>
                  <a:pt x="188473" y="65811"/>
                </a:moveTo>
                <a:lnTo>
                  <a:pt x="190738" y="65811"/>
                </a:lnTo>
                <a:cubicBezTo>
                  <a:pt x="193087" y="65811"/>
                  <a:pt x="195100" y="66642"/>
                  <a:pt x="196778" y="68306"/>
                </a:cubicBezTo>
                <a:cubicBezTo>
                  <a:pt x="198456" y="69968"/>
                  <a:pt x="199295" y="71978"/>
                  <a:pt x="199295" y="74336"/>
                </a:cubicBezTo>
                <a:cubicBezTo>
                  <a:pt x="199295" y="76778"/>
                  <a:pt x="198445" y="78820"/>
                  <a:pt x="196747" y="80462"/>
                </a:cubicBezTo>
                <a:cubicBezTo>
                  <a:pt x="195048" y="82104"/>
                  <a:pt x="193045" y="82924"/>
                  <a:pt x="190738" y="82924"/>
                </a:cubicBezTo>
                <a:lnTo>
                  <a:pt x="188473" y="82924"/>
                </a:lnTo>
                <a:cubicBezTo>
                  <a:pt x="186124" y="82924"/>
                  <a:pt x="184111" y="82093"/>
                  <a:pt x="182433" y="80431"/>
                </a:cubicBezTo>
                <a:cubicBezTo>
                  <a:pt x="180755" y="78768"/>
                  <a:pt x="179916" y="76757"/>
                  <a:pt x="179916" y="74399"/>
                </a:cubicBezTo>
                <a:cubicBezTo>
                  <a:pt x="179916" y="71957"/>
                  <a:pt x="180766" y="69915"/>
                  <a:pt x="182465" y="68274"/>
                </a:cubicBezTo>
                <a:cubicBezTo>
                  <a:pt x="184163" y="66632"/>
                  <a:pt x="186166" y="65811"/>
                  <a:pt x="188473" y="65811"/>
                </a:cubicBezTo>
                <a:close/>
                <a:moveTo>
                  <a:pt x="246973" y="26299"/>
                </a:moveTo>
                <a:lnTo>
                  <a:pt x="246973" y="35888"/>
                </a:lnTo>
                <a:cubicBezTo>
                  <a:pt x="250119" y="32083"/>
                  <a:pt x="253495" y="29219"/>
                  <a:pt x="257102" y="27296"/>
                </a:cubicBezTo>
                <a:cubicBezTo>
                  <a:pt x="260710" y="25373"/>
                  <a:pt x="264967" y="24412"/>
                  <a:pt x="269875" y="24412"/>
                </a:cubicBezTo>
                <a:cubicBezTo>
                  <a:pt x="275076" y="24412"/>
                  <a:pt x="279878" y="25629"/>
                  <a:pt x="284282" y="28065"/>
                </a:cubicBezTo>
                <a:cubicBezTo>
                  <a:pt x="288687" y="30500"/>
                  <a:pt x="292095" y="33891"/>
                  <a:pt x="294506" y="38238"/>
                </a:cubicBezTo>
                <a:cubicBezTo>
                  <a:pt x="296918" y="42584"/>
                  <a:pt x="298124" y="47151"/>
                  <a:pt x="298124" y="51938"/>
                </a:cubicBezTo>
                <a:cubicBezTo>
                  <a:pt x="298124" y="59539"/>
                  <a:pt x="295408" y="66038"/>
                  <a:pt x="289976" y="71434"/>
                </a:cubicBezTo>
                <a:cubicBezTo>
                  <a:pt x="284545" y="76829"/>
                  <a:pt x="277865" y="79527"/>
                  <a:pt x="269937" y="79527"/>
                </a:cubicBezTo>
                <a:cubicBezTo>
                  <a:pt x="260500" y="79527"/>
                  <a:pt x="252845" y="75701"/>
                  <a:pt x="246973" y="68050"/>
                </a:cubicBezTo>
                <a:lnTo>
                  <a:pt x="246973" y="99912"/>
                </a:lnTo>
                <a:lnTo>
                  <a:pt x="259808" y="99912"/>
                </a:lnTo>
                <a:cubicBezTo>
                  <a:pt x="261066" y="99912"/>
                  <a:pt x="261968" y="100153"/>
                  <a:pt x="262513" y="100635"/>
                </a:cubicBezTo>
                <a:cubicBezTo>
                  <a:pt x="263059" y="101118"/>
                  <a:pt x="263331" y="101757"/>
                  <a:pt x="263331" y="102554"/>
                </a:cubicBezTo>
                <a:cubicBezTo>
                  <a:pt x="263331" y="103309"/>
                  <a:pt x="263059" y="103938"/>
                  <a:pt x="262513" y="104442"/>
                </a:cubicBezTo>
                <a:cubicBezTo>
                  <a:pt x="261968" y="104945"/>
                  <a:pt x="261066" y="105197"/>
                  <a:pt x="259808" y="105197"/>
                </a:cubicBezTo>
                <a:lnTo>
                  <a:pt x="234578" y="105197"/>
                </a:lnTo>
                <a:cubicBezTo>
                  <a:pt x="233320" y="105197"/>
                  <a:pt x="232418" y="104955"/>
                  <a:pt x="231873" y="104473"/>
                </a:cubicBezTo>
                <a:cubicBezTo>
                  <a:pt x="231328" y="103991"/>
                  <a:pt x="231055" y="103351"/>
                  <a:pt x="231055" y="102554"/>
                </a:cubicBezTo>
                <a:cubicBezTo>
                  <a:pt x="231055" y="101757"/>
                  <a:pt x="231328" y="101118"/>
                  <a:pt x="231873" y="100635"/>
                </a:cubicBezTo>
                <a:cubicBezTo>
                  <a:pt x="232418" y="100153"/>
                  <a:pt x="233320" y="99912"/>
                  <a:pt x="234578" y="99912"/>
                </a:cubicBezTo>
                <a:lnTo>
                  <a:pt x="241688" y="99912"/>
                </a:lnTo>
                <a:lnTo>
                  <a:pt x="241688" y="31584"/>
                </a:lnTo>
                <a:lnTo>
                  <a:pt x="234578" y="31584"/>
                </a:lnTo>
                <a:cubicBezTo>
                  <a:pt x="233320" y="31584"/>
                  <a:pt x="232418" y="31332"/>
                  <a:pt x="231873" y="30829"/>
                </a:cubicBezTo>
                <a:cubicBezTo>
                  <a:pt x="231328" y="30326"/>
                  <a:pt x="231055" y="29676"/>
                  <a:pt x="231055" y="28879"/>
                </a:cubicBezTo>
                <a:cubicBezTo>
                  <a:pt x="231055" y="28142"/>
                  <a:pt x="231328" y="27528"/>
                  <a:pt x="231873" y="27036"/>
                </a:cubicBezTo>
                <a:cubicBezTo>
                  <a:pt x="232418" y="26545"/>
                  <a:pt x="233320" y="26299"/>
                  <a:pt x="234578" y="26299"/>
                </a:cubicBezTo>
                <a:lnTo>
                  <a:pt x="246973" y="26299"/>
                </a:lnTo>
                <a:moveTo>
                  <a:pt x="292776" y="51938"/>
                </a:moveTo>
                <a:cubicBezTo>
                  <a:pt x="292776" y="45830"/>
                  <a:pt x="290564" y="40596"/>
                  <a:pt x="286139" y="36236"/>
                </a:cubicBezTo>
                <a:cubicBezTo>
                  <a:pt x="281713" y="31876"/>
                  <a:pt x="276313" y="29697"/>
                  <a:pt x="269937" y="29697"/>
                </a:cubicBezTo>
                <a:cubicBezTo>
                  <a:pt x="263520" y="29697"/>
                  <a:pt x="258088" y="31887"/>
                  <a:pt x="253642" y="36268"/>
                </a:cubicBezTo>
                <a:cubicBezTo>
                  <a:pt x="249196" y="40648"/>
                  <a:pt x="246973" y="45871"/>
                  <a:pt x="246973" y="51938"/>
                </a:cubicBezTo>
                <a:cubicBezTo>
                  <a:pt x="246973" y="58046"/>
                  <a:pt x="249196" y="63290"/>
                  <a:pt x="253642" y="67671"/>
                </a:cubicBezTo>
                <a:cubicBezTo>
                  <a:pt x="258088" y="72051"/>
                  <a:pt x="263520" y="74242"/>
                  <a:pt x="269937" y="74242"/>
                </a:cubicBezTo>
                <a:cubicBezTo>
                  <a:pt x="276271" y="74242"/>
                  <a:pt x="281661" y="72062"/>
                  <a:pt x="286107" y="67702"/>
                </a:cubicBezTo>
                <a:cubicBezTo>
                  <a:pt x="290553" y="63343"/>
                  <a:pt x="292776" y="58088"/>
                  <a:pt x="292776" y="51938"/>
                </a:cubicBezTo>
                <a:close/>
                <a:moveTo>
                  <a:pt x="362287" y="80911"/>
                </a:moveTo>
                <a:lnTo>
                  <a:pt x="362287" y="73103"/>
                </a:lnTo>
                <a:cubicBezTo>
                  <a:pt x="355072" y="79650"/>
                  <a:pt x="347270" y="82924"/>
                  <a:pt x="338882" y="82924"/>
                </a:cubicBezTo>
                <a:cubicBezTo>
                  <a:pt x="333722" y="82924"/>
                  <a:pt x="329801" y="81516"/>
                  <a:pt x="327116" y="78699"/>
                </a:cubicBezTo>
                <a:cubicBezTo>
                  <a:pt x="323635" y="74999"/>
                  <a:pt x="321894" y="70689"/>
                  <a:pt x="321894" y="65770"/>
                </a:cubicBezTo>
                <a:lnTo>
                  <a:pt x="321894" y="31584"/>
                </a:lnTo>
                <a:lnTo>
                  <a:pt x="314784" y="31584"/>
                </a:lnTo>
                <a:cubicBezTo>
                  <a:pt x="313526" y="31584"/>
                  <a:pt x="312624" y="31332"/>
                  <a:pt x="312079" y="30829"/>
                </a:cubicBezTo>
                <a:cubicBezTo>
                  <a:pt x="311534" y="30326"/>
                  <a:pt x="311261" y="29676"/>
                  <a:pt x="311261" y="28879"/>
                </a:cubicBezTo>
                <a:cubicBezTo>
                  <a:pt x="311261" y="28142"/>
                  <a:pt x="311534" y="27528"/>
                  <a:pt x="312079" y="27036"/>
                </a:cubicBezTo>
                <a:cubicBezTo>
                  <a:pt x="312624" y="26545"/>
                  <a:pt x="313526" y="26299"/>
                  <a:pt x="314784" y="26299"/>
                </a:cubicBezTo>
                <a:lnTo>
                  <a:pt x="327179" y="26299"/>
                </a:lnTo>
                <a:lnTo>
                  <a:pt x="327179" y="65797"/>
                </a:lnTo>
                <a:cubicBezTo>
                  <a:pt x="327179" y="69240"/>
                  <a:pt x="328270" y="72075"/>
                  <a:pt x="330451" y="74301"/>
                </a:cubicBezTo>
                <a:cubicBezTo>
                  <a:pt x="332632" y="76526"/>
                  <a:pt x="335358" y="77639"/>
                  <a:pt x="338630" y="77639"/>
                </a:cubicBezTo>
                <a:cubicBezTo>
                  <a:pt x="347228" y="77639"/>
                  <a:pt x="355114" y="73692"/>
                  <a:pt x="362287" y="65797"/>
                </a:cubicBezTo>
                <a:lnTo>
                  <a:pt x="362287" y="31584"/>
                </a:lnTo>
                <a:lnTo>
                  <a:pt x="352534" y="31584"/>
                </a:lnTo>
                <a:cubicBezTo>
                  <a:pt x="351276" y="31584"/>
                  <a:pt x="350374" y="31332"/>
                  <a:pt x="349829" y="30829"/>
                </a:cubicBezTo>
                <a:cubicBezTo>
                  <a:pt x="349284" y="30326"/>
                  <a:pt x="349011" y="29676"/>
                  <a:pt x="349011" y="28879"/>
                </a:cubicBezTo>
                <a:cubicBezTo>
                  <a:pt x="349011" y="28142"/>
                  <a:pt x="349284" y="27528"/>
                  <a:pt x="349829" y="27036"/>
                </a:cubicBezTo>
                <a:cubicBezTo>
                  <a:pt x="350374" y="26545"/>
                  <a:pt x="351276" y="26299"/>
                  <a:pt x="352534" y="26299"/>
                </a:cubicBezTo>
                <a:lnTo>
                  <a:pt x="367572" y="26299"/>
                </a:lnTo>
                <a:lnTo>
                  <a:pt x="367572" y="75626"/>
                </a:lnTo>
                <a:lnTo>
                  <a:pt x="372039" y="75626"/>
                </a:lnTo>
                <a:cubicBezTo>
                  <a:pt x="373297" y="75626"/>
                  <a:pt x="374199" y="75867"/>
                  <a:pt x="374744" y="76349"/>
                </a:cubicBezTo>
                <a:cubicBezTo>
                  <a:pt x="375289" y="76832"/>
                  <a:pt x="375562" y="77471"/>
                  <a:pt x="375562" y="78268"/>
                </a:cubicBezTo>
                <a:cubicBezTo>
                  <a:pt x="375562" y="79023"/>
                  <a:pt x="375289" y="79652"/>
                  <a:pt x="374744" y="80156"/>
                </a:cubicBezTo>
                <a:cubicBezTo>
                  <a:pt x="374199" y="80659"/>
                  <a:pt x="373297" y="80911"/>
                  <a:pt x="372039" y="80911"/>
                </a:cubicBezTo>
                <a:lnTo>
                  <a:pt x="362287" y="80911"/>
                </a:lnTo>
                <a:close/>
                <a:moveTo>
                  <a:pt x="410657" y="26299"/>
                </a:moveTo>
                <a:lnTo>
                  <a:pt x="439347" y="26299"/>
                </a:lnTo>
                <a:cubicBezTo>
                  <a:pt x="440605" y="26299"/>
                  <a:pt x="441507" y="26545"/>
                  <a:pt x="442052" y="27036"/>
                </a:cubicBezTo>
                <a:cubicBezTo>
                  <a:pt x="442598" y="27528"/>
                  <a:pt x="442870" y="28163"/>
                  <a:pt x="442870" y="28942"/>
                </a:cubicBezTo>
                <a:cubicBezTo>
                  <a:pt x="442870" y="29697"/>
                  <a:pt x="442598" y="30326"/>
                  <a:pt x="442052" y="30829"/>
                </a:cubicBezTo>
                <a:cubicBezTo>
                  <a:pt x="441507" y="31332"/>
                  <a:pt x="440605" y="31584"/>
                  <a:pt x="439347" y="31584"/>
                </a:cubicBezTo>
                <a:lnTo>
                  <a:pt x="410657" y="31584"/>
                </a:lnTo>
                <a:lnTo>
                  <a:pt x="410657" y="66851"/>
                </a:lnTo>
                <a:cubicBezTo>
                  <a:pt x="410657" y="69921"/>
                  <a:pt x="411884" y="72487"/>
                  <a:pt x="414338" y="74548"/>
                </a:cubicBezTo>
                <a:cubicBezTo>
                  <a:pt x="416791" y="76609"/>
                  <a:pt x="420388" y="77639"/>
                  <a:pt x="425128" y="77639"/>
                </a:cubicBezTo>
                <a:cubicBezTo>
                  <a:pt x="428693" y="77639"/>
                  <a:pt x="432552" y="77104"/>
                  <a:pt x="436704" y="76035"/>
                </a:cubicBezTo>
                <a:cubicBezTo>
                  <a:pt x="440857" y="74965"/>
                  <a:pt x="444087" y="73759"/>
                  <a:pt x="446394" y="72417"/>
                </a:cubicBezTo>
                <a:cubicBezTo>
                  <a:pt x="447232" y="71872"/>
                  <a:pt x="447925" y="71599"/>
                  <a:pt x="448470" y="71599"/>
                </a:cubicBezTo>
                <a:cubicBezTo>
                  <a:pt x="449141" y="71599"/>
                  <a:pt x="449728" y="71861"/>
                  <a:pt x="450231" y="72386"/>
                </a:cubicBezTo>
                <a:cubicBezTo>
                  <a:pt x="450735" y="72910"/>
                  <a:pt x="450986" y="73529"/>
                  <a:pt x="450986" y="74242"/>
                </a:cubicBezTo>
                <a:cubicBezTo>
                  <a:pt x="450986" y="74871"/>
                  <a:pt x="450714" y="75458"/>
                  <a:pt x="450169" y="76003"/>
                </a:cubicBezTo>
                <a:cubicBezTo>
                  <a:pt x="448826" y="77387"/>
                  <a:pt x="445565" y="78887"/>
                  <a:pt x="440385" y="80502"/>
                </a:cubicBezTo>
                <a:cubicBezTo>
                  <a:pt x="435205" y="82117"/>
                  <a:pt x="430245" y="82924"/>
                  <a:pt x="425505" y="82924"/>
                </a:cubicBezTo>
                <a:cubicBezTo>
                  <a:pt x="419339" y="82924"/>
                  <a:pt x="414432" y="81474"/>
                  <a:pt x="410783" y="78573"/>
                </a:cubicBezTo>
                <a:cubicBezTo>
                  <a:pt x="407134" y="75671"/>
                  <a:pt x="405309" y="71760"/>
                  <a:pt x="405309" y="66841"/>
                </a:cubicBezTo>
                <a:lnTo>
                  <a:pt x="405309" y="31584"/>
                </a:lnTo>
                <a:lnTo>
                  <a:pt x="395557" y="31584"/>
                </a:lnTo>
                <a:cubicBezTo>
                  <a:pt x="394299" y="31584"/>
                  <a:pt x="393397" y="31336"/>
                  <a:pt x="392851" y="30839"/>
                </a:cubicBezTo>
                <a:cubicBezTo>
                  <a:pt x="392306" y="30341"/>
                  <a:pt x="392034" y="29698"/>
                  <a:pt x="392034" y="28910"/>
                </a:cubicBezTo>
                <a:cubicBezTo>
                  <a:pt x="392034" y="28164"/>
                  <a:pt x="392306" y="27543"/>
                  <a:pt x="392851" y="27046"/>
                </a:cubicBezTo>
                <a:cubicBezTo>
                  <a:pt x="393397" y="26548"/>
                  <a:pt x="394299" y="26299"/>
                  <a:pt x="395557" y="26299"/>
                </a:cubicBezTo>
                <a:lnTo>
                  <a:pt x="405309" y="26299"/>
                </a:lnTo>
                <a:lnTo>
                  <a:pt x="405309" y="10594"/>
                </a:lnTo>
                <a:cubicBezTo>
                  <a:pt x="405309" y="9326"/>
                  <a:pt x="405561" y="8418"/>
                  <a:pt x="406064" y="7870"/>
                </a:cubicBezTo>
                <a:cubicBezTo>
                  <a:pt x="406567" y="7321"/>
                  <a:pt x="407196" y="7047"/>
                  <a:pt x="407951" y="7047"/>
                </a:cubicBezTo>
                <a:cubicBezTo>
                  <a:pt x="408748" y="7047"/>
                  <a:pt x="409399" y="7321"/>
                  <a:pt x="409902" y="7870"/>
                </a:cubicBezTo>
                <a:cubicBezTo>
                  <a:pt x="410405" y="8418"/>
                  <a:pt x="410657" y="9326"/>
                  <a:pt x="410657" y="10594"/>
                </a:cubicBezTo>
                <a:lnTo>
                  <a:pt x="410657" y="26299"/>
                </a:lnTo>
                <a:close/>
                <a:moveTo>
                  <a:pt x="498224" y="49547"/>
                </a:moveTo>
                <a:cubicBezTo>
                  <a:pt x="498224" y="44721"/>
                  <a:pt x="498853" y="39600"/>
                  <a:pt x="500112" y="34185"/>
                </a:cubicBezTo>
                <a:cubicBezTo>
                  <a:pt x="501370" y="28771"/>
                  <a:pt x="503782" y="22517"/>
                  <a:pt x="507347" y="15424"/>
                </a:cubicBezTo>
                <a:cubicBezTo>
                  <a:pt x="510912" y="8331"/>
                  <a:pt x="513513" y="4049"/>
                  <a:pt x="515149" y="2580"/>
                </a:cubicBezTo>
                <a:cubicBezTo>
                  <a:pt x="515652" y="2118"/>
                  <a:pt x="516197" y="1887"/>
                  <a:pt x="516785" y="1887"/>
                </a:cubicBezTo>
                <a:cubicBezTo>
                  <a:pt x="517540" y="1887"/>
                  <a:pt x="518179" y="2139"/>
                  <a:pt x="518704" y="2642"/>
                </a:cubicBezTo>
                <a:cubicBezTo>
                  <a:pt x="519228" y="3146"/>
                  <a:pt x="519490" y="3755"/>
                  <a:pt x="519490" y="4469"/>
                </a:cubicBezTo>
                <a:cubicBezTo>
                  <a:pt x="519490" y="4888"/>
                  <a:pt x="519343" y="5350"/>
                  <a:pt x="519050" y="5853"/>
                </a:cubicBezTo>
                <a:cubicBezTo>
                  <a:pt x="514436" y="14333"/>
                  <a:pt x="511143" y="22014"/>
                  <a:pt x="509172" y="28898"/>
                </a:cubicBezTo>
                <a:cubicBezTo>
                  <a:pt x="507200" y="35781"/>
                  <a:pt x="506215" y="42664"/>
                  <a:pt x="506215" y="49547"/>
                </a:cubicBezTo>
                <a:cubicBezTo>
                  <a:pt x="506215" y="56473"/>
                  <a:pt x="507200" y="63377"/>
                  <a:pt x="509172" y="70260"/>
                </a:cubicBezTo>
                <a:cubicBezTo>
                  <a:pt x="511143" y="77143"/>
                  <a:pt x="514436" y="84803"/>
                  <a:pt x="519050" y="93240"/>
                </a:cubicBezTo>
                <a:cubicBezTo>
                  <a:pt x="519343" y="93744"/>
                  <a:pt x="519490" y="94205"/>
                  <a:pt x="519490" y="94625"/>
                </a:cubicBezTo>
                <a:cubicBezTo>
                  <a:pt x="519490" y="95339"/>
                  <a:pt x="519228" y="95958"/>
                  <a:pt x="518704" y="96483"/>
                </a:cubicBezTo>
                <a:cubicBezTo>
                  <a:pt x="518179" y="97007"/>
                  <a:pt x="517540" y="97269"/>
                  <a:pt x="516785" y="97269"/>
                </a:cubicBezTo>
                <a:cubicBezTo>
                  <a:pt x="516197" y="97269"/>
                  <a:pt x="515652" y="97038"/>
                  <a:pt x="515149" y="96577"/>
                </a:cubicBezTo>
                <a:cubicBezTo>
                  <a:pt x="513597" y="95150"/>
                  <a:pt x="511059" y="90973"/>
                  <a:pt x="507536" y="84047"/>
                </a:cubicBezTo>
                <a:cubicBezTo>
                  <a:pt x="504012" y="77122"/>
                  <a:pt x="501580" y="70995"/>
                  <a:pt x="500238" y="65665"/>
                </a:cubicBezTo>
                <a:cubicBezTo>
                  <a:pt x="498895" y="60334"/>
                  <a:pt x="498224" y="54962"/>
                  <a:pt x="498224" y="495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57F77-631E-41CD-967E-66DC4B9E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35" y="2889640"/>
            <a:ext cx="301566" cy="142317"/>
          </a:xfrm>
          <a:custGeom xmlns:a="http://schemas.openxmlformats.org/drawingml/2006/main">
            <a:pathLst>
              <a:path w="301566" h="142317">
                <a:moveTo>
                  <a:pt x="0" y="0"/>
                </a:moveTo>
                <a:lnTo>
                  <a:pt x="301566" y="0"/>
                </a:lnTo>
                <a:lnTo>
                  <a:pt x="301566" y="142317"/>
                </a:lnTo>
                <a:lnTo>
                  <a:pt x="0" y="1423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arg2,arg3)">
            <a:extLst xmlns:a="http://schemas.openxmlformats.org/drawingml/2006/main">
              <a:ext uri="{FF2B5EF4-FFF2-40B4-BE49-F238E27FC236}">
                <a16:creationId xmlns:a16="http://schemas.microsoft.com/office/drawing/2014/main" id="{FA660038-2976-4C02-BCAA-1C6EBC27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95" y="2913321"/>
            <a:ext cx="796581" cy="105197"/>
          </a:xfrm>
          <a:custGeom xmlns:a="http://schemas.openxmlformats.org/drawingml/2006/main">
            <a:pathLst>
              <a:path w="796581" h="105197">
                <a:moveTo>
                  <a:pt x="44797" y="80911"/>
                </a:moveTo>
                <a:lnTo>
                  <a:pt x="44797" y="73235"/>
                </a:lnTo>
                <a:cubicBezTo>
                  <a:pt x="37121" y="79694"/>
                  <a:pt x="28921" y="82924"/>
                  <a:pt x="20196" y="82924"/>
                </a:cubicBezTo>
                <a:cubicBezTo>
                  <a:pt x="13863" y="82924"/>
                  <a:pt x="8913" y="81320"/>
                  <a:pt x="5348" y="78111"/>
                </a:cubicBezTo>
                <a:cubicBezTo>
                  <a:pt x="1783" y="74902"/>
                  <a:pt x="0" y="70970"/>
                  <a:pt x="0" y="66314"/>
                </a:cubicBezTo>
                <a:cubicBezTo>
                  <a:pt x="0" y="61197"/>
                  <a:pt x="2349" y="56730"/>
                  <a:pt x="7047" y="52913"/>
                </a:cubicBezTo>
                <a:cubicBezTo>
                  <a:pt x="11744" y="49096"/>
                  <a:pt x="18602" y="47187"/>
                  <a:pt x="27620" y="47187"/>
                </a:cubicBezTo>
                <a:cubicBezTo>
                  <a:pt x="30053" y="47187"/>
                  <a:pt x="32696" y="47345"/>
                  <a:pt x="35548" y="47659"/>
                </a:cubicBezTo>
                <a:cubicBezTo>
                  <a:pt x="38400" y="47974"/>
                  <a:pt x="41483" y="48467"/>
                  <a:pt x="44797" y="49138"/>
                </a:cubicBezTo>
                <a:lnTo>
                  <a:pt x="44797" y="40526"/>
                </a:lnTo>
                <a:cubicBezTo>
                  <a:pt x="44797" y="37612"/>
                  <a:pt x="43454" y="35079"/>
                  <a:pt x="40770" y="32927"/>
                </a:cubicBezTo>
                <a:cubicBezTo>
                  <a:pt x="38086" y="30773"/>
                  <a:pt x="34059" y="29697"/>
                  <a:pt x="28690" y="29697"/>
                </a:cubicBezTo>
                <a:cubicBezTo>
                  <a:pt x="24579" y="29697"/>
                  <a:pt x="18812" y="30910"/>
                  <a:pt x="11388" y="33336"/>
                </a:cubicBezTo>
                <a:cubicBezTo>
                  <a:pt x="10046" y="33762"/>
                  <a:pt x="9186" y="33975"/>
                  <a:pt x="8808" y="33975"/>
                </a:cubicBezTo>
                <a:cubicBezTo>
                  <a:pt x="8137" y="33975"/>
                  <a:pt x="7560" y="33723"/>
                  <a:pt x="7078" y="33220"/>
                </a:cubicBezTo>
                <a:cubicBezTo>
                  <a:pt x="6596" y="32717"/>
                  <a:pt x="6355" y="32087"/>
                  <a:pt x="6355" y="31332"/>
                </a:cubicBezTo>
                <a:cubicBezTo>
                  <a:pt x="6355" y="30619"/>
                  <a:pt x="6564" y="30053"/>
                  <a:pt x="6984" y="29634"/>
                </a:cubicBezTo>
                <a:cubicBezTo>
                  <a:pt x="7571" y="29005"/>
                  <a:pt x="9941" y="28145"/>
                  <a:pt x="14093" y="27054"/>
                </a:cubicBezTo>
                <a:cubicBezTo>
                  <a:pt x="20637" y="25292"/>
                  <a:pt x="25586" y="24412"/>
                  <a:pt x="28942" y="24412"/>
                </a:cubicBezTo>
                <a:cubicBezTo>
                  <a:pt x="35611" y="24412"/>
                  <a:pt x="40812" y="26062"/>
                  <a:pt x="44545" y="29362"/>
                </a:cubicBezTo>
                <a:cubicBezTo>
                  <a:pt x="48278" y="32663"/>
                  <a:pt x="50145" y="36395"/>
                  <a:pt x="50145" y="40558"/>
                </a:cubicBezTo>
                <a:lnTo>
                  <a:pt x="50145" y="75626"/>
                </a:lnTo>
                <a:lnTo>
                  <a:pt x="57191" y="75626"/>
                </a:lnTo>
                <a:cubicBezTo>
                  <a:pt x="58491" y="75626"/>
                  <a:pt x="59414" y="75867"/>
                  <a:pt x="59960" y="76349"/>
                </a:cubicBezTo>
                <a:cubicBezTo>
                  <a:pt x="60505" y="76832"/>
                  <a:pt x="60777" y="77471"/>
                  <a:pt x="60777" y="78268"/>
                </a:cubicBezTo>
                <a:cubicBezTo>
                  <a:pt x="60777" y="79023"/>
                  <a:pt x="60505" y="79652"/>
                  <a:pt x="59960" y="80156"/>
                </a:cubicBezTo>
                <a:cubicBezTo>
                  <a:pt x="59414" y="80659"/>
                  <a:pt x="58491" y="80911"/>
                  <a:pt x="57191" y="80911"/>
                </a:cubicBezTo>
                <a:lnTo>
                  <a:pt x="44797" y="80911"/>
                </a:lnTo>
                <a:moveTo>
                  <a:pt x="44797" y="54549"/>
                </a:moveTo>
                <a:cubicBezTo>
                  <a:pt x="42322" y="53836"/>
                  <a:pt x="39700" y="53311"/>
                  <a:pt x="36932" y="52976"/>
                </a:cubicBezTo>
                <a:cubicBezTo>
                  <a:pt x="34164" y="52640"/>
                  <a:pt x="31249" y="52472"/>
                  <a:pt x="28187" y="52472"/>
                </a:cubicBezTo>
                <a:cubicBezTo>
                  <a:pt x="20511" y="52472"/>
                  <a:pt x="14513" y="54129"/>
                  <a:pt x="10192" y="57443"/>
                </a:cubicBezTo>
                <a:cubicBezTo>
                  <a:pt x="6921" y="59918"/>
                  <a:pt x="5285" y="62875"/>
                  <a:pt x="5285" y="66314"/>
                </a:cubicBezTo>
                <a:cubicBezTo>
                  <a:pt x="5285" y="69502"/>
                  <a:pt x="6533" y="72186"/>
                  <a:pt x="9029" y="74367"/>
                </a:cubicBezTo>
                <a:cubicBezTo>
                  <a:pt x="11524" y="76549"/>
                  <a:pt x="15163" y="77639"/>
                  <a:pt x="19945" y="77639"/>
                </a:cubicBezTo>
                <a:cubicBezTo>
                  <a:pt x="24517" y="77639"/>
                  <a:pt x="28763" y="76727"/>
                  <a:pt x="32685" y="74902"/>
                </a:cubicBezTo>
                <a:cubicBezTo>
                  <a:pt x="36607" y="73078"/>
                  <a:pt x="40644" y="70173"/>
                  <a:pt x="44797" y="66188"/>
                </a:cubicBezTo>
                <a:lnTo>
                  <a:pt x="44797" y="54549"/>
                </a:lnTo>
                <a:close/>
                <a:moveTo>
                  <a:pt x="100591" y="26299"/>
                </a:moveTo>
                <a:lnTo>
                  <a:pt x="100591" y="39671"/>
                </a:lnTo>
                <a:cubicBezTo>
                  <a:pt x="107470" y="33476"/>
                  <a:pt x="112619" y="29490"/>
                  <a:pt x="116037" y="27711"/>
                </a:cubicBezTo>
                <a:cubicBezTo>
                  <a:pt x="119456" y="25931"/>
                  <a:pt x="122612" y="25041"/>
                  <a:pt x="125506" y="25041"/>
                </a:cubicBezTo>
                <a:cubicBezTo>
                  <a:pt x="128652" y="25041"/>
                  <a:pt x="131578" y="26107"/>
                  <a:pt x="134283" y="28240"/>
                </a:cubicBezTo>
                <a:cubicBezTo>
                  <a:pt x="136988" y="30372"/>
                  <a:pt x="138341" y="31988"/>
                  <a:pt x="138341" y="33086"/>
                </a:cubicBezTo>
                <a:cubicBezTo>
                  <a:pt x="138341" y="33888"/>
                  <a:pt x="138079" y="34552"/>
                  <a:pt x="137555" y="35076"/>
                </a:cubicBezTo>
                <a:cubicBezTo>
                  <a:pt x="137030" y="35600"/>
                  <a:pt x="136370" y="35862"/>
                  <a:pt x="135573" y="35862"/>
                </a:cubicBezTo>
                <a:cubicBezTo>
                  <a:pt x="135153" y="35862"/>
                  <a:pt x="134797" y="35789"/>
                  <a:pt x="134503" y="35642"/>
                </a:cubicBezTo>
                <a:cubicBezTo>
                  <a:pt x="134210" y="35495"/>
                  <a:pt x="133664" y="35018"/>
                  <a:pt x="132867" y="34211"/>
                </a:cubicBezTo>
                <a:cubicBezTo>
                  <a:pt x="131399" y="32725"/>
                  <a:pt x="130120" y="31705"/>
                  <a:pt x="129029" y="31154"/>
                </a:cubicBezTo>
                <a:cubicBezTo>
                  <a:pt x="127939" y="30602"/>
                  <a:pt x="126869" y="30326"/>
                  <a:pt x="125821" y="30326"/>
                </a:cubicBezTo>
                <a:cubicBezTo>
                  <a:pt x="123514" y="30326"/>
                  <a:pt x="120735" y="31248"/>
                  <a:pt x="117484" y="33092"/>
                </a:cubicBezTo>
                <a:cubicBezTo>
                  <a:pt x="114234" y="34936"/>
                  <a:pt x="108602" y="39442"/>
                  <a:pt x="100591" y="46609"/>
                </a:cubicBezTo>
                <a:lnTo>
                  <a:pt x="100591" y="75626"/>
                </a:lnTo>
                <a:lnTo>
                  <a:pt x="123996" y="75626"/>
                </a:lnTo>
                <a:cubicBezTo>
                  <a:pt x="125296" y="75626"/>
                  <a:pt x="126219" y="75867"/>
                  <a:pt x="126764" y="76349"/>
                </a:cubicBezTo>
                <a:cubicBezTo>
                  <a:pt x="127310" y="76832"/>
                  <a:pt x="127582" y="77471"/>
                  <a:pt x="127582" y="78268"/>
                </a:cubicBezTo>
                <a:cubicBezTo>
                  <a:pt x="127582" y="79023"/>
                  <a:pt x="127310" y="79652"/>
                  <a:pt x="126764" y="80156"/>
                </a:cubicBezTo>
                <a:cubicBezTo>
                  <a:pt x="126219" y="80659"/>
                  <a:pt x="125296" y="80911"/>
                  <a:pt x="123996" y="80911"/>
                </a:cubicBezTo>
                <a:lnTo>
                  <a:pt x="82534" y="80911"/>
                </a:lnTo>
                <a:cubicBezTo>
                  <a:pt x="81276" y="80911"/>
                  <a:pt x="80374" y="80664"/>
                  <a:pt x="79829" y="80170"/>
                </a:cubicBezTo>
                <a:cubicBezTo>
                  <a:pt x="79283" y="79675"/>
                  <a:pt x="79011" y="79042"/>
                  <a:pt x="79011" y="78268"/>
                </a:cubicBezTo>
                <a:cubicBezTo>
                  <a:pt x="79011" y="77555"/>
                  <a:pt x="79273" y="76958"/>
                  <a:pt x="79797" y="76475"/>
                </a:cubicBezTo>
                <a:cubicBezTo>
                  <a:pt x="80321" y="75993"/>
                  <a:pt x="81234" y="75752"/>
                  <a:pt x="82534" y="75752"/>
                </a:cubicBezTo>
                <a:lnTo>
                  <a:pt x="95306" y="75752"/>
                </a:lnTo>
                <a:lnTo>
                  <a:pt x="95306" y="31584"/>
                </a:lnTo>
                <a:lnTo>
                  <a:pt x="85554" y="31584"/>
                </a:lnTo>
                <a:cubicBezTo>
                  <a:pt x="84296" y="31584"/>
                  <a:pt x="83394" y="31332"/>
                  <a:pt x="82849" y="30829"/>
                </a:cubicBezTo>
                <a:cubicBezTo>
                  <a:pt x="82303" y="30326"/>
                  <a:pt x="82031" y="29676"/>
                  <a:pt x="82031" y="28879"/>
                </a:cubicBezTo>
                <a:cubicBezTo>
                  <a:pt x="82031" y="28142"/>
                  <a:pt x="82293" y="27528"/>
                  <a:pt x="82817" y="27036"/>
                </a:cubicBezTo>
                <a:cubicBezTo>
                  <a:pt x="83341" y="26545"/>
                  <a:pt x="84254" y="26299"/>
                  <a:pt x="85554" y="26299"/>
                </a:cubicBezTo>
                <a:lnTo>
                  <a:pt x="100591" y="26299"/>
                </a:lnTo>
                <a:close/>
                <a:moveTo>
                  <a:pt x="202000" y="35951"/>
                </a:moveTo>
                <a:lnTo>
                  <a:pt x="202000" y="26299"/>
                </a:lnTo>
                <a:lnTo>
                  <a:pt x="214395" y="26299"/>
                </a:lnTo>
                <a:cubicBezTo>
                  <a:pt x="215653" y="26299"/>
                  <a:pt x="216555" y="26545"/>
                  <a:pt x="217100" y="27036"/>
                </a:cubicBezTo>
                <a:cubicBezTo>
                  <a:pt x="217645" y="27528"/>
                  <a:pt x="217918" y="28163"/>
                  <a:pt x="217918" y="28942"/>
                </a:cubicBezTo>
                <a:cubicBezTo>
                  <a:pt x="217918" y="29697"/>
                  <a:pt x="217645" y="30326"/>
                  <a:pt x="217100" y="30829"/>
                </a:cubicBezTo>
                <a:cubicBezTo>
                  <a:pt x="216555" y="31332"/>
                  <a:pt x="215653" y="31584"/>
                  <a:pt x="214395" y="31584"/>
                </a:cubicBezTo>
                <a:lnTo>
                  <a:pt x="207285" y="31584"/>
                </a:lnTo>
                <a:lnTo>
                  <a:pt x="207285" y="84507"/>
                </a:lnTo>
                <a:cubicBezTo>
                  <a:pt x="207285" y="88039"/>
                  <a:pt x="206530" y="91193"/>
                  <a:pt x="205020" y="93968"/>
                </a:cubicBezTo>
                <a:cubicBezTo>
                  <a:pt x="204013" y="95819"/>
                  <a:pt x="202336" y="97732"/>
                  <a:pt x="199987" y="99709"/>
                </a:cubicBezTo>
                <a:cubicBezTo>
                  <a:pt x="197638" y="101686"/>
                  <a:pt x="195499" y="103094"/>
                  <a:pt x="193569" y="103934"/>
                </a:cubicBezTo>
                <a:cubicBezTo>
                  <a:pt x="191640" y="104776"/>
                  <a:pt x="189060" y="105197"/>
                  <a:pt x="185831" y="105197"/>
                </a:cubicBezTo>
                <a:lnTo>
                  <a:pt x="170856" y="105197"/>
                </a:lnTo>
                <a:cubicBezTo>
                  <a:pt x="169598" y="105197"/>
                  <a:pt x="168696" y="104958"/>
                  <a:pt x="168151" y="104481"/>
                </a:cubicBezTo>
                <a:cubicBezTo>
                  <a:pt x="167606" y="104005"/>
                  <a:pt x="167333" y="103373"/>
                  <a:pt x="167333" y="102586"/>
                </a:cubicBezTo>
                <a:cubicBezTo>
                  <a:pt x="167333" y="101798"/>
                  <a:pt x="167606" y="101155"/>
                  <a:pt x="168151" y="100657"/>
                </a:cubicBezTo>
                <a:cubicBezTo>
                  <a:pt x="168696" y="100160"/>
                  <a:pt x="169598" y="99912"/>
                  <a:pt x="170856" y="99912"/>
                </a:cubicBezTo>
                <a:lnTo>
                  <a:pt x="186019" y="99912"/>
                </a:lnTo>
                <a:cubicBezTo>
                  <a:pt x="189123" y="99912"/>
                  <a:pt x="191923" y="99114"/>
                  <a:pt x="194419" y="97519"/>
                </a:cubicBezTo>
                <a:cubicBezTo>
                  <a:pt x="196914" y="95924"/>
                  <a:pt x="198980" y="93594"/>
                  <a:pt x="200616" y="90529"/>
                </a:cubicBezTo>
                <a:cubicBezTo>
                  <a:pt x="201539" y="88766"/>
                  <a:pt x="202000" y="86520"/>
                  <a:pt x="202000" y="83791"/>
                </a:cubicBezTo>
                <a:lnTo>
                  <a:pt x="202000" y="67922"/>
                </a:lnTo>
                <a:cubicBezTo>
                  <a:pt x="196338" y="75659"/>
                  <a:pt x="189039" y="79527"/>
                  <a:pt x="180105" y="79527"/>
                </a:cubicBezTo>
                <a:cubicBezTo>
                  <a:pt x="172849" y="79527"/>
                  <a:pt x="166589" y="76829"/>
                  <a:pt x="161325" y="71434"/>
                </a:cubicBezTo>
                <a:cubicBezTo>
                  <a:pt x="156060" y="66038"/>
                  <a:pt x="153428" y="59539"/>
                  <a:pt x="153428" y="51938"/>
                </a:cubicBezTo>
                <a:cubicBezTo>
                  <a:pt x="153428" y="44337"/>
                  <a:pt x="156060" y="37849"/>
                  <a:pt x="161325" y="32475"/>
                </a:cubicBezTo>
                <a:cubicBezTo>
                  <a:pt x="166589" y="27099"/>
                  <a:pt x="172849" y="24412"/>
                  <a:pt x="180105" y="24412"/>
                </a:cubicBezTo>
                <a:cubicBezTo>
                  <a:pt x="189039" y="24412"/>
                  <a:pt x="196338" y="28258"/>
                  <a:pt x="202000" y="35951"/>
                </a:cubicBezTo>
                <a:moveTo>
                  <a:pt x="202000" y="51938"/>
                </a:moveTo>
                <a:cubicBezTo>
                  <a:pt x="202000" y="45704"/>
                  <a:pt x="199871" y="40438"/>
                  <a:pt x="195614" y="36142"/>
                </a:cubicBezTo>
                <a:cubicBezTo>
                  <a:pt x="191357" y="31845"/>
                  <a:pt x="186271" y="29697"/>
                  <a:pt x="180357" y="29697"/>
                </a:cubicBezTo>
                <a:cubicBezTo>
                  <a:pt x="174443" y="29697"/>
                  <a:pt x="169367" y="31855"/>
                  <a:pt x="165131" y="36173"/>
                </a:cubicBezTo>
                <a:cubicBezTo>
                  <a:pt x="160895" y="40491"/>
                  <a:pt x="158776" y="45746"/>
                  <a:pt x="158776" y="51938"/>
                </a:cubicBezTo>
                <a:cubicBezTo>
                  <a:pt x="158776" y="58172"/>
                  <a:pt x="160895" y="63447"/>
                  <a:pt x="165131" y="67765"/>
                </a:cubicBezTo>
                <a:cubicBezTo>
                  <a:pt x="169367" y="72083"/>
                  <a:pt x="174443" y="74242"/>
                  <a:pt x="180357" y="74242"/>
                </a:cubicBezTo>
                <a:cubicBezTo>
                  <a:pt x="186271" y="74242"/>
                  <a:pt x="191357" y="72083"/>
                  <a:pt x="195614" y="67765"/>
                </a:cubicBezTo>
                <a:cubicBezTo>
                  <a:pt x="199871" y="63447"/>
                  <a:pt x="202000" y="58172"/>
                  <a:pt x="202000" y="51938"/>
                </a:cubicBezTo>
                <a:close/>
                <a:moveTo>
                  <a:pt x="238794" y="75626"/>
                </a:moveTo>
                <a:lnTo>
                  <a:pt x="279375" y="75626"/>
                </a:lnTo>
                <a:lnTo>
                  <a:pt x="279375" y="73487"/>
                </a:lnTo>
                <a:cubicBezTo>
                  <a:pt x="279375" y="72228"/>
                  <a:pt x="279627" y="71326"/>
                  <a:pt x="280130" y="70781"/>
                </a:cubicBezTo>
                <a:cubicBezTo>
                  <a:pt x="280633" y="70236"/>
                  <a:pt x="281283" y="69963"/>
                  <a:pt x="282080" y="69963"/>
                </a:cubicBezTo>
                <a:cubicBezTo>
                  <a:pt x="282835" y="69963"/>
                  <a:pt x="283465" y="70236"/>
                  <a:pt x="283968" y="70781"/>
                </a:cubicBezTo>
                <a:cubicBezTo>
                  <a:pt x="284471" y="71326"/>
                  <a:pt x="284723" y="72228"/>
                  <a:pt x="284723" y="73487"/>
                </a:cubicBezTo>
                <a:lnTo>
                  <a:pt x="284723" y="80911"/>
                </a:lnTo>
                <a:lnTo>
                  <a:pt x="233635" y="80911"/>
                </a:lnTo>
                <a:lnTo>
                  <a:pt x="233635" y="72983"/>
                </a:lnTo>
                <a:cubicBezTo>
                  <a:pt x="244372" y="63336"/>
                  <a:pt x="254817" y="53521"/>
                  <a:pt x="264967" y="43538"/>
                </a:cubicBezTo>
                <a:cubicBezTo>
                  <a:pt x="269707" y="38882"/>
                  <a:pt x="272957" y="35464"/>
                  <a:pt x="274719" y="33283"/>
                </a:cubicBezTo>
                <a:cubicBezTo>
                  <a:pt x="276481" y="31102"/>
                  <a:pt x="277687" y="29183"/>
                  <a:pt x="278337" y="27526"/>
                </a:cubicBezTo>
                <a:cubicBezTo>
                  <a:pt x="278987" y="25869"/>
                  <a:pt x="279312" y="24202"/>
                  <a:pt x="279312" y="22524"/>
                </a:cubicBezTo>
                <a:cubicBezTo>
                  <a:pt x="279312" y="17994"/>
                  <a:pt x="277487" y="13988"/>
                  <a:pt x="273838" y="10507"/>
                </a:cubicBezTo>
                <a:cubicBezTo>
                  <a:pt x="270189" y="7026"/>
                  <a:pt x="265785" y="5285"/>
                  <a:pt x="260626" y="5285"/>
                </a:cubicBezTo>
                <a:cubicBezTo>
                  <a:pt x="256012" y="5285"/>
                  <a:pt x="251922" y="6617"/>
                  <a:pt x="248357" y="9280"/>
                </a:cubicBezTo>
                <a:cubicBezTo>
                  <a:pt x="244792" y="11942"/>
                  <a:pt x="242485" y="15239"/>
                  <a:pt x="241436" y="19170"/>
                </a:cubicBezTo>
                <a:cubicBezTo>
                  <a:pt x="241185" y="20184"/>
                  <a:pt x="240870" y="20840"/>
                  <a:pt x="240493" y="21136"/>
                </a:cubicBezTo>
                <a:cubicBezTo>
                  <a:pt x="239989" y="21558"/>
                  <a:pt x="239402" y="21769"/>
                  <a:pt x="238731" y="21769"/>
                </a:cubicBezTo>
                <a:cubicBezTo>
                  <a:pt x="238018" y="21769"/>
                  <a:pt x="237420" y="21527"/>
                  <a:pt x="236938" y="21044"/>
                </a:cubicBezTo>
                <a:cubicBezTo>
                  <a:pt x="236455" y="20560"/>
                  <a:pt x="236214" y="19981"/>
                  <a:pt x="236214" y="19308"/>
                </a:cubicBezTo>
                <a:cubicBezTo>
                  <a:pt x="236214" y="17289"/>
                  <a:pt x="237315" y="14555"/>
                  <a:pt x="239517" y="11107"/>
                </a:cubicBezTo>
                <a:cubicBezTo>
                  <a:pt x="241719" y="7657"/>
                  <a:pt x="244760" y="4944"/>
                  <a:pt x="248640" y="2967"/>
                </a:cubicBezTo>
                <a:cubicBezTo>
                  <a:pt x="252520" y="989"/>
                  <a:pt x="256494" y="0"/>
                  <a:pt x="260563" y="0"/>
                </a:cubicBezTo>
                <a:cubicBezTo>
                  <a:pt x="267148" y="0"/>
                  <a:pt x="272811" y="2288"/>
                  <a:pt x="277550" y="6864"/>
                </a:cubicBezTo>
                <a:cubicBezTo>
                  <a:pt x="282290" y="11440"/>
                  <a:pt x="284660" y="16624"/>
                  <a:pt x="284660" y="22416"/>
                </a:cubicBezTo>
                <a:cubicBezTo>
                  <a:pt x="284660" y="24851"/>
                  <a:pt x="284262" y="27088"/>
                  <a:pt x="283465" y="29124"/>
                </a:cubicBezTo>
                <a:cubicBezTo>
                  <a:pt x="282668" y="31160"/>
                  <a:pt x="281315" y="33385"/>
                  <a:pt x="279406" y="35800"/>
                </a:cubicBezTo>
                <a:cubicBezTo>
                  <a:pt x="277498" y="38213"/>
                  <a:pt x="274069" y="41854"/>
                  <a:pt x="269120" y="46723"/>
                </a:cubicBezTo>
                <a:cubicBezTo>
                  <a:pt x="256704" y="58982"/>
                  <a:pt x="246595" y="68490"/>
                  <a:pt x="238794" y="75248"/>
                </a:cubicBezTo>
                <a:lnTo>
                  <a:pt x="238794" y="75626"/>
                </a:lnTo>
                <a:close/>
                <a:moveTo>
                  <a:pt x="320692" y="61910"/>
                </a:moveTo>
                <a:lnTo>
                  <a:pt x="337869" y="61910"/>
                </a:lnTo>
                <a:lnTo>
                  <a:pt x="319182" y="96640"/>
                </a:lnTo>
                <a:cubicBezTo>
                  <a:pt x="318050" y="98737"/>
                  <a:pt x="316687" y="99786"/>
                  <a:pt x="315093" y="99786"/>
                </a:cubicBezTo>
                <a:cubicBezTo>
                  <a:pt x="314044" y="99786"/>
                  <a:pt x="313153" y="99419"/>
                  <a:pt x="312419" y="98685"/>
                </a:cubicBezTo>
                <a:cubicBezTo>
                  <a:pt x="311685" y="97951"/>
                  <a:pt x="311318" y="97059"/>
                  <a:pt x="311318" y="96011"/>
                </a:cubicBezTo>
                <a:cubicBezTo>
                  <a:pt x="311318" y="95591"/>
                  <a:pt x="311381" y="95130"/>
                  <a:pt x="311507" y="94627"/>
                </a:cubicBezTo>
                <a:lnTo>
                  <a:pt x="320692" y="61910"/>
                </a:lnTo>
                <a:close/>
                <a:moveTo>
                  <a:pt x="500986" y="80911"/>
                </a:moveTo>
                <a:lnTo>
                  <a:pt x="500986" y="73235"/>
                </a:lnTo>
                <a:cubicBezTo>
                  <a:pt x="493310" y="79694"/>
                  <a:pt x="485110" y="82924"/>
                  <a:pt x="476386" y="82924"/>
                </a:cubicBezTo>
                <a:cubicBezTo>
                  <a:pt x="470052" y="82924"/>
                  <a:pt x="465103" y="81320"/>
                  <a:pt x="461538" y="78111"/>
                </a:cubicBezTo>
                <a:cubicBezTo>
                  <a:pt x="457972" y="74902"/>
                  <a:pt x="456190" y="70970"/>
                  <a:pt x="456190" y="66314"/>
                </a:cubicBezTo>
                <a:cubicBezTo>
                  <a:pt x="456190" y="61197"/>
                  <a:pt x="458538" y="56730"/>
                  <a:pt x="463236" y="52913"/>
                </a:cubicBezTo>
                <a:cubicBezTo>
                  <a:pt x="467934" y="49096"/>
                  <a:pt x="474792" y="47187"/>
                  <a:pt x="483810" y="47187"/>
                </a:cubicBezTo>
                <a:cubicBezTo>
                  <a:pt x="486243" y="47187"/>
                  <a:pt x="488885" y="47345"/>
                  <a:pt x="491737" y="47659"/>
                </a:cubicBezTo>
                <a:cubicBezTo>
                  <a:pt x="494590" y="47974"/>
                  <a:pt x="497673" y="48467"/>
                  <a:pt x="500986" y="49138"/>
                </a:cubicBezTo>
                <a:lnTo>
                  <a:pt x="500986" y="40526"/>
                </a:lnTo>
                <a:cubicBezTo>
                  <a:pt x="500986" y="37612"/>
                  <a:pt x="499644" y="35079"/>
                  <a:pt x="496960" y="32927"/>
                </a:cubicBezTo>
                <a:cubicBezTo>
                  <a:pt x="494275" y="30773"/>
                  <a:pt x="490248" y="29697"/>
                  <a:pt x="484880" y="29697"/>
                </a:cubicBezTo>
                <a:cubicBezTo>
                  <a:pt x="480769" y="29697"/>
                  <a:pt x="475002" y="30910"/>
                  <a:pt x="467577" y="33336"/>
                </a:cubicBezTo>
                <a:cubicBezTo>
                  <a:pt x="466235" y="33762"/>
                  <a:pt x="465375" y="33975"/>
                  <a:pt x="464998" y="33975"/>
                </a:cubicBezTo>
                <a:cubicBezTo>
                  <a:pt x="464327" y="33975"/>
                  <a:pt x="463750" y="33723"/>
                  <a:pt x="463268" y="33220"/>
                </a:cubicBezTo>
                <a:cubicBezTo>
                  <a:pt x="462785" y="32717"/>
                  <a:pt x="462544" y="32087"/>
                  <a:pt x="462544" y="31332"/>
                </a:cubicBezTo>
                <a:cubicBezTo>
                  <a:pt x="462544" y="30619"/>
                  <a:pt x="462754" y="30053"/>
                  <a:pt x="463173" y="29634"/>
                </a:cubicBezTo>
                <a:cubicBezTo>
                  <a:pt x="463761" y="29005"/>
                  <a:pt x="466130" y="28145"/>
                  <a:pt x="470283" y="27054"/>
                </a:cubicBezTo>
                <a:cubicBezTo>
                  <a:pt x="476826" y="25292"/>
                  <a:pt x="481776" y="24412"/>
                  <a:pt x="485131" y="24412"/>
                </a:cubicBezTo>
                <a:cubicBezTo>
                  <a:pt x="491800" y="24412"/>
                  <a:pt x="497002" y="26062"/>
                  <a:pt x="500735" y="29362"/>
                </a:cubicBezTo>
                <a:cubicBezTo>
                  <a:pt x="504468" y="32663"/>
                  <a:pt x="506334" y="36395"/>
                  <a:pt x="506334" y="40558"/>
                </a:cubicBezTo>
                <a:lnTo>
                  <a:pt x="506334" y="75626"/>
                </a:lnTo>
                <a:lnTo>
                  <a:pt x="513381" y="75626"/>
                </a:lnTo>
                <a:cubicBezTo>
                  <a:pt x="514681" y="75626"/>
                  <a:pt x="515604" y="75867"/>
                  <a:pt x="516149" y="76349"/>
                </a:cubicBezTo>
                <a:cubicBezTo>
                  <a:pt x="516694" y="76832"/>
                  <a:pt x="516967" y="77471"/>
                  <a:pt x="516967" y="78268"/>
                </a:cubicBezTo>
                <a:cubicBezTo>
                  <a:pt x="516967" y="79023"/>
                  <a:pt x="516694" y="79652"/>
                  <a:pt x="516149" y="80156"/>
                </a:cubicBezTo>
                <a:cubicBezTo>
                  <a:pt x="515604" y="80659"/>
                  <a:pt x="514681" y="80911"/>
                  <a:pt x="513381" y="80911"/>
                </a:cubicBezTo>
                <a:lnTo>
                  <a:pt x="500986" y="80911"/>
                </a:lnTo>
                <a:moveTo>
                  <a:pt x="500986" y="54549"/>
                </a:moveTo>
                <a:cubicBezTo>
                  <a:pt x="498512" y="53836"/>
                  <a:pt x="495890" y="53311"/>
                  <a:pt x="493122" y="52976"/>
                </a:cubicBezTo>
                <a:cubicBezTo>
                  <a:pt x="490353" y="52640"/>
                  <a:pt x="487438" y="52472"/>
                  <a:pt x="484376" y="52472"/>
                </a:cubicBezTo>
                <a:cubicBezTo>
                  <a:pt x="476700" y="52472"/>
                  <a:pt x="470702" y="54129"/>
                  <a:pt x="466382" y="57443"/>
                </a:cubicBezTo>
                <a:cubicBezTo>
                  <a:pt x="463110" y="59918"/>
                  <a:pt x="461475" y="62875"/>
                  <a:pt x="461475" y="66314"/>
                </a:cubicBezTo>
                <a:cubicBezTo>
                  <a:pt x="461475" y="69502"/>
                  <a:pt x="462722" y="72186"/>
                  <a:pt x="465218" y="74367"/>
                </a:cubicBezTo>
                <a:cubicBezTo>
                  <a:pt x="467714" y="76549"/>
                  <a:pt x="471352" y="77639"/>
                  <a:pt x="476134" y="77639"/>
                </a:cubicBezTo>
                <a:cubicBezTo>
                  <a:pt x="480706" y="77639"/>
                  <a:pt x="484953" y="76727"/>
                  <a:pt x="488875" y="74902"/>
                </a:cubicBezTo>
                <a:cubicBezTo>
                  <a:pt x="492797" y="73078"/>
                  <a:pt x="496834" y="70173"/>
                  <a:pt x="500986" y="66188"/>
                </a:cubicBezTo>
                <a:lnTo>
                  <a:pt x="500986" y="54549"/>
                </a:lnTo>
                <a:close/>
                <a:moveTo>
                  <a:pt x="556781" y="26299"/>
                </a:moveTo>
                <a:lnTo>
                  <a:pt x="556781" y="39671"/>
                </a:lnTo>
                <a:cubicBezTo>
                  <a:pt x="563660" y="33476"/>
                  <a:pt x="568808" y="29490"/>
                  <a:pt x="572227" y="27711"/>
                </a:cubicBezTo>
                <a:cubicBezTo>
                  <a:pt x="575645" y="25931"/>
                  <a:pt x="578802" y="25041"/>
                  <a:pt x="581696" y="25041"/>
                </a:cubicBezTo>
                <a:cubicBezTo>
                  <a:pt x="584842" y="25041"/>
                  <a:pt x="587767" y="26107"/>
                  <a:pt x="590473" y="28240"/>
                </a:cubicBezTo>
                <a:cubicBezTo>
                  <a:pt x="593178" y="30372"/>
                  <a:pt x="594531" y="31988"/>
                  <a:pt x="594531" y="33086"/>
                </a:cubicBezTo>
                <a:cubicBezTo>
                  <a:pt x="594531" y="33888"/>
                  <a:pt x="594269" y="34552"/>
                  <a:pt x="593744" y="35076"/>
                </a:cubicBezTo>
                <a:cubicBezTo>
                  <a:pt x="593220" y="35600"/>
                  <a:pt x="592559" y="35862"/>
                  <a:pt x="591762" y="35862"/>
                </a:cubicBezTo>
                <a:cubicBezTo>
                  <a:pt x="591343" y="35862"/>
                  <a:pt x="590986" y="35789"/>
                  <a:pt x="590693" y="35642"/>
                </a:cubicBezTo>
                <a:cubicBezTo>
                  <a:pt x="590399" y="35495"/>
                  <a:pt x="589854" y="35018"/>
                  <a:pt x="589057" y="34211"/>
                </a:cubicBezTo>
                <a:cubicBezTo>
                  <a:pt x="587589" y="32725"/>
                  <a:pt x="586310" y="31705"/>
                  <a:pt x="585219" y="31154"/>
                </a:cubicBezTo>
                <a:cubicBezTo>
                  <a:pt x="584128" y="30602"/>
                  <a:pt x="583059" y="30326"/>
                  <a:pt x="582010" y="30326"/>
                </a:cubicBezTo>
                <a:cubicBezTo>
                  <a:pt x="579703" y="30326"/>
                  <a:pt x="576924" y="31248"/>
                  <a:pt x="573674" y="33092"/>
                </a:cubicBezTo>
                <a:cubicBezTo>
                  <a:pt x="570423" y="34936"/>
                  <a:pt x="564792" y="39442"/>
                  <a:pt x="556781" y="46609"/>
                </a:cubicBezTo>
                <a:lnTo>
                  <a:pt x="556781" y="75626"/>
                </a:lnTo>
                <a:lnTo>
                  <a:pt x="580186" y="75626"/>
                </a:lnTo>
                <a:cubicBezTo>
                  <a:pt x="581486" y="75626"/>
                  <a:pt x="582409" y="75867"/>
                  <a:pt x="582954" y="76349"/>
                </a:cubicBezTo>
                <a:cubicBezTo>
                  <a:pt x="583499" y="76832"/>
                  <a:pt x="583772" y="77471"/>
                  <a:pt x="583772" y="78268"/>
                </a:cubicBezTo>
                <a:cubicBezTo>
                  <a:pt x="583772" y="79023"/>
                  <a:pt x="583499" y="79652"/>
                  <a:pt x="582954" y="80156"/>
                </a:cubicBezTo>
                <a:cubicBezTo>
                  <a:pt x="582409" y="80659"/>
                  <a:pt x="581486" y="80911"/>
                  <a:pt x="580186" y="80911"/>
                </a:cubicBezTo>
                <a:lnTo>
                  <a:pt x="538724" y="80911"/>
                </a:lnTo>
                <a:cubicBezTo>
                  <a:pt x="537465" y="80911"/>
                  <a:pt x="536563" y="80664"/>
                  <a:pt x="536018" y="80170"/>
                </a:cubicBezTo>
                <a:cubicBezTo>
                  <a:pt x="535473" y="79675"/>
                  <a:pt x="535200" y="79042"/>
                  <a:pt x="535200" y="78268"/>
                </a:cubicBezTo>
                <a:cubicBezTo>
                  <a:pt x="535200" y="77555"/>
                  <a:pt x="535462" y="76958"/>
                  <a:pt x="535987" y="76475"/>
                </a:cubicBezTo>
                <a:cubicBezTo>
                  <a:pt x="536511" y="75993"/>
                  <a:pt x="537423" y="75752"/>
                  <a:pt x="538724" y="75752"/>
                </a:cubicBezTo>
                <a:lnTo>
                  <a:pt x="551496" y="75752"/>
                </a:lnTo>
                <a:lnTo>
                  <a:pt x="551496" y="31584"/>
                </a:lnTo>
                <a:lnTo>
                  <a:pt x="541744" y="31584"/>
                </a:lnTo>
                <a:cubicBezTo>
                  <a:pt x="540485" y="31584"/>
                  <a:pt x="539583" y="31332"/>
                  <a:pt x="539038" y="30829"/>
                </a:cubicBezTo>
                <a:cubicBezTo>
                  <a:pt x="538493" y="30326"/>
                  <a:pt x="538220" y="29676"/>
                  <a:pt x="538220" y="28879"/>
                </a:cubicBezTo>
                <a:cubicBezTo>
                  <a:pt x="538220" y="28142"/>
                  <a:pt x="538482" y="27528"/>
                  <a:pt x="539007" y="27036"/>
                </a:cubicBezTo>
                <a:cubicBezTo>
                  <a:pt x="539531" y="26545"/>
                  <a:pt x="540443" y="26299"/>
                  <a:pt x="541744" y="26299"/>
                </a:cubicBezTo>
                <a:lnTo>
                  <a:pt x="556781" y="26299"/>
                </a:lnTo>
                <a:close/>
                <a:moveTo>
                  <a:pt x="658190" y="35951"/>
                </a:moveTo>
                <a:lnTo>
                  <a:pt x="658190" y="26299"/>
                </a:lnTo>
                <a:lnTo>
                  <a:pt x="670584" y="26299"/>
                </a:lnTo>
                <a:cubicBezTo>
                  <a:pt x="671843" y="26299"/>
                  <a:pt x="672744" y="26545"/>
                  <a:pt x="673290" y="27036"/>
                </a:cubicBezTo>
                <a:cubicBezTo>
                  <a:pt x="673835" y="27528"/>
                  <a:pt x="674108" y="28163"/>
                  <a:pt x="674108" y="28942"/>
                </a:cubicBezTo>
                <a:cubicBezTo>
                  <a:pt x="674108" y="29697"/>
                  <a:pt x="673835" y="30326"/>
                  <a:pt x="673290" y="30829"/>
                </a:cubicBezTo>
                <a:cubicBezTo>
                  <a:pt x="672744" y="31332"/>
                  <a:pt x="671843" y="31584"/>
                  <a:pt x="670584" y="31584"/>
                </a:cubicBezTo>
                <a:lnTo>
                  <a:pt x="663475" y="31584"/>
                </a:lnTo>
                <a:lnTo>
                  <a:pt x="663475" y="84507"/>
                </a:lnTo>
                <a:cubicBezTo>
                  <a:pt x="663475" y="88039"/>
                  <a:pt x="662720" y="91193"/>
                  <a:pt x="661210" y="93968"/>
                </a:cubicBezTo>
                <a:cubicBezTo>
                  <a:pt x="660203" y="95819"/>
                  <a:pt x="658525" y="97732"/>
                  <a:pt x="656176" y="99709"/>
                </a:cubicBezTo>
                <a:cubicBezTo>
                  <a:pt x="653827" y="101686"/>
                  <a:pt x="651688" y="103094"/>
                  <a:pt x="649759" y="103934"/>
                </a:cubicBezTo>
                <a:cubicBezTo>
                  <a:pt x="647829" y="104776"/>
                  <a:pt x="645250" y="105197"/>
                  <a:pt x="642020" y="105197"/>
                </a:cubicBezTo>
                <a:lnTo>
                  <a:pt x="627046" y="105197"/>
                </a:lnTo>
                <a:cubicBezTo>
                  <a:pt x="625788" y="105197"/>
                  <a:pt x="624886" y="104958"/>
                  <a:pt x="624341" y="104481"/>
                </a:cubicBezTo>
                <a:cubicBezTo>
                  <a:pt x="623795" y="104005"/>
                  <a:pt x="623523" y="103373"/>
                  <a:pt x="623523" y="102586"/>
                </a:cubicBezTo>
                <a:cubicBezTo>
                  <a:pt x="623523" y="101798"/>
                  <a:pt x="623795" y="101155"/>
                  <a:pt x="624341" y="100657"/>
                </a:cubicBezTo>
                <a:cubicBezTo>
                  <a:pt x="624886" y="100160"/>
                  <a:pt x="625788" y="99912"/>
                  <a:pt x="627046" y="99912"/>
                </a:cubicBezTo>
                <a:lnTo>
                  <a:pt x="642209" y="99912"/>
                </a:lnTo>
                <a:cubicBezTo>
                  <a:pt x="645313" y="99912"/>
                  <a:pt x="648113" y="99114"/>
                  <a:pt x="650608" y="97519"/>
                </a:cubicBezTo>
                <a:cubicBezTo>
                  <a:pt x="653104" y="95924"/>
                  <a:pt x="655170" y="93594"/>
                  <a:pt x="656806" y="90529"/>
                </a:cubicBezTo>
                <a:cubicBezTo>
                  <a:pt x="657728" y="88766"/>
                  <a:pt x="658190" y="86520"/>
                  <a:pt x="658190" y="83791"/>
                </a:cubicBezTo>
                <a:lnTo>
                  <a:pt x="658190" y="67922"/>
                </a:lnTo>
                <a:cubicBezTo>
                  <a:pt x="652527" y="75659"/>
                  <a:pt x="645229" y="79527"/>
                  <a:pt x="636295" y="79527"/>
                </a:cubicBezTo>
                <a:cubicBezTo>
                  <a:pt x="629038" y="79527"/>
                  <a:pt x="622778" y="76829"/>
                  <a:pt x="617514" y="71434"/>
                </a:cubicBezTo>
                <a:cubicBezTo>
                  <a:pt x="612250" y="66038"/>
                  <a:pt x="609618" y="59539"/>
                  <a:pt x="609618" y="51938"/>
                </a:cubicBezTo>
                <a:cubicBezTo>
                  <a:pt x="609618" y="44337"/>
                  <a:pt x="612250" y="37849"/>
                  <a:pt x="617514" y="32475"/>
                </a:cubicBezTo>
                <a:cubicBezTo>
                  <a:pt x="622778" y="27099"/>
                  <a:pt x="629038" y="24412"/>
                  <a:pt x="636295" y="24412"/>
                </a:cubicBezTo>
                <a:cubicBezTo>
                  <a:pt x="645229" y="24412"/>
                  <a:pt x="652527" y="28258"/>
                  <a:pt x="658190" y="35951"/>
                </a:cubicBezTo>
                <a:moveTo>
                  <a:pt x="658190" y="51938"/>
                </a:moveTo>
                <a:cubicBezTo>
                  <a:pt x="658190" y="45704"/>
                  <a:pt x="656061" y="40438"/>
                  <a:pt x="651804" y="36142"/>
                </a:cubicBezTo>
                <a:cubicBezTo>
                  <a:pt x="647546" y="31845"/>
                  <a:pt x="642461" y="29697"/>
                  <a:pt x="636546" y="29697"/>
                </a:cubicBezTo>
                <a:cubicBezTo>
                  <a:pt x="630632" y="29697"/>
                  <a:pt x="625557" y="31855"/>
                  <a:pt x="621321" y="36173"/>
                </a:cubicBezTo>
                <a:cubicBezTo>
                  <a:pt x="617084" y="40491"/>
                  <a:pt x="614966" y="45746"/>
                  <a:pt x="614966" y="51938"/>
                </a:cubicBezTo>
                <a:cubicBezTo>
                  <a:pt x="614966" y="58172"/>
                  <a:pt x="617084" y="63447"/>
                  <a:pt x="621321" y="67765"/>
                </a:cubicBezTo>
                <a:cubicBezTo>
                  <a:pt x="625557" y="72083"/>
                  <a:pt x="630632" y="74242"/>
                  <a:pt x="636546" y="74242"/>
                </a:cubicBezTo>
                <a:cubicBezTo>
                  <a:pt x="642461" y="74242"/>
                  <a:pt x="647546" y="72083"/>
                  <a:pt x="651804" y="67765"/>
                </a:cubicBezTo>
                <a:cubicBezTo>
                  <a:pt x="656061" y="63447"/>
                  <a:pt x="658190" y="58172"/>
                  <a:pt x="658190" y="51938"/>
                </a:cubicBezTo>
                <a:close/>
                <a:moveTo>
                  <a:pt x="728581" y="37978"/>
                </a:moveTo>
                <a:cubicBezTo>
                  <a:pt x="733446" y="40158"/>
                  <a:pt x="737158" y="43144"/>
                  <a:pt x="739717" y="46936"/>
                </a:cubicBezTo>
                <a:cubicBezTo>
                  <a:pt x="742276" y="50728"/>
                  <a:pt x="743555" y="54678"/>
                  <a:pt x="743555" y="58786"/>
                </a:cubicBezTo>
                <a:cubicBezTo>
                  <a:pt x="743555" y="65113"/>
                  <a:pt x="740986" y="70697"/>
                  <a:pt x="735848" y="75537"/>
                </a:cubicBezTo>
                <a:cubicBezTo>
                  <a:pt x="730710" y="80378"/>
                  <a:pt x="724282" y="82798"/>
                  <a:pt x="716564" y="82798"/>
                </a:cubicBezTo>
                <a:cubicBezTo>
                  <a:pt x="712034" y="82798"/>
                  <a:pt x="707336" y="81834"/>
                  <a:pt x="702470" y="79904"/>
                </a:cubicBezTo>
                <a:cubicBezTo>
                  <a:pt x="697605" y="77975"/>
                  <a:pt x="694207" y="76003"/>
                  <a:pt x="692278" y="73990"/>
                </a:cubicBezTo>
                <a:cubicBezTo>
                  <a:pt x="691649" y="73319"/>
                  <a:pt x="691334" y="72606"/>
                  <a:pt x="691334" y="71851"/>
                </a:cubicBezTo>
                <a:cubicBezTo>
                  <a:pt x="691334" y="71180"/>
                  <a:pt x="691575" y="70592"/>
                  <a:pt x="692058" y="70089"/>
                </a:cubicBezTo>
                <a:cubicBezTo>
                  <a:pt x="692540" y="69586"/>
                  <a:pt x="693117" y="69334"/>
                  <a:pt x="693788" y="69334"/>
                </a:cubicBezTo>
                <a:cubicBezTo>
                  <a:pt x="694459" y="69334"/>
                  <a:pt x="695214" y="69649"/>
                  <a:pt x="696053" y="70278"/>
                </a:cubicBezTo>
                <a:cubicBezTo>
                  <a:pt x="702554" y="75101"/>
                  <a:pt x="709433" y="77513"/>
                  <a:pt x="716690" y="77513"/>
                </a:cubicBezTo>
                <a:cubicBezTo>
                  <a:pt x="722813" y="77513"/>
                  <a:pt x="727941" y="75598"/>
                  <a:pt x="732073" y="71766"/>
                </a:cubicBezTo>
                <a:cubicBezTo>
                  <a:pt x="736204" y="67935"/>
                  <a:pt x="738270" y="63674"/>
                  <a:pt x="738270" y="58984"/>
                </a:cubicBezTo>
                <a:cubicBezTo>
                  <a:pt x="738270" y="55844"/>
                  <a:pt x="737253" y="52766"/>
                  <a:pt x="735219" y="49751"/>
                </a:cubicBezTo>
                <a:cubicBezTo>
                  <a:pt x="733184" y="46737"/>
                  <a:pt x="730259" y="44360"/>
                  <a:pt x="726442" y="42622"/>
                </a:cubicBezTo>
                <a:cubicBezTo>
                  <a:pt x="722625" y="40884"/>
                  <a:pt x="718766" y="40015"/>
                  <a:pt x="714865" y="40015"/>
                </a:cubicBezTo>
                <a:cubicBezTo>
                  <a:pt x="713607" y="40015"/>
                  <a:pt x="712705" y="39771"/>
                  <a:pt x="712160" y="39284"/>
                </a:cubicBezTo>
                <a:cubicBezTo>
                  <a:pt x="711614" y="38795"/>
                  <a:pt x="711342" y="38147"/>
                  <a:pt x="711342" y="37341"/>
                </a:cubicBezTo>
                <a:cubicBezTo>
                  <a:pt x="711342" y="36577"/>
                  <a:pt x="711604" y="35940"/>
                  <a:pt x="712128" y="35432"/>
                </a:cubicBezTo>
                <a:cubicBezTo>
                  <a:pt x="712652" y="34922"/>
                  <a:pt x="713439" y="34667"/>
                  <a:pt x="714487" y="34667"/>
                </a:cubicBezTo>
                <a:lnTo>
                  <a:pt x="719017" y="34730"/>
                </a:lnTo>
                <a:cubicBezTo>
                  <a:pt x="723757" y="34730"/>
                  <a:pt x="727669" y="33280"/>
                  <a:pt x="730751" y="30381"/>
                </a:cubicBezTo>
                <a:cubicBezTo>
                  <a:pt x="733834" y="27480"/>
                  <a:pt x="735376" y="24117"/>
                  <a:pt x="735376" y="20291"/>
                </a:cubicBezTo>
                <a:cubicBezTo>
                  <a:pt x="735376" y="16340"/>
                  <a:pt x="733761" y="12851"/>
                  <a:pt x="730531" y="9825"/>
                </a:cubicBezTo>
                <a:cubicBezTo>
                  <a:pt x="727302" y="6798"/>
                  <a:pt x="723086" y="5285"/>
                  <a:pt x="717885" y="5285"/>
                </a:cubicBezTo>
                <a:cubicBezTo>
                  <a:pt x="714236" y="5285"/>
                  <a:pt x="710880" y="5919"/>
                  <a:pt x="707818" y="7186"/>
                </a:cubicBezTo>
                <a:cubicBezTo>
                  <a:pt x="704756" y="8454"/>
                  <a:pt x="702303" y="10186"/>
                  <a:pt x="700457" y="12383"/>
                </a:cubicBezTo>
                <a:cubicBezTo>
                  <a:pt x="699786" y="13227"/>
                  <a:pt x="699272" y="13744"/>
                  <a:pt x="698916" y="13934"/>
                </a:cubicBezTo>
                <a:cubicBezTo>
                  <a:pt x="698559" y="14124"/>
                  <a:pt x="698150" y="14219"/>
                  <a:pt x="697689" y="14219"/>
                </a:cubicBezTo>
                <a:cubicBezTo>
                  <a:pt x="696976" y="14219"/>
                  <a:pt x="696368" y="13977"/>
                  <a:pt x="695864" y="13494"/>
                </a:cubicBezTo>
                <a:cubicBezTo>
                  <a:pt x="695361" y="13009"/>
                  <a:pt x="695109" y="12429"/>
                  <a:pt x="695109" y="11754"/>
                </a:cubicBezTo>
                <a:cubicBezTo>
                  <a:pt x="695109" y="10069"/>
                  <a:pt x="696934" y="7942"/>
                  <a:pt x="700583" y="5372"/>
                </a:cubicBezTo>
                <a:cubicBezTo>
                  <a:pt x="705658" y="1791"/>
                  <a:pt x="711426" y="0"/>
                  <a:pt x="717885" y="0"/>
                </a:cubicBezTo>
                <a:cubicBezTo>
                  <a:pt x="724554" y="0"/>
                  <a:pt x="730028" y="2008"/>
                  <a:pt x="734306" y="6024"/>
                </a:cubicBezTo>
                <a:cubicBezTo>
                  <a:pt x="738585" y="10040"/>
                  <a:pt x="740724" y="14825"/>
                  <a:pt x="740724" y="20377"/>
                </a:cubicBezTo>
                <a:cubicBezTo>
                  <a:pt x="740724" y="23910"/>
                  <a:pt x="739696" y="27253"/>
                  <a:pt x="737641" y="30408"/>
                </a:cubicBezTo>
                <a:cubicBezTo>
                  <a:pt x="735586" y="33562"/>
                  <a:pt x="732566" y="36085"/>
                  <a:pt x="728581" y="37978"/>
                </a:cubicBezTo>
                <a:close/>
                <a:moveTo>
                  <a:pt x="796581" y="49610"/>
                </a:moveTo>
                <a:cubicBezTo>
                  <a:pt x="796581" y="54436"/>
                  <a:pt x="795952" y="59546"/>
                  <a:pt x="794694" y="64940"/>
                </a:cubicBezTo>
                <a:cubicBezTo>
                  <a:pt x="793435" y="70334"/>
                  <a:pt x="791023" y="76587"/>
                  <a:pt x="787458" y="83701"/>
                </a:cubicBezTo>
                <a:cubicBezTo>
                  <a:pt x="783893" y="90816"/>
                  <a:pt x="781292" y="95087"/>
                  <a:pt x="779657" y="96514"/>
                </a:cubicBezTo>
                <a:cubicBezTo>
                  <a:pt x="779153" y="97017"/>
                  <a:pt x="778608" y="97269"/>
                  <a:pt x="778021" y="97269"/>
                </a:cubicBezTo>
                <a:cubicBezTo>
                  <a:pt x="777266" y="97269"/>
                  <a:pt x="776626" y="97006"/>
                  <a:pt x="776102" y="96481"/>
                </a:cubicBezTo>
                <a:cubicBezTo>
                  <a:pt x="775577" y="95956"/>
                  <a:pt x="775315" y="95338"/>
                  <a:pt x="775315" y="94625"/>
                </a:cubicBezTo>
                <a:cubicBezTo>
                  <a:pt x="775315" y="94205"/>
                  <a:pt x="775462" y="93744"/>
                  <a:pt x="775756" y="93240"/>
                </a:cubicBezTo>
                <a:cubicBezTo>
                  <a:pt x="780370" y="84803"/>
                  <a:pt x="783662" y="77143"/>
                  <a:pt x="785634" y="70260"/>
                </a:cubicBezTo>
                <a:cubicBezTo>
                  <a:pt x="787605" y="63376"/>
                  <a:pt x="788591" y="56493"/>
                  <a:pt x="788591" y="49610"/>
                </a:cubicBezTo>
                <a:cubicBezTo>
                  <a:pt x="788591" y="42684"/>
                  <a:pt x="787605" y="35779"/>
                  <a:pt x="785634" y="28896"/>
                </a:cubicBezTo>
                <a:cubicBezTo>
                  <a:pt x="783662" y="22014"/>
                  <a:pt x="780370" y="14333"/>
                  <a:pt x="775756" y="5853"/>
                </a:cubicBezTo>
                <a:cubicBezTo>
                  <a:pt x="775462" y="5350"/>
                  <a:pt x="775315" y="4888"/>
                  <a:pt x="775315" y="4469"/>
                </a:cubicBezTo>
                <a:cubicBezTo>
                  <a:pt x="775315" y="3755"/>
                  <a:pt x="775577" y="3146"/>
                  <a:pt x="776102" y="2642"/>
                </a:cubicBezTo>
                <a:cubicBezTo>
                  <a:pt x="776626" y="2139"/>
                  <a:pt x="777266" y="1887"/>
                  <a:pt x="778021" y="1887"/>
                </a:cubicBezTo>
                <a:cubicBezTo>
                  <a:pt x="778608" y="1887"/>
                  <a:pt x="779153" y="2118"/>
                  <a:pt x="779657" y="2580"/>
                </a:cubicBezTo>
                <a:cubicBezTo>
                  <a:pt x="781208" y="4007"/>
                  <a:pt x="783746" y="8184"/>
                  <a:pt x="787269" y="15110"/>
                </a:cubicBezTo>
                <a:cubicBezTo>
                  <a:pt x="790793" y="22035"/>
                  <a:pt x="793226" y="28162"/>
                  <a:pt x="794568" y="33493"/>
                </a:cubicBezTo>
                <a:cubicBezTo>
                  <a:pt x="795910" y="38823"/>
                  <a:pt x="796581" y="44195"/>
                  <a:pt x="796581" y="496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21517-E977-42AD-A826-A6CF5C99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537" y="3933343"/>
            <a:ext cx="397517" cy="194497"/>
          </a:xfrm>
          <a:custGeom xmlns:a="http://schemas.openxmlformats.org/drawingml/2006/main">
            <a:pathLst>
              <a:path w="397517" h="194497">
                <a:moveTo>
                  <a:pt x="0" y="32417"/>
                </a:moveTo>
                <a:lnTo>
                  <a:pt x="0" y="32417"/>
                </a:lnTo>
                <a:cubicBezTo>
                  <a:pt x="0" y="14513"/>
                  <a:pt x="14514" y="0"/>
                  <a:pt x="32417" y="0"/>
                </a:cubicBezTo>
                <a:lnTo>
                  <a:pt x="365101" y="0"/>
                </a:lnTo>
                <a:cubicBezTo>
                  <a:pt x="373698" y="0"/>
                  <a:pt x="381943" y="3416"/>
                  <a:pt x="388023" y="9495"/>
                </a:cubicBezTo>
                <a:cubicBezTo>
                  <a:pt x="394102" y="15574"/>
                  <a:pt x="397517" y="23820"/>
                  <a:pt x="397517" y="32417"/>
                </a:cubicBezTo>
                <a:lnTo>
                  <a:pt x="397517" y="162080"/>
                </a:lnTo>
                <a:cubicBezTo>
                  <a:pt x="397517" y="179984"/>
                  <a:pt x="383004" y="194497"/>
                  <a:pt x="365101" y="194497"/>
                </a:cubicBezTo>
                <a:lnTo>
                  <a:pt x="32417" y="194497"/>
                </a:lnTo>
                <a:cubicBezTo>
                  <a:pt x="14514" y="194497"/>
                  <a:pt x="0" y="179984"/>
                  <a:pt x="0" y="162080"/>
                </a:cubicBezTo>
                <a:lnTo>
                  <a:pt x="0" y="3241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902615-8B64-4BC1-BCA2-B0BB6125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537" y="3933343"/>
            <a:ext cx="397517" cy="194497"/>
          </a:xfrm>
          <a:custGeom xmlns:a="http://schemas.openxmlformats.org/drawingml/2006/main">
            <a:pathLst>
              <a:path w="397517" h="194497" fill="none">
                <a:moveTo>
                  <a:pt x="0" y="32417"/>
                </a:moveTo>
                <a:lnTo>
                  <a:pt x="0" y="32417"/>
                </a:lnTo>
                <a:cubicBezTo>
                  <a:pt x="0" y="14513"/>
                  <a:pt x="14514" y="0"/>
                  <a:pt x="32417" y="0"/>
                </a:cubicBezTo>
                <a:lnTo>
                  <a:pt x="365101" y="0"/>
                </a:lnTo>
                <a:cubicBezTo>
                  <a:pt x="373698" y="0"/>
                  <a:pt x="381943" y="3416"/>
                  <a:pt x="388023" y="9495"/>
                </a:cubicBezTo>
                <a:cubicBezTo>
                  <a:pt x="394102" y="15574"/>
                  <a:pt x="397517" y="23820"/>
                  <a:pt x="397517" y="32417"/>
                </a:cubicBezTo>
                <a:lnTo>
                  <a:pt x="397517" y="162080"/>
                </a:lnTo>
                <a:cubicBezTo>
                  <a:pt x="397517" y="179984"/>
                  <a:pt x="383004" y="194497"/>
                  <a:pt x="365101" y="194497"/>
                </a:cubicBezTo>
                <a:lnTo>
                  <a:pt x="32417" y="194497"/>
                </a:lnTo>
                <a:cubicBezTo>
                  <a:pt x="14514" y="194497"/>
                  <a:pt x="0" y="179984"/>
                  <a:pt x="0" y="162080"/>
                </a:cubicBezTo>
                <a:lnTo>
                  <a:pt x="0" y="32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00"/>
            </a:solidFill>
            <a:round/>
          </a:ln>
        </p:spPr>
      </p:sp>
      <p:sp>
        <p:nvSpPr>
          <p:cNvPr id="77" name="Text v0">
            <a:extLst xmlns:a="http://schemas.openxmlformats.org/drawingml/2006/main">
              <a:ext uri="{FF2B5EF4-FFF2-40B4-BE49-F238E27FC236}">
                <a16:creationId xmlns:a16="http://schemas.microsoft.com/office/drawing/2014/main" id="{E1AB35C4-514F-4503-A208-42D10A3D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616" y="3986404"/>
            <a:ext cx="136517" cy="82798"/>
          </a:xfrm>
          <a:custGeom xmlns:a="http://schemas.openxmlformats.org/drawingml/2006/main">
            <a:pathLst>
              <a:path w="136517" h="82798">
                <a:moveTo>
                  <a:pt x="39575" y="80911"/>
                </a:moveTo>
                <a:lnTo>
                  <a:pt x="30640" y="80911"/>
                </a:lnTo>
                <a:lnTo>
                  <a:pt x="8934" y="31584"/>
                </a:lnTo>
                <a:lnTo>
                  <a:pt x="3523" y="31584"/>
                </a:lnTo>
                <a:cubicBezTo>
                  <a:pt x="2265" y="31584"/>
                  <a:pt x="1363" y="31332"/>
                  <a:pt x="818" y="30829"/>
                </a:cubicBezTo>
                <a:cubicBezTo>
                  <a:pt x="273" y="30326"/>
                  <a:pt x="0" y="29676"/>
                  <a:pt x="0" y="28879"/>
                </a:cubicBezTo>
                <a:cubicBezTo>
                  <a:pt x="0" y="28142"/>
                  <a:pt x="273" y="27528"/>
                  <a:pt x="818" y="27036"/>
                </a:cubicBezTo>
                <a:cubicBezTo>
                  <a:pt x="1363" y="26545"/>
                  <a:pt x="2265" y="26299"/>
                  <a:pt x="3523" y="26299"/>
                </a:cubicBezTo>
                <a:lnTo>
                  <a:pt x="23342" y="26299"/>
                </a:lnTo>
                <a:cubicBezTo>
                  <a:pt x="24600" y="26299"/>
                  <a:pt x="25502" y="26545"/>
                  <a:pt x="26047" y="27036"/>
                </a:cubicBezTo>
                <a:cubicBezTo>
                  <a:pt x="26593" y="27528"/>
                  <a:pt x="26865" y="28163"/>
                  <a:pt x="26865" y="28942"/>
                </a:cubicBezTo>
                <a:cubicBezTo>
                  <a:pt x="26865" y="29697"/>
                  <a:pt x="26593" y="30326"/>
                  <a:pt x="26047" y="30829"/>
                </a:cubicBezTo>
                <a:cubicBezTo>
                  <a:pt x="25502" y="31332"/>
                  <a:pt x="24600" y="31584"/>
                  <a:pt x="23342" y="31584"/>
                </a:cubicBezTo>
                <a:lnTo>
                  <a:pt x="14597" y="31584"/>
                </a:lnTo>
                <a:lnTo>
                  <a:pt x="33975" y="75626"/>
                </a:lnTo>
                <a:lnTo>
                  <a:pt x="36303" y="75626"/>
                </a:lnTo>
                <a:lnTo>
                  <a:pt x="55304" y="31584"/>
                </a:lnTo>
                <a:lnTo>
                  <a:pt x="46495" y="31584"/>
                </a:lnTo>
                <a:cubicBezTo>
                  <a:pt x="45237" y="31584"/>
                  <a:pt x="44335" y="31332"/>
                  <a:pt x="43790" y="30829"/>
                </a:cubicBezTo>
                <a:cubicBezTo>
                  <a:pt x="43245" y="30326"/>
                  <a:pt x="42972" y="29676"/>
                  <a:pt x="42972" y="28879"/>
                </a:cubicBezTo>
                <a:cubicBezTo>
                  <a:pt x="42972" y="28142"/>
                  <a:pt x="43245" y="27528"/>
                  <a:pt x="43790" y="27036"/>
                </a:cubicBezTo>
                <a:cubicBezTo>
                  <a:pt x="44335" y="26545"/>
                  <a:pt x="45237" y="26299"/>
                  <a:pt x="46495" y="26299"/>
                </a:cubicBezTo>
                <a:lnTo>
                  <a:pt x="66377" y="26299"/>
                </a:lnTo>
                <a:cubicBezTo>
                  <a:pt x="67677" y="26299"/>
                  <a:pt x="68590" y="26545"/>
                  <a:pt x="69114" y="27036"/>
                </a:cubicBezTo>
                <a:cubicBezTo>
                  <a:pt x="69638" y="27528"/>
                  <a:pt x="69900" y="28163"/>
                  <a:pt x="69900" y="28942"/>
                </a:cubicBezTo>
                <a:cubicBezTo>
                  <a:pt x="69900" y="29697"/>
                  <a:pt x="69638" y="30326"/>
                  <a:pt x="69114" y="30829"/>
                </a:cubicBezTo>
                <a:cubicBezTo>
                  <a:pt x="68590" y="31332"/>
                  <a:pt x="67677" y="31584"/>
                  <a:pt x="66377" y="31584"/>
                </a:cubicBezTo>
                <a:lnTo>
                  <a:pt x="61029" y="31584"/>
                </a:lnTo>
                <a:lnTo>
                  <a:pt x="39575" y="80911"/>
                </a:lnTo>
                <a:close/>
                <a:moveTo>
                  <a:pt x="136517" y="34881"/>
                </a:moveTo>
                <a:lnTo>
                  <a:pt x="136517" y="47980"/>
                </a:lnTo>
                <a:cubicBezTo>
                  <a:pt x="136517" y="59355"/>
                  <a:pt x="133811" y="68358"/>
                  <a:pt x="128400" y="74991"/>
                </a:cubicBezTo>
                <a:cubicBezTo>
                  <a:pt x="124164" y="80196"/>
                  <a:pt x="118816" y="82798"/>
                  <a:pt x="112357" y="82798"/>
                </a:cubicBezTo>
                <a:cubicBezTo>
                  <a:pt x="109253" y="82798"/>
                  <a:pt x="106327" y="82179"/>
                  <a:pt x="103580" y="80940"/>
                </a:cubicBezTo>
                <a:cubicBezTo>
                  <a:pt x="100832" y="79703"/>
                  <a:pt x="98494" y="77971"/>
                  <a:pt x="96564" y="75746"/>
                </a:cubicBezTo>
                <a:cubicBezTo>
                  <a:pt x="95348" y="74360"/>
                  <a:pt x="94016" y="72136"/>
                  <a:pt x="92569" y="69073"/>
                </a:cubicBezTo>
                <a:cubicBezTo>
                  <a:pt x="91122" y="66008"/>
                  <a:pt x="90084" y="63195"/>
                  <a:pt x="89455" y="60634"/>
                </a:cubicBezTo>
                <a:cubicBezTo>
                  <a:pt x="88490" y="57024"/>
                  <a:pt x="88008" y="52806"/>
                  <a:pt x="88008" y="47980"/>
                </a:cubicBezTo>
                <a:lnTo>
                  <a:pt x="88008" y="34881"/>
                </a:lnTo>
                <a:cubicBezTo>
                  <a:pt x="88008" y="23465"/>
                  <a:pt x="90713" y="14440"/>
                  <a:pt x="96124" y="7808"/>
                </a:cubicBezTo>
                <a:cubicBezTo>
                  <a:pt x="100360" y="2603"/>
                  <a:pt x="105708" y="0"/>
                  <a:pt x="112168" y="0"/>
                </a:cubicBezTo>
                <a:cubicBezTo>
                  <a:pt x="115314" y="0"/>
                  <a:pt x="118250" y="619"/>
                  <a:pt x="120976" y="1858"/>
                </a:cubicBezTo>
                <a:cubicBezTo>
                  <a:pt x="123703" y="3095"/>
                  <a:pt x="126030" y="4827"/>
                  <a:pt x="127960" y="7053"/>
                </a:cubicBezTo>
                <a:cubicBezTo>
                  <a:pt x="129218" y="8480"/>
                  <a:pt x="130560" y="10726"/>
                  <a:pt x="131987" y="13791"/>
                </a:cubicBezTo>
                <a:cubicBezTo>
                  <a:pt x="133413" y="16854"/>
                  <a:pt x="134461" y="19645"/>
                  <a:pt x="135132" y="22164"/>
                </a:cubicBezTo>
                <a:cubicBezTo>
                  <a:pt x="136055" y="25774"/>
                  <a:pt x="136517" y="30013"/>
                  <a:pt x="136517" y="34881"/>
                </a:cubicBezTo>
                <a:moveTo>
                  <a:pt x="131232" y="35591"/>
                </a:moveTo>
                <a:cubicBezTo>
                  <a:pt x="131232" y="30596"/>
                  <a:pt x="130529" y="25947"/>
                  <a:pt x="129124" y="21645"/>
                </a:cubicBezTo>
                <a:cubicBezTo>
                  <a:pt x="127719" y="17342"/>
                  <a:pt x="126135" y="13909"/>
                  <a:pt x="124374" y="11345"/>
                </a:cubicBezTo>
                <a:cubicBezTo>
                  <a:pt x="123325" y="9874"/>
                  <a:pt x="121962" y="8603"/>
                  <a:pt x="120284" y="7532"/>
                </a:cubicBezTo>
                <a:cubicBezTo>
                  <a:pt x="117893" y="6034"/>
                  <a:pt x="115209" y="5285"/>
                  <a:pt x="112231" y="5285"/>
                </a:cubicBezTo>
                <a:cubicBezTo>
                  <a:pt x="106317" y="5333"/>
                  <a:pt x="101682" y="8384"/>
                  <a:pt x="98326" y="14435"/>
                </a:cubicBezTo>
                <a:cubicBezTo>
                  <a:pt x="94971" y="20486"/>
                  <a:pt x="93293" y="27540"/>
                  <a:pt x="93293" y="35597"/>
                </a:cubicBezTo>
                <a:lnTo>
                  <a:pt x="93293" y="47241"/>
                </a:lnTo>
                <a:cubicBezTo>
                  <a:pt x="93293" y="52235"/>
                  <a:pt x="93995" y="56893"/>
                  <a:pt x="95401" y="61216"/>
                </a:cubicBezTo>
                <a:cubicBezTo>
                  <a:pt x="96806" y="65537"/>
                  <a:pt x="98410" y="68978"/>
                  <a:pt x="100214" y="71536"/>
                </a:cubicBezTo>
                <a:cubicBezTo>
                  <a:pt x="101220" y="72962"/>
                  <a:pt x="102563" y="74200"/>
                  <a:pt x="104240" y="75248"/>
                </a:cubicBezTo>
                <a:cubicBezTo>
                  <a:pt x="106631" y="76758"/>
                  <a:pt x="109337" y="77513"/>
                  <a:pt x="112357" y="77513"/>
                </a:cubicBezTo>
                <a:cubicBezTo>
                  <a:pt x="118229" y="77513"/>
                  <a:pt x="122843" y="74483"/>
                  <a:pt x="126198" y="68422"/>
                </a:cubicBezTo>
                <a:cubicBezTo>
                  <a:pt x="129554" y="62361"/>
                  <a:pt x="131232" y="55300"/>
                  <a:pt x="131232" y="47241"/>
                </a:cubicBezTo>
                <a:lnTo>
                  <a:pt x="131232" y="355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FAC1D-A869-41AE-822F-21784922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65" y="2509769"/>
            <a:ext cx="397517" cy="194497"/>
          </a:xfrm>
          <a:custGeom xmlns:a="http://schemas.openxmlformats.org/drawingml/2006/main">
            <a:pathLst>
              <a:path w="397517" h="194497">
                <a:moveTo>
                  <a:pt x="0" y="32417"/>
                </a:moveTo>
                <a:lnTo>
                  <a:pt x="0" y="32417"/>
                </a:lnTo>
                <a:cubicBezTo>
                  <a:pt x="0" y="14514"/>
                  <a:pt x="14514" y="0"/>
                  <a:pt x="32417" y="0"/>
                </a:cubicBezTo>
                <a:lnTo>
                  <a:pt x="365101" y="0"/>
                </a:lnTo>
                <a:cubicBezTo>
                  <a:pt x="373698" y="0"/>
                  <a:pt x="381943" y="3415"/>
                  <a:pt x="388023" y="9495"/>
                </a:cubicBezTo>
                <a:cubicBezTo>
                  <a:pt x="394102" y="15574"/>
                  <a:pt x="397517" y="23819"/>
                  <a:pt x="397517" y="32417"/>
                </a:cubicBezTo>
                <a:lnTo>
                  <a:pt x="397517" y="162081"/>
                </a:lnTo>
                <a:cubicBezTo>
                  <a:pt x="397517" y="179984"/>
                  <a:pt x="383004" y="194497"/>
                  <a:pt x="365101" y="194497"/>
                </a:cubicBezTo>
                <a:lnTo>
                  <a:pt x="32417" y="194497"/>
                </a:lnTo>
                <a:cubicBezTo>
                  <a:pt x="14514" y="194497"/>
                  <a:pt x="0" y="179984"/>
                  <a:pt x="0" y="162081"/>
                </a:cubicBezTo>
                <a:lnTo>
                  <a:pt x="0" y="324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72892F-B738-4496-8921-43FD0D5E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65" y="2509769"/>
            <a:ext cx="397517" cy="194497"/>
          </a:xfrm>
          <a:custGeom xmlns:a="http://schemas.openxmlformats.org/drawingml/2006/main">
            <a:pathLst>
              <a:path w="397517" h="194497" fill="none">
                <a:moveTo>
                  <a:pt x="0" y="32417"/>
                </a:moveTo>
                <a:lnTo>
                  <a:pt x="0" y="32417"/>
                </a:lnTo>
                <a:cubicBezTo>
                  <a:pt x="0" y="14514"/>
                  <a:pt x="14514" y="0"/>
                  <a:pt x="32417" y="0"/>
                </a:cubicBezTo>
                <a:lnTo>
                  <a:pt x="365101" y="0"/>
                </a:lnTo>
                <a:cubicBezTo>
                  <a:pt x="373698" y="0"/>
                  <a:pt x="381943" y="3415"/>
                  <a:pt x="388023" y="9495"/>
                </a:cubicBezTo>
                <a:cubicBezTo>
                  <a:pt x="394102" y="15574"/>
                  <a:pt x="397517" y="23819"/>
                  <a:pt x="397517" y="32417"/>
                </a:cubicBezTo>
                <a:lnTo>
                  <a:pt x="397517" y="162081"/>
                </a:lnTo>
                <a:cubicBezTo>
                  <a:pt x="397517" y="179984"/>
                  <a:pt x="383004" y="194497"/>
                  <a:pt x="365101" y="194497"/>
                </a:cubicBezTo>
                <a:lnTo>
                  <a:pt x="32417" y="194497"/>
                </a:lnTo>
                <a:cubicBezTo>
                  <a:pt x="14514" y="194497"/>
                  <a:pt x="0" y="179984"/>
                  <a:pt x="0" y="162081"/>
                </a:cubicBezTo>
                <a:lnTo>
                  <a:pt x="0" y="32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00"/>
            </a:solidFill>
            <a:round/>
          </a:ln>
        </p:spPr>
      </p:sp>
      <p:sp>
        <p:nvSpPr>
          <p:cNvPr id="80" name="Text arg3">
            <a:extLst xmlns:a="http://schemas.openxmlformats.org/drawingml/2006/main">
              <a:ext uri="{FF2B5EF4-FFF2-40B4-BE49-F238E27FC236}">
                <a16:creationId xmlns:a16="http://schemas.microsoft.com/office/drawing/2014/main" id="{DF081808-C97F-403B-AB41-2CA4EF3A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01" y="2562830"/>
            <a:ext cx="287366" cy="105197"/>
          </a:xfrm>
          <a:custGeom xmlns:a="http://schemas.openxmlformats.org/drawingml/2006/main">
            <a:pathLst>
              <a:path w="287366" h="105197">
                <a:moveTo>
                  <a:pt x="44797" y="80911"/>
                </a:moveTo>
                <a:lnTo>
                  <a:pt x="44797" y="73235"/>
                </a:lnTo>
                <a:cubicBezTo>
                  <a:pt x="37121" y="79694"/>
                  <a:pt x="28921" y="82924"/>
                  <a:pt x="20196" y="82924"/>
                </a:cubicBezTo>
                <a:cubicBezTo>
                  <a:pt x="13863" y="82924"/>
                  <a:pt x="8913" y="81320"/>
                  <a:pt x="5348" y="78111"/>
                </a:cubicBezTo>
                <a:cubicBezTo>
                  <a:pt x="1783" y="74902"/>
                  <a:pt x="0" y="70970"/>
                  <a:pt x="0" y="66314"/>
                </a:cubicBezTo>
                <a:cubicBezTo>
                  <a:pt x="0" y="61197"/>
                  <a:pt x="2349" y="56730"/>
                  <a:pt x="7047" y="52913"/>
                </a:cubicBezTo>
                <a:cubicBezTo>
                  <a:pt x="11744" y="49096"/>
                  <a:pt x="18602" y="47187"/>
                  <a:pt x="27620" y="47187"/>
                </a:cubicBezTo>
                <a:cubicBezTo>
                  <a:pt x="30053" y="47187"/>
                  <a:pt x="32696" y="47345"/>
                  <a:pt x="35548" y="47659"/>
                </a:cubicBezTo>
                <a:cubicBezTo>
                  <a:pt x="38400" y="47974"/>
                  <a:pt x="41483" y="48467"/>
                  <a:pt x="44797" y="49138"/>
                </a:cubicBezTo>
                <a:lnTo>
                  <a:pt x="44797" y="40526"/>
                </a:lnTo>
                <a:cubicBezTo>
                  <a:pt x="44797" y="37612"/>
                  <a:pt x="43454" y="35079"/>
                  <a:pt x="40770" y="32927"/>
                </a:cubicBezTo>
                <a:cubicBezTo>
                  <a:pt x="38086" y="30773"/>
                  <a:pt x="34059" y="29697"/>
                  <a:pt x="28690" y="29697"/>
                </a:cubicBezTo>
                <a:cubicBezTo>
                  <a:pt x="24579" y="29697"/>
                  <a:pt x="18812" y="30910"/>
                  <a:pt x="11388" y="33336"/>
                </a:cubicBezTo>
                <a:cubicBezTo>
                  <a:pt x="10046" y="33762"/>
                  <a:pt x="9186" y="33975"/>
                  <a:pt x="8808" y="33975"/>
                </a:cubicBezTo>
                <a:cubicBezTo>
                  <a:pt x="8137" y="33975"/>
                  <a:pt x="7560" y="33723"/>
                  <a:pt x="7078" y="33220"/>
                </a:cubicBezTo>
                <a:cubicBezTo>
                  <a:pt x="6596" y="32717"/>
                  <a:pt x="6355" y="32087"/>
                  <a:pt x="6355" y="31332"/>
                </a:cubicBezTo>
                <a:cubicBezTo>
                  <a:pt x="6355" y="30619"/>
                  <a:pt x="6564" y="30053"/>
                  <a:pt x="6984" y="29634"/>
                </a:cubicBezTo>
                <a:cubicBezTo>
                  <a:pt x="7571" y="29005"/>
                  <a:pt x="9941" y="28145"/>
                  <a:pt x="14093" y="27054"/>
                </a:cubicBezTo>
                <a:cubicBezTo>
                  <a:pt x="20637" y="25292"/>
                  <a:pt x="25586" y="24412"/>
                  <a:pt x="28942" y="24412"/>
                </a:cubicBezTo>
                <a:cubicBezTo>
                  <a:pt x="35611" y="24412"/>
                  <a:pt x="40812" y="26062"/>
                  <a:pt x="44545" y="29362"/>
                </a:cubicBezTo>
                <a:cubicBezTo>
                  <a:pt x="48278" y="32663"/>
                  <a:pt x="50145" y="36395"/>
                  <a:pt x="50145" y="40558"/>
                </a:cubicBezTo>
                <a:lnTo>
                  <a:pt x="50145" y="75626"/>
                </a:lnTo>
                <a:lnTo>
                  <a:pt x="57191" y="75626"/>
                </a:lnTo>
                <a:cubicBezTo>
                  <a:pt x="58491" y="75626"/>
                  <a:pt x="59414" y="75867"/>
                  <a:pt x="59960" y="76349"/>
                </a:cubicBezTo>
                <a:cubicBezTo>
                  <a:pt x="60505" y="76832"/>
                  <a:pt x="60777" y="77471"/>
                  <a:pt x="60777" y="78268"/>
                </a:cubicBezTo>
                <a:cubicBezTo>
                  <a:pt x="60777" y="79023"/>
                  <a:pt x="60505" y="79652"/>
                  <a:pt x="59960" y="80156"/>
                </a:cubicBezTo>
                <a:cubicBezTo>
                  <a:pt x="59414" y="80659"/>
                  <a:pt x="58491" y="80911"/>
                  <a:pt x="57191" y="80911"/>
                </a:cubicBezTo>
                <a:lnTo>
                  <a:pt x="44797" y="80911"/>
                </a:lnTo>
                <a:moveTo>
                  <a:pt x="44797" y="54549"/>
                </a:moveTo>
                <a:cubicBezTo>
                  <a:pt x="42322" y="53836"/>
                  <a:pt x="39700" y="53311"/>
                  <a:pt x="36932" y="52976"/>
                </a:cubicBezTo>
                <a:cubicBezTo>
                  <a:pt x="34164" y="52640"/>
                  <a:pt x="31249" y="52472"/>
                  <a:pt x="28187" y="52472"/>
                </a:cubicBezTo>
                <a:cubicBezTo>
                  <a:pt x="20511" y="52472"/>
                  <a:pt x="14513" y="54129"/>
                  <a:pt x="10192" y="57443"/>
                </a:cubicBezTo>
                <a:cubicBezTo>
                  <a:pt x="6921" y="59918"/>
                  <a:pt x="5285" y="62875"/>
                  <a:pt x="5285" y="66314"/>
                </a:cubicBezTo>
                <a:cubicBezTo>
                  <a:pt x="5285" y="69502"/>
                  <a:pt x="6533" y="72186"/>
                  <a:pt x="9029" y="74367"/>
                </a:cubicBezTo>
                <a:cubicBezTo>
                  <a:pt x="11524" y="76549"/>
                  <a:pt x="15163" y="77639"/>
                  <a:pt x="19945" y="77639"/>
                </a:cubicBezTo>
                <a:cubicBezTo>
                  <a:pt x="24517" y="77639"/>
                  <a:pt x="28763" y="76727"/>
                  <a:pt x="32685" y="74902"/>
                </a:cubicBezTo>
                <a:cubicBezTo>
                  <a:pt x="36607" y="73078"/>
                  <a:pt x="40644" y="70173"/>
                  <a:pt x="44797" y="66188"/>
                </a:cubicBezTo>
                <a:lnTo>
                  <a:pt x="44797" y="54549"/>
                </a:lnTo>
                <a:close/>
                <a:moveTo>
                  <a:pt x="100591" y="26299"/>
                </a:moveTo>
                <a:lnTo>
                  <a:pt x="100591" y="39671"/>
                </a:lnTo>
                <a:cubicBezTo>
                  <a:pt x="107470" y="33476"/>
                  <a:pt x="112619" y="29490"/>
                  <a:pt x="116037" y="27711"/>
                </a:cubicBezTo>
                <a:cubicBezTo>
                  <a:pt x="119456" y="25931"/>
                  <a:pt x="122612" y="25041"/>
                  <a:pt x="125506" y="25041"/>
                </a:cubicBezTo>
                <a:cubicBezTo>
                  <a:pt x="128652" y="25041"/>
                  <a:pt x="131578" y="26107"/>
                  <a:pt x="134283" y="28240"/>
                </a:cubicBezTo>
                <a:cubicBezTo>
                  <a:pt x="136989" y="30372"/>
                  <a:pt x="138341" y="31988"/>
                  <a:pt x="138341" y="33086"/>
                </a:cubicBezTo>
                <a:cubicBezTo>
                  <a:pt x="138341" y="33888"/>
                  <a:pt x="138079" y="34552"/>
                  <a:pt x="137555" y="35076"/>
                </a:cubicBezTo>
                <a:cubicBezTo>
                  <a:pt x="137031" y="35600"/>
                  <a:pt x="136370" y="35862"/>
                  <a:pt x="135573" y="35862"/>
                </a:cubicBezTo>
                <a:cubicBezTo>
                  <a:pt x="135154" y="35862"/>
                  <a:pt x="134797" y="35789"/>
                  <a:pt x="134503" y="35642"/>
                </a:cubicBezTo>
                <a:cubicBezTo>
                  <a:pt x="134210" y="35495"/>
                  <a:pt x="133665" y="35018"/>
                  <a:pt x="132868" y="34211"/>
                </a:cubicBezTo>
                <a:cubicBezTo>
                  <a:pt x="131400" y="32725"/>
                  <a:pt x="130120" y="31705"/>
                  <a:pt x="129030" y="31154"/>
                </a:cubicBezTo>
                <a:cubicBezTo>
                  <a:pt x="127939" y="30602"/>
                  <a:pt x="126870" y="30326"/>
                  <a:pt x="125821" y="30326"/>
                </a:cubicBezTo>
                <a:cubicBezTo>
                  <a:pt x="123514" y="30326"/>
                  <a:pt x="120735" y="31248"/>
                  <a:pt x="117484" y="33092"/>
                </a:cubicBezTo>
                <a:cubicBezTo>
                  <a:pt x="114234" y="34936"/>
                  <a:pt x="108603" y="39442"/>
                  <a:pt x="100591" y="46609"/>
                </a:cubicBezTo>
                <a:lnTo>
                  <a:pt x="100591" y="75626"/>
                </a:lnTo>
                <a:lnTo>
                  <a:pt x="123996" y="75626"/>
                </a:lnTo>
                <a:cubicBezTo>
                  <a:pt x="125297" y="75626"/>
                  <a:pt x="126219" y="75867"/>
                  <a:pt x="126765" y="76349"/>
                </a:cubicBezTo>
                <a:cubicBezTo>
                  <a:pt x="127310" y="76832"/>
                  <a:pt x="127583" y="77471"/>
                  <a:pt x="127583" y="78268"/>
                </a:cubicBezTo>
                <a:cubicBezTo>
                  <a:pt x="127583" y="79023"/>
                  <a:pt x="127310" y="79652"/>
                  <a:pt x="126765" y="80156"/>
                </a:cubicBezTo>
                <a:cubicBezTo>
                  <a:pt x="126219" y="80659"/>
                  <a:pt x="125297" y="80911"/>
                  <a:pt x="123996" y="80911"/>
                </a:cubicBezTo>
                <a:lnTo>
                  <a:pt x="82534" y="80911"/>
                </a:lnTo>
                <a:cubicBezTo>
                  <a:pt x="81276" y="80911"/>
                  <a:pt x="80374" y="80664"/>
                  <a:pt x="79829" y="80170"/>
                </a:cubicBezTo>
                <a:cubicBezTo>
                  <a:pt x="79284" y="79675"/>
                  <a:pt x="79011" y="79042"/>
                  <a:pt x="79011" y="78268"/>
                </a:cubicBezTo>
                <a:cubicBezTo>
                  <a:pt x="79011" y="77555"/>
                  <a:pt x="79273" y="76958"/>
                  <a:pt x="79797" y="76475"/>
                </a:cubicBezTo>
                <a:cubicBezTo>
                  <a:pt x="80322" y="75993"/>
                  <a:pt x="81234" y="75752"/>
                  <a:pt x="82534" y="75752"/>
                </a:cubicBezTo>
                <a:lnTo>
                  <a:pt x="95306" y="75752"/>
                </a:lnTo>
                <a:lnTo>
                  <a:pt x="95306" y="31584"/>
                </a:lnTo>
                <a:lnTo>
                  <a:pt x="85554" y="31584"/>
                </a:lnTo>
                <a:cubicBezTo>
                  <a:pt x="84296" y="31584"/>
                  <a:pt x="83394" y="31332"/>
                  <a:pt x="82849" y="30829"/>
                </a:cubicBezTo>
                <a:cubicBezTo>
                  <a:pt x="82304" y="30326"/>
                  <a:pt x="82031" y="29676"/>
                  <a:pt x="82031" y="28879"/>
                </a:cubicBezTo>
                <a:cubicBezTo>
                  <a:pt x="82031" y="28142"/>
                  <a:pt x="82293" y="27528"/>
                  <a:pt x="82817" y="27036"/>
                </a:cubicBezTo>
                <a:cubicBezTo>
                  <a:pt x="83342" y="26545"/>
                  <a:pt x="84254" y="26299"/>
                  <a:pt x="85554" y="26299"/>
                </a:cubicBezTo>
                <a:lnTo>
                  <a:pt x="100591" y="26299"/>
                </a:lnTo>
                <a:close/>
                <a:moveTo>
                  <a:pt x="202000" y="35951"/>
                </a:moveTo>
                <a:lnTo>
                  <a:pt x="202000" y="26299"/>
                </a:lnTo>
                <a:lnTo>
                  <a:pt x="214395" y="26299"/>
                </a:lnTo>
                <a:cubicBezTo>
                  <a:pt x="215653" y="26299"/>
                  <a:pt x="216555" y="26545"/>
                  <a:pt x="217100" y="27036"/>
                </a:cubicBezTo>
                <a:cubicBezTo>
                  <a:pt x="217646" y="27528"/>
                  <a:pt x="217918" y="28163"/>
                  <a:pt x="217918" y="28942"/>
                </a:cubicBezTo>
                <a:cubicBezTo>
                  <a:pt x="217918" y="29697"/>
                  <a:pt x="217646" y="30326"/>
                  <a:pt x="217100" y="30829"/>
                </a:cubicBezTo>
                <a:cubicBezTo>
                  <a:pt x="216555" y="31332"/>
                  <a:pt x="215653" y="31584"/>
                  <a:pt x="214395" y="31584"/>
                </a:cubicBezTo>
                <a:lnTo>
                  <a:pt x="207285" y="31584"/>
                </a:lnTo>
                <a:lnTo>
                  <a:pt x="207285" y="84507"/>
                </a:lnTo>
                <a:cubicBezTo>
                  <a:pt x="207285" y="88039"/>
                  <a:pt x="206530" y="91193"/>
                  <a:pt x="205020" y="93968"/>
                </a:cubicBezTo>
                <a:cubicBezTo>
                  <a:pt x="204014" y="95819"/>
                  <a:pt x="202336" y="97732"/>
                  <a:pt x="199987" y="99709"/>
                </a:cubicBezTo>
                <a:cubicBezTo>
                  <a:pt x="197638" y="101686"/>
                  <a:pt x="195499" y="103094"/>
                  <a:pt x="193570" y="103934"/>
                </a:cubicBezTo>
                <a:cubicBezTo>
                  <a:pt x="191640" y="104776"/>
                  <a:pt x="189061" y="105197"/>
                  <a:pt x="185831" y="105197"/>
                </a:cubicBezTo>
                <a:lnTo>
                  <a:pt x="170857" y="105197"/>
                </a:lnTo>
                <a:cubicBezTo>
                  <a:pt x="169598" y="105197"/>
                  <a:pt x="168697" y="104958"/>
                  <a:pt x="168151" y="104481"/>
                </a:cubicBezTo>
                <a:cubicBezTo>
                  <a:pt x="167606" y="104005"/>
                  <a:pt x="167333" y="103373"/>
                  <a:pt x="167333" y="102586"/>
                </a:cubicBezTo>
                <a:cubicBezTo>
                  <a:pt x="167333" y="101798"/>
                  <a:pt x="167606" y="101155"/>
                  <a:pt x="168151" y="100657"/>
                </a:cubicBezTo>
                <a:cubicBezTo>
                  <a:pt x="168697" y="100160"/>
                  <a:pt x="169598" y="99912"/>
                  <a:pt x="170857" y="99912"/>
                </a:cubicBezTo>
                <a:lnTo>
                  <a:pt x="186020" y="99912"/>
                </a:lnTo>
                <a:cubicBezTo>
                  <a:pt x="189123" y="99912"/>
                  <a:pt x="191923" y="99114"/>
                  <a:pt x="194419" y="97519"/>
                </a:cubicBezTo>
                <a:cubicBezTo>
                  <a:pt x="196915" y="95924"/>
                  <a:pt x="198980" y="93594"/>
                  <a:pt x="200616" y="90529"/>
                </a:cubicBezTo>
                <a:cubicBezTo>
                  <a:pt x="201539" y="88766"/>
                  <a:pt x="202000" y="86520"/>
                  <a:pt x="202000" y="83791"/>
                </a:cubicBezTo>
                <a:lnTo>
                  <a:pt x="202000" y="67922"/>
                </a:lnTo>
                <a:cubicBezTo>
                  <a:pt x="196338" y="75659"/>
                  <a:pt x="189040" y="79527"/>
                  <a:pt x="180105" y="79527"/>
                </a:cubicBezTo>
                <a:cubicBezTo>
                  <a:pt x="172849" y="79527"/>
                  <a:pt x="166589" y="76829"/>
                  <a:pt x="161325" y="71434"/>
                </a:cubicBezTo>
                <a:cubicBezTo>
                  <a:pt x="156061" y="66038"/>
                  <a:pt x="153429" y="59539"/>
                  <a:pt x="153429" y="51938"/>
                </a:cubicBezTo>
                <a:cubicBezTo>
                  <a:pt x="153429" y="44337"/>
                  <a:pt x="156061" y="37849"/>
                  <a:pt x="161325" y="32475"/>
                </a:cubicBezTo>
                <a:cubicBezTo>
                  <a:pt x="166589" y="27099"/>
                  <a:pt x="172849" y="24412"/>
                  <a:pt x="180105" y="24412"/>
                </a:cubicBezTo>
                <a:cubicBezTo>
                  <a:pt x="189040" y="24412"/>
                  <a:pt x="196338" y="28258"/>
                  <a:pt x="202000" y="35951"/>
                </a:cubicBezTo>
                <a:moveTo>
                  <a:pt x="202000" y="51938"/>
                </a:moveTo>
                <a:cubicBezTo>
                  <a:pt x="202000" y="45704"/>
                  <a:pt x="199872" y="40438"/>
                  <a:pt x="195614" y="36142"/>
                </a:cubicBezTo>
                <a:cubicBezTo>
                  <a:pt x="191357" y="31845"/>
                  <a:pt x="186271" y="29697"/>
                  <a:pt x="180357" y="29697"/>
                </a:cubicBezTo>
                <a:cubicBezTo>
                  <a:pt x="174443" y="29697"/>
                  <a:pt x="169368" y="31855"/>
                  <a:pt x="165131" y="36173"/>
                </a:cubicBezTo>
                <a:cubicBezTo>
                  <a:pt x="160895" y="40491"/>
                  <a:pt x="158777" y="45746"/>
                  <a:pt x="158777" y="51938"/>
                </a:cubicBezTo>
                <a:cubicBezTo>
                  <a:pt x="158777" y="58172"/>
                  <a:pt x="160895" y="63447"/>
                  <a:pt x="165131" y="67765"/>
                </a:cubicBezTo>
                <a:cubicBezTo>
                  <a:pt x="169368" y="72083"/>
                  <a:pt x="174443" y="74242"/>
                  <a:pt x="180357" y="74242"/>
                </a:cubicBezTo>
                <a:cubicBezTo>
                  <a:pt x="186271" y="74242"/>
                  <a:pt x="191357" y="72083"/>
                  <a:pt x="195614" y="67765"/>
                </a:cubicBezTo>
                <a:cubicBezTo>
                  <a:pt x="199872" y="63447"/>
                  <a:pt x="202000" y="58172"/>
                  <a:pt x="202000" y="51938"/>
                </a:cubicBezTo>
                <a:close/>
                <a:moveTo>
                  <a:pt x="272392" y="37978"/>
                </a:moveTo>
                <a:cubicBezTo>
                  <a:pt x="277257" y="40158"/>
                  <a:pt x="280969" y="43144"/>
                  <a:pt x="283528" y="46936"/>
                </a:cubicBezTo>
                <a:cubicBezTo>
                  <a:pt x="286086" y="50728"/>
                  <a:pt x="287366" y="54678"/>
                  <a:pt x="287366" y="58786"/>
                </a:cubicBezTo>
                <a:cubicBezTo>
                  <a:pt x="287366" y="65113"/>
                  <a:pt x="284797" y="70697"/>
                  <a:pt x="279658" y="75537"/>
                </a:cubicBezTo>
                <a:cubicBezTo>
                  <a:pt x="274520" y="80378"/>
                  <a:pt x="268092" y="82798"/>
                  <a:pt x="260374" y="82798"/>
                </a:cubicBezTo>
                <a:cubicBezTo>
                  <a:pt x="255844" y="82798"/>
                  <a:pt x="251147" y="81834"/>
                  <a:pt x="246281" y="79904"/>
                </a:cubicBezTo>
                <a:cubicBezTo>
                  <a:pt x="241416" y="77975"/>
                  <a:pt x="238018" y="76003"/>
                  <a:pt x="236089" y="73990"/>
                </a:cubicBezTo>
                <a:cubicBezTo>
                  <a:pt x="235459" y="73319"/>
                  <a:pt x="235145" y="72606"/>
                  <a:pt x="235145" y="71851"/>
                </a:cubicBezTo>
                <a:cubicBezTo>
                  <a:pt x="235145" y="71180"/>
                  <a:pt x="235386" y="70592"/>
                  <a:pt x="235868" y="70089"/>
                </a:cubicBezTo>
                <a:cubicBezTo>
                  <a:pt x="236351" y="69586"/>
                  <a:pt x="236928" y="69334"/>
                  <a:pt x="237599" y="69334"/>
                </a:cubicBezTo>
                <a:cubicBezTo>
                  <a:pt x="238270" y="69334"/>
                  <a:pt x="239025" y="69649"/>
                  <a:pt x="239864" y="70278"/>
                </a:cubicBezTo>
                <a:cubicBezTo>
                  <a:pt x="246365" y="75101"/>
                  <a:pt x="253244" y="77513"/>
                  <a:pt x="260500" y="77513"/>
                </a:cubicBezTo>
                <a:cubicBezTo>
                  <a:pt x="266624" y="77513"/>
                  <a:pt x="271752" y="75598"/>
                  <a:pt x="275883" y="71766"/>
                </a:cubicBezTo>
                <a:cubicBezTo>
                  <a:pt x="280015" y="67935"/>
                  <a:pt x="282081" y="63674"/>
                  <a:pt x="282081" y="58984"/>
                </a:cubicBezTo>
                <a:cubicBezTo>
                  <a:pt x="282081" y="55844"/>
                  <a:pt x="281064" y="52766"/>
                  <a:pt x="279029" y="49751"/>
                </a:cubicBezTo>
                <a:cubicBezTo>
                  <a:pt x="276995" y="46737"/>
                  <a:pt x="274069" y="44360"/>
                  <a:pt x="270252" y="42622"/>
                </a:cubicBezTo>
                <a:cubicBezTo>
                  <a:pt x="266435" y="40884"/>
                  <a:pt x="262577" y="40015"/>
                  <a:pt x="258676" y="40015"/>
                </a:cubicBezTo>
                <a:cubicBezTo>
                  <a:pt x="257417" y="40015"/>
                  <a:pt x="256516" y="39771"/>
                  <a:pt x="255970" y="39284"/>
                </a:cubicBezTo>
                <a:cubicBezTo>
                  <a:pt x="255425" y="38795"/>
                  <a:pt x="255152" y="38147"/>
                  <a:pt x="255152" y="37341"/>
                </a:cubicBezTo>
                <a:cubicBezTo>
                  <a:pt x="255152" y="36577"/>
                  <a:pt x="255415" y="35940"/>
                  <a:pt x="255939" y="35432"/>
                </a:cubicBezTo>
                <a:cubicBezTo>
                  <a:pt x="256463" y="34922"/>
                  <a:pt x="257250" y="34667"/>
                  <a:pt x="258298" y="34667"/>
                </a:cubicBezTo>
                <a:lnTo>
                  <a:pt x="262828" y="34730"/>
                </a:lnTo>
                <a:cubicBezTo>
                  <a:pt x="267568" y="34730"/>
                  <a:pt x="271479" y="33280"/>
                  <a:pt x="274562" y="30381"/>
                </a:cubicBezTo>
                <a:cubicBezTo>
                  <a:pt x="277645" y="27480"/>
                  <a:pt x="279187" y="24117"/>
                  <a:pt x="279187" y="20291"/>
                </a:cubicBezTo>
                <a:cubicBezTo>
                  <a:pt x="279187" y="16340"/>
                  <a:pt x="277572" y="12851"/>
                  <a:pt x="274342" y="9825"/>
                </a:cubicBezTo>
                <a:cubicBezTo>
                  <a:pt x="271112" y="6798"/>
                  <a:pt x="266897" y="5285"/>
                  <a:pt x="261696" y="5285"/>
                </a:cubicBezTo>
                <a:cubicBezTo>
                  <a:pt x="258047" y="5285"/>
                  <a:pt x="254691" y="5919"/>
                  <a:pt x="251629" y="7186"/>
                </a:cubicBezTo>
                <a:cubicBezTo>
                  <a:pt x="248567" y="8454"/>
                  <a:pt x="246113" y="10186"/>
                  <a:pt x="244268" y="12383"/>
                </a:cubicBezTo>
                <a:cubicBezTo>
                  <a:pt x="243597" y="13227"/>
                  <a:pt x="243083" y="13744"/>
                  <a:pt x="242726" y="13934"/>
                </a:cubicBezTo>
                <a:cubicBezTo>
                  <a:pt x="242370" y="14124"/>
                  <a:pt x="241961" y="14219"/>
                  <a:pt x="241499" y="14219"/>
                </a:cubicBezTo>
                <a:cubicBezTo>
                  <a:pt x="240786" y="14219"/>
                  <a:pt x="240178" y="13977"/>
                  <a:pt x="239675" y="13494"/>
                </a:cubicBezTo>
                <a:cubicBezTo>
                  <a:pt x="239172" y="13009"/>
                  <a:pt x="238920" y="12429"/>
                  <a:pt x="238920" y="11754"/>
                </a:cubicBezTo>
                <a:cubicBezTo>
                  <a:pt x="238920" y="10069"/>
                  <a:pt x="240744" y="7942"/>
                  <a:pt x="244394" y="5372"/>
                </a:cubicBezTo>
                <a:cubicBezTo>
                  <a:pt x="249469" y="1791"/>
                  <a:pt x="255236" y="0"/>
                  <a:pt x="261696" y="0"/>
                </a:cubicBezTo>
                <a:cubicBezTo>
                  <a:pt x="268365" y="0"/>
                  <a:pt x="273839" y="2008"/>
                  <a:pt x="278117" y="6024"/>
                </a:cubicBezTo>
                <a:cubicBezTo>
                  <a:pt x="282395" y="10040"/>
                  <a:pt x="284534" y="14825"/>
                  <a:pt x="284534" y="20377"/>
                </a:cubicBezTo>
                <a:cubicBezTo>
                  <a:pt x="284534" y="23910"/>
                  <a:pt x="283507" y="27253"/>
                  <a:pt x="281452" y="30408"/>
                </a:cubicBezTo>
                <a:cubicBezTo>
                  <a:pt x="279396" y="33562"/>
                  <a:pt x="276376" y="36085"/>
                  <a:pt x="272392" y="379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86B8D-75B0-4F87-AD4A-91D70C36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65" y="2879232"/>
            <a:ext cx="397517" cy="194497"/>
          </a:xfrm>
          <a:custGeom xmlns:a="http://schemas.openxmlformats.org/drawingml/2006/main">
            <a:pathLst>
              <a:path w="397517" h="194497">
                <a:moveTo>
                  <a:pt x="0" y="32417"/>
                </a:moveTo>
                <a:lnTo>
                  <a:pt x="0" y="32417"/>
                </a:lnTo>
                <a:cubicBezTo>
                  <a:pt x="0" y="14514"/>
                  <a:pt x="14514" y="0"/>
                  <a:pt x="32417" y="0"/>
                </a:cubicBezTo>
                <a:lnTo>
                  <a:pt x="365101" y="0"/>
                </a:lnTo>
                <a:cubicBezTo>
                  <a:pt x="373698" y="0"/>
                  <a:pt x="381943" y="3415"/>
                  <a:pt x="388023" y="9495"/>
                </a:cubicBezTo>
                <a:cubicBezTo>
                  <a:pt x="394102" y="15574"/>
                  <a:pt x="397517" y="23819"/>
                  <a:pt x="397517" y="32417"/>
                </a:cubicBezTo>
                <a:lnTo>
                  <a:pt x="397517" y="162081"/>
                </a:lnTo>
                <a:cubicBezTo>
                  <a:pt x="397517" y="179984"/>
                  <a:pt x="383004" y="194497"/>
                  <a:pt x="365101" y="194497"/>
                </a:cubicBezTo>
                <a:lnTo>
                  <a:pt x="32417" y="194497"/>
                </a:lnTo>
                <a:cubicBezTo>
                  <a:pt x="14514" y="194497"/>
                  <a:pt x="0" y="179984"/>
                  <a:pt x="0" y="162081"/>
                </a:cubicBezTo>
                <a:lnTo>
                  <a:pt x="0" y="324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68F6E-18B1-4ACF-A7FB-3FD38AE3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65" y="2879232"/>
            <a:ext cx="397517" cy="194497"/>
          </a:xfrm>
          <a:custGeom xmlns:a="http://schemas.openxmlformats.org/drawingml/2006/main">
            <a:pathLst>
              <a:path w="397517" h="194497" fill="none">
                <a:moveTo>
                  <a:pt x="0" y="32417"/>
                </a:moveTo>
                <a:lnTo>
                  <a:pt x="0" y="32417"/>
                </a:lnTo>
                <a:cubicBezTo>
                  <a:pt x="0" y="14514"/>
                  <a:pt x="14514" y="0"/>
                  <a:pt x="32417" y="0"/>
                </a:cubicBezTo>
                <a:lnTo>
                  <a:pt x="365101" y="0"/>
                </a:lnTo>
                <a:cubicBezTo>
                  <a:pt x="373698" y="0"/>
                  <a:pt x="381943" y="3415"/>
                  <a:pt x="388023" y="9495"/>
                </a:cubicBezTo>
                <a:cubicBezTo>
                  <a:pt x="394102" y="15574"/>
                  <a:pt x="397517" y="23819"/>
                  <a:pt x="397517" y="32417"/>
                </a:cubicBezTo>
                <a:lnTo>
                  <a:pt x="397517" y="162081"/>
                </a:lnTo>
                <a:cubicBezTo>
                  <a:pt x="397517" y="179984"/>
                  <a:pt x="383004" y="194497"/>
                  <a:pt x="365101" y="194497"/>
                </a:cubicBezTo>
                <a:lnTo>
                  <a:pt x="32417" y="194497"/>
                </a:lnTo>
                <a:cubicBezTo>
                  <a:pt x="14514" y="194497"/>
                  <a:pt x="0" y="179984"/>
                  <a:pt x="0" y="162081"/>
                </a:cubicBezTo>
                <a:lnTo>
                  <a:pt x="0" y="32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00"/>
            </a:solidFill>
            <a:round/>
          </a:ln>
        </p:spPr>
      </p:sp>
      <p:sp>
        <p:nvSpPr>
          <p:cNvPr id="83" name="Text arg3">
            <a:extLst xmlns:a="http://schemas.openxmlformats.org/drawingml/2006/main">
              <a:ext uri="{FF2B5EF4-FFF2-40B4-BE49-F238E27FC236}">
                <a16:creationId xmlns:a16="http://schemas.microsoft.com/office/drawing/2014/main" id="{5B3E7D82-9EE4-4F0A-A7FC-645389D7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01" y="2932294"/>
            <a:ext cx="287366" cy="105197"/>
          </a:xfrm>
          <a:custGeom xmlns:a="http://schemas.openxmlformats.org/drawingml/2006/main">
            <a:pathLst>
              <a:path w="287366" h="105197">
                <a:moveTo>
                  <a:pt x="44797" y="80911"/>
                </a:moveTo>
                <a:lnTo>
                  <a:pt x="44797" y="73235"/>
                </a:lnTo>
                <a:cubicBezTo>
                  <a:pt x="37121" y="79694"/>
                  <a:pt x="28921" y="82924"/>
                  <a:pt x="20196" y="82924"/>
                </a:cubicBezTo>
                <a:cubicBezTo>
                  <a:pt x="13863" y="82924"/>
                  <a:pt x="8913" y="81320"/>
                  <a:pt x="5348" y="78111"/>
                </a:cubicBezTo>
                <a:cubicBezTo>
                  <a:pt x="1783" y="74902"/>
                  <a:pt x="0" y="70970"/>
                  <a:pt x="0" y="66314"/>
                </a:cubicBezTo>
                <a:cubicBezTo>
                  <a:pt x="0" y="61197"/>
                  <a:pt x="2349" y="56730"/>
                  <a:pt x="7047" y="52913"/>
                </a:cubicBezTo>
                <a:cubicBezTo>
                  <a:pt x="11744" y="49096"/>
                  <a:pt x="18602" y="47187"/>
                  <a:pt x="27620" y="47187"/>
                </a:cubicBezTo>
                <a:cubicBezTo>
                  <a:pt x="30053" y="47187"/>
                  <a:pt x="32696" y="47345"/>
                  <a:pt x="35548" y="47659"/>
                </a:cubicBezTo>
                <a:cubicBezTo>
                  <a:pt x="38400" y="47974"/>
                  <a:pt x="41483" y="48467"/>
                  <a:pt x="44797" y="49138"/>
                </a:cubicBezTo>
                <a:lnTo>
                  <a:pt x="44797" y="40526"/>
                </a:lnTo>
                <a:cubicBezTo>
                  <a:pt x="44797" y="37612"/>
                  <a:pt x="43454" y="35079"/>
                  <a:pt x="40770" y="32927"/>
                </a:cubicBezTo>
                <a:cubicBezTo>
                  <a:pt x="38086" y="30773"/>
                  <a:pt x="34059" y="29697"/>
                  <a:pt x="28690" y="29697"/>
                </a:cubicBezTo>
                <a:cubicBezTo>
                  <a:pt x="24579" y="29697"/>
                  <a:pt x="18812" y="30910"/>
                  <a:pt x="11388" y="33336"/>
                </a:cubicBezTo>
                <a:cubicBezTo>
                  <a:pt x="10046" y="33762"/>
                  <a:pt x="9186" y="33975"/>
                  <a:pt x="8808" y="33975"/>
                </a:cubicBezTo>
                <a:cubicBezTo>
                  <a:pt x="8137" y="33975"/>
                  <a:pt x="7560" y="33723"/>
                  <a:pt x="7078" y="33220"/>
                </a:cubicBezTo>
                <a:cubicBezTo>
                  <a:pt x="6596" y="32717"/>
                  <a:pt x="6355" y="32087"/>
                  <a:pt x="6355" y="31332"/>
                </a:cubicBezTo>
                <a:cubicBezTo>
                  <a:pt x="6355" y="30619"/>
                  <a:pt x="6564" y="30053"/>
                  <a:pt x="6984" y="29634"/>
                </a:cubicBezTo>
                <a:cubicBezTo>
                  <a:pt x="7571" y="29005"/>
                  <a:pt x="9941" y="28145"/>
                  <a:pt x="14093" y="27054"/>
                </a:cubicBezTo>
                <a:cubicBezTo>
                  <a:pt x="20637" y="25292"/>
                  <a:pt x="25586" y="24412"/>
                  <a:pt x="28942" y="24412"/>
                </a:cubicBezTo>
                <a:cubicBezTo>
                  <a:pt x="35611" y="24412"/>
                  <a:pt x="40812" y="26062"/>
                  <a:pt x="44545" y="29362"/>
                </a:cubicBezTo>
                <a:cubicBezTo>
                  <a:pt x="48278" y="32663"/>
                  <a:pt x="50145" y="36395"/>
                  <a:pt x="50145" y="40558"/>
                </a:cubicBezTo>
                <a:lnTo>
                  <a:pt x="50145" y="75626"/>
                </a:lnTo>
                <a:lnTo>
                  <a:pt x="57191" y="75626"/>
                </a:lnTo>
                <a:cubicBezTo>
                  <a:pt x="58491" y="75626"/>
                  <a:pt x="59414" y="75867"/>
                  <a:pt x="59960" y="76349"/>
                </a:cubicBezTo>
                <a:cubicBezTo>
                  <a:pt x="60505" y="76832"/>
                  <a:pt x="60777" y="77471"/>
                  <a:pt x="60777" y="78268"/>
                </a:cubicBezTo>
                <a:cubicBezTo>
                  <a:pt x="60777" y="79023"/>
                  <a:pt x="60505" y="79652"/>
                  <a:pt x="59960" y="80156"/>
                </a:cubicBezTo>
                <a:cubicBezTo>
                  <a:pt x="59414" y="80659"/>
                  <a:pt x="58491" y="80911"/>
                  <a:pt x="57191" y="80911"/>
                </a:cubicBezTo>
                <a:lnTo>
                  <a:pt x="44797" y="80911"/>
                </a:lnTo>
                <a:moveTo>
                  <a:pt x="44797" y="54549"/>
                </a:moveTo>
                <a:cubicBezTo>
                  <a:pt x="42322" y="53836"/>
                  <a:pt x="39700" y="53311"/>
                  <a:pt x="36932" y="52976"/>
                </a:cubicBezTo>
                <a:cubicBezTo>
                  <a:pt x="34164" y="52640"/>
                  <a:pt x="31249" y="52472"/>
                  <a:pt x="28187" y="52472"/>
                </a:cubicBezTo>
                <a:cubicBezTo>
                  <a:pt x="20511" y="52472"/>
                  <a:pt x="14513" y="54129"/>
                  <a:pt x="10192" y="57443"/>
                </a:cubicBezTo>
                <a:cubicBezTo>
                  <a:pt x="6921" y="59918"/>
                  <a:pt x="5285" y="62875"/>
                  <a:pt x="5285" y="66314"/>
                </a:cubicBezTo>
                <a:cubicBezTo>
                  <a:pt x="5285" y="69502"/>
                  <a:pt x="6533" y="72186"/>
                  <a:pt x="9029" y="74367"/>
                </a:cubicBezTo>
                <a:cubicBezTo>
                  <a:pt x="11524" y="76549"/>
                  <a:pt x="15163" y="77639"/>
                  <a:pt x="19945" y="77639"/>
                </a:cubicBezTo>
                <a:cubicBezTo>
                  <a:pt x="24517" y="77639"/>
                  <a:pt x="28763" y="76727"/>
                  <a:pt x="32685" y="74902"/>
                </a:cubicBezTo>
                <a:cubicBezTo>
                  <a:pt x="36607" y="73078"/>
                  <a:pt x="40644" y="70173"/>
                  <a:pt x="44797" y="66188"/>
                </a:cubicBezTo>
                <a:lnTo>
                  <a:pt x="44797" y="54549"/>
                </a:lnTo>
                <a:close/>
                <a:moveTo>
                  <a:pt x="100591" y="26299"/>
                </a:moveTo>
                <a:lnTo>
                  <a:pt x="100591" y="39671"/>
                </a:lnTo>
                <a:cubicBezTo>
                  <a:pt x="107470" y="33476"/>
                  <a:pt x="112619" y="29490"/>
                  <a:pt x="116037" y="27711"/>
                </a:cubicBezTo>
                <a:cubicBezTo>
                  <a:pt x="119456" y="25931"/>
                  <a:pt x="122612" y="25041"/>
                  <a:pt x="125506" y="25041"/>
                </a:cubicBezTo>
                <a:cubicBezTo>
                  <a:pt x="128652" y="25041"/>
                  <a:pt x="131578" y="26107"/>
                  <a:pt x="134283" y="28240"/>
                </a:cubicBezTo>
                <a:cubicBezTo>
                  <a:pt x="136989" y="30372"/>
                  <a:pt x="138341" y="31988"/>
                  <a:pt x="138341" y="33086"/>
                </a:cubicBezTo>
                <a:cubicBezTo>
                  <a:pt x="138341" y="33888"/>
                  <a:pt x="138079" y="34552"/>
                  <a:pt x="137555" y="35076"/>
                </a:cubicBezTo>
                <a:cubicBezTo>
                  <a:pt x="137031" y="35600"/>
                  <a:pt x="136370" y="35862"/>
                  <a:pt x="135573" y="35862"/>
                </a:cubicBezTo>
                <a:cubicBezTo>
                  <a:pt x="135154" y="35862"/>
                  <a:pt x="134797" y="35789"/>
                  <a:pt x="134503" y="35642"/>
                </a:cubicBezTo>
                <a:cubicBezTo>
                  <a:pt x="134210" y="35495"/>
                  <a:pt x="133665" y="35018"/>
                  <a:pt x="132868" y="34211"/>
                </a:cubicBezTo>
                <a:cubicBezTo>
                  <a:pt x="131400" y="32725"/>
                  <a:pt x="130120" y="31705"/>
                  <a:pt x="129030" y="31154"/>
                </a:cubicBezTo>
                <a:cubicBezTo>
                  <a:pt x="127939" y="30602"/>
                  <a:pt x="126870" y="30326"/>
                  <a:pt x="125821" y="30326"/>
                </a:cubicBezTo>
                <a:cubicBezTo>
                  <a:pt x="123514" y="30326"/>
                  <a:pt x="120735" y="31248"/>
                  <a:pt x="117484" y="33092"/>
                </a:cubicBezTo>
                <a:cubicBezTo>
                  <a:pt x="114234" y="34936"/>
                  <a:pt x="108603" y="39442"/>
                  <a:pt x="100591" y="46609"/>
                </a:cubicBezTo>
                <a:lnTo>
                  <a:pt x="100591" y="75626"/>
                </a:lnTo>
                <a:lnTo>
                  <a:pt x="123996" y="75626"/>
                </a:lnTo>
                <a:cubicBezTo>
                  <a:pt x="125297" y="75626"/>
                  <a:pt x="126219" y="75867"/>
                  <a:pt x="126765" y="76349"/>
                </a:cubicBezTo>
                <a:cubicBezTo>
                  <a:pt x="127310" y="76832"/>
                  <a:pt x="127583" y="77471"/>
                  <a:pt x="127583" y="78268"/>
                </a:cubicBezTo>
                <a:cubicBezTo>
                  <a:pt x="127583" y="79023"/>
                  <a:pt x="127310" y="79652"/>
                  <a:pt x="126765" y="80156"/>
                </a:cubicBezTo>
                <a:cubicBezTo>
                  <a:pt x="126219" y="80659"/>
                  <a:pt x="125297" y="80911"/>
                  <a:pt x="123996" y="80911"/>
                </a:cubicBezTo>
                <a:lnTo>
                  <a:pt x="82534" y="80911"/>
                </a:lnTo>
                <a:cubicBezTo>
                  <a:pt x="81276" y="80911"/>
                  <a:pt x="80374" y="80664"/>
                  <a:pt x="79829" y="80170"/>
                </a:cubicBezTo>
                <a:cubicBezTo>
                  <a:pt x="79284" y="79675"/>
                  <a:pt x="79011" y="79042"/>
                  <a:pt x="79011" y="78268"/>
                </a:cubicBezTo>
                <a:cubicBezTo>
                  <a:pt x="79011" y="77555"/>
                  <a:pt x="79273" y="76958"/>
                  <a:pt x="79797" y="76475"/>
                </a:cubicBezTo>
                <a:cubicBezTo>
                  <a:pt x="80322" y="75993"/>
                  <a:pt x="81234" y="75752"/>
                  <a:pt x="82534" y="75752"/>
                </a:cubicBezTo>
                <a:lnTo>
                  <a:pt x="95306" y="75752"/>
                </a:lnTo>
                <a:lnTo>
                  <a:pt x="95306" y="31584"/>
                </a:lnTo>
                <a:lnTo>
                  <a:pt x="85554" y="31584"/>
                </a:lnTo>
                <a:cubicBezTo>
                  <a:pt x="84296" y="31584"/>
                  <a:pt x="83394" y="31332"/>
                  <a:pt x="82849" y="30829"/>
                </a:cubicBezTo>
                <a:cubicBezTo>
                  <a:pt x="82304" y="30326"/>
                  <a:pt x="82031" y="29676"/>
                  <a:pt x="82031" y="28879"/>
                </a:cubicBezTo>
                <a:cubicBezTo>
                  <a:pt x="82031" y="28142"/>
                  <a:pt x="82293" y="27528"/>
                  <a:pt x="82817" y="27036"/>
                </a:cubicBezTo>
                <a:cubicBezTo>
                  <a:pt x="83342" y="26545"/>
                  <a:pt x="84254" y="26299"/>
                  <a:pt x="85554" y="26299"/>
                </a:cubicBezTo>
                <a:lnTo>
                  <a:pt x="100591" y="26299"/>
                </a:lnTo>
                <a:close/>
                <a:moveTo>
                  <a:pt x="202000" y="35951"/>
                </a:moveTo>
                <a:lnTo>
                  <a:pt x="202000" y="26299"/>
                </a:lnTo>
                <a:lnTo>
                  <a:pt x="214395" y="26299"/>
                </a:lnTo>
                <a:cubicBezTo>
                  <a:pt x="215653" y="26299"/>
                  <a:pt x="216555" y="26545"/>
                  <a:pt x="217100" y="27036"/>
                </a:cubicBezTo>
                <a:cubicBezTo>
                  <a:pt x="217646" y="27528"/>
                  <a:pt x="217918" y="28163"/>
                  <a:pt x="217918" y="28942"/>
                </a:cubicBezTo>
                <a:cubicBezTo>
                  <a:pt x="217918" y="29697"/>
                  <a:pt x="217646" y="30326"/>
                  <a:pt x="217100" y="30829"/>
                </a:cubicBezTo>
                <a:cubicBezTo>
                  <a:pt x="216555" y="31332"/>
                  <a:pt x="215653" y="31584"/>
                  <a:pt x="214395" y="31584"/>
                </a:cubicBezTo>
                <a:lnTo>
                  <a:pt x="207285" y="31584"/>
                </a:lnTo>
                <a:lnTo>
                  <a:pt x="207285" y="84507"/>
                </a:lnTo>
                <a:cubicBezTo>
                  <a:pt x="207285" y="88039"/>
                  <a:pt x="206530" y="91193"/>
                  <a:pt x="205020" y="93968"/>
                </a:cubicBezTo>
                <a:cubicBezTo>
                  <a:pt x="204014" y="95819"/>
                  <a:pt x="202336" y="97732"/>
                  <a:pt x="199987" y="99709"/>
                </a:cubicBezTo>
                <a:cubicBezTo>
                  <a:pt x="197638" y="101686"/>
                  <a:pt x="195499" y="103094"/>
                  <a:pt x="193570" y="103934"/>
                </a:cubicBezTo>
                <a:cubicBezTo>
                  <a:pt x="191640" y="104776"/>
                  <a:pt x="189061" y="105197"/>
                  <a:pt x="185831" y="105197"/>
                </a:cubicBezTo>
                <a:lnTo>
                  <a:pt x="170857" y="105197"/>
                </a:lnTo>
                <a:cubicBezTo>
                  <a:pt x="169598" y="105197"/>
                  <a:pt x="168697" y="104958"/>
                  <a:pt x="168151" y="104481"/>
                </a:cubicBezTo>
                <a:cubicBezTo>
                  <a:pt x="167606" y="104005"/>
                  <a:pt x="167333" y="103373"/>
                  <a:pt x="167333" y="102586"/>
                </a:cubicBezTo>
                <a:cubicBezTo>
                  <a:pt x="167333" y="101798"/>
                  <a:pt x="167606" y="101155"/>
                  <a:pt x="168151" y="100657"/>
                </a:cubicBezTo>
                <a:cubicBezTo>
                  <a:pt x="168697" y="100160"/>
                  <a:pt x="169598" y="99912"/>
                  <a:pt x="170857" y="99912"/>
                </a:cubicBezTo>
                <a:lnTo>
                  <a:pt x="186020" y="99912"/>
                </a:lnTo>
                <a:cubicBezTo>
                  <a:pt x="189123" y="99912"/>
                  <a:pt x="191923" y="99114"/>
                  <a:pt x="194419" y="97519"/>
                </a:cubicBezTo>
                <a:cubicBezTo>
                  <a:pt x="196915" y="95924"/>
                  <a:pt x="198980" y="93594"/>
                  <a:pt x="200616" y="90529"/>
                </a:cubicBezTo>
                <a:cubicBezTo>
                  <a:pt x="201539" y="88766"/>
                  <a:pt x="202000" y="86520"/>
                  <a:pt x="202000" y="83791"/>
                </a:cubicBezTo>
                <a:lnTo>
                  <a:pt x="202000" y="67922"/>
                </a:lnTo>
                <a:cubicBezTo>
                  <a:pt x="196338" y="75659"/>
                  <a:pt x="189040" y="79527"/>
                  <a:pt x="180105" y="79527"/>
                </a:cubicBezTo>
                <a:cubicBezTo>
                  <a:pt x="172849" y="79527"/>
                  <a:pt x="166589" y="76829"/>
                  <a:pt x="161325" y="71434"/>
                </a:cubicBezTo>
                <a:cubicBezTo>
                  <a:pt x="156061" y="66038"/>
                  <a:pt x="153429" y="59539"/>
                  <a:pt x="153429" y="51938"/>
                </a:cubicBezTo>
                <a:cubicBezTo>
                  <a:pt x="153429" y="44337"/>
                  <a:pt x="156061" y="37849"/>
                  <a:pt x="161325" y="32475"/>
                </a:cubicBezTo>
                <a:cubicBezTo>
                  <a:pt x="166589" y="27099"/>
                  <a:pt x="172849" y="24412"/>
                  <a:pt x="180105" y="24412"/>
                </a:cubicBezTo>
                <a:cubicBezTo>
                  <a:pt x="189040" y="24412"/>
                  <a:pt x="196338" y="28258"/>
                  <a:pt x="202000" y="35951"/>
                </a:cubicBezTo>
                <a:moveTo>
                  <a:pt x="202000" y="51938"/>
                </a:moveTo>
                <a:cubicBezTo>
                  <a:pt x="202000" y="45704"/>
                  <a:pt x="199872" y="40438"/>
                  <a:pt x="195614" y="36142"/>
                </a:cubicBezTo>
                <a:cubicBezTo>
                  <a:pt x="191357" y="31845"/>
                  <a:pt x="186271" y="29697"/>
                  <a:pt x="180357" y="29697"/>
                </a:cubicBezTo>
                <a:cubicBezTo>
                  <a:pt x="174443" y="29697"/>
                  <a:pt x="169368" y="31855"/>
                  <a:pt x="165131" y="36173"/>
                </a:cubicBezTo>
                <a:cubicBezTo>
                  <a:pt x="160895" y="40491"/>
                  <a:pt x="158777" y="45746"/>
                  <a:pt x="158777" y="51938"/>
                </a:cubicBezTo>
                <a:cubicBezTo>
                  <a:pt x="158777" y="58172"/>
                  <a:pt x="160895" y="63447"/>
                  <a:pt x="165131" y="67765"/>
                </a:cubicBezTo>
                <a:cubicBezTo>
                  <a:pt x="169368" y="72083"/>
                  <a:pt x="174443" y="74242"/>
                  <a:pt x="180357" y="74242"/>
                </a:cubicBezTo>
                <a:cubicBezTo>
                  <a:pt x="186271" y="74242"/>
                  <a:pt x="191357" y="72083"/>
                  <a:pt x="195614" y="67765"/>
                </a:cubicBezTo>
                <a:cubicBezTo>
                  <a:pt x="199872" y="63447"/>
                  <a:pt x="202000" y="58172"/>
                  <a:pt x="202000" y="51938"/>
                </a:cubicBezTo>
                <a:close/>
                <a:moveTo>
                  <a:pt x="272392" y="37978"/>
                </a:moveTo>
                <a:cubicBezTo>
                  <a:pt x="277257" y="40158"/>
                  <a:pt x="280969" y="43144"/>
                  <a:pt x="283528" y="46936"/>
                </a:cubicBezTo>
                <a:cubicBezTo>
                  <a:pt x="286086" y="50728"/>
                  <a:pt x="287366" y="54678"/>
                  <a:pt x="287366" y="58786"/>
                </a:cubicBezTo>
                <a:cubicBezTo>
                  <a:pt x="287366" y="65113"/>
                  <a:pt x="284797" y="70697"/>
                  <a:pt x="279658" y="75537"/>
                </a:cubicBezTo>
                <a:cubicBezTo>
                  <a:pt x="274520" y="80378"/>
                  <a:pt x="268092" y="82798"/>
                  <a:pt x="260374" y="82798"/>
                </a:cubicBezTo>
                <a:cubicBezTo>
                  <a:pt x="255844" y="82798"/>
                  <a:pt x="251147" y="81834"/>
                  <a:pt x="246281" y="79904"/>
                </a:cubicBezTo>
                <a:cubicBezTo>
                  <a:pt x="241416" y="77975"/>
                  <a:pt x="238018" y="76003"/>
                  <a:pt x="236089" y="73990"/>
                </a:cubicBezTo>
                <a:cubicBezTo>
                  <a:pt x="235459" y="73319"/>
                  <a:pt x="235145" y="72606"/>
                  <a:pt x="235145" y="71851"/>
                </a:cubicBezTo>
                <a:cubicBezTo>
                  <a:pt x="235145" y="71180"/>
                  <a:pt x="235386" y="70592"/>
                  <a:pt x="235868" y="70089"/>
                </a:cubicBezTo>
                <a:cubicBezTo>
                  <a:pt x="236351" y="69586"/>
                  <a:pt x="236928" y="69334"/>
                  <a:pt x="237599" y="69334"/>
                </a:cubicBezTo>
                <a:cubicBezTo>
                  <a:pt x="238270" y="69334"/>
                  <a:pt x="239025" y="69649"/>
                  <a:pt x="239864" y="70278"/>
                </a:cubicBezTo>
                <a:cubicBezTo>
                  <a:pt x="246365" y="75101"/>
                  <a:pt x="253244" y="77513"/>
                  <a:pt x="260500" y="77513"/>
                </a:cubicBezTo>
                <a:cubicBezTo>
                  <a:pt x="266624" y="77513"/>
                  <a:pt x="271752" y="75598"/>
                  <a:pt x="275883" y="71766"/>
                </a:cubicBezTo>
                <a:cubicBezTo>
                  <a:pt x="280015" y="67935"/>
                  <a:pt x="282081" y="63674"/>
                  <a:pt x="282081" y="58984"/>
                </a:cubicBezTo>
                <a:cubicBezTo>
                  <a:pt x="282081" y="55844"/>
                  <a:pt x="281064" y="52766"/>
                  <a:pt x="279029" y="49751"/>
                </a:cubicBezTo>
                <a:cubicBezTo>
                  <a:pt x="276995" y="46737"/>
                  <a:pt x="274069" y="44360"/>
                  <a:pt x="270252" y="42622"/>
                </a:cubicBezTo>
                <a:cubicBezTo>
                  <a:pt x="266435" y="40884"/>
                  <a:pt x="262577" y="40015"/>
                  <a:pt x="258676" y="40015"/>
                </a:cubicBezTo>
                <a:cubicBezTo>
                  <a:pt x="257417" y="40015"/>
                  <a:pt x="256516" y="39771"/>
                  <a:pt x="255970" y="39284"/>
                </a:cubicBezTo>
                <a:cubicBezTo>
                  <a:pt x="255425" y="38795"/>
                  <a:pt x="255152" y="38147"/>
                  <a:pt x="255152" y="37341"/>
                </a:cubicBezTo>
                <a:cubicBezTo>
                  <a:pt x="255152" y="36577"/>
                  <a:pt x="255415" y="35940"/>
                  <a:pt x="255939" y="35432"/>
                </a:cubicBezTo>
                <a:cubicBezTo>
                  <a:pt x="256463" y="34922"/>
                  <a:pt x="257250" y="34667"/>
                  <a:pt x="258298" y="34667"/>
                </a:cubicBezTo>
                <a:lnTo>
                  <a:pt x="262828" y="34730"/>
                </a:lnTo>
                <a:cubicBezTo>
                  <a:pt x="267568" y="34730"/>
                  <a:pt x="271479" y="33280"/>
                  <a:pt x="274562" y="30381"/>
                </a:cubicBezTo>
                <a:cubicBezTo>
                  <a:pt x="277645" y="27480"/>
                  <a:pt x="279187" y="24117"/>
                  <a:pt x="279187" y="20291"/>
                </a:cubicBezTo>
                <a:cubicBezTo>
                  <a:pt x="279187" y="16340"/>
                  <a:pt x="277572" y="12851"/>
                  <a:pt x="274342" y="9825"/>
                </a:cubicBezTo>
                <a:cubicBezTo>
                  <a:pt x="271112" y="6798"/>
                  <a:pt x="266897" y="5285"/>
                  <a:pt x="261696" y="5285"/>
                </a:cubicBezTo>
                <a:cubicBezTo>
                  <a:pt x="258047" y="5285"/>
                  <a:pt x="254691" y="5919"/>
                  <a:pt x="251629" y="7186"/>
                </a:cubicBezTo>
                <a:cubicBezTo>
                  <a:pt x="248567" y="8454"/>
                  <a:pt x="246113" y="10186"/>
                  <a:pt x="244268" y="12383"/>
                </a:cubicBezTo>
                <a:cubicBezTo>
                  <a:pt x="243597" y="13227"/>
                  <a:pt x="243083" y="13744"/>
                  <a:pt x="242726" y="13934"/>
                </a:cubicBezTo>
                <a:cubicBezTo>
                  <a:pt x="242370" y="14124"/>
                  <a:pt x="241961" y="14219"/>
                  <a:pt x="241499" y="14219"/>
                </a:cubicBezTo>
                <a:cubicBezTo>
                  <a:pt x="240786" y="14219"/>
                  <a:pt x="240178" y="13977"/>
                  <a:pt x="239675" y="13494"/>
                </a:cubicBezTo>
                <a:cubicBezTo>
                  <a:pt x="239172" y="13009"/>
                  <a:pt x="238920" y="12429"/>
                  <a:pt x="238920" y="11754"/>
                </a:cubicBezTo>
                <a:cubicBezTo>
                  <a:pt x="238920" y="10069"/>
                  <a:pt x="240744" y="7942"/>
                  <a:pt x="244394" y="5372"/>
                </a:cubicBezTo>
                <a:cubicBezTo>
                  <a:pt x="249469" y="1791"/>
                  <a:pt x="255236" y="0"/>
                  <a:pt x="261696" y="0"/>
                </a:cubicBezTo>
                <a:cubicBezTo>
                  <a:pt x="268365" y="0"/>
                  <a:pt x="273839" y="2008"/>
                  <a:pt x="278117" y="6024"/>
                </a:cubicBezTo>
                <a:cubicBezTo>
                  <a:pt x="282395" y="10040"/>
                  <a:pt x="284534" y="14825"/>
                  <a:pt x="284534" y="20377"/>
                </a:cubicBezTo>
                <a:cubicBezTo>
                  <a:pt x="284534" y="23910"/>
                  <a:pt x="283507" y="27253"/>
                  <a:pt x="281452" y="30408"/>
                </a:cubicBezTo>
                <a:cubicBezTo>
                  <a:pt x="279396" y="33562"/>
                  <a:pt x="276376" y="36085"/>
                  <a:pt x="272392" y="379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26ABF-BE94-49E8-A4B1-7883FA05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131" y="3933343"/>
            <a:ext cx="788947" cy="194497"/>
          </a:xfrm>
          <a:custGeom xmlns:a="http://schemas.openxmlformats.org/drawingml/2006/main">
            <a:pathLst>
              <a:path w="788947" h="194497">
                <a:moveTo>
                  <a:pt x="0" y="32417"/>
                </a:moveTo>
                <a:lnTo>
                  <a:pt x="0" y="32417"/>
                </a:lnTo>
                <a:cubicBezTo>
                  <a:pt x="0" y="14513"/>
                  <a:pt x="14514" y="0"/>
                  <a:pt x="32417" y="0"/>
                </a:cubicBezTo>
                <a:lnTo>
                  <a:pt x="756530" y="0"/>
                </a:lnTo>
                <a:cubicBezTo>
                  <a:pt x="765128" y="0"/>
                  <a:pt x="773373" y="3416"/>
                  <a:pt x="779452" y="9495"/>
                </a:cubicBezTo>
                <a:cubicBezTo>
                  <a:pt x="785532" y="15574"/>
                  <a:pt x="788947" y="23820"/>
                  <a:pt x="788947" y="32417"/>
                </a:cubicBezTo>
                <a:lnTo>
                  <a:pt x="788947" y="162080"/>
                </a:lnTo>
                <a:cubicBezTo>
                  <a:pt x="788947" y="179984"/>
                  <a:pt x="774434" y="194497"/>
                  <a:pt x="756530" y="194497"/>
                </a:cubicBezTo>
                <a:lnTo>
                  <a:pt x="32417" y="194497"/>
                </a:lnTo>
                <a:cubicBezTo>
                  <a:pt x="14514" y="194497"/>
                  <a:pt x="0" y="179984"/>
                  <a:pt x="0" y="162080"/>
                </a:cubicBezTo>
                <a:lnTo>
                  <a:pt x="0" y="32417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C9652-A96E-473B-97E2-0C77F00D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131" y="3933343"/>
            <a:ext cx="788947" cy="194497"/>
          </a:xfrm>
          <a:custGeom xmlns:a="http://schemas.openxmlformats.org/drawingml/2006/main">
            <a:pathLst>
              <a:path w="788947" h="194497" fill="none">
                <a:moveTo>
                  <a:pt x="0" y="32417"/>
                </a:moveTo>
                <a:lnTo>
                  <a:pt x="0" y="32417"/>
                </a:lnTo>
                <a:cubicBezTo>
                  <a:pt x="0" y="14513"/>
                  <a:pt x="14514" y="0"/>
                  <a:pt x="32417" y="0"/>
                </a:cubicBezTo>
                <a:lnTo>
                  <a:pt x="756530" y="0"/>
                </a:lnTo>
                <a:cubicBezTo>
                  <a:pt x="765128" y="0"/>
                  <a:pt x="773373" y="3416"/>
                  <a:pt x="779452" y="9495"/>
                </a:cubicBezTo>
                <a:cubicBezTo>
                  <a:pt x="785532" y="15574"/>
                  <a:pt x="788947" y="23820"/>
                  <a:pt x="788947" y="32417"/>
                </a:cubicBezTo>
                <a:lnTo>
                  <a:pt x="788947" y="162080"/>
                </a:lnTo>
                <a:cubicBezTo>
                  <a:pt x="788947" y="179984"/>
                  <a:pt x="774434" y="194497"/>
                  <a:pt x="756530" y="194497"/>
                </a:cubicBezTo>
                <a:lnTo>
                  <a:pt x="32417" y="194497"/>
                </a:lnTo>
                <a:cubicBezTo>
                  <a:pt x="14514" y="194497"/>
                  <a:pt x="0" y="179984"/>
                  <a:pt x="0" y="162080"/>
                </a:cubicBezTo>
                <a:lnTo>
                  <a:pt x="0" y="32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FF"/>
            </a:solidFill>
            <a:round/>
          </a:ln>
        </p:spPr>
      </p:sp>
      <p:sp>
        <p:nvSpPr>
          <p:cNvPr id="86" name="Text temp_clip">
            <a:extLst xmlns:a="http://schemas.openxmlformats.org/drawingml/2006/main">
              <a:ext uri="{FF2B5EF4-FFF2-40B4-BE49-F238E27FC236}">
                <a16:creationId xmlns:a16="http://schemas.microsoft.com/office/drawing/2014/main" id="{C868FA92-DEB5-495D-B3E1-04307F85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529" y="3985649"/>
            <a:ext cx="679210" cy="117025"/>
          </a:xfrm>
          <a:custGeom xmlns:a="http://schemas.openxmlformats.org/drawingml/2006/main">
            <a:pathLst>
              <a:path w="679210" h="117025">
                <a:moveTo>
                  <a:pt x="18623" y="27054"/>
                </a:moveTo>
                <a:lnTo>
                  <a:pt x="47313" y="27054"/>
                </a:lnTo>
                <a:cubicBezTo>
                  <a:pt x="48572" y="27054"/>
                  <a:pt x="49473" y="27300"/>
                  <a:pt x="50019" y="27791"/>
                </a:cubicBezTo>
                <a:cubicBezTo>
                  <a:pt x="50564" y="28283"/>
                  <a:pt x="50837" y="28918"/>
                  <a:pt x="50837" y="29697"/>
                </a:cubicBezTo>
                <a:cubicBezTo>
                  <a:pt x="50837" y="30452"/>
                  <a:pt x="50564" y="31081"/>
                  <a:pt x="50019" y="31584"/>
                </a:cubicBezTo>
                <a:cubicBezTo>
                  <a:pt x="49473" y="32087"/>
                  <a:pt x="48572" y="32339"/>
                  <a:pt x="47313" y="32339"/>
                </a:cubicBezTo>
                <a:lnTo>
                  <a:pt x="18623" y="32339"/>
                </a:lnTo>
                <a:lnTo>
                  <a:pt x="18623" y="67606"/>
                </a:lnTo>
                <a:cubicBezTo>
                  <a:pt x="18623" y="70676"/>
                  <a:pt x="19850" y="73242"/>
                  <a:pt x="22304" y="75303"/>
                </a:cubicBezTo>
                <a:cubicBezTo>
                  <a:pt x="24758" y="77364"/>
                  <a:pt x="28354" y="78394"/>
                  <a:pt x="33094" y="78394"/>
                </a:cubicBezTo>
                <a:cubicBezTo>
                  <a:pt x="36659" y="78394"/>
                  <a:pt x="40518" y="77859"/>
                  <a:pt x="44671" y="76790"/>
                </a:cubicBezTo>
                <a:cubicBezTo>
                  <a:pt x="48823" y="75720"/>
                  <a:pt x="52053" y="74514"/>
                  <a:pt x="54360" y="73172"/>
                </a:cubicBezTo>
                <a:cubicBezTo>
                  <a:pt x="55199" y="72627"/>
                  <a:pt x="55891" y="72354"/>
                  <a:pt x="56436" y="72354"/>
                </a:cubicBezTo>
                <a:cubicBezTo>
                  <a:pt x="57107" y="72354"/>
                  <a:pt x="57695" y="72616"/>
                  <a:pt x="58198" y="73141"/>
                </a:cubicBezTo>
                <a:cubicBezTo>
                  <a:pt x="58701" y="73665"/>
                  <a:pt x="58953" y="74284"/>
                  <a:pt x="58953" y="74997"/>
                </a:cubicBezTo>
                <a:cubicBezTo>
                  <a:pt x="58953" y="75626"/>
                  <a:pt x="58680" y="76213"/>
                  <a:pt x="58135" y="76758"/>
                </a:cubicBezTo>
                <a:cubicBezTo>
                  <a:pt x="56793" y="78142"/>
                  <a:pt x="53532" y="79642"/>
                  <a:pt x="48351" y="81257"/>
                </a:cubicBezTo>
                <a:cubicBezTo>
                  <a:pt x="43171" y="82872"/>
                  <a:pt x="38211" y="83679"/>
                  <a:pt x="33472" y="83679"/>
                </a:cubicBezTo>
                <a:cubicBezTo>
                  <a:pt x="27306" y="83679"/>
                  <a:pt x="22398" y="82229"/>
                  <a:pt x="18749" y="79328"/>
                </a:cubicBezTo>
                <a:cubicBezTo>
                  <a:pt x="15100" y="76426"/>
                  <a:pt x="13275" y="72515"/>
                  <a:pt x="13275" y="67596"/>
                </a:cubicBezTo>
                <a:lnTo>
                  <a:pt x="13275" y="32339"/>
                </a:lnTo>
                <a:lnTo>
                  <a:pt x="3523" y="32339"/>
                </a:lnTo>
                <a:cubicBezTo>
                  <a:pt x="2265" y="32339"/>
                  <a:pt x="1363" y="32091"/>
                  <a:pt x="818" y="31594"/>
                </a:cubicBezTo>
                <a:cubicBezTo>
                  <a:pt x="273" y="31096"/>
                  <a:pt x="0" y="30453"/>
                  <a:pt x="0" y="29665"/>
                </a:cubicBezTo>
                <a:cubicBezTo>
                  <a:pt x="0" y="28919"/>
                  <a:pt x="273" y="28298"/>
                  <a:pt x="818" y="27801"/>
                </a:cubicBezTo>
                <a:cubicBezTo>
                  <a:pt x="1363" y="27303"/>
                  <a:pt x="2265" y="27054"/>
                  <a:pt x="3523" y="27054"/>
                </a:cubicBezTo>
                <a:lnTo>
                  <a:pt x="13275" y="27054"/>
                </a:lnTo>
                <a:lnTo>
                  <a:pt x="13275" y="11349"/>
                </a:lnTo>
                <a:cubicBezTo>
                  <a:pt x="13275" y="10081"/>
                  <a:pt x="13527" y="9173"/>
                  <a:pt x="14030" y="8625"/>
                </a:cubicBezTo>
                <a:cubicBezTo>
                  <a:pt x="14534" y="8076"/>
                  <a:pt x="15163" y="7802"/>
                  <a:pt x="15918" y="7802"/>
                </a:cubicBezTo>
                <a:cubicBezTo>
                  <a:pt x="16715" y="7802"/>
                  <a:pt x="17365" y="8076"/>
                  <a:pt x="17868" y="8625"/>
                </a:cubicBezTo>
                <a:cubicBezTo>
                  <a:pt x="18372" y="9173"/>
                  <a:pt x="18623" y="10081"/>
                  <a:pt x="18623" y="11349"/>
                </a:cubicBezTo>
                <a:lnTo>
                  <a:pt x="18623" y="27054"/>
                </a:lnTo>
                <a:close/>
                <a:moveTo>
                  <a:pt x="135384" y="55618"/>
                </a:moveTo>
                <a:lnTo>
                  <a:pt x="81527" y="55618"/>
                </a:lnTo>
                <a:cubicBezTo>
                  <a:pt x="82450" y="62455"/>
                  <a:pt x="85313" y="67960"/>
                  <a:pt x="90116" y="72134"/>
                </a:cubicBezTo>
                <a:cubicBezTo>
                  <a:pt x="94918" y="76307"/>
                  <a:pt x="100864" y="78394"/>
                  <a:pt x="107952" y="78394"/>
                </a:cubicBezTo>
                <a:cubicBezTo>
                  <a:pt x="111895" y="78394"/>
                  <a:pt x="116027" y="77744"/>
                  <a:pt x="120347" y="76444"/>
                </a:cubicBezTo>
                <a:cubicBezTo>
                  <a:pt x="124667" y="75143"/>
                  <a:pt x="128191" y="73424"/>
                  <a:pt x="130917" y="71285"/>
                </a:cubicBezTo>
                <a:cubicBezTo>
                  <a:pt x="131714" y="70655"/>
                  <a:pt x="132406" y="70341"/>
                  <a:pt x="132993" y="70341"/>
                </a:cubicBezTo>
                <a:cubicBezTo>
                  <a:pt x="133664" y="70341"/>
                  <a:pt x="134252" y="70603"/>
                  <a:pt x="134755" y="71127"/>
                </a:cubicBezTo>
                <a:cubicBezTo>
                  <a:pt x="135258" y="71652"/>
                  <a:pt x="135510" y="72270"/>
                  <a:pt x="135510" y="72983"/>
                </a:cubicBezTo>
                <a:cubicBezTo>
                  <a:pt x="135510" y="73696"/>
                  <a:pt x="135174" y="74388"/>
                  <a:pt x="134503" y="75060"/>
                </a:cubicBezTo>
                <a:cubicBezTo>
                  <a:pt x="132490" y="77157"/>
                  <a:pt x="128914" y="79118"/>
                  <a:pt x="123776" y="80942"/>
                </a:cubicBezTo>
                <a:cubicBezTo>
                  <a:pt x="118638" y="82767"/>
                  <a:pt x="113363" y="83679"/>
                  <a:pt x="107952" y="83679"/>
                </a:cubicBezTo>
                <a:cubicBezTo>
                  <a:pt x="98892" y="83679"/>
                  <a:pt x="91332" y="80708"/>
                  <a:pt x="85271" y="74767"/>
                </a:cubicBezTo>
                <a:cubicBezTo>
                  <a:pt x="79210" y="68825"/>
                  <a:pt x="76180" y="61634"/>
                  <a:pt x="76180" y="53194"/>
                </a:cubicBezTo>
                <a:cubicBezTo>
                  <a:pt x="76180" y="45510"/>
                  <a:pt x="79021" y="38919"/>
                  <a:pt x="84705" y="33419"/>
                </a:cubicBezTo>
                <a:cubicBezTo>
                  <a:pt x="90388" y="27917"/>
                  <a:pt x="97424" y="25167"/>
                  <a:pt x="105813" y="25167"/>
                </a:cubicBezTo>
                <a:cubicBezTo>
                  <a:pt x="114454" y="25167"/>
                  <a:pt x="121563" y="27993"/>
                  <a:pt x="127142" y="33647"/>
                </a:cubicBezTo>
                <a:cubicBezTo>
                  <a:pt x="132721" y="39300"/>
                  <a:pt x="135468" y="46624"/>
                  <a:pt x="135384" y="55618"/>
                </a:cubicBezTo>
                <a:moveTo>
                  <a:pt x="130036" y="50333"/>
                </a:moveTo>
                <a:cubicBezTo>
                  <a:pt x="128988" y="44447"/>
                  <a:pt x="126230" y="39662"/>
                  <a:pt x="121763" y="35978"/>
                </a:cubicBezTo>
                <a:cubicBezTo>
                  <a:pt x="117296" y="32294"/>
                  <a:pt x="111979" y="30452"/>
                  <a:pt x="105813" y="30452"/>
                </a:cubicBezTo>
                <a:cubicBezTo>
                  <a:pt x="99647" y="30452"/>
                  <a:pt x="94341" y="32273"/>
                  <a:pt x="89895" y="35916"/>
                </a:cubicBezTo>
                <a:cubicBezTo>
                  <a:pt x="85449" y="39557"/>
                  <a:pt x="82681" y="44363"/>
                  <a:pt x="81590" y="50333"/>
                </a:cubicBezTo>
                <a:lnTo>
                  <a:pt x="130036" y="50333"/>
                </a:lnTo>
                <a:close/>
                <a:moveTo>
                  <a:pt x="160035" y="27054"/>
                </a:moveTo>
                <a:lnTo>
                  <a:pt x="160035" y="32347"/>
                </a:lnTo>
                <a:cubicBezTo>
                  <a:pt x="164523" y="27560"/>
                  <a:pt x="169032" y="25167"/>
                  <a:pt x="173562" y="25167"/>
                </a:cubicBezTo>
                <a:cubicBezTo>
                  <a:pt x="176288" y="25167"/>
                  <a:pt x="178679" y="25886"/>
                  <a:pt x="180734" y="27325"/>
                </a:cubicBezTo>
                <a:cubicBezTo>
                  <a:pt x="182790" y="28763"/>
                  <a:pt x="184509" y="30942"/>
                  <a:pt x="185894" y="33861"/>
                </a:cubicBezTo>
                <a:cubicBezTo>
                  <a:pt x="188242" y="30942"/>
                  <a:pt x="190623" y="28763"/>
                  <a:pt x="193035" y="27325"/>
                </a:cubicBezTo>
                <a:cubicBezTo>
                  <a:pt x="195446" y="25886"/>
                  <a:pt x="197869" y="25167"/>
                  <a:pt x="200301" y="25167"/>
                </a:cubicBezTo>
                <a:cubicBezTo>
                  <a:pt x="204118" y="25167"/>
                  <a:pt x="207159" y="26407"/>
                  <a:pt x="209424" y="28889"/>
                </a:cubicBezTo>
                <a:cubicBezTo>
                  <a:pt x="212402" y="32084"/>
                  <a:pt x="213891" y="35574"/>
                  <a:pt x="213891" y="39358"/>
                </a:cubicBezTo>
                <a:lnTo>
                  <a:pt x="213891" y="76381"/>
                </a:lnTo>
                <a:lnTo>
                  <a:pt x="218358" y="76381"/>
                </a:lnTo>
                <a:cubicBezTo>
                  <a:pt x="219617" y="76381"/>
                  <a:pt x="220519" y="76622"/>
                  <a:pt x="221064" y="77104"/>
                </a:cubicBezTo>
                <a:cubicBezTo>
                  <a:pt x="221609" y="77587"/>
                  <a:pt x="221882" y="78226"/>
                  <a:pt x="221882" y="79023"/>
                </a:cubicBezTo>
                <a:cubicBezTo>
                  <a:pt x="221882" y="79778"/>
                  <a:pt x="221609" y="80407"/>
                  <a:pt x="221064" y="80911"/>
                </a:cubicBezTo>
                <a:cubicBezTo>
                  <a:pt x="220519" y="81414"/>
                  <a:pt x="219617" y="81666"/>
                  <a:pt x="218358" y="81666"/>
                </a:cubicBezTo>
                <a:lnTo>
                  <a:pt x="208606" y="81666"/>
                </a:lnTo>
                <a:lnTo>
                  <a:pt x="208606" y="39799"/>
                </a:lnTo>
                <a:cubicBezTo>
                  <a:pt x="208606" y="37104"/>
                  <a:pt x="207789" y="34872"/>
                  <a:pt x="206153" y="33104"/>
                </a:cubicBezTo>
                <a:cubicBezTo>
                  <a:pt x="204517" y="31336"/>
                  <a:pt x="202629" y="30452"/>
                  <a:pt x="200490" y="30452"/>
                </a:cubicBezTo>
                <a:cubicBezTo>
                  <a:pt x="198561" y="30452"/>
                  <a:pt x="196526" y="31178"/>
                  <a:pt x="194387" y="32630"/>
                </a:cubicBezTo>
                <a:cubicBezTo>
                  <a:pt x="192248" y="34082"/>
                  <a:pt x="189815" y="36935"/>
                  <a:pt x="187089" y="41187"/>
                </a:cubicBezTo>
                <a:lnTo>
                  <a:pt x="187089" y="76381"/>
                </a:lnTo>
                <a:lnTo>
                  <a:pt x="191493" y="76381"/>
                </a:lnTo>
                <a:cubicBezTo>
                  <a:pt x="192751" y="76381"/>
                  <a:pt x="193653" y="76622"/>
                  <a:pt x="194199" y="77104"/>
                </a:cubicBezTo>
                <a:cubicBezTo>
                  <a:pt x="194744" y="77587"/>
                  <a:pt x="195016" y="78226"/>
                  <a:pt x="195016" y="79023"/>
                </a:cubicBezTo>
                <a:cubicBezTo>
                  <a:pt x="195016" y="79778"/>
                  <a:pt x="194744" y="80407"/>
                  <a:pt x="194199" y="80911"/>
                </a:cubicBezTo>
                <a:cubicBezTo>
                  <a:pt x="193653" y="81414"/>
                  <a:pt x="192751" y="81666"/>
                  <a:pt x="191493" y="81666"/>
                </a:cubicBezTo>
                <a:lnTo>
                  <a:pt x="181741" y="81666"/>
                </a:lnTo>
                <a:lnTo>
                  <a:pt x="181741" y="40176"/>
                </a:lnTo>
                <a:cubicBezTo>
                  <a:pt x="181741" y="37355"/>
                  <a:pt x="180913" y="35029"/>
                  <a:pt x="179256" y="33198"/>
                </a:cubicBezTo>
                <a:cubicBezTo>
                  <a:pt x="177599" y="31367"/>
                  <a:pt x="175743" y="30452"/>
                  <a:pt x="173688" y="30452"/>
                </a:cubicBezTo>
                <a:cubicBezTo>
                  <a:pt x="171800" y="30452"/>
                  <a:pt x="169934" y="31062"/>
                  <a:pt x="168088" y="32282"/>
                </a:cubicBezTo>
                <a:cubicBezTo>
                  <a:pt x="165530" y="34008"/>
                  <a:pt x="162845" y="36977"/>
                  <a:pt x="160035" y="41187"/>
                </a:cubicBezTo>
                <a:lnTo>
                  <a:pt x="160035" y="76381"/>
                </a:lnTo>
                <a:lnTo>
                  <a:pt x="164502" y="76381"/>
                </a:lnTo>
                <a:cubicBezTo>
                  <a:pt x="165760" y="76381"/>
                  <a:pt x="166662" y="76622"/>
                  <a:pt x="167207" y="77104"/>
                </a:cubicBezTo>
                <a:cubicBezTo>
                  <a:pt x="167753" y="77587"/>
                  <a:pt x="168025" y="78226"/>
                  <a:pt x="168025" y="79023"/>
                </a:cubicBezTo>
                <a:cubicBezTo>
                  <a:pt x="168025" y="79778"/>
                  <a:pt x="167753" y="80407"/>
                  <a:pt x="167207" y="80911"/>
                </a:cubicBezTo>
                <a:cubicBezTo>
                  <a:pt x="166662" y="81414"/>
                  <a:pt x="165760" y="81666"/>
                  <a:pt x="164502" y="81666"/>
                </a:cubicBezTo>
                <a:lnTo>
                  <a:pt x="150283" y="81666"/>
                </a:lnTo>
                <a:cubicBezTo>
                  <a:pt x="149024" y="81666"/>
                  <a:pt x="148123" y="81414"/>
                  <a:pt x="147577" y="80911"/>
                </a:cubicBezTo>
                <a:cubicBezTo>
                  <a:pt x="147032" y="80407"/>
                  <a:pt x="146759" y="79778"/>
                  <a:pt x="146759" y="79023"/>
                </a:cubicBezTo>
                <a:cubicBezTo>
                  <a:pt x="146759" y="78226"/>
                  <a:pt x="147032" y="77587"/>
                  <a:pt x="147577" y="77104"/>
                </a:cubicBezTo>
                <a:cubicBezTo>
                  <a:pt x="148123" y="76622"/>
                  <a:pt x="149024" y="76381"/>
                  <a:pt x="150283" y="76381"/>
                </a:cubicBezTo>
                <a:lnTo>
                  <a:pt x="154750" y="76381"/>
                </a:lnTo>
                <a:lnTo>
                  <a:pt x="154750" y="32339"/>
                </a:lnTo>
                <a:lnTo>
                  <a:pt x="150283" y="32339"/>
                </a:lnTo>
                <a:cubicBezTo>
                  <a:pt x="149024" y="32339"/>
                  <a:pt x="148123" y="32087"/>
                  <a:pt x="147577" y="31584"/>
                </a:cubicBezTo>
                <a:cubicBezTo>
                  <a:pt x="147032" y="31081"/>
                  <a:pt x="146759" y="30431"/>
                  <a:pt x="146759" y="29634"/>
                </a:cubicBezTo>
                <a:cubicBezTo>
                  <a:pt x="146759" y="28897"/>
                  <a:pt x="147032" y="28283"/>
                  <a:pt x="147577" y="27791"/>
                </a:cubicBezTo>
                <a:cubicBezTo>
                  <a:pt x="148123" y="27300"/>
                  <a:pt x="149024" y="27054"/>
                  <a:pt x="150283" y="27054"/>
                </a:cubicBezTo>
                <a:lnTo>
                  <a:pt x="160035" y="27054"/>
                </a:lnTo>
                <a:close/>
                <a:moveTo>
                  <a:pt x="241499" y="27054"/>
                </a:moveTo>
                <a:lnTo>
                  <a:pt x="241499" y="36643"/>
                </a:lnTo>
                <a:cubicBezTo>
                  <a:pt x="244645" y="32838"/>
                  <a:pt x="248022" y="29974"/>
                  <a:pt x="251629" y="28051"/>
                </a:cubicBezTo>
                <a:cubicBezTo>
                  <a:pt x="255236" y="26128"/>
                  <a:pt x="259493" y="25167"/>
                  <a:pt x="264401" y="25167"/>
                </a:cubicBezTo>
                <a:cubicBezTo>
                  <a:pt x="269602" y="25167"/>
                  <a:pt x="274405" y="26384"/>
                  <a:pt x="278809" y="28820"/>
                </a:cubicBezTo>
                <a:cubicBezTo>
                  <a:pt x="283213" y="31255"/>
                  <a:pt x="286621" y="34646"/>
                  <a:pt x="289033" y="38993"/>
                </a:cubicBezTo>
                <a:cubicBezTo>
                  <a:pt x="291445" y="43339"/>
                  <a:pt x="292650" y="47906"/>
                  <a:pt x="292650" y="52693"/>
                </a:cubicBezTo>
                <a:cubicBezTo>
                  <a:pt x="292650" y="60294"/>
                  <a:pt x="289935" y="66793"/>
                  <a:pt x="284503" y="72189"/>
                </a:cubicBezTo>
                <a:cubicBezTo>
                  <a:pt x="279071" y="77584"/>
                  <a:pt x="272391" y="80282"/>
                  <a:pt x="264464" y="80282"/>
                </a:cubicBezTo>
                <a:cubicBezTo>
                  <a:pt x="255026" y="80282"/>
                  <a:pt x="247371" y="76456"/>
                  <a:pt x="241499" y="68805"/>
                </a:cubicBezTo>
                <a:lnTo>
                  <a:pt x="241499" y="100667"/>
                </a:lnTo>
                <a:lnTo>
                  <a:pt x="254334" y="100667"/>
                </a:lnTo>
                <a:cubicBezTo>
                  <a:pt x="255593" y="100667"/>
                  <a:pt x="256494" y="100908"/>
                  <a:pt x="257040" y="101390"/>
                </a:cubicBezTo>
                <a:cubicBezTo>
                  <a:pt x="257585" y="101873"/>
                  <a:pt x="257858" y="102512"/>
                  <a:pt x="257858" y="103309"/>
                </a:cubicBezTo>
                <a:cubicBezTo>
                  <a:pt x="257858" y="104064"/>
                  <a:pt x="257585" y="104693"/>
                  <a:pt x="257040" y="105197"/>
                </a:cubicBezTo>
                <a:cubicBezTo>
                  <a:pt x="256494" y="105700"/>
                  <a:pt x="255593" y="105952"/>
                  <a:pt x="254334" y="105952"/>
                </a:cubicBezTo>
                <a:lnTo>
                  <a:pt x="229105" y="105952"/>
                </a:lnTo>
                <a:cubicBezTo>
                  <a:pt x="227846" y="105952"/>
                  <a:pt x="226945" y="105710"/>
                  <a:pt x="226399" y="105228"/>
                </a:cubicBezTo>
                <a:cubicBezTo>
                  <a:pt x="225854" y="104746"/>
                  <a:pt x="225581" y="104106"/>
                  <a:pt x="225581" y="103309"/>
                </a:cubicBezTo>
                <a:cubicBezTo>
                  <a:pt x="225581" y="102512"/>
                  <a:pt x="225854" y="101873"/>
                  <a:pt x="226399" y="101390"/>
                </a:cubicBezTo>
                <a:cubicBezTo>
                  <a:pt x="226945" y="100908"/>
                  <a:pt x="227846" y="100667"/>
                  <a:pt x="229105" y="100667"/>
                </a:cubicBezTo>
                <a:lnTo>
                  <a:pt x="236214" y="100667"/>
                </a:lnTo>
                <a:lnTo>
                  <a:pt x="236214" y="32339"/>
                </a:lnTo>
                <a:lnTo>
                  <a:pt x="229105" y="32339"/>
                </a:lnTo>
                <a:cubicBezTo>
                  <a:pt x="227846" y="32339"/>
                  <a:pt x="226945" y="32087"/>
                  <a:pt x="226399" y="31584"/>
                </a:cubicBezTo>
                <a:cubicBezTo>
                  <a:pt x="225854" y="31081"/>
                  <a:pt x="225581" y="30431"/>
                  <a:pt x="225581" y="29634"/>
                </a:cubicBezTo>
                <a:cubicBezTo>
                  <a:pt x="225581" y="28897"/>
                  <a:pt x="225854" y="28283"/>
                  <a:pt x="226399" y="27791"/>
                </a:cubicBezTo>
                <a:cubicBezTo>
                  <a:pt x="226945" y="27300"/>
                  <a:pt x="227846" y="27054"/>
                  <a:pt x="229105" y="27054"/>
                </a:cubicBezTo>
                <a:lnTo>
                  <a:pt x="241499" y="27054"/>
                </a:lnTo>
                <a:moveTo>
                  <a:pt x="287303" y="52693"/>
                </a:moveTo>
                <a:cubicBezTo>
                  <a:pt x="287303" y="46585"/>
                  <a:pt x="285090" y="41351"/>
                  <a:pt x="280665" y="36991"/>
                </a:cubicBezTo>
                <a:cubicBezTo>
                  <a:pt x="276240" y="32631"/>
                  <a:pt x="270839" y="30452"/>
                  <a:pt x="264464" y="30452"/>
                </a:cubicBezTo>
                <a:cubicBezTo>
                  <a:pt x="258046" y="30452"/>
                  <a:pt x="252614" y="32642"/>
                  <a:pt x="248168" y="37023"/>
                </a:cubicBezTo>
                <a:cubicBezTo>
                  <a:pt x="243722" y="41403"/>
                  <a:pt x="241499" y="46626"/>
                  <a:pt x="241499" y="52693"/>
                </a:cubicBezTo>
                <a:cubicBezTo>
                  <a:pt x="241499" y="58801"/>
                  <a:pt x="243722" y="64045"/>
                  <a:pt x="248168" y="68426"/>
                </a:cubicBezTo>
                <a:cubicBezTo>
                  <a:pt x="252614" y="72806"/>
                  <a:pt x="258046" y="74997"/>
                  <a:pt x="264464" y="74997"/>
                </a:cubicBezTo>
                <a:cubicBezTo>
                  <a:pt x="270797" y="74997"/>
                  <a:pt x="276187" y="72817"/>
                  <a:pt x="280633" y="68457"/>
                </a:cubicBezTo>
                <a:cubicBezTo>
                  <a:pt x="285079" y="64098"/>
                  <a:pt x="287303" y="58843"/>
                  <a:pt x="287303" y="52693"/>
                </a:cubicBezTo>
                <a:close/>
                <a:moveTo>
                  <a:pt x="373863" y="117025"/>
                </a:moveTo>
                <a:lnTo>
                  <a:pt x="303585" y="117025"/>
                </a:lnTo>
                <a:cubicBezTo>
                  <a:pt x="302327" y="117025"/>
                  <a:pt x="301425" y="116784"/>
                  <a:pt x="300880" y="116301"/>
                </a:cubicBezTo>
                <a:cubicBezTo>
                  <a:pt x="300334" y="115819"/>
                  <a:pt x="300062" y="115179"/>
                  <a:pt x="300062" y="114382"/>
                </a:cubicBezTo>
                <a:cubicBezTo>
                  <a:pt x="300062" y="113585"/>
                  <a:pt x="300334" y="112946"/>
                  <a:pt x="300880" y="112463"/>
                </a:cubicBezTo>
                <a:cubicBezTo>
                  <a:pt x="301425" y="111981"/>
                  <a:pt x="302327" y="111740"/>
                  <a:pt x="303585" y="111740"/>
                </a:cubicBezTo>
                <a:lnTo>
                  <a:pt x="373863" y="111740"/>
                </a:lnTo>
                <a:cubicBezTo>
                  <a:pt x="375163" y="111740"/>
                  <a:pt x="376076" y="111981"/>
                  <a:pt x="376600" y="112463"/>
                </a:cubicBezTo>
                <a:cubicBezTo>
                  <a:pt x="377124" y="112946"/>
                  <a:pt x="377386" y="113585"/>
                  <a:pt x="377386" y="114382"/>
                </a:cubicBezTo>
                <a:cubicBezTo>
                  <a:pt x="377386" y="115179"/>
                  <a:pt x="377124" y="115819"/>
                  <a:pt x="376600" y="116301"/>
                </a:cubicBezTo>
                <a:cubicBezTo>
                  <a:pt x="376076" y="116784"/>
                  <a:pt x="375163" y="117025"/>
                  <a:pt x="373863" y="117025"/>
                </a:cubicBezTo>
                <a:close/>
                <a:moveTo>
                  <a:pt x="438088" y="32347"/>
                </a:moveTo>
                <a:lnTo>
                  <a:pt x="438088" y="30603"/>
                </a:lnTo>
                <a:cubicBezTo>
                  <a:pt x="438088" y="29316"/>
                  <a:pt x="438340" y="28403"/>
                  <a:pt x="438843" y="27864"/>
                </a:cubicBezTo>
                <a:cubicBezTo>
                  <a:pt x="439347" y="27324"/>
                  <a:pt x="439976" y="27054"/>
                  <a:pt x="440731" y="27054"/>
                </a:cubicBezTo>
                <a:cubicBezTo>
                  <a:pt x="441528" y="27054"/>
                  <a:pt x="442178" y="27327"/>
                  <a:pt x="442681" y="27872"/>
                </a:cubicBezTo>
                <a:cubicBezTo>
                  <a:pt x="443185" y="28417"/>
                  <a:pt x="443436" y="29340"/>
                  <a:pt x="443436" y="30640"/>
                </a:cubicBezTo>
                <a:lnTo>
                  <a:pt x="443436" y="42595"/>
                </a:lnTo>
                <a:cubicBezTo>
                  <a:pt x="443394" y="43895"/>
                  <a:pt x="443132" y="44818"/>
                  <a:pt x="442650" y="45363"/>
                </a:cubicBezTo>
                <a:cubicBezTo>
                  <a:pt x="442168" y="45908"/>
                  <a:pt x="441528" y="46181"/>
                  <a:pt x="440731" y="46181"/>
                </a:cubicBezTo>
                <a:cubicBezTo>
                  <a:pt x="440018" y="46181"/>
                  <a:pt x="439420" y="45939"/>
                  <a:pt x="438938" y="45455"/>
                </a:cubicBezTo>
                <a:cubicBezTo>
                  <a:pt x="438455" y="44970"/>
                  <a:pt x="438172" y="44159"/>
                  <a:pt x="438088" y="43021"/>
                </a:cubicBezTo>
                <a:cubicBezTo>
                  <a:pt x="437837" y="40031"/>
                  <a:pt x="435876" y="37189"/>
                  <a:pt x="432206" y="34494"/>
                </a:cubicBezTo>
                <a:cubicBezTo>
                  <a:pt x="428536" y="31799"/>
                  <a:pt x="423597" y="30452"/>
                  <a:pt x="417389" y="30452"/>
                </a:cubicBezTo>
                <a:cubicBezTo>
                  <a:pt x="409545" y="30452"/>
                  <a:pt x="403589" y="32912"/>
                  <a:pt x="399521" y="37833"/>
                </a:cubicBezTo>
                <a:cubicBezTo>
                  <a:pt x="395452" y="42753"/>
                  <a:pt x="393418" y="48388"/>
                  <a:pt x="393418" y="54737"/>
                </a:cubicBezTo>
                <a:cubicBezTo>
                  <a:pt x="393418" y="61593"/>
                  <a:pt x="395662" y="67249"/>
                  <a:pt x="400150" y="71707"/>
                </a:cubicBezTo>
                <a:cubicBezTo>
                  <a:pt x="404638" y="76165"/>
                  <a:pt x="410447" y="78394"/>
                  <a:pt x="417578" y="78394"/>
                </a:cubicBezTo>
                <a:cubicBezTo>
                  <a:pt x="421688" y="78394"/>
                  <a:pt x="425872" y="77631"/>
                  <a:pt x="430130" y="76104"/>
                </a:cubicBezTo>
                <a:cubicBezTo>
                  <a:pt x="434387" y="74575"/>
                  <a:pt x="438235" y="72114"/>
                  <a:pt x="441675" y="68719"/>
                </a:cubicBezTo>
                <a:cubicBezTo>
                  <a:pt x="442556" y="67871"/>
                  <a:pt x="443332" y="67447"/>
                  <a:pt x="444003" y="67447"/>
                </a:cubicBezTo>
                <a:cubicBezTo>
                  <a:pt x="444716" y="67447"/>
                  <a:pt x="445313" y="67690"/>
                  <a:pt x="445796" y="68176"/>
                </a:cubicBezTo>
                <a:cubicBezTo>
                  <a:pt x="446278" y="68662"/>
                  <a:pt x="446519" y="69265"/>
                  <a:pt x="446519" y="69983"/>
                </a:cubicBezTo>
                <a:cubicBezTo>
                  <a:pt x="446519" y="71801"/>
                  <a:pt x="444401" y="74105"/>
                  <a:pt x="440165" y="76894"/>
                </a:cubicBezTo>
                <a:cubicBezTo>
                  <a:pt x="433328" y="81417"/>
                  <a:pt x="425715" y="83679"/>
                  <a:pt x="417326" y="83679"/>
                </a:cubicBezTo>
                <a:cubicBezTo>
                  <a:pt x="408811" y="83679"/>
                  <a:pt x="401817" y="80961"/>
                  <a:pt x="396343" y="75524"/>
                </a:cubicBezTo>
                <a:cubicBezTo>
                  <a:pt x="390870" y="70085"/>
                  <a:pt x="388133" y="63188"/>
                  <a:pt x="388133" y="54832"/>
                </a:cubicBezTo>
                <a:cubicBezTo>
                  <a:pt x="388133" y="46308"/>
                  <a:pt x="390932" y="39233"/>
                  <a:pt x="396532" y="33607"/>
                </a:cubicBezTo>
                <a:cubicBezTo>
                  <a:pt x="402132" y="27980"/>
                  <a:pt x="409189" y="25167"/>
                  <a:pt x="417704" y="25167"/>
                </a:cubicBezTo>
                <a:cubicBezTo>
                  <a:pt x="425799" y="25167"/>
                  <a:pt x="432594" y="27560"/>
                  <a:pt x="438088" y="32347"/>
                </a:cubicBezTo>
                <a:close/>
                <a:moveTo>
                  <a:pt x="496022" y="2642"/>
                </a:moveTo>
                <a:lnTo>
                  <a:pt x="496022" y="76381"/>
                </a:lnTo>
                <a:lnTo>
                  <a:pt x="516785" y="76381"/>
                </a:lnTo>
                <a:cubicBezTo>
                  <a:pt x="518085" y="76381"/>
                  <a:pt x="519008" y="76622"/>
                  <a:pt x="519553" y="77104"/>
                </a:cubicBezTo>
                <a:cubicBezTo>
                  <a:pt x="520098" y="77587"/>
                  <a:pt x="520371" y="78226"/>
                  <a:pt x="520371" y="79023"/>
                </a:cubicBezTo>
                <a:cubicBezTo>
                  <a:pt x="520371" y="79778"/>
                  <a:pt x="520098" y="80407"/>
                  <a:pt x="519553" y="80911"/>
                </a:cubicBezTo>
                <a:cubicBezTo>
                  <a:pt x="519008" y="81414"/>
                  <a:pt x="518085" y="81666"/>
                  <a:pt x="516785" y="81666"/>
                </a:cubicBezTo>
                <a:lnTo>
                  <a:pt x="469975" y="81666"/>
                </a:lnTo>
                <a:cubicBezTo>
                  <a:pt x="468716" y="81666"/>
                  <a:pt x="467815" y="81414"/>
                  <a:pt x="467269" y="80911"/>
                </a:cubicBezTo>
                <a:cubicBezTo>
                  <a:pt x="466724" y="80407"/>
                  <a:pt x="466451" y="79778"/>
                  <a:pt x="466451" y="79023"/>
                </a:cubicBezTo>
                <a:cubicBezTo>
                  <a:pt x="466451" y="78226"/>
                  <a:pt x="466724" y="77587"/>
                  <a:pt x="467269" y="77104"/>
                </a:cubicBezTo>
                <a:cubicBezTo>
                  <a:pt x="467815" y="76622"/>
                  <a:pt x="468716" y="76381"/>
                  <a:pt x="469975" y="76381"/>
                </a:cubicBezTo>
                <a:lnTo>
                  <a:pt x="490737" y="76381"/>
                </a:lnTo>
                <a:lnTo>
                  <a:pt x="490737" y="7928"/>
                </a:lnTo>
                <a:lnTo>
                  <a:pt x="475511" y="7928"/>
                </a:lnTo>
                <a:cubicBezTo>
                  <a:pt x="474253" y="7928"/>
                  <a:pt x="473341" y="7679"/>
                  <a:pt x="472774" y="7182"/>
                </a:cubicBezTo>
                <a:cubicBezTo>
                  <a:pt x="472208" y="6684"/>
                  <a:pt x="471925" y="6041"/>
                  <a:pt x="471925" y="5254"/>
                </a:cubicBezTo>
                <a:cubicBezTo>
                  <a:pt x="471925" y="4508"/>
                  <a:pt x="472198" y="3886"/>
                  <a:pt x="472743" y="3390"/>
                </a:cubicBezTo>
                <a:cubicBezTo>
                  <a:pt x="473288" y="2892"/>
                  <a:pt x="474211" y="2642"/>
                  <a:pt x="475511" y="2642"/>
                </a:cubicBezTo>
                <a:lnTo>
                  <a:pt x="496022" y="2642"/>
                </a:lnTo>
                <a:close/>
                <a:moveTo>
                  <a:pt x="573271" y="0"/>
                </a:moveTo>
                <a:lnTo>
                  <a:pt x="573271" y="13590"/>
                </a:lnTo>
                <a:lnTo>
                  <a:pt x="565470" y="13590"/>
                </a:lnTo>
                <a:lnTo>
                  <a:pt x="565470" y="0"/>
                </a:lnTo>
                <a:lnTo>
                  <a:pt x="573271" y="0"/>
                </a:lnTo>
                <a:moveTo>
                  <a:pt x="573460" y="27054"/>
                </a:moveTo>
                <a:lnTo>
                  <a:pt x="573460" y="76381"/>
                </a:lnTo>
                <a:lnTo>
                  <a:pt x="594222" y="76381"/>
                </a:lnTo>
                <a:cubicBezTo>
                  <a:pt x="595523" y="76381"/>
                  <a:pt x="596445" y="76622"/>
                  <a:pt x="596991" y="77104"/>
                </a:cubicBezTo>
                <a:cubicBezTo>
                  <a:pt x="597536" y="77587"/>
                  <a:pt x="597809" y="78226"/>
                  <a:pt x="597809" y="79023"/>
                </a:cubicBezTo>
                <a:cubicBezTo>
                  <a:pt x="597809" y="79778"/>
                  <a:pt x="597536" y="80407"/>
                  <a:pt x="596991" y="80911"/>
                </a:cubicBezTo>
                <a:cubicBezTo>
                  <a:pt x="596445" y="81414"/>
                  <a:pt x="595523" y="81666"/>
                  <a:pt x="594222" y="81666"/>
                </a:cubicBezTo>
                <a:lnTo>
                  <a:pt x="547412" y="81666"/>
                </a:lnTo>
                <a:cubicBezTo>
                  <a:pt x="546154" y="81666"/>
                  <a:pt x="545252" y="81414"/>
                  <a:pt x="544707" y="80911"/>
                </a:cubicBezTo>
                <a:cubicBezTo>
                  <a:pt x="544162" y="80407"/>
                  <a:pt x="543889" y="79778"/>
                  <a:pt x="543889" y="79023"/>
                </a:cubicBezTo>
                <a:cubicBezTo>
                  <a:pt x="543889" y="78226"/>
                  <a:pt x="544162" y="77587"/>
                  <a:pt x="544707" y="77104"/>
                </a:cubicBezTo>
                <a:cubicBezTo>
                  <a:pt x="545252" y="76622"/>
                  <a:pt x="546154" y="76381"/>
                  <a:pt x="547412" y="76381"/>
                </a:cubicBezTo>
                <a:lnTo>
                  <a:pt x="568175" y="76381"/>
                </a:lnTo>
                <a:lnTo>
                  <a:pt x="568175" y="32339"/>
                </a:lnTo>
                <a:lnTo>
                  <a:pt x="552760" y="32339"/>
                </a:lnTo>
                <a:cubicBezTo>
                  <a:pt x="551502" y="32339"/>
                  <a:pt x="550590" y="32091"/>
                  <a:pt x="550023" y="31594"/>
                </a:cubicBezTo>
                <a:cubicBezTo>
                  <a:pt x="549457" y="31096"/>
                  <a:pt x="549174" y="30474"/>
                  <a:pt x="549174" y="29728"/>
                </a:cubicBezTo>
                <a:cubicBezTo>
                  <a:pt x="549174" y="28940"/>
                  <a:pt x="549447" y="28298"/>
                  <a:pt x="549992" y="27801"/>
                </a:cubicBezTo>
                <a:cubicBezTo>
                  <a:pt x="550537" y="27303"/>
                  <a:pt x="551460" y="27054"/>
                  <a:pt x="552760" y="27054"/>
                </a:cubicBezTo>
                <a:lnTo>
                  <a:pt x="573460" y="27054"/>
                </a:lnTo>
                <a:close/>
                <a:moveTo>
                  <a:pt x="628059" y="27054"/>
                </a:moveTo>
                <a:lnTo>
                  <a:pt x="628059" y="36643"/>
                </a:lnTo>
                <a:cubicBezTo>
                  <a:pt x="631205" y="32838"/>
                  <a:pt x="634581" y="29974"/>
                  <a:pt x="638188" y="28051"/>
                </a:cubicBezTo>
                <a:cubicBezTo>
                  <a:pt x="641795" y="26128"/>
                  <a:pt x="646053" y="25167"/>
                  <a:pt x="650960" y="25167"/>
                </a:cubicBezTo>
                <a:cubicBezTo>
                  <a:pt x="656161" y="25167"/>
                  <a:pt x="660964" y="26384"/>
                  <a:pt x="665368" y="28820"/>
                </a:cubicBezTo>
                <a:cubicBezTo>
                  <a:pt x="669772" y="31255"/>
                  <a:pt x="673180" y="34646"/>
                  <a:pt x="675592" y="38993"/>
                </a:cubicBezTo>
                <a:cubicBezTo>
                  <a:pt x="678004" y="43339"/>
                  <a:pt x="679210" y="47906"/>
                  <a:pt x="679210" y="52693"/>
                </a:cubicBezTo>
                <a:cubicBezTo>
                  <a:pt x="679210" y="60294"/>
                  <a:pt x="676494" y="66793"/>
                  <a:pt x="671062" y="72189"/>
                </a:cubicBezTo>
                <a:cubicBezTo>
                  <a:pt x="665630" y="77584"/>
                  <a:pt x="658951" y="80282"/>
                  <a:pt x="651023" y="80282"/>
                </a:cubicBezTo>
                <a:cubicBezTo>
                  <a:pt x="641586" y="80282"/>
                  <a:pt x="633931" y="76456"/>
                  <a:pt x="628059" y="68805"/>
                </a:cubicBezTo>
                <a:lnTo>
                  <a:pt x="628059" y="100667"/>
                </a:lnTo>
                <a:lnTo>
                  <a:pt x="640894" y="100667"/>
                </a:lnTo>
                <a:cubicBezTo>
                  <a:pt x="642152" y="100667"/>
                  <a:pt x="643054" y="100908"/>
                  <a:pt x="643599" y="101390"/>
                </a:cubicBezTo>
                <a:cubicBezTo>
                  <a:pt x="644144" y="101873"/>
                  <a:pt x="644417" y="102512"/>
                  <a:pt x="644417" y="103309"/>
                </a:cubicBezTo>
                <a:cubicBezTo>
                  <a:pt x="644417" y="104064"/>
                  <a:pt x="644144" y="104693"/>
                  <a:pt x="643599" y="105197"/>
                </a:cubicBezTo>
                <a:cubicBezTo>
                  <a:pt x="643054" y="105700"/>
                  <a:pt x="642152" y="105952"/>
                  <a:pt x="640894" y="105952"/>
                </a:cubicBezTo>
                <a:lnTo>
                  <a:pt x="615664" y="105952"/>
                </a:lnTo>
                <a:cubicBezTo>
                  <a:pt x="614406" y="105952"/>
                  <a:pt x="613504" y="105710"/>
                  <a:pt x="612959" y="105228"/>
                </a:cubicBezTo>
                <a:cubicBezTo>
                  <a:pt x="612413" y="104746"/>
                  <a:pt x="612141" y="104106"/>
                  <a:pt x="612141" y="103309"/>
                </a:cubicBezTo>
                <a:cubicBezTo>
                  <a:pt x="612141" y="102512"/>
                  <a:pt x="612413" y="101873"/>
                  <a:pt x="612959" y="101390"/>
                </a:cubicBezTo>
                <a:cubicBezTo>
                  <a:pt x="613504" y="100908"/>
                  <a:pt x="614406" y="100667"/>
                  <a:pt x="615664" y="100667"/>
                </a:cubicBezTo>
                <a:lnTo>
                  <a:pt x="622774" y="100667"/>
                </a:lnTo>
                <a:lnTo>
                  <a:pt x="622774" y="32339"/>
                </a:lnTo>
                <a:lnTo>
                  <a:pt x="615664" y="32339"/>
                </a:lnTo>
                <a:cubicBezTo>
                  <a:pt x="614406" y="32339"/>
                  <a:pt x="613504" y="32087"/>
                  <a:pt x="612959" y="31584"/>
                </a:cubicBezTo>
                <a:cubicBezTo>
                  <a:pt x="612413" y="31081"/>
                  <a:pt x="612141" y="30431"/>
                  <a:pt x="612141" y="29634"/>
                </a:cubicBezTo>
                <a:cubicBezTo>
                  <a:pt x="612141" y="28897"/>
                  <a:pt x="612413" y="28283"/>
                  <a:pt x="612959" y="27791"/>
                </a:cubicBezTo>
                <a:cubicBezTo>
                  <a:pt x="613504" y="27300"/>
                  <a:pt x="614406" y="27054"/>
                  <a:pt x="615664" y="27054"/>
                </a:cubicBezTo>
                <a:lnTo>
                  <a:pt x="628059" y="27054"/>
                </a:lnTo>
                <a:moveTo>
                  <a:pt x="673862" y="52693"/>
                </a:moveTo>
                <a:cubicBezTo>
                  <a:pt x="673862" y="46585"/>
                  <a:pt x="671649" y="41351"/>
                  <a:pt x="667224" y="36991"/>
                </a:cubicBezTo>
                <a:cubicBezTo>
                  <a:pt x="662799" y="32631"/>
                  <a:pt x="657399" y="30452"/>
                  <a:pt x="651023" y="30452"/>
                </a:cubicBezTo>
                <a:cubicBezTo>
                  <a:pt x="644606" y="30452"/>
                  <a:pt x="639174" y="32642"/>
                  <a:pt x="634728" y="37023"/>
                </a:cubicBezTo>
                <a:cubicBezTo>
                  <a:pt x="630282" y="41403"/>
                  <a:pt x="628059" y="46626"/>
                  <a:pt x="628059" y="52693"/>
                </a:cubicBezTo>
                <a:cubicBezTo>
                  <a:pt x="628059" y="58801"/>
                  <a:pt x="630282" y="64045"/>
                  <a:pt x="634728" y="68426"/>
                </a:cubicBezTo>
                <a:cubicBezTo>
                  <a:pt x="639174" y="72806"/>
                  <a:pt x="644606" y="74997"/>
                  <a:pt x="651023" y="74997"/>
                </a:cubicBezTo>
                <a:cubicBezTo>
                  <a:pt x="657357" y="74997"/>
                  <a:pt x="662747" y="72817"/>
                  <a:pt x="667193" y="68457"/>
                </a:cubicBezTo>
                <a:cubicBezTo>
                  <a:pt x="671639" y="64098"/>
                  <a:pt x="673862" y="58843"/>
                  <a:pt x="673862" y="52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6C3E8-CE7D-4AF6-993A-44032F71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38" y="2677100"/>
            <a:ext cx="474221" cy="202132"/>
          </a:xfrm>
          <a:custGeom xmlns:a="http://schemas.openxmlformats.org/drawingml/2006/main">
            <a:pathLst>
              <a:path w="474221" h="202132">
                <a:moveTo>
                  <a:pt x="0" y="202132"/>
                </a:moveTo>
                <a:cubicBezTo>
                  <a:pt x="41463" y="180103"/>
                  <a:pt x="169741" y="103645"/>
                  <a:pt x="248778" y="69956"/>
                </a:cubicBezTo>
                <a:cubicBezTo>
                  <a:pt x="327815" y="36268"/>
                  <a:pt x="436647" y="11659"/>
                  <a:pt x="474221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2B3AE-D613-4A55-9B98-16247A4D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38" y="2694636"/>
            <a:ext cx="410345" cy="184597"/>
          </a:xfrm>
          <a:custGeom xmlns:a="http://schemas.openxmlformats.org/drawingml/2006/main">
            <a:pathLst>
              <a:path w="410345" h="184597" fill="none">
                <a:moveTo>
                  <a:pt x="0" y="184597"/>
                </a:moveTo>
                <a:cubicBezTo>
                  <a:pt x="41463" y="162568"/>
                  <a:pt x="169741" y="86110"/>
                  <a:pt x="248778" y="52421"/>
                </a:cubicBezTo>
                <a:cubicBezTo>
                  <a:pt x="288296" y="35577"/>
                  <a:pt x="335264" y="21003"/>
                  <a:pt x="377048" y="9182"/>
                </a:cubicBezTo>
                <a:cubicBezTo>
                  <a:pt x="387494" y="6227"/>
                  <a:pt x="397616" y="3444"/>
                  <a:pt x="407217" y="840"/>
                </a:cubicBezTo>
                <a:lnTo>
                  <a:pt x="4103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custDash>
              <a:ds d="400000" sp="300000"/>
            </a:custDash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77F3F-A05B-4E99-98F2-8DDF1132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369" y="2679429"/>
            <a:ext cx="63342" cy="41921"/>
          </a:xfrm>
          <a:custGeom xmlns:a="http://schemas.openxmlformats.org/drawingml/2006/main">
            <a:pathLst>
              <a:path w="63342" h="41921">
                <a:moveTo>
                  <a:pt x="26714" y="15206"/>
                </a:moveTo>
                <a:lnTo>
                  <a:pt x="0" y="0"/>
                </a:lnTo>
                <a:lnTo>
                  <a:pt x="63342" y="5151"/>
                </a:lnTo>
                <a:lnTo>
                  <a:pt x="11508" y="41921"/>
                </a:lnTo>
                <a:lnTo>
                  <a:pt x="26714" y="15206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C32E9-C143-43D5-8CA0-50E0C9CE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369" y="2679429"/>
            <a:ext cx="63342" cy="41921"/>
          </a:xfrm>
          <a:custGeom xmlns:a="http://schemas.openxmlformats.org/drawingml/2006/main">
            <a:pathLst>
              <a:path w="63342" h="41921" fill="none">
                <a:moveTo>
                  <a:pt x="26714" y="15206"/>
                </a:moveTo>
                <a:lnTo>
                  <a:pt x="11508" y="41921"/>
                </a:lnTo>
                <a:lnTo>
                  <a:pt x="63342" y="5151"/>
                </a:lnTo>
                <a:lnTo>
                  <a:pt x="0" y="0"/>
                </a:lnTo>
                <a:lnTo>
                  <a:pt x="26714" y="152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24A75-68EF-4255-813E-1758F8A4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384" y="2704266"/>
            <a:ext cx="548193" cy="1259438"/>
          </a:xfrm>
          <a:custGeom xmlns:a="http://schemas.openxmlformats.org/drawingml/2006/main">
            <a:pathLst>
              <a:path w="548193" h="1259438">
                <a:moveTo>
                  <a:pt x="519325" y="0"/>
                </a:moveTo>
                <a:cubicBezTo>
                  <a:pt x="509710" y="126466"/>
                  <a:pt x="548193" y="548890"/>
                  <a:pt x="461639" y="758797"/>
                </a:cubicBezTo>
                <a:cubicBezTo>
                  <a:pt x="375085" y="968703"/>
                  <a:pt x="76940" y="1175998"/>
                  <a:pt x="0" y="1259438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DCA2B-38DA-4057-8A38-0CE47445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05" y="2704266"/>
            <a:ext cx="500072" cy="1213920"/>
          </a:xfrm>
          <a:custGeom xmlns:a="http://schemas.openxmlformats.org/drawingml/2006/main">
            <a:pathLst>
              <a:path w="500072" h="1213920" fill="none">
                <a:moveTo>
                  <a:pt x="471204" y="0"/>
                </a:moveTo>
                <a:cubicBezTo>
                  <a:pt x="461589" y="126466"/>
                  <a:pt x="500072" y="548890"/>
                  <a:pt x="413517" y="758797"/>
                </a:cubicBezTo>
                <a:cubicBezTo>
                  <a:pt x="370240" y="863750"/>
                  <a:pt x="274066" y="968050"/>
                  <a:pt x="179093" y="1056542"/>
                </a:cubicBezTo>
                <a:cubicBezTo>
                  <a:pt x="131606" y="1100788"/>
                  <a:pt x="84420" y="1141082"/>
                  <a:pt x="44297" y="1175529"/>
                </a:cubicBezTo>
                <a:cubicBezTo>
                  <a:pt x="34266" y="1184141"/>
                  <a:pt x="24677" y="1192388"/>
                  <a:pt x="15635" y="1200239"/>
                </a:cubicBezTo>
                <a:cubicBezTo>
                  <a:pt x="11114" y="1204165"/>
                  <a:pt x="6729" y="1207992"/>
                  <a:pt x="2495" y="1211716"/>
                </a:cubicBezTo>
                <a:lnTo>
                  <a:pt x="0" y="1213920"/>
                </a:ln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custDash>
              <a:ds d="400000" sp="300000"/>
            </a:custDash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02D82-6245-4F5C-8D4B-868825AC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911" y="3887458"/>
            <a:ext cx="58322" cy="56829"/>
          </a:xfrm>
          <a:custGeom xmlns:a="http://schemas.openxmlformats.org/drawingml/2006/main">
            <a:pathLst>
              <a:path w="58322" h="56829">
                <a:moveTo>
                  <a:pt x="27594" y="30727"/>
                </a:moveTo>
                <a:lnTo>
                  <a:pt x="58322" y="31582"/>
                </a:lnTo>
                <a:lnTo>
                  <a:pt x="0" y="56829"/>
                </a:lnTo>
                <a:lnTo>
                  <a:pt x="28449" y="0"/>
                </a:lnTo>
                <a:lnTo>
                  <a:pt x="27594" y="30727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AF1B2-A543-46BA-96F5-95090176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911" y="3887458"/>
            <a:ext cx="58322" cy="56829"/>
          </a:xfrm>
          <a:custGeom xmlns:a="http://schemas.openxmlformats.org/drawingml/2006/main">
            <a:pathLst>
              <a:path w="58322" h="56829" fill="none">
                <a:moveTo>
                  <a:pt x="27594" y="30727"/>
                </a:moveTo>
                <a:lnTo>
                  <a:pt x="28449" y="0"/>
                </a:lnTo>
                <a:lnTo>
                  <a:pt x="0" y="56829"/>
                </a:lnTo>
                <a:lnTo>
                  <a:pt x="58322" y="31582"/>
                </a:lnTo>
                <a:lnTo>
                  <a:pt x="27594" y="307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12CA30-5EA6-4A24-8A9D-37F82FC3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072" y="4290099"/>
            <a:ext cx="788947" cy="194497"/>
          </a:xfrm>
          <a:custGeom xmlns:a="http://schemas.openxmlformats.org/drawingml/2006/main">
            <a:pathLst>
              <a:path w="788947" h="194497">
                <a:moveTo>
                  <a:pt x="0" y="32417"/>
                </a:moveTo>
                <a:lnTo>
                  <a:pt x="0" y="32417"/>
                </a:lnTo>
                <a:cubicBezTo>
                  <a:pt x="0" y="14513"/>
                  <a:pt x="14513" y="0"/>
                  <a:pt x="32417" y="0"/>
                </a:cubicBezTo>
                <a:lnTo>
                  <a:pt x="756530" y="0"/>
                </a:lnTo>
                <a:cubicBezTo>
                  <a:pt x="765128" y="0"/>
                  <a:pt x="773373" y="3416"/>
                  <a:pt x="779453" y="9495"/>
                </a:cubicBezTo>
                <a:cubicBezTo>
                  <a:pt x="785532" y="15574"/>
                  <a:pt x="788947" y="23820"/>
                  <a:pt x="788947" y="32417"/>
                </a:cubicBezTo>
                <a:lnTo>
                  <a:pt x="788947" y="162080"/>
                </a:lnTo>
                <a:cubicBezTo>
                  <a:pt x="788947" y="179984"/>
                  <a:pt x="774434" y="194497"/>
                  <a:pt x="756530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0"/>
                </a:cubicBezTo>
                <a:lnTo>
                  <a:pt x="0" y="324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EB78F-72D5-432F-9D3F-F74D5236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072" y="4290099"/>
            <a:ext cx="788947" cy="194497"/>
          </a:xfrm>
          <a:custGeom xmlns:a="http://schemas.openxmlformats.org/drawingml/2006/main">
            <a:pathLst>
              <a:path w="788947" h="194497" fill="none">
                <a:moveTo>
                  <a:pt x="0" y="32417"/>
                </a:moveTo>
                <a:lnTo>
                  <a:pt x="0" y="32417"/>
                </a:lnTo>
                <a:cubicBezTo>
                  <a:pt x="0" y="14513"/>
                  <a:pt x="14513" y="0"/>
                  <a:pt x="32417" y="0"/>
                </a:cubicBezTo>
                <a:lnTo>
                  <a:pt x="756530" y="0"/>
                </a:lnTo>
                <a:cubicBezTo>
                  <a:pt x="765128" y="0"/>
                  <a:pt x="773373" y="3416"/>
                  <a:pt x="779453" y="9495"/>
                </a:cubicBezTo>
                <a:cubicBezTo>
                  <a:pt x="785532" y="15574"/>
                  <a:pt x="788947" y="23820"/>
                  <a:pt x="788947" y="32417"/>
                </a:cubicBezTo>
                <a:lnTo>
                  <a:pt x="788947" y="162080"/>
                </a:lnTo>
                <a:cubicBezTo>
                  <a:pt x="788947" y="179984"/>
                  <a:pt x="774434" y="194497"/>
                  <a:pt x="756530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0"/>
                </a:cubicBezTo>
                <a:lnTo>
                  <a:pt x="0" y="32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FF"/>
            </a:solidFill>
            <a:round/>
          </a:ln>
        </p:spPr>
      </p:sp>
      <p:sp>
        <p:nvSpPr>
          <p:cNvPr id="97" name="Text temp_clip">
            <a:extLst xmlns:a="http://schemas.openxmlformats.org/drawingml/2006/main">
              <a:ext uri="{FF2B5EF4-FFF2-40B4-BE49-F238E27FC236}">
                <a16:creationId xmlns:a16="http://schemas.microsoft.com/office/drawing/2014/main" id="{D3C86528-740E-4E26-8807-C92AF50E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470" y="4342405"/>
            <a:ext cx="679210" cy="117025"/>
          </a:xfrm>
          <a:custGeom xmlns:a="http://schemas.openxmlformats.org/drawingml/2006/main">
            <a:pathLst>
              <a:path w="679210" h="117025">
                <a:moveTo>
                  <a:pt x="18623" y="27054"/>
                </a:moveTo>
                <a:lnTo>
                  <a:pt x="47313" y="27054"/>
                </a:lnTo>
                <a:cubicBezTo>
                  <a:pt x="48572" y="27054"/>
                  <a:pt x="49473" y="27300"/>
                  <a:pt x="50019" y="27791"/>
                </a:cubicBezTo>
                <a:cubicBezTo>
                  <a:pt x="50564" y="28283"/>
                  <a:pt x="50837" y="28918"/>
                  <a:pt x="50837" y="29697"/>
                </a:cubicBezTo>
                <a:cubicBezTo>
                  <a:pt x="50837" y="30452"/>
                  <a:pt x="50564" y="31081"/>
                  <a:pt x="50019" y="31584"/>
                </a:cubicBezTo>
                <a:cubicBezTo>
                  <a:pt x="49473" y="32087"/>
                  <a:pt x="48572" y="32339"/>
                  <a:pt x="47313" y="32339"/>
                </a:cubicBezTo>
                <a:lnTo>
                  <a:pt x="18623" y="32339"/>
                </a:lnTo>
                <a:lnTo>
                  <a:pt x="18623" y="67606"/>
                </a:lnTo>
                <a:cubicBezTo>
                  <a:pt x="18623" y="70676"/>
                  <a:pt x="19850" y="73242"/>
                  <a:pt x="22304" y="75303"/>
                </a:cubicBezTo>
                <a:cubicBezTo>
                  <a:pt x="24758" y="77364"/>
                  <a:pt x="28354" y="78394"/>
                  <a:pt x="33094" y="78394"/>
                </a:cubicBezTo>
                <a:cubicBezTo>
                  <a:pt x="36659" y="78394"/>
                  <a:pt x="40518" y="77859"/>
                  <a:pt x="44671" y="76790"/>
                </a:cubicBezTo>
                <a:cubicBezTo>
                  <a:pt x="48823" y="75720"/>
                  <a:pt x="52053" y="74514"/>
                  <a:pt x="54360" y="73172"/>
                </a:cubicBezTo>
                <a:cubicBezTo>
                  <a:pt x="55199" y="72627"/>
                  <a:pt x="55891" y="72354"/>
                  <a:pt x="56436" y="72354"/>
                </a:cubicBezTo>
                <a:cubicBezTo>
                  <a:pt x="57107" y="72354"/>
                  <a:pt x="57695" y="72616"/>
                  <a:pt x="58198" y="73141"/>
                </a:cubicBezTo>
                <a:cubicBezTo>
                  <a:pt x="58701" y="73665"/>
                  <a:pt x="58953" y="74284"/>
                  <a:pt x="58953" y="74997"/>
                </a:cubicBezTo>
                <a:cubicBezTo>
                  <a:pt x="58953" y="75626"/>
                  <a:pt x="58680" y="76213"/>
                  <a:pt x="58135" y="76758"/>
                </a:cubicBezTo>
                <a:cubicBezTo>
                  <a:pt x="56793" y="78142"/>
                  <a:pt x="53532" y="79642"/>
                  <a:pt x="48351" y="81257"/>
                </a:cubicBezTo>
                <a:cubicBezTo>
                  <a:pt x="43171" y="82872"/>
                  <a:pt x="38211" y="83679"/>
                  <a:pt x="33472" y="83679"/>
                </a:cubicBezTo>
                <a:cubicBezTo>
                  <a:pt x="27306" y="83679"/>
                  <a:pt x="22398" y="82229"/>
                  <a:pt x="18749" y="79328"/>
                </a:cubicBezTo>
                <a:cubicBezTo>
                  <a:pt x="15100" y="76426"/>
                  <a:pt x="13275" y="72515"/>
                  <a:pt x="13275" y="67596"/>
                </a:cubicBezTo>
                <a:lnTo>
                  <a:pt x="13275" y="32339"/>
                </a:lnTo>
                <a:lnTo>
                  <a:pt x="3523" y="32339"/>
                </a:lnTo>
                <a:cubicBezTo>
                  <a:pt x="2265" y="32339"/>
                  <a:pt x="1363" y="32091"/>
                  <a:pt x="818" y="31594"/>
                </a:cubicBezTo>
                <a:cubicBezTo>
                  <a:pt x="273" y="31096"/>
                  <a:pt x="0" y="30453"/>
                  <a:pt x="0" y="29665"/>
                </a:cubicBezTo>
                <a:cubicBezTo>
                  <a:pt x="0" y="28919"/>
                  <a:pt x="273" y="28298"/>
                  <a:pt x="818" y="27801"/>
                </a:cubicBezTo>
                <a:cubicBezTo>
                  <a:pt x="1363" y="27303"/>
                  <a:pt x="2265" y="27054"/>
                  <a:pt x="3523" y="27054"/>
                </a:cubicBezTo>
                <a:lnTo>
                  <a:pt x="13275" y="27054"/>
                </a:lnTo>
                <a:lnTo>
                  <a:pt x="13275" y="11349"/>
                </a:lnTo>
                <a:cubicBezTo>
                  <a:pt x="13275" y="10081"/>
                  <a:pt x="13527" y="9173"/>
                  <a:pt x="14030" y="8625"/>
                </a:cubicBezTo>
                <a:cubicBezTo>
                  <a:pt x="14534" y="8076"/>
                  <a:pt x="15163" y="7802"/>
                  <a:pt x="15918" y="7802"/>
                </a:cubicBezTo>
                <a:cubicBezTo>
                  <a:pt x="16715" y="7802"/>
                  <a:pt x="17365" y="8076"/>
                  <a:pt x="17868" y="8625"/>
                </a:cubicBezTo>
                <a:cubicBezTo>
                  <a:pt x="18372" y="9173"/>
                  <a:pt x="18623" y="10081"/>
                  <a:pt x="18623" y="11349"/>
                </a:cubicBezTo>
                <a:lnTo>
                  <a:pt x="18623" y="27054"/>
                </a:lnTo>
                <a:close/>
                <a:moveTo>
                  <a:pt x="135384" y="55618"/>
                </a:moveTo>
                <a:lnTo>
                  <a:pt x="81527" y="55618"/>
                </a:lnTo>
                <a:cubicBezTo>
                  <a:pt x="82450" y="62455"/>
                  <a:pt x="85313" y="67960"/>
                  <a:pt x="90116" y="72134"/>
                </a:cubicBezTo>
                <a:cubicBezTo>
                  <a:pt x="94918" y="76307"/>
                  <a:pt x="100864" y="78394"/>
                  <a:pt x="107952" y="78394"/>
                </a:cubicBezTo>
                <a:cubicBezTo>
                  <a:pt x="111895" y="78394"/>
                  <a:pt x="116027" y="77744"/>
                  <a:pt x="120347" y="76444"/>
                </a:cubicBezTo>
                <a:cubicBezTo>
                  <a:pt x="124667" y="75143"/>
                  <a:pt x="128191" y="73424"/>
                  <a:pt x="130917" y="71285"/>
                </a:cubicBezTo>
                <a:cubicBezTo>
                  <a:pt x="131714" y="70655"/>
                  <a:pt x="132406" y="70341"/>
                  <a:pt x="132993" y="70341"/>
                </a:cubicBezTo>
                <a:cubicBezTo>
                  <a:pt x="133664" y="70341"/>
                  <a:pt x="134252" y="70603"/>
                  <a:pt x="134755" y="71127"/>
                </a:cubicBezTo>
                <a:cubicBezTo>
                  <a:pt x="135258" y="71652"/>
                  <a:pt x="135510" y="72270"/>
                  <a:pt x="135510" y="72983"/>
                </a:cubicBezTo>
                <a:cubicBezTo>
                  <a:pt x="135510" y="73696"/>
                  <a:pt x="135174" y="74388"/>
                  <a:pt x="134503" y="75060"/>
                </a:cubicBezTo>
                <a:cubicBezTo>
                  <a:pt x="132490" y="77157"/>
                  <a:pt x="128914" y="79118"/>
                  <a:pt x="123776" y="80942"/>
                </a:cubicBezTo>
                <a:cubicBezTo>
                  <a:pt x="118638" y="82767"/>
                  <a:pt x="113363" y="83679"/>
                  <a:pt x="107952" y="83679"/>
                </a:cubicBezTo>
                <a:cubicBezTo>
                  <a:pt x="98892" y="83679"/>
                  <a:pt x="91332" y="80708"/>
                  <a:pt x="85271" y="74767"/>
                </a:cubicBezTo>
                <a:cubicBezTo>
                  <a:pt x="79210" y="68825"/>
                  <a:pt x="76180" y="61634"/>
                  <a:pt x="76180" y="53194"/>
                </a:cubicBezTo>
                <a:cubicBezTo>
                  <a:pt x="76180" y="45510"/>
                  <a:pt x="79021" y="38919"/>
                  <a:pt x="84705" y="33419"/>
                </a:cubicBezTo>
                <a:cubicBezTo>
                  <a:pt x="90388" y="27917"/>
                  <a:pt x="97424" y="25167"/>
                  <a:pt x="105813" y="25167"/>
                </a:cubicBezTo>
                <a:cubicBezTo>
                  <a:pt x="114454" y="25167"/>
                  <a:pt x="121563" y="27993"/>
                  <a:pt x="127142" y="33647"/>
                </a:cubicBezTo>
                <a:cubicBezTo>
                  <a:pt x="132721" y="39300"/>
                  <a:pt x="135468" y="46624"/>
                  <a:pt x="135384" y="55618"/>
                </a:cubicBezTo>
                <a:moveTo>
                  <a:pt x="130036" y="50333"/>
                </a:moveTo>
                <a:cubicBezTo>
                  <a:pt x="128988" y="44447"/>
                  <a:pt x="126230" y="39662"/>
                  <a:pt x="121763" y="35978"/>
                </a:cubicBezTo>
                <a:cubicBezTo>
                  <a:pt x="117296" y="32294"/>
                  <a:pt x="111979" y="30452"/>
                  <a:pt x="105813" y="30452"/>
                </a:cubicBezTo>
                <a:cubicBezTo>
                  <a:pt x="99647" y="30452"/>
                  <a:pt x="94341" y="32273"/>
                  <a:pt x="89895" y="35916"/>
                </a:cubicBezTo>
                <a:cubicBezTo>
                  <a:pt x="85449" y="39557"/>
                  <a:pt x="82681" y="44363"/>
                  <a:pt x="81590" y="50333"/>
                </a:cubicBezTo>
                <a:lnTo>
                  <a:pt x="130036" y="50333"/>
                </a:lnTo>
                <a:close/>
                <a:moveTo>
                  <a:pt x="160035" y="27054"/>
                </a:moveTo>
                <a:lnTo>
                  <a:pt x="160035" y="32347"/>
                </a:lnTo>
                <a:cubicBezTo>
                  <a:pt x="164523" y="27560"/>
                  <a:pt x="169032" y="25167"/>
                  <a:pt x="173562" y="25167"/>
                </a:cubicBezTo>
                <a:cubicBezTo>
                  <a:pt x="176288" y="25167"/>
                  <a:pt x="178679" y="25886"/>
                  <a:pt x="180734" y="27325"/>
                </a:cubicBezTo>
                <a:cubicBezTo>
                  <a:pt x="182790" y="28763"/>
                  <a:pt x="184509" y="30942"/>
                  <a:pt x="185894" y="33861"/>
                </a:cubicBezTo>
                <a:cubicBezTo>
                  <a:pt x="188242" y="30942"/>
                  <a:pt x="190623" y="28763"/>
                  <a:pt x="193035" y="27325"/>
                </a:cubicBezTo>
                <a:cubicBezTo>
                  <a:pt x="195446" y="25886"/>
                  <a:pt x="197869" y="25167"/>
                  <a:pt x="200301" y="25167"/>
                </a:cubicBezTo>
                <a:cubicBezTo>
                  <a:pt x="204118" y="25167"/>
                  <a:pt x="207159" y="26407"/>
                  <a:pt x="209424" y="28889"/>
                </a:cubicBezTo>
                <a:cubicBezTo>
                  <a:pt x="212402" y="32084"/>
                  <a:pt x="213891" y="35574"/>
                  <a:pt x="213891" y="39358"/>
                </a:cubicBezTo>
                <a:lnTo>
                  <a:pt x="213891" y="76381"/>
                </a:lnTo>
                <a:lnTo>
                  <a:pt x="218359" y="76381"/>
                </a:lnTo>
                <a:cubicBezTo>
                  <a:pt x="219617" y="76381"/>
                  <a:pt x="220519" y="76622"/>
                  <a:pt x="221064" y="77104"/>
                </a:cubicBezTo>
                <a:cubicBezTo>
                  <a:pt x="221609" y="77587"/>
                  <a:pt x="221882" y="78226"/>
                  <a:pt x="221882" y="79023"/>
                </a:cubicBezTo>
                <a:cubicBezTo>
                  <a:pt x="221882" y="79778"/>
                  <a:pt x="221609" y="80407"/>
                  <a:pt x="221064" y="80911"/>
                </a:cubicBezTo>
                <a:cubicBezTo>
                  <a:pt x="220519" y="81414"/>
                  <a:pt x="219617" y="81666"/>
                  <a:pt x="218359" y="81666"/>
                </a:cubicBezTo>
                <a:lnTo>
                  <a:pt x="208606" y="81666"/>
                </a:lnTo>
                <a:lnTo>
                  <a:pt x="208606" y="39799"/>
                </a:lnTo>
                <a:cubicBezTo>
                  <a:pt x="208606" y="37104"/>
                  <a:pt x="207789" y="34872"/>
                  <a:pt x="206153" y="33104"/>
                </a:cubicBezTo>
                <a:cubicBezTo>
                  <a:pt x="204517" y="31336"/>
                  <a:pt x="202629" y="30452"/>
                  <a:pt x="200490" y="30452"/>
                </a:cubicBezTo>
                <a:cubicBezTo>
                  <a:pt x="198561" y="30452"/>
                  <a:pt x="196526" y="31178"/>
                  <a:pt x="194387" y="32630"/>
                </a:cubicBezTo>
                <a:cubicBezTo>
                  <a:pt x="192248" y="34082"/>
                  <a:pt x="189815" y="36935"/>
                  <a:pt x="187089" y="41187"/>
                </a:cubicBezTo>
                <a:lnTo>
                  <a:pt x="187089" y="76381"/>
                </a:lnTo>
                <a:lnTo>
                  <a:pt x="191493" y="76381"/>
                </a:lnTo>
                <a:cubicBezTo>
                  <a:pt x="192751" y="76381"/>
                  <a:pt x="193653" y="76622"/>
                  <a:pt x="194199" y="77104"/>
                </a:cubicBezTo>
                <a:cubicBezTo>
                  <a:pt x="194744" y="77587"/>
                  <a:pt x="195016" y="78226"/>
                  <a:pt x="195016" y="79023"/>
                </a:cubicBezTo>
                <a:cubicBezTo>
                  <a:pt x="195016" y="79778"/>
                  <a:pt x="194744" y="80407"/>
                  <a:pt x="194199" y="80911"/>
                </a:cubicBezTo>
                <a:cubicBezTo>
                  <a:pt x="193653" y="81414"/>
                  <a:pt x="192751" y="81666"/>
                  <a:pt x="191493" y="81666"/>
                </a:cubicBezTo>
                <a:lnTo>
                  <a:pt x="181741" y="81666"/>
                </a:lnTo>
                <a:lnTo>
                  <a:pt x="181741" y="40176"/>
                </a:lnTo>
                <a:cubicBezTo>
                  <a:pt x="181741" y="37355"/>
                  <a:pt x="180913" y="35029"/>
                  <a:pt x="179256" y="33198"/>
                </a:cubicBezTo>
                <a:cubicBezTo>
                  <a:pt x="177599" y="31367"/>
                  <a:pt x="175743" y="30452"/>
                  <a:pt x="173688" y="30452"/>
                </a:cubicBezTo>
                <a:cubicBezTo>
                  <a:pt x="171800" y="30452"/>
                  <a:pt x="169934" y="31062"/>
                  <a:pt x="168088" y="32282"/>
                </a:cubicBezTo>
                <a:cubicBezTo>
                  <a:pt x="165530" y="34008"/>
                  <a:pt x="162845" y="36977"/>
                  <a:pt x="160035" y="41187"/>
                </a:cubicBezTo>
                <a:lnTo>
                  <a:pt x="160035" y="76381"/>
                </a:lnTo>
                <a:lnTo>
                  <a:pt x="164502" y="76381"/>
                </a:lnTo>
                <a:cubicBezTo>
                  <a:pt x="165760" y="76381"/>
                  <a:pt x="166662" y="76622"/>
                  <a:pt x="167207" y="77104"/>
                </a:cubicBezTo>
                <a:cubicBezTo>
                  <a:pt x="167753" y="77587"/>
                  <a:pt x="168025" y="78226"/>
                  <a:pt x="168025" y="79023"/>
                </a:cubicBezTo>
                <a:cubicBezTo>
                  <a:pt x="168025" y="79778"/>
                  <a:pt x="167753" y="80407"/>
                  <a:pt x="167207" y="80911"/>
                </a:cubicBezTo>
                <a:cubicBezTo>
                  <a:pt x="166662" y="81414"/>
                  <a:pt x="165760" y="81666"/>
                  <a:pt x="164502" y="81666"/>
                </a:cubicBezTo>
                <a:lnTo>
                  <a:pt x="150283" y="81666"/>
                </a:lnTo>
                <a:cubicBezTo>
                  <a:pt x="149024" y="81666"/>
                  <a:pt x="148123" y="81414"/>
                  <a:pt x="147577" y="80911"/>
                </a:cubicBezTo>
                <a:cubicBezTo>
                  <a:pt x="147032" y="80407"/>
                  <a:pt x="146759" y="79778"/>
                  <a:pt x="146759" y="79023"/>
                </a:cubicBezTo>
                <a:cubicBezTo>
                  <a:pt x="146759" y="78226"/>
                  <a:pt x="147032" y="77587"/>
                  <a:pt x="147577" y="77104"/>
                </a:cubicBezTo>
                <a:cubicBezTo>
                  <a:pt x="148123" y="76622"/>
                  <a:pt x="149024" y="76381"/>
                  <a:pt x="150283" y="76381"/>
                </a:cubicBezTo>
                <a:lnTo>
                  <a:pt x="154750" y="76381"/>
                </a:lnTo>
                <a:lnTo>
                  <a:pt x="154750" y="32339"/>
                </a:lnTo>
                <a:lnTo>
                  <a:pt x="150283" y="32339"/>
                </a:lnTo>
                <a:cubicBezTo>
                  <a:pt x="149024" y="32339"/>
                  <a:pt x="148123" y="32087"/>
                  <a:pt x="147577" y="31584"/>
                </a:cubicBezTo>
                <a:cubicBezTo>
                  <a:pt x="147032" y="31081"/>
                  <a:pt x="146759" y="30431"/>
                  <a:pt x="146759" y="29634"/>
                </a:cubicBezTo>
                <a:cubicBezTo>
                  <a:pt x="146759" y="28897"/>
                  <a:pt x="147032" y="28283"/>
                  <a:pt x="147577" y="27791"/>
                </a:cubicBezTo>
                <a:cubicBezTo>
                  <a:pt x="148123" y="27300"/>
                  <a:pt x="149024" y="27054"/>
                  <a:pt x="150283" y="27054"/>
                </a:cubicBezTo>
                <a:lnTo>
                  <a:pt x="160035" y="27054"/>
                </a:lnTo>
                <a:close/>
                <a:moveTo>
                  <a:pt x="241499" y="27054"/>
                </a:moveTo>
                <a:lnTo>
                  <a:pt x="241499" y="36643"/>
                </a:lnTo>
                <a:cubicBezTo>
                  <a:pt x="244645" y="32838"/>
                  <a:pt x="248022" y="29974"/>
                  <a:pt x="251629" y="28051"/>
                </a:cubicBezTo>
                <a:cubicBezTo>
                  <a:pt x="255236" y="26128"/>
                  <a:pt x="259493" y="25167"/>
                  <a:pt x="264401" y="25167"/>
                </a:cubicBezTo>
                <a:cubicBezTo>
                  <a:pt x="269602" y="25167"/>
                  <a:pt x="274405" y="26384"/>
                  <a:pt x="278809" y="28820"/>
                </a:cubicBezTo>
                <a:cubicBezTo>
                  <a:pt x="283213" y="31255"/>
                  <a:pt x="286621" y="34646"/>
                  <a:pt x="289033" y="38993"/>
                </a:cubicBezTo>
                <a:cubicBezTo>
                  <a:pt x="291445" y="43339"/>
                  <a:pt x="292650" y="47906"/>
                  <a:pt x="292650" y="52693"/>
                </a:cubicBezTo>
                <a:cubicBezTo>
                  <a:pt x="292650" y="60294"/>
                  <a:pt x="289935" y="66793"/>
                  <a:pt x="284503" y="72189"/>
                </a:cubicBezTo>
                <a:cubicBezTo>
                  <a:pt x="279071" y="77584"/>
                  <a:pt x="272391" y="80282"/>
                  <a:pt x="264464" y="80282"/>
                </a:cubicBezTo>
                <a:cubicBezTo>
                  <a:pt x="255026" y="80282"/>
                  <a:pt x="247371" y="76456"/>
                  <a:pt x="241499" y="68805"/>
                </a:cubicBezTo>
                <a:lnTo>
                  <a:pt x="241499" y="100667"/>
                </a:lnTo>
                <a:lnTo>
                  <a:pt x="254334" y="100667"/>
                </a:lnTo>
                <a:cubicBezTo>
                  <a:pt x="255593" y="100667"/>
                  <a:pt x="256494" y="100908"/>
                  <a:pt x="257040" y="101390"/>
                </a:cubicBezTo>
                <a:cubicBezTo>
                  <a:pt x="257585" y="101873"/>
                  <a:pt x="257858" y="102512"/>
                  <a:pt x="257858" y="103309"/>
                </a:cubicBezTo>
                <a:cubicBezTo>
                  <a:pt x="257858" y="104064"/>
                  <a:pt x="257585" y="104693"/>
                  <a:pt x="257040" y="105197"/>
                </a:cubicBezTo>
                <a:cubicBezTo>
                  <a:pt x="256494" y="105700"/>
                  <a:pt x="255593" y="105952"/>
                  <a:pt x="254334" y="105952"/>
                </a:cubicBezTo>
                <a:lnTo>
                  <a:pt x="229105" y="105952"/>
                </a:lnTo>
                <a:cubicBezTo>
                  <a:pt x="227846" y="105952"/>
                  <a:pt x="226945" y="105710"/>
                  <a:pt x="226399" y="105228"/>
                </a:cubicBezTo>
                <a:cubicBezTo>
                  <a:pt x="225854" y="104746"/>
                  <a:pt x="225581" y="104106"/>
                  <a:pt x="225581" y="103309"/>
                </a:cubicBezTo>
                <a:cubicBezTo>
                  <a:pt x="225581" y="102512"/>
                  <a:pt x="225854" y="101873"/>
                  <a:pt x="226399" y="101390"/>
                </a:cubicBezTo>
                <a:cubicBezTo>
                  <a:pt x="226945" y="100908"/>
                  <a:pt x="227846" y="100667"/>
                  <a:pt x="229105" y="100667"/>
                </a:cubicBezTo>
                <a:lnTo>
                  <a:pt x="236214" y="100667"/>
                </a:lnTo>
                <a:lnTo>
                  <a:pt x="236214" y="32339"/>
                </a:lnTo>
                <a:lnTo>
                  <a:pt x="229105" y="32339"/>
                </a:lnTo>
                <a:cubicBezTo>
                  <a:pt x="227846" y="32339"/>
                  <a:pt x="226945" y="32087"/>
                  <a:pt x="226399" y="31584"/>
                </a:cubicBezTo>
                <a:cubicBezTo>
                  <a:pt x="225854" y="31081"/>
                  <a:pt x="225581" y="30431"/>
                  <a:pt x="225581" y="29634"/>
                </a:cubicBezTo>
                <a:cubicBezTo>
                  <a:pt x="225581" y="28897"/>
                  <a:pt x="225854" y="28283"/>
                  <a:pt x="226399" y="27791"/>
                </a:cubicBezTo>
                <a:cubicBezTo>
                  <a:pt x="226945" y="27300"/>
                  <a:pt x="227846" y="27054"/>
                  <a:pt x="229105" y="27054"/>
                </a:cubicBezTo>
                <a:lnTo>
                  <a:pt x="241499" y="27054"/>
                </a:lnTo>
                <a:moveTo>
                  <a:pt x="287303" y="52693"/>
                </a:moveTo>
                <a:cubicBezTo>
                  <a:pt x="287303" y="46585"/>
                  <a:pt x="285090" y="41351"/>
                  <a:pt x="280665" y="36991"/>
                </a:cubicBezTo>
                <a:cubicBezTo>
                  <a:pt x="276240" y="32631"/>
                  <a:pt x="270839" y="30452"/>
                  <a:pt x="264464" y="30452"/>
                </a:cubicBezTo>
                <a:cubicBezTo>
                  <a:pt x="258046" y="30452"/>
                  <a:pt x="252615" y="32642"/>
                  <a:pt x="248168" y="37023"/>
                </a:cubicBezTo>
                <a:cubicBezTo>
                  <a:pt x="243722" y="41403"/>
                  <a:pt x="241499" y="46626"/>
                  <a:pt x="241499" y="52693"/>
                </a:cubicBezTo>
                <a:cubicBezTo>
                  <a:pt x="241499" y="58801"/>
                  <a:pt x="243722" y="64045"/>
                  <a:pt x="248168" y="68426"/>
                </a:cubicBezTo>
                <a:cubicBezTo>
                  <a:pt x="252615" y="72806"/>
                  <a:pt x="258046" y="74997"/>
                  <a:pt x="264464" y="74997"/>
                </a:cubicBezTo>
                <a:cubicBezTo>
                  <a:pt x="270797" y="74997"/>
                  <a:pt x="276187" y="72817"/>
                  <a:pt x="280633" y="68457"/>
                </a:cubicBezTo>
                <a:cubicBezTo>
                  <a:pt x="285080" y="64098"/>
                  <a:pt x="287303" y="58843"/>
                  <a:pt x="287303" y="52693"/>
                </a:cubicBezTo>
                <a:close/>
                <a:moveTo>
                  <a:pt x="373863" y="117025"/>
                </a:moveTo>
                <a:lnTo>
                  <a:pt x="303585" y="117025"/>
                </a:lnTo>
                <a:cubicBezTo>
                  <a:pt x="302327" y="117025"/>
                  <a:pt x="301425" y="116784"/>
                  <a:pt x="300880" y="116301"/>
                </a:cubicBezTo>
                <a:cubicBezTo>
                  <a:pt x="300334" y="115819"/>
                  <a:pt x="300062" y="115179"/>
                  <a:pt x="300062" y="114382"/>
                </a:cubicBezTo>
                <a:cubicBezTo>
                  <a:pt x="300062" y="113585"/>
                  <a:pt x="300334" y="112946"/>
                  <a:pt x="300880" y="112463"/>
                </a:cubicBezTo>
                <a:cubicBezTo>
                  <a:pt x="301425" y="111981"/>
                  <a:pt x="302327" y="111740"/>
                  <a:pt x="303585" y="111740"/>
                </a:cubicBezTo>
                <a:lnTo>
                  <a:pt x="373863" y="111740"/>
                </a:lnTo>
                <a:cubicBezTo>
                  <a:pt x="375163" y="111740"/>
                  <a:pt x="376076" y="111981"/>
                  <a:pt x="376600" y="112463"/>
                </a:cubicBezTo>
                <a:cubicBezTo>
                  <a:pt x="377124" y="112946"/>
                  <a:pt x="377386" y="113585"/>
                  <a:pt x="377386" y="114382"/>
                </a:cubicBezTo>
                <a:cubicBezTo>
                  <a:pt x="377386" y="115179"/>
                  <a:pt x="377124" y="115819"/>
                  <a:pt x="376600" y="116301"/>
                </a:cubicBezTo>
                <a:cubicBezTo>
                  <a:pt x="376076" y="116784"/>
                  <a:pt x="375163" y="117025"/>
                  <a:pt x="373863" y="117025"/>
                </a:cubicBezTo>
                <a:close/>
                <a:moveTo>
                  <a:pt x="438088" y="32347"/>
                </a:moveTo>
                <a:lnTo>
                  <a:pt x="438088" y="30603"/>
                </a:lnTo>
                <a:cubicBezTo>
                  <a:pt x="438088" y="29316"/>
                  <a:pt x="438340" y="28403"/>
                  <a:pt x="438843" y="27864"/>
                </a:cubicBezTo>
                <a:cubicBezTo>
                  <a:pt x="439347" y="27324"/>
                  <a:pt x="439976" y="27054"/>
                  <a:pt x="440731" y="27054"/>
                </a:cubicBezTo>
                <a:cubicBezTo>
                  <a:pt x="441528" y="27054"/>
                  <a:pt x="442178" y="27327"/>
                  <a:pt x="442681" y="27872"/>
                </a:cubicBezTo>
                <a:cubicBezTo>
                  <a:pt x="443185" y="28417"/>
                  <a:pt x="443436" y="29340"/>
                  <a:pt x="443436" y="30640"/>
                </a:cubicBezTo>
                <a:lnTo>
                  <a:pt x="443436" y="42595"/>
                </a:lnTo>
                <a:cubicBezTo>
                  <a:pt x="443394" y="43895"/>
                  <a:pt x="443132" y="44818"/>
                  <a:pt x="442650" y="45363"/>
                </a:cubicBezTo>
                <a:cubicBezTo>
                  <a:pt x="442168" y="45908"/>
                  <a:pt x="441528" y="46181"/>
                  <a:pt x="440731" y="46181"/>
                </a:cubicBezTo>
                <a:cubicBezTo>
                  <a:pt x="440018" y="46181"/>
                  <a:pt x="439420" y="45939"/>
                  <a:pt x="438938" y="45455"/>
                </a:cubicBezTo>
                <a:cubicBezTo>
                  <a:pt x="438455" y="44970"/>
                  <a:pt x="438172" y="44159"/>
                  <a:pt x="438088" y="43021"/>
                </a:cubicBezTo>
                <a:cubicBezTo>
                  <a:pt x="437837" y="40031"/>
                  <a:pt x="435876" y="37189"/>
                  <a:pt x="432206" y="34494"/>
                </a:cubicBezTo>
                <a:cubicBezTo>
                  <a:pt x="428536" y="31799"/>
                  <a:pt x="423597" y="30452"/>
                  <a:pt x="417389" y="30452"/>
                </a:cubicBezTo>
                <a:cubicBezTo>
                  <a:pt x="409545" y="30452"/>
                  <a:pt x="403589" y="32912"/>
                  <a:pt x="399521" y="37833"/>
                </a:cubicBezTo>
                <a:cubicBezTo>
                  <a:pt x="395452" y="42753"/>
                  <a:pt x="393418" y="48388"/>
                  <a:pt x="393418" y="54737"/>
                </a:cubicBezTo>
                <a:cubicBezTo>
                  <a:pt x="393418" y="61593"/>
                  <a:pt x="395662" y="67249"/>
                  <a:pt x="400150" y="71707"/>
                </a:cubicBezTo>
                <a:cubicBezTo>
                  <a:pt x="404638" y="76165"/>
                  <a:pt x="410447" y="78394"/>
                  <a:pt x="417578" y="78394"/>
                </a:cubicBezTo>
                <a:cubicBezTo>
                  <a:pt x="421688" y="78394"/>
                  <a:pt x="425872" y="77631"/>
                  <a:pt x="430130" y="76104"/>
                </a:cubicBezTo>
                <a:cubicBezTo>
                  <a:pt x="434387" y="74575"/>
                  <a:pt x="438235" y="72114"/>
                  <a:pt x="441675" y="68719"/>
                </a:cubicBezTo>
                <a:cubicBezTo>
                  <a:pt x="442556" y="67871"/>
                  <a:pt x="443332" y="67447"/>
                  <a:pt x="444003" y="67447"/>
                </a:cubicBezTo>
                <a:cubicBezTo>
                  <a:pt x="444716" y="67447"/>
                  <a:pt x="445313" y="67690"/>
                  <a:pt x="445796" y="68176"/>
                </a:cubicBezTo>
                <a:cubicBezTo>
                  <a:pt x="446278" y="68662"/>
                  <a:pt x="446519" y="69265"/>
                  <a:pt x="446519" y="69983"/>
                </a:cubicBezTo>
                <a:cubicBezTo>
                  <a:pt x="446519" y="71801"/>
                  <a:pt x="444401" y="74105"/>
                  <a:pt x="440165" y="76894"/>
                </a:cubicBezTo>
                <a:cubicBezTo>
                  <a:pt x="433328" y="81417"/>
                  <a:pt x="425715" y="83679"/>
                  <a:pt x="417326" y="83679"/>
                </a:cubicBezTo>
                <a:cubicBezTo>
                  <a:pt x="408811" y="83679"/>
                  <a:pt x="401817" y="80961"/>
                  <a:pt x="396343" y="75524"/>
                </a:cubicBezTo>
                <a:cubicBezTo>
                  <a:pt x="390870" y="70085"/>
                  <a:pt x="388133" y="63188"/>
                  <a:pt x="388133" y="54832"/>
                </a:cubicBezTo>
                <a:cubicBezTo>
                  <a:pt x="388133" y="46308"/>
                  <a:pt x="390932" y="39233"/>
                  <a:pt x="396532" y="33607"/>
                </a:cubicBezTo>
                <a:cubicBezTo>
                  <a:pt x="402132" y="27980"/>
                  <a:pt x="409189" y="25167"/>
                  <a:pt x="417704" y="25167"/>
                </a:cubicBezTo>
                <a:cubicBezTo>
                  <a:pt x="425799" y="25167"/>
                  <a:pt x="432594" y="27560"/>
                  <a:pt x="438088" y="32347"/>
                </a:cubicBezTo>
                <a:close/>
                <a:moveTo>
                  <a:pt x="496022" y="2642"/>
                </a:moveTo>
                <a:lnTo>
                  <a:pt x="496022" y="76381"/>
                </a:lnTo>
                <a:lnTo>
                  <a:pt x="516785" y="76381"/>
                </a:lnTo>
                <a:cubicBezTo>
                  <a:pt x="518085" y="76381"/>
                  <a:pt x="519008" y="76622"/>
                  <a:pt x="519553" y="77104"/>
                </a:cubicBezTo>
                <a:cubicBezTo>
                  <a:pt x="520098" y="77587"/>
                  <a:pt x="520371" y="78226"/>
                  <a:pt x="520371" y="79023"/>
                </a:cubicBezTo>
                <a:cubicBezTo>
                  <a:pt x="520371" y="79778"/>
                  <a:pt x="520098" y="80407"/>
                  <a:pt x="519553" y="80911"/>
                </a:cubicBezTo>
                <a:cubicBezTo>
                  <a:pt x="519008" y="81414"/>
                  <a:pt x="518085" y="81666"/>
                  <a:pt x="516785" y="81666"/>
                </a:cubicBezTo>
                <a:lnTo>
                  <a:pt x="469975" y="81666"/>
                </a:lnTo>
                <a:cubicBezTo>
                  <a:pt x="468716" y="81666"/>
                  <a:pt x="467815" y="81414"/>
                  <a:pt x="467269" y="80911"/>
                </a:cubicBezTo>
                <a:cubicBezTo>
                  <a:pt x="466724" y="80407"/>
                  <a:pt x="466451" y="79778"/>
                  <a:pt x="466451" y="79023"/>
                </a:cubicBezTo>
                <a:cubicBezTo>
                  <a:pt x="466451" y="78226"/>
                  <a:pt x="466724" y="77587"/>
                  <a:pt x="467269" y="77104"/>
                </a:cubicBezTo>
                <a:cubicBezTo>
                  <a:pt x="467815" y="76622"/>
                  <a:pt x="468716" y="76381"/>
                  <a:pt x="469975" y="76381"/>
                </a:cubicBezTo>
                <a:lnTo>
                  <a:pt x="490737" y="76381"/>
                </a:lnTo>
                <a:lnTo>
                  <a:pt x="490737" y="7928"/>
                </a:lnTo>
                <a:lnTo>
                  <a:pt x="475511" y="7928"/>
                </a:lnTo>
                <a:cubicBezTo>
                  <a:pt x="474253" y="7928"/>
                  <a:pt x="473341" y="7679"/>
                  <a:pt x="472774" y="7182"/>
                </a:cubicBezTo>
                <a:cubicBezTo>
                  <a:pt x="472208" y="6684"/>
                  <a:pt x="471925" y="6041"/>
                  <a:pt x="471925" y="5254"/>
                </a:cubicBezTo>
                <a:cubicBezTo>
                  <a:pt x="471925" y="4508"/>
                  <a:pt x="472198" y="3886"/>
                  <a:pt x="472743" y="3390"/>
                </a:cubicBezTo>
                <a:cubicBezTo>
                  <a:pt x="473288" y="2892"/>
                  <a:pt x="474211" y="2642"/>
                  <a:pt x="475511" y="2642"/>
                </a:cubicBezTo>
                <a:lnTo>
                  <a:pt x="496022" y="2642"/>
                </a:lnTo>
                <a:close/>
                <a:moveTo>
                  <a:pt x="573271" y="0"/>
                </a:moveTo>
                <a:lnTo>
                  <a:pt x="573271" y="13590"/>
                </a:lnTo>
                <a:lnTo>
                  <a:pt x="565470" y="13590"/>
                </a:lnTo>
                <a:lnTo>
                  <a:pt x="565470" y="0"/>
                </a:lnTo>
                <a:lnTo>
                  <a:pt x="573271" y="0"/>
                </a:lnTo>
                <a:moveTo>
                  <a:pt x="573460" y="27054"/>
                </a:moveTo>
                <a:lnTo>
                  <a:pt x="573460" y="76381"/>
                </a:lnTo>
                <a:lnTo>
                  <a:pt x="594222" y="76381"/>
                </a:lnTo>
                <a:cubicBezTo>
                  <a:pt x="595523" y="76381"/>
                  <a:pt x="596445" y="76622"/>
                  <a:pt x="596991" y="77104"/>
                </a:cubicBezTo>
                <a:cubicBezTo>
                  <a:pt x="597536" y="77587"/>
                  <a:pt x="597809" y="78226"/>
                  <a:pt x="597809" y="79023"/>
                </a:cubicBezTo>
                <a:cubicBezTo>
                  <a:pt x="597809" y="79778"/>
                  <a:pt x="597536" y="80407"/>
                  <a:pt x="596991" y="80911"/>
                </a:cubicBezTo>
                <a:cubicBezTo>
                  <a:pt x="596445" y="81414"/>
                  <a:pt x="595523" y="81666"/>
                  <a:pt x="594222" y="81666"/>
                </a:cubicBezTo>
                <a:lnTo>
                  <a:pt x="547412" y="81666"/>
                </a:lnTo>
                <a:cubicBezTo>
                  <a:pt x="546154" y="81666"/>
                  <a:pt x="545252" y="81414"/>
                  <a:pt x="544707" y="80911"/>
                </a:cubicBezTo>
                <a:cubicBezTo>
                  <a:pt x="544162" y="80407"/>
                  <a:pt x="543889" y="79778"/>
                  <a:pt x="543889" y="79023"/>
                </a:cubicBezTo>
                <a:cubicBezTo>
                  <a:pt x="543889" y="78226"/>
                  <a:pt x="544162" y="77587"/>
                  <a:pt x="544707" y="77104"/>
                </a:cubicBezTo>
                <a:cubicBezTo>
                  <a:pt x="545252" y="76622"/>
                  <a:pt x="546154" y="76381"/>
                  <a:pt x="547412" y="76381"/>
                </a:cubicBezTo>
                <a:lnTo>
                  <a:pt x="568175" y="76381"/>
                </a:lnTo>
                <a:lnTo>
                  <a:pt x="568175" y="32339"/>
                </a:lnTo>
                <a:lnTo>
                  <a:pt x="552760" y="32339"/>
                </a:lnTo>
                <a:cubicBezTo>
                  <a:pt x="551502" y="32339"/>
                  <a:pt x="550590" y="32091"/>
                  <a:pt x="550024" y="31594"/>
                </a:cubicBezTo>
                <a:cubicBezTo>
                  <a:pt x="549457" y="31096"/>
                  <a:pt x="549174" y="30474"/>
                  <a:pt x="549174" y="29728"/>
                </a:cubicBezTo>
                <a:cubicBezTo>
                  <a:pt x="549174" y="28940"/>
                  <a:pt x="549447" y="28298"/>
                  <a:pt x="549992" y="27801"/>
                </a:cubicBezTo>
                <a:cubicBezTo>
                  <a:pt x="550537" y="27303"/>
                  <a:pt x="551460" y="27054"/>
                  <a:pt x="552760" y="27054"/>
                </a:cubicBezTo>
                <a:lnTo>
                  <a:pt x="573460" y="27054"/>
                </a:lnTo>
                <a:close/>
                <a:moveTo>
                  <a:pt x="628059" y="27054"/>
                </a:moveTo>
                <a:lnTo>
                  <a:pt x="628059" y="36643"/>
                </a:lnTo>
                <a:cubicBezTo>
                  <a:pt x="631205" y="32838"/>
                  <a:pt x="634581" y="29974"/>
                  <a:pt x="638188" y="28051"/>
                </a:cubicBezTo>
                <a:cubicBezTo>
                  <a:pt x="641796" y="26128"/>
                  <a:pt x="646053" y="25167"/>
                  <a:pt x="650960" y="25167"/>
                </a:cubicBezTo>
                <a:cubicBezTo>
                  <a:pt x="656161" y="25167"/>
                  <a:pt x="660964" y="26384"/>
                  <a:pt x="665368" y="28820"/>
                </a:cubicBezTo>
                <a:cubicBezTo>
                  <a:pt x="669772" y="31255"/>
                  <a:pt x="673180" y="34646"/>
                  <a:pt x="675592" y="38993"/>
                </a:cubicBezTo>
                <a:cubicBezTo>
                  <a:pt x="678004" y="43339"/>
                  <a:pt x="679210" y="47906"/>
                  <a:pt x="679210" y="52693"/>
                </a:cubicBezTo>
                <a:cubicBezTo>
                  <a:pt x="679210" y="60294"/>
                  <a:pt x="676494" y="66793"/>
                  <a:pt x="671062" y="72189"/>
                </a:cubicBezTo>
                <a:cubicBezTo>
                  <a:pt x="665630" y="77584"/>
                  <a:pt x="658951" y="80282"/>
                  <a:pt x="651023" y="80282"/>
                </a:cubicBezTo>
                <a:cubicBezTo>
                  <a:pt x="641586" y="80282"/>
                  <a:pt x="633931" y="76456"/>
                  <a:pt x="628059" y="68805"/>
                </a:cubicBezTo>
                <a:lnTo>
                  <a:pt x="628059" y="100667"/>
                </a:lnTo>
                <a:lnTo>
                  <a:pt x="640894" y="100667"/>
                </a:lnTo>
                <a:cubicBezTo>
                  <a:pt x="642152" y="100667"/>
                  <a:pt x="643054" y="100908"/>
                  <a:pt x="643599" y="101390"/>
                </a:cubicBezTo>
                <a:cubicBezTo>
                  <a:pt x="644144" y="101873"/>
                  <a:pt x="644417" y="102512"/>
                  <a:pt x="644417" y="103309"/>
                </a:cubicBezTo>
                <a:cubicBezTo>
                  <a:pt x="644417" y="104064"/>
                  <a:pt x="644144" y="104693"/>
                  <a:pt x="643599" y="105197"/>
                </a:cubicBezTo>
                <a:cubicBezTo>
                  <a:pt x="643054" y="105700"/>
                  <a:pt x="642152" y="105952"/>
                  <a:pt x="640894" y="105952"/>
                </a:cubicBezTo>
                <a:lnTo>
                  <a:pt x="615664" y="105952"/>
                </a:lnTo>
                <a:cubicBezTo>
                  <a:pt x="614406" y="105952"/>
                  <a:pt x="613504" y="105710"/>
                  <a:pt x="612959" y="105228"/>
                </a:cubicBezTo>
                <a:cubicBezTo>
                  <a:pt x="612413" y="104746"/>
                  <a:pt x="612141" y="104106"/>
                  <a:pt x="612141" y="103309"/>
                </a:cubicBezTo>
                <a:cubicBezTo>
                  <a:pt x="612141" y="102512"/>
                  <a:pt x="612413" y="101873"/>
                  <a:pt x="612959" y="101390"/>
                </a:cubicBezTo>
                <a:cubicBezTo>
                  <a:pt x="613504" y="100908"/>
                  <a:pt x="614406" y="100667"/>
                  <a:pt x="615664" y="100667"/>
                </a:cubicBezTo>
                <a:lnTo>
                  <a:pt x="622774" y="100667"/>
                </a:lnTo>
                <a:lnTo>
                  <a:pt x="622774" y="32339"/>
                </a:lnTo>
                <a:lnTo>
                  <a:pt x="615664" y="32339"/>
                </a:lnTo>
                <a:cubicBezTo>
                  <a:pt x="614406" y="32339"/>
                  <a:pt x="613504" y="32087"/>
                  <a:pt x="612959" y="31584"/>
                </a:cubicBezTo>
                <a:cubicBezTo>
                  <a:pt x="612413" y="31081"/>
                  <a:pt x="612141" y="30431"/>
                  <a:pt x="612141" y="29634"/>
                </a:cubicBezTo>
                <a:cubicBezTo>
                  <a:pt x="612141" y="28897"/>
                  <a:pt x="612413" y="28283"/>
                  <a:pt x="612959" y="27791"/>
                </a:cubicBezTo>
                <a:cubicBezTo>
                  <a:pt x="613504" y="27300"/>
                  <a:pt x="614406" y="27054"/>
                  <a:pt x="615664" y="27054"/>
                </a:cubicBezTo>
                <a:lnTo>
                  <a:pt x="628059" y="27054"/>
                </a:lnTo>
                <a:moveTo>
                  <a:pt x="673862" y="52693"/>
                </a:moveTo>
                <a:cubicBezTo>
                  <a:pt x="673862" y="46585"/>
                  <a:pt x="671649" y="41351"/>
                  <a:pt x="667224" y="36991"/>
                </a:cubicBezTo>
                <a:cubicBezTo>
                  <a:pt x="662799" y="32631"/>
                  <a:pt x="657399" y="30452"/>
                  <a:pt x="651023" y="30452"/>
                </a:cubicBezTo>
                <a:cubicBezTo>
                  <a:pt x="644606" y="30452"/>
                  <a:pt x="639174" y="32642"/>
                  <a:pt x="634728" y="37023"/>
                </a:cubicBezTo>
                <a:cubicBezTo>
                  <a:pt x="630282" y="41403"/>
                  <a:pt x="628059" y="46626"/>
                  <a:pt x="628059" y="52693"/>
                </a:cubicBezTo>
                <a:cubicBezTo>
                  <a:pt x="628059" y="58801"/>
                  <a:pt x="630282" y="64045"/>
                  <a:pt x="634728" y="68426"/>
                </a:cubicBezTo>
                <a:cubicBezTo>
                  <a:pt x="639174" y="72806"/>
                  <a:pt x="644606" y="74997"/>
                  <a:pt x="651023" y="74997"/>
                </a:cubicBezTo>
                <a:cubicBezTo>
                  <a:pt x="657357" y="74997"/>
                  <a:pt x="662747" y="72817"/>
                  <a:pt x="667193" y="68457"/>
                </a:cubicBezTo>
                <a:cubicBezTo>
                  <a:pt x="671639" y="64098"/>
                  <a:pt x="673862" y="58843"/>
                  <a:pt x="673862" y="52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34F45-1678-4857-8F2A-083AF25D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605" y="4127841"/>
            <a:ext cx="1826" cy="162233"/>
          </a:xfrm>
          <a:custGeom xmlns:a="http://schemas.openxmlformats.org/drawingml/2006/main">
            <a:pathLst>
              <a:path w="1826" h="162233">
                <a:moveTo>
                  <a:pt x="0" y="0"/>
                </a:moveTo>
                <a:lnTo>
                  <a:pt x="1826" y="162233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7687F-22C0-4D43-AF0F-DFD23DC2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605" y="4127841"/>
            <a:ext cx="1081" cy="95999"/>
          </a:xfrm>
          <a:custGeom xmlns:a="http://schemas.openxmlformats.org/drawingml/2006/main">
            <a:pathLst>
              <a:path w="1081" h="95999" fill="none">
                <a:moveTo>
                  <a:pt x="0" y="0"/>
                </a:moveTo>
                <a:lnTo>
                  <a:pt x="1081" y="95999"/>
                </a:ln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FE939-7DF9-4051-94FF-ABE43ED6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706" y="4201860"/>
            <a:ext cx="43469" cy="59960"/>
          </a:xfrm>
          <a:custGeom xmlns:a="http://schemas.openxmlformats.org/drawingml/2006/main">
            <a:pathLst>
              <a:path w="43469" h="59960">
                <a:moveTo>
                  <a:pt x="21979" y="21979"/>
                </a:moveTo>
                <a:lnTo>
                  <a:pt x="43469" y="0"/>
                </a:lnTo>
                <a:lnTo>
                  <a:pt x="22407" y="59960"/>
                </a:lnTo>
                <a:lnTo>
                  <a:pt x="0" y="490"/>
                </a:lnTo>
                <a:lnTo>
                  <a:pt x="21979" y="21979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D1879-6026-477A-AE4D-1749066B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706" y="4201860"/>
            <a:ext cx="43469" cy="59960"/>
          </a:xfrm>
          <a:custGeom xmlns:a="http://schemas.openxmlformats.org/drawingml/2006/main">
            <a:pathLst>
              <a:path w="43469" h="59960" fill="none">
                <a:moveTo>
                  <a:pt x="21979" y="21979"/>
                </a:moveTo>
                <a:lnTo>
                  <a:pt x="0" y="490"/>
                </a:lnTo>
                <a:lnTo>
                  <a:pt x="22407" y="59960"/>
                </a:lnTo>
                <a:lnTo>
                  <a:pt x="43469" y="0"/>
                </a:lnTo>
                <a:lnTo>
                  <a:pt x="21979" y="219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A09C4-8416-47DA-80C8-4E4A30DC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465" y="2400345"/>
            <a:ext cx="3068432" cy="973096"/>
          </a:xfrm>
          <a:custGeom xmlns:a="http://schemas.openxmlformats.org/drawingml/2006/main">
            <a:pathLst>
              <a:path w="3068432" h="973096">
                <a:moveTo>
                  <a:pt x="0" y="0"/>
                </a:moveTo>
                <a:lnTo>
                  <a:pt x="3068432" y="0"/>
                </a:lnTo>
                <a:lnTo>
                  <a:pt x="3068432" y="973096"/>
                </a:lnTo>
                <a:lnTo>
                  <a:pt x="0" y="9730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.entryi.a(arg3,arg4)">
            <a:extLst xmlns:a="http://schemas.openxmlformats.org/drawingml/2006/main">
              <a:ext uri="{FF2B5EF4-FFF2-40B4-BE49-F238E27FC236}">
                <a16:creationId xmlns:a16="http://schemas.microsoft.com/office/drawing/2014/main" id="{D0F16DA5-A11B-4A88-BD08-A112908A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572" y="2492159"/>
            <a:ext cx="1638588" cy="110482"/>
          </a:xfrm>
          <a:custGeom xmlns:a="http://schemas.openxmlformats.org/drawingml/2006/main">
            <a:pathLst>
              <a:path w="1638588" h="110482">
                <a:moveTo>
                  <a:pt x="19378" y="77010"/>
                </a:moveTo>
                <a:cubicBezTo>
                  <a:pt x="19378" y="79443"/>
                  <a:pt x="18518" y="81477"/>
                  <a:pt x="16799" y="83113"/>
                </a:cubicBezTo>
                <a:cubicBezTo>
                  <a:pt x="15079" y="84749"/>
                  <a:pt x="12709" y="85567"/>
                  <a:pt x="9689" y="85567"/>
                </a:cubicBezTo>
                <a:cubicBezTo>
                  <a:pt x="6669" y="85567"/>
                  <a:pt x="4299" y="84749"/>
                  <a:pt x="2580" y="83113"/>
                </a:cubicBezTo>
                <a:cubicBezTo>
                  <a:pt x="860" y="81477"/>
                  <a:pt x="0" y="79443"/>
                  <a:pt x="0" y="77010"/>
                </a:cubicBezTo>
                <a:cubicBezTo>
                  <a:pt x="0" y="74577"/>
                  <a:pt x="860" y="72543"/>
                  <a:pt x="2580" y="70907"/>
                </a:cubicBezTo>
                <a:cubicBezTo>
                  <a:pt x="4299" y="69271"/>
                  <a:pt x="6669" y="68453"/>
                  <a:pt x="9689" y="68453"/>
                </a:cubicBezTo>
                <a:cubicBezTo>
                  <a:pt x="12709" y="68453"/>
                  <a:pt x="15079" y="69271"/>
                  <a:pt x="16799" y="70907"/>
                </a:cubicBezTo>
                <a:cubicBezTo>
                  <a:pt x="18518" y="72543"/>
                  <a:pt x="19378" y="74577"/>
                  <a:pt x="19378" y="77010"/>
                </a:cubicBezTo>
                <a:close/>
                <a:moveTo>
                  <a:pt x="119214" y="61407"/>
                </a:moveTo>
                <a:lnTo>
                  <a:pt x="66301" y="61407"/>
                </a:lnTo>
                <a:cubicBezTo>
                  <a:pt x="67643" y="64762"/>
                  <a:pt x="70024" y="67468"/>
                  <a:pt x="73442" y="69523"/>
                </a:cubicBezTo>
                <a:cubicBezTo>
                  <a:pt x="76860" y="71578"/>
                  <a:pt x="81485" y="72606"/>
                  <a:pt x="87315" y="72606"/>
                </a:cubicBezTo>
                <a:cubicBezTo>
                  <a:pt x="92097" y="72606"/>
                  <a:pt x="98451" y="71593"/>
                  <a:pt x="106379" y="69568"/>
                </a:cubicBezTo>
                <a:cubicBezTo>
                  <a:pt x="109651" y="68741"/>
                  <a:pt x="111916" y="68327"/>
                  <a:pt x="113174" y="68327"/>
                </a:cubicBezTo>
                <a:cubicBezTo>
                  <a:pt x="114894" y="68327"/>
                  <a:pt x="116341" y="68936"/>
                  <a:pt x="117515" y="70152"/>
                </a:cubicBezTo>
                <a:cubicBezTo>
                  <a:pt x="118690" y="71368"/>
                  <a:pt x="119277" y="72899"/>
                  <a:pt x="119277" y="74745"/>
                </a:cubicBezTo>
                <a:cubicBezTo>
                  <a:pt x="119277" y="76423"/>
                  <a:pt x="118648" y="77849"/>
                  <a:pt x="117389" y="79023"/>
                </a:cubicBezTo>
                <a:cubicBezTo>
                  <a:pt x="115711" y="80575"/>
                  <a:pt x="111622" y="82054"/>
                  <a:pt x="105121" y="83459"/>
                </a:cubicBezTo>
                <a:cubicBezTo>
                  <a:pt x="98619" y="84864"/>
                  <a:pt x="92369" y="85567"/>
                  <a:pt x="86371" y="85567"/>
                </a:cubicBezTo>
                <a:cubicBezTo>
                  <a:pt x="76053" y="85567"/>
                  <a:pt x="67800" y="82651"/>
                  <a:pt x="61614" y="76821"/>
                </a:cubicBezTo>
                <a:cubicBezTo>
                  <a:pt x="55427" y="70991"/>
                  <a:pt x="52333" y="63818"/>
                  <a:pt x="52333" y="55304"/>
                </a:cubicBezTo>
                <a:cubicBezTo>
                  <a:pt x="52333" y="46244"/>
                  <a:pt x="55679" y="38872"/>
                  <a:pt x="62369" y="33189"/>
                </a:cubicBezTo>
                <a:cubicBezTo>
                  <a:pt x="69059" y="27505"/>
                  <a:pt x="76766" y="24663"/>
                  <a:pt x="85491" y="24663"/>
                </a:cubicBezTo>
                <a:cubicBezTo>
                  <a:pt x="90734" y="24663"/>
                  <a:pt x="95547" y="25585"/>
                  <a:pt x="99930" y="27428"/>
                </a:cubicBezTo>
                <a:cubicBezTo>
                  <a:pt x="104313" y="29269"/>
                  <a:pt x="107574" y="31258"/>
                  <a:pt x="109713" y="33393"/>
                </a:cubicBezTo>
                <a:cubicBezTo>
                  <a:pt x="112733" y="36492"/>
                  <a:pt x="115229" y="40323"/>
                  <a:pt x="117201" y="44887"/>
                </a:cubicBezTo>
                <a:cubicBezTo>
                  <a:pt x="118543" y="48070"/>
                  <a:pt x="119214" y="51755"/>
                  <a:pt x="119214" y="55943"/>
                </a:cubicBezTo>
                <a:lnTo>
                  <a:pt x="119214" y="61407"/>
                </a:lnTo>
                <a:moveTo>
                  <a:pt x="104932" y="48446"/>
                </a:moveTo>
                <a:cubicBezTo>
                  <a:pt x="102960" y="44818"/>
                  <a:pt x="100381" y="42107"/>
                  <a:pt x="97193" y="40314"/>
                </a:cubicBezTo>
                <a:cubicBezTo>
                  <a:pt x="94005" y="38521"/>
                  <a:pt x="90209" y="37624"/>
                  <a:pt x="85805" y="37624"/>
                </a:cubicBezTo>
                <a:cubicBezTo>
                  <a:pt x="81443" y="37624"/>
                  <a:pt x="77668" y="38521"/>
                  <a:pt x="74480" y="40314"/>
                </a:cubicBezTo>
                <a:cubicBezTo>
                  <a:pt x="71292" y="42107"/>
                  <a:pt x="68692" y="44818"/>
                  <a:pt x="66678" y="48446"/>
                </a:cubicBezTo>
                <a:lnTo>
                  <a:pt x="104932" y="48446"/>
                </a:lnTo>
                <a:close/>
                <a:moveTo>
                  <a:pt x="151100" y="26425"/>
                </a:moveTo>
                <a:lnTo>
                  <a:pt x="151100" y="30703"/>
                </a:lnTo>
                <a:cubicBezTo>
                  <a:pt x="153449" y="28690"/>
                  <a:pt x="156039" y="27180"/>
                  <a:pt x="158870" y="26173"/>
                </a:cubicBezTo>
                <a:cubicBezTo>
                  <a:pt x="161702" y="25167"/>
                  <a:pt x="164774" y="24663"/>
                  <a:pt x="168088" y="24663"/>
                </a:cubicBezTo>
                <a:cubicBezTo>
                  <a:pt x="175722" y="24663"/>
                  <a:pt x="181762" y="27033"/>
                  <a:pt x="186208" y="31773"/>
                </a:cubicBezTo>
                <a:cubicBezTo>
                  <a:pt x="189731" y="35548"/>
                  <a:pt x="191493" y="40497"/>
                  <a:pt x="191493" y="46621"/>
                </a:cubicBezTo>
                <a:lnTo>
                  <a:pt x="191493" y="70592"/>
                </a:lnTo>
                <a:cubicBezTo>
                  <a:pt x="194219" y="70592"/>
                  <a:pt x="196232" y="71190"/>
                  <a:pt x="197533" y="72386"/>
                </a:cubicBezTo>
                <a:cubicBezTo>
                  <a:pt x="198833" y="73581"/>
                  <a:pt x="199483" y="75143"/>
                  <a:pt x="199483" y="77073"/>
                </a:cubicBezTo>
                <a:cubicBezTo>
                  <a:pt x="199483" y="79002"/>
                  <a:pt x="198823" y="80565"/>
                  <a:pt x="197501" y="81760"/>
                </a:cubicBezTo>
                <a:cubicBezTo>
                  <a:pt x="196180" y="82956"/>
                  <a:pt x="193967" y="83553"/>
                  <a:pt x="190864" y="83553"/>
                </a:cubicBezTo>
                <a:lnTo>
                  <a:pt x="179224" y="83553"/>
                </a:lnTo>
                <a:cubicBezTo>
                  <a:pt x="176120" y="83553"/>
                  <a:pt x="173908" y="82945"/>
                  <a:pt x="172586" y="81729"/>
                </a:cubicBezTo>
                <a:cubicBezTo>
                  <a:pt x="171265" y="80512"/>
                  <a:pt x="170604" y="78939"/>
                  <a:pt x="170604" y="77010"/>
                </a:cubicBezTo>
                <a:cubicBezTo>
                  <a:pt x="170604" y="75081"/>
                  <a:pt x="171255" y="73529"/>
                  <a:pt x="172555" y="72354"/>
                </a:cubicBezTo>
                <a:cubicBezTo>
                  <a:pt x="173855" y="71180"/>
                  <a:pt x="175868" y="70592"/>
                  <a:pt x="178595" y="70592"/>
                </a:cubicBezTo>
                <a:lnTo>
                  <a:pt x="178595" y="46291"/>
                </a:lnTo>
                <a:cubicBezTo>
                  <a:pt x="178595" y="43486"/>
                  <a:pt x="177840" y="41435"/>
                  <a:pt x="176330" y="40137"/>
                </a:cubicBezTo>
                <a:cubicBezTo>
                  <a:pt x="174358" y="38462"/>
                  <a:pt x="171401" y="37624"/>
                  <a:pt x="167459" y="37624"/>
                </a:cubicBezTo>
                <a:cubicBezTo>
                  <a:pt x="164481" y="37624"/>
                  <a:pt x="161870" y="38201"/>
                  <a:pt x="159625" y="39354"/>
                </a:cubicBezTo>
                <a:cubicBezTo>
                  <a:pt x="157381" y="40508"/>
                  <a:pt x="154540" y="42951"/>
                  <a:pt x="151100" y="46684"/>
                </a:cubicBezTo>
                <a:lnTo>
                  <a:pt x="151100" y="70592"/>
                </a:lnTo>
                <a:cubicBezTo>
                  <a:pt x="154414" y="70592"/>
                  <a:pt x="156553" y="70991"/>
                  <a:pt x="157518" y="71788"/>
                </a:cubicBezTo>
                <a:cubicBezTo>
                  <a:pt x="159573" y="73382"/>
                  <a:pt x="160601" y="75143"/>
                  <a:pt x="160601" y="77073"/>
                </a:cubicBezTo>
                <a:cubicBezTo>
                  <a:pt x="160601" y="79002"/>
                  <a:pt x="159940" y="80565"/>
                  <a:pt x="158619" y="81760"/>
                </a:cubicBezTo>
                <a:cubicBezTo>
                  <a:pt x="157298" y="82956"/>
                  <a:pt x="155085" y="83553"/>
                  <a:pt x="151981" y="83553"/>
                </a:cubicBezTo>
                <a:lnTo>
                  <a:pt x="137322" y="83553"/>
                </a:lnTo>
                <a:cubicBezTo>
                  <a:pt x="134218" y="83553"/>
                  <a:pt x="132005" y="82945"/>
                  <a:pt x="130684" y="81729"/>
                </a:cubicBezTo>
                <a:cubicBezTo>
                  <a:pt x="129363" y="80512"/>
                  <a:pt x="128702" y="78939"/>
                  <a:pt x="128702" y="77010"/>
                </a:cubicBezTo>
                <a:cubicBezTo>
                  <a:pt x="128702" y="75081"/>
                  <a:pt x="129709" y="73324"/>
                  <a:pt x="131722" y="71741"/>
                </a:cubicBezTo>
                <a:cubicBezTo>
                  <a:pt x="132729" y="70975"/>
                  <a:pt x="134889" y="70592"/>
                  <a:pt x="138202" y="70592"/>
                </a:cubicBezTo>
                <a:lnTo>
                  <a:pt x="138202" y="39386"/>
                </a:lnTo>
                <a:cubicBezTo>
                  <a:pt x="135476" y="39386"/>
                  <a:pt x="133463" y="38778"/>
                  <a:pt x="132162" y="37561"/>
                </a:cubicBezTo>
                <a:cubicBezTo>
                  <a:pt x="130862" y="36345"/>
                  <a:pt x="130212" y="34772"/>
                  <a:pt x="130212" y="32842"/>
                </a:cubicBezTo>
                <a:cubicBezTo>
                  <a:pt x="130212" y="30913"/>
                  <a:pt x="130873" y="29361"/>
                  <a:pt x="132194" y="28187"/>
                </a:cubicBezTo>
                <a:cubicBezTo>
                  <a:pt x="133515" y="27012"/>
                  <a:pt x="135728" y="26425"/>
                  <a:pt x="138832" y="26425"/>
                </a:cubicBezTo>
                <a:lnTo>
                  <a:pt x="151100" y="26425"/>
                </a:lnTo>
                <a:close/>
                <a:moveTo>
                  <a:pt x="238290" y="39386"/>
                </a:moveTo>
                <a:lnTo>
                  <a:pt x="238290" y="65099"/>
                </a:lnTo>
                <a:cubicBezTo>
                  <a:pt x="238290" y="67852"/>
                  <a:pt x="238856" y="69666"/>
                  <a:pt x="239989" y="70541"/>
                </a:cubicBezTo>
                <a:cubicBezTo>
                  <a:pt x="241751" y="71918"/>
                  <a:pt x="244896" y="72606"/>
                  <a:pt x="249426" y="72606"/>
                </a:cubicBezTo>
                <a:cubicBezTo>
                  <a:pt x="256012" y="72606"/>
                  <a:pt x="262094" y="71186"/>
                  <a:pt x="267672" y="68345"/>
                </a:cubicBezTo>
                <a:cubicBezTo>
                  <a:pt x="269811" y="67243"/>
                  <a:pt x="271489" y="66692"/>
                  <a:pt x="272706" y="66692"/>
                </a:cubicBezTo>
                <a:cubicBezTo>
                  <a:pt x="274383" y="66692"/>
                  <a:pt x="275841" y="67325"/>
                  <a:pt x="277078" y="68593"/>
                </a:cubicBezTo>
                <a:cubicBezTo>
                  <a:pt x="278316" y="69859"/>
                  <a:pt x="278934" y="71400"/>
                  <a:pt x="278934" y="73215"/>
                </a:cubicBezTo>
                <a:cubicBezTo>
                  <a:pt x="278934" y="74905"/>
                  <a:pt x="278263" y="76362"/>
                  <a:pt x="276921" y="77586"/>
                </a:cubicBezTo>
                <a:cubicBezTo>
                  <a:pt x="274866" y="79571"/>
                  <a:pt x="270808" y="81397"/>
                  <a:pt x="264747" y="83066"/>
                </a:cubicBezTo>
                <a:cubicBezTo>
                  <a:pt x="258686" y="84733"/>
                  <a:pt x="253579" y="85567"/>
                  <a:pt x="249426" y="85567"/>
                </a:cubicBezTo>
                <a:cubicBezTo>
                  <a:pt x="241415" y="85567"/>
                  <a:pt x="235406" y="83841"/>
                  <a:pt x="231401" y="80390"/>
                </a:cubicBezTo>
                <a:cubicBezTo>
                  <a:pt x="227395" y="76939"/>
                  <a:pt x="225392" y="72703"/>
                  <a:pt x="225392" y="67685"/>
                </a:cubicBezTo>
                <a:lnTo>
                  <a:pt x="225392" y="39386"/>
                </a:lnTo>
                <a:lnTo>
                  <a:pt x="220736" y="39386"/>
                </a:lnTo>
                <a:cubicBezTo>
                  <a:pt x="217633" y="39386"/>
                  <a:pt x="215420" y="38785"/>
                  <a:pt x="214099" y="37585"/>
                </a:cubicBezTo>
                <a:cubicBezTo>
                  <a:pt x="212777" y="36383"/>
                  <a:pt x="212117" y="34813"/>
                  <a:pt x="212117" y="32874"/>
                </a:cubicBezTo>
                <a:cubicBezTo>
                  <a:pt x="212117" y="30977"/>
                  <a:pt x="212777" y="29429"/>
                  <a:pt x="214099" y="28228"/>
                </a:cubicBezTo>
                <a:cubicBezTo>
                  <a:pt x="215420" y="27026"/>
                  <a:pt x="217633" y="26425"/>
                  <a:pt x="220736" y="26425"/>
                </a:cubicBezTo>
                <a:lnTo>
                  <a:pt x="225392" y="26425"/>
                </a:lnTo>
                <a:lnTo>
                  <a:pt x="225392" y="14785"/>
                </a:lnTo>
                <a:cubicBezTo>
                  <a:pt x="225392" y="11682"/>
                  <a:pt x="225990" y="9469"/>
                  <a:pt x="227185" y="8148"/>
                </a:cubicBezTo>
                <a:cubicBezTo>
                  <a:pt x="228381" y="6826"/>
                  <a:pt x="229943" y="6166"/>
                  <a:pt x="231873" y="6166"/>
                </a:cubicBezTo>
                <a:cubicBezTo>
                  <a:pt x="233760" y="6166"/>
                  <a:pt x="235302" y="6826"/>
                  <a:pt x="236497" y="8148"/>
                </a:cubicBezTo>
                <a:cubicBezTo>
                  <a:pt x="237692" y="9469"/>
                  <a:pt x="238290" y="11682"/>
                  <a:pt x="238290" y="14785"/>
                </a:cubicBezTo>
                <a:lnTo>
                  <a:pt x="238290" y="26425"/>
                </a:lnTo>
                <a:lnTo>
                  <a:pt x="262136" y="26425"/>
                </a:lnTo>
                <a:cubicBezTo>
                  <a:pt x="265239" y="26425"/>
                  <a:pt x="267452" y="27026"/>
                  <a:pt x="268773" y="28228"/>
                </a:cubicBezTo>
                <a:cubicBezTo>
                  <a:pt x="270094" y="29429"/>
                  <a:pt x="270755" y="30998"/>
                  <a:pt x="270755" y="32937"/>
                </a:cubicBezTo>
                <a:cubicBezTo>
                  <a:pt x="270755" y="34834"/>
                  <a:pt x="270094" y="36383"/>
                  <a:pt x="268773" y="37585"/>
                </a:cubicBezTo>
                <a:cubicBezTo>
                  <a:pt x="267452" y="38785"/>
                  <a:pt x="265239" y="39386"/>
                  <a:pt x="262136" y="39386"/>
                </a:cubicBezTo>
                <a:lnTo>
                  <a:pt x="238290" y="39386"/>
                </a:lnTo>
                <a:close/>
                <a:moveTo>
                  <a:pt x="316105" y="26425"/>
                </a:moveTo>
                <a:lnTo>
                  <a:pt x="316105" y="34478"/>
                </a:lnTo>
                <a:cubicBezTo>
                  <a:pt x="321516" y="30553"/>
                  <a:pt x="325784" y="27936"/>
                  <a:pt x="328909" y="26627"/>
                </a:cubicBezTo>
                <a:cubicBezTo>
                  <a:pt x="332034" y="25318"/>
                  <a:pt x="334959" y="24663"/>
                  <a:pt x="337686" y="24663"/>
                </a:cubicBezTo>
                <a:cubicBezTo>
                  <a:pt x="341880" y="24663"/>
                  <a:pt x="345949" y="26221"/>
                  <a:pt x="349892" y="29335"/>
                </a:cubicBezTo>
                <a:cubicBezTo>
                  <a:pt x="352576" y="31440"/>
                  <a:pt x="353918" y="33587"/>
                  <a:pt x="353918" y="35776"/>
                </a:cubicBezTo>
                <a:cubicBezTo>
                  <a:pt x="353918" y="37628"/>
                  <a:pt x="353279" y="39196"/>
                  <a:pt x="351999" y="40481"/>
                </a:cubicBezTo>
                <a:cubicBezTo>
                  <a:pt x="350720" y="41764"/>
                  <a:pt x="349179" y="42406"/>
                  <a:pt x="347375" y="42406"/>
                </a:cubicBezTo>
                <a:cubicBezTo>
                  <a:pt x="345781" y="42406"/>
                  <a:pt x="344103" y="41609"/>
                  <a:pt x="342342" y="40015"/>
                </a:cubicBezTo>
                <a:cubicBezTo>
                  <a:pt x="340580" y="38421"/>
                  <a:pt x="339007" y="37624"/>
                  <a:pt x="337623" y="37624"/>
                </a:cubicBezTo>
                <a:cubicBezTo>
                  <a:pt x="335819" y="37624"/>
                  <a:pt x="333124" y="38757"/>
                  <a:pt x="329538" y="41022"/>
                </a:cubicBezTo>
                <a:cubicBezTo>
                  <a:pt x="325952" y="43287"/>
                  <a:pt x="321474" y="46684"/>
                  <a:pt x="316105" y="51214"/>
                </a:cubicBezTo>
                <a:lnTo>
                  <a:pt x="316105" y="70592"/>
                </a:lnTo>
                <a:lnTo>
                  <a:pt x="334477" y="70592"/>
                </a:lnTo>
                <a:cubicBezTo>
                  <a:pt x="337581" y="70592"/>
                  <a:pt x="339794" y="71190"/>
                  <a:pt x="341115" y="72386"/>
                </a:cubicBezTo>
                <a:cubicBezTo>
                  <a:pt x="342436" y="73581"/>
                  <a:pt x="343097" y="75143"/>
                  <a:pt x="343097" y="77073"/>
                </a:cubicBezTo>
                <a:cubicBezTo>
                  <a:pt x="343097" y="79002"/>
                  <a:pt x="342436" y="80565"/>
                  <a:pt x="341115" y="81760"/>
                </a:cubicBezTo>
                <a:cubicBezTo>
                  <a:pt x="339794" y="82956"/>
                  <a:pt x="337581" y="83553"/>
                  <a:pt x="334477" y="83553"/>
                </a:cubicBezTo>
                <a:lnTo>
                  <a:pt x="295532" y="83553"/>
                </a:lnTo>
                <a:cubicBezTo>
                  <a:pt x="292428" y="83553"/>
                  <a:pt x="290215" y="82945"/>
                  <a:pt x="288894" y="81729"/>
                </a:cubicBezTo>
                <a:cubicBezTo>
                  <a:pt x="287573" y="80512"/>
                  <a:pt x="286912" y="78939"/>
                  <a:pt x="286912" y="77010"/>
                </a:cubicBezTo>
                <a:cubicBezTo>
                  <a:pt x="286912" y="75081"/>
                  <a:pt x="287573" y="73529"/>
                  <a:pt x="288894" y="72354"/>
                </a:cubicBezTo>
                <a:cubicBezTo>
                  <a:pt x="290215" y="71180"/>
                  <a:pt x="292428" y="70592"/>
                  <a:pt x="295532" y="70592"/>
                </a:cubicBezTo>
                <a:lnTo>
                  <a:pt x="303208" y="70592"/>
                </a:lnTo>
                <a:lnTo>
                  <a:pt x="303208" y="39386"/>
                </a:lnTo>
                <a:lnTo>
                  <a:pt x="298552" y="39386"/>
                </a:lnTo>
                <a:cubicBezTo>
                  <a:pt x="295448" y="39386"/>
                  <a:pt x="293235" y="38778"/>
                  <a:pt x="291914" y="37561"/>
                </a:cubicBezTo>
                <a:cubicBezTo>
                  <a:pt x="290593" y="36345"/>
                  <a:pt x="289932" y="34772"/>
                  <a:pt x="289932" y="32842"/>
                </a:cubicBezTo>
                <a:cubicBezTo>
                  <a:pt x="289932" y="30913"/>
                  <a:pt x="290593" y="29361"/>
                  <a:pt x="291914" y="28187"/>
                </a:cubicBezTo>
                <a:cubicBezTo>
                  <a:pt x="293235" y="27012"/>
                  <a:pt x="295448" y="26425"/>
                  <a:pt x="298552" y="26425"/>
                </a:cubicBezTo>
                <a:lnTo>
                  <a:pt x="316105" y="26425"/>
                </a:lnTo>
                <a:close/>
                <a:moveTo>
                  <a:pt x="388888" y="83158"/>
                </a:moveTo>
                <a:lnTo>
                  <a:pt x="366552" y="39386"/>
                </a:lnTo>
                <a:cubicBezTo>
                  <a:pt x="364455" y="39386"/>
                  <a:pt x="362861" y="38788"/>
                  <a:pt x="361771" y="37593"/>
                </a:cubicBezTo>
                <a:cubicBezTo>
                  <a:pt x="360680" y="36397"/>
                  <a:pt x="360135" y="34835"/>
                  <a:pt x="360135" y="32905"/>
                </a:cubicBezTo>
                <a:cubicBezTo>
                  <a:pt x="360135" y="30976"/>
                  <a:pt x="360795" y="29414"/>
                  <a:pt x="362117" y="28218"/>
                </a:cubicBezTo>
                <a:cubicBezTo>
                  <a:pt x="363438" y="27023"/>
                  <a:pt x="365650" y="26425"/>
                  <a:pt x="368754" y="26425"/>
                </a:cubicBezTo>
                <a:lnTo>
                  <a:pt x="380520" y="26425"/>
                </a:lnTo>
                <a:cubicBezTo>
                  <a:pt x="383624" y="26425"/>
                  <a:pt x="385836" y="27023"/>
                  <a:pt x="387157" y="28218"/>
                </a:cubicBezTo>
                <a:cubicBezTo>
                  <a:pt x="388479" y="29414"/>
                  <a:pt x="389139" y="30976"/>
                  <a:pt x="389139" y="32905"/>
                </a:cubicBezTo>
                <a:cubicBezTo>
                  <a:pt x="389139" y="34835"/>
                  <a:pt x="388479" y="36397"/>
                  <a:pt x="387157" y="37593"/>
                </a:cubicBezTo>
                <a:cubicBezTo>
                  <a:pt x="385836" y="38788"/>
                  <a:pt x="383749" y="39386"/>
                  <a:pt x="380897" y="39386"/>
                </a:cubicBezTo>
                <a:lnTo>
                  <a:pt x="396123" y="68980"/>
                </a:lnTo>
                <a:lnTo>
                  <a:pt x="411223" y="39386"/>
                </a:lnTo>
                <a:cubicBezTo>
                  <a:pt x="408455" y="39386"/>
                  <a:pt x="406410" y="38778"/>
                  <a:pt x="405089" y="37561"/>
                </a:cubicBezTo>
                <a:cubicBezTo>
                  <a:pt x="403767" y="36345"/>
                  <a:pt x="403107" y="34772"/>
                  <a:pt x="403107" y="32842"/>
                </a:cubicBezTo>
                <a:cubicBezTo>
                  <a:pt x="403107" y="30913"/>
                  <a:pt x="403767" y="29361"/>
                  <a:pt x="405089" y="28187"/>
                </a:cubicBezTo>
                <a:cubicBezTo>
                  <a:pt x="406410" y="27012"/>
                  <a:pt x="408623" y="26425"/>
                  <a:pt x="411726" y="26425"/>
                </a:cubicBezTo>
                <a:lnTo>
                  <a:pt x="423869" y="26425"/>
                </a:lnTo>
                <a:cubicBezTo>
                  <a:pt x="426931" y="26425"/>
                  <a:pt x="429123" y="27023"/>
                  <a:pt x="430444" y="28218"/>
                </a:cubicBezTo>
                <a:cubicBezTo>
                  <a:pt x="431765" y="29414"/>
                  <a:pt x="432426" y="30976"/>
                  <a:pt x="432426" y="32905"/>
                </a:cubicBezTo>
                <a:cubicBezTo>
                  <a:pt x="432426" y="34835"/>
                  <a:pt x="431860" y="36397"/>
                  <a:pt x="430727" y="37593"/>
                </a:cubicBezTo>
                <a:cubicBezTo>
                  <a:pt x="429595" y="38788"/>
                  <a:pt x="427917" y="39386"/>
                  <a:pt x="425694" y="39386"/>
                </a:cubicBezTo>
                <a:lnTo>
                  <a:pt x="396123" y="97521"/>
                </a:lnTo>
                <a:cubicBezTo>
                  <a:pt x="399353" y="97521"/>
                  <a:pt x="401471" y="97521"/>
                  <a:pt x="402478" y="97521"/>
                </a:cubicBezTo>
                <a:cubicBezTo>
                  <a:pt x="404491" y="99954"/>
                  <a:pt x="405498" y="102135"/>
                  <a:pt x="405498" y="104064"/>
                </a:cubicBezTo>
                <a:cubicBezTo>
                  <a:pt x="405498" y="105994"/>
                  <a:pt x="404837" y="107545"/>
                  <a:pt x="403516" y="108720"/>
                </a:cubicBezTo>
                <a:cubicBezTo>
                  <a:pt x="402195" y="109894"/>
                  <a:pt x="399982" y="110482"/>
                  <a:pt x="396878" y="110482"/>
                </a:cubicBezTo>
                <a:lnTo>
                  <a:pt x="368754" y="110482"/>
                </a:lnTo>
                <a:cubicBezTo>
                  <a:pt x="365650" y="110482"/>
                  <a:pt x="363438" y="109894"/>
                  <a:pt x="362117" y="108720"/>
                </a:cubicBezTo>
                <a:cubicBezTo>
                  <a:pt x="360795" y="107545"/>
                  <a:pt x="360135" y="105994"/>
                  <a:pt x="360135" y="104064"/>
                </a:cubicBezTo>
                <a:cubicBezTo>
                  <a:pt x="360135" y="102135"/>
                  <a:pt x="360795" y="100562"/>
                  <a:pt x="362117" y="99345"/>
                </a:cubicBezTo>
                <a:cubicBezTo>
                  <a:pt x="363438" y="98129"/>
                  <a:pt x="365650" y="97521"/>
                  <a:pt x="368754" y="97521"/>
                </a:cubicBezTo>
                <a:lnTo>
                  <a:pt x="381589" y="97521"/>
                </a:lnTo>
                <a:lnTo>
                  <a:pt x="388888" y="83158"/>
                </a:lnTo>
                <a:close/>
                <a:moveTo>
                  <a:pt x="555340" y="1887"/>
                </a:moveTo>
                <a:lnTo>
                  <a:pt x="555340" y="15603"/>
                </a:lnTo>
                <a:lnTo>
                  <a:pt x="539988" y="15603"/>
                </a:lnTo>
                <a:lnTo>
                  <a:pt x="539988" y="1887"/>
                </a:lnTo>
                <a:lnTo>
                  <a:pt x="555340" y="1887"/>
                </a:lnTo>
                <a:moveTo>
                  <a:pt x="557102" y="26425"/>
                </a:moveTo>
                <a:lnTo>
                  <a:pt x="557102" y="70592"/>
                </a:lnTo>
                <a:lnTo>
                  <a:pt x="572579" y="70592"/>
                </a:lnTo>
                <a:cubicBezTo>
                  <a:pt x="575683" y="70592"/>
                  <a:pt x="577895" y="71190"/>
                  <a:pt x="579217" y="72386"/>
                </a:cubicBezTo>
                <a:cubicBezTo>
                  <a:pt x="580538" y="73581"/>
                  <a:pt x="581199" y="75143"/>
                  <a:pt x="581199" y="77073"/>
                </a:cubicBezTo>
                <a:cubicBezTo>
                  <a:pt x="581199" y="79002"/>
                  <a:pt x="580538" y="80565"/>
                  <a:pt x="579217" y="81760"/>
                </a:cubicBezTo>
                <a:cubicBezTo>
                  <a:pt x="577895" y="82956"/>
                  <a:pt x="575683" y="83553"/>
                  <a:pt x="572579" y="83553"/>
                </a:cubicBezTo>
                <a:lnTo>
                  <a:pt x="528726" y="83553"/>
                </a:lnTo>
                <a:cubicBezTo>
                  <a:pt x="525622" y="83553"/>
                  <a:pt x="523410" y="82945"/>
                  <a:pt x="522088" y="81729"/>
                </a:cubicBezTo>
                <a:cubicBezTo>
                  <a:pt x="520767" y="80512"/>
                  <a:pt x="520107" y="78939"/>
                  <a:pt x="520107" y="77010"/>
                </a:cubicBezTo>
                <a:cubicBezTo>
                  <a:pt x="520107" y="75081"/>
                  <a:pt x="520767" y="73529"/>
                  <a:pt x="522088" y="72354"/>
                </a:cubicBezTo>
                <a:cubicBezTo>
                  <a:pt x="523410" y="71180"/>
                  <a:pt x="525622" y="70592"/>
                  <a:pt x="528726" y="70592"/>
                </a:cubicBezTo>
                <a:lnTo>
                  <a:pt x="544204" y="70592"/>
                </a:lnTo>
                <a:lnTo>
                  <a:pt x="544204" y="39386"/>
                </a:lnTo>
                <a:lnTo>
                  <a:pt x="533822" y="39386"/>
                </a:lnTo>
                <a:cubicBezTo>
                  <a:pt x="530760" y="39386"/>
                  <a:pt x="528558" y="38778"/>
                  <a:pt x="527216" y="37561"/>
                </a:cubicBezTo>
                <a:cubicBezTo>
                  <a:pt x="525874" y="36345"/>
                  <a:pt x="525203" y="34772"/>
                  <a:pt x="525203" y="32842"/>
                </a:cubicBezTo>
                <a:cubicBezTo>
                  <a:pt x="525203" y="30913"/>
                  <a:pt x="525863" y="29361"/>
                  <a:pt x="527185" y="28187"/>
                </a:cubicBezTo>
                <a:cubicBezTo>
                  <a:pt x="528506" y="27012"/>
                  <a:pt x="530719" y="26425"/>
                  <a:pt x="533822" y="26425"/>
                </a:cubicBezTo>
                <a:lnTo>
                  <a:pt x="557102" y="26425"/>
                </a:lnTo>
                <a:close/>
                <a:moveTo>
                  <a:pt x="637874" y="77010"/>
                </a:moveTo>
                <a:cubicBezTo>
                  <a:pt x="637874" y="79443"/>
                  <a:pt x="637014" y="81477"/>
                  <a:pt x="635294" y="83113"/>
                </a:cubicBezTo>
                <a:cubicBezTo>
                  <a:pt x="633575" y="84749"/>
                  <a:pt x="631205" y="85567"/>
                  <a:pt x="628185" y="85567"/>
                </a:cubicBezTo>
                <a:cubicBezTo>
                  <a:pt x="625165" y="85567"/>
                  <a:pt x="622795" y="84749"/>
                  <a:pt x="621075" y="83113"/>
                </a:cubicBezTo>
                <a:cubicBezTo>
                  <a:pt x="619355" y="81477"/>
                  <a:pt x="618496" y="79443"/>
                  <a:pt x="618496" y="77010"/>
                </a:cubicBezTo>
                <a:cubicBezTo>
                  <a:pt x="618496" y="74577"/>
                  <a:pt x="619355" y="72543"/>
                  <a:pt x="621075" y="70907"/>
                </a:cubicBezTo>
                <a:cubicBezTo>
                  <a:pt x="622795" y="69271"/>
                  <a:pt x="625165" y="68453"/>
                  <a:pt x="628185" y="68453"/>
                </a:cubicBezTo>
                <a:cubicBezTo>
                  <a:pt x="631205" y="68453"/>
                  <a:pt x="633575" y="69271"/>
                  <a:pt x="635294" y="70907"/>
                </a:cubicBezTo>
                <a:cubicBezTo>
                  <a:pt x="637014" y="72543"/>
                  <a:pt x="637874" y="74577"/>
                  <a:pt x="637874" y="77010"/>
                </a:cubicBezTo>
                <a:close/>
                <a:moveTo>
                  <a:pt x="716948" y="83553"/>
                </a:moveTo>
                <a:lnTo>
                  <a:pt x="716948" y="80533"/>
                </a:lnTo>
                <a:cubicBezTo>
                  <a:pt x="713718" y="82211"/>
                  <a:pt x="710153" y="83469"/>
                  <a:pt x="706252" y="84308"/>
                </a:cubicBezTo>
                <a:cubicBezTo>
                  <a:pt x="702351" y="85147"/>
                  <a:pt x="698807" y="85567"/>
                  <a:pt x="695619" y="85567"/>
                </a:cubicBezTo>
                <a:cubicBezTo>
                  <a:pt x="688698" y="85567"/>
                  <a:pt x="683077" y="83735"/>
                  <a:pt x="678757" y="80071"/>
                </a:cubicBezTo>
                <a:cubicBezTo>
                  <a:pt x="674437" y="76406"/>
                  <a:pt x="672277" y="72354"/>
                  <a:pt x="672277" y="67915"/>
                </a:cubicBezTo>
                <a:cubicBezTo>
                  <a:pt x="672277" y="62513"/>
                  <a:pt x="675035" y="57499"/>
                  <a:pt x="680550" y="52872"/>
                </a:cubicBezTo>
                <a:cubicBezTo>
                  <a:pt x="686066" y="48243"/>
                  <a:pt x="693689" y="45929"/>
                  <a:pt x="703420" y="45929"/>
                </a:cubicBezTo>
                <a:cubicBezTo>
                  <a:pt x="707321" y="45929"/>
                  <a:pt x="711830" y="46349"/>
                  <a:pt x="716948" y="47187"/>
                </a:cubicBezTo>
                <a:lnTo>
                  <a:pt x="716948" y="44124"/>
                </a:lnTo>
                <a:cubicBezTo>
                  <a:pt x="716948" y="42208"/>
                  <a:pt x="716119" y="40645"/>
                  <a:pt x="714462" y="39437"/>
                </a:cubicBezTo>
                <a:cubicBezTo>
                  <a:pt x="712806" y="38228"/>
                  <a:pt x="709649" y="37624"/>
                  <a:pt x="704993" y="37624"/>
                </a:cubicBezTo>
                <a:cubicBezTo>
                  <a:pt x="701176" y="37624"/>
                  <a:pt x="696227" y="38363"/>
                  <a:pt x="690145" y="39842"/>
                </a:cubicBezTo>
                <a:cubicBezTo>
                  <a:pt x="687880" y="40377"/>
                  <a:pt x="686118" y="40644"/>
                  <a:pt x="684860" y="40644"/>
                </a:cubicBezTo>
                <a:cubicBezTo>
                  <a:pt x="683140" y="40644"/>
                  <a:pt x="681683" y="40025"/>
                  <a:pt x="680487" y="38788"/>
                </a:cubicBezTo>
                <a:cubicBezTo>
                  <a:pt x="679292" y="37551"/>
                  <a:pt x="678694" y="35967"/>
                  <a:pt x="678694" y="34038"/>
                </a:cubicBezTo>
                <a:cubicBezTo>
                  <a:pt x="678694" y="32947"/>
                  <a:pt x="678904" y="32004"/>
                  <a:pt x="679323" y="31207"/>
                </a:cubicBezTo>
                <a:cubicBezTo>
                  <a:pt x="679743" y="30410"/>
                  <a:pt x="680330" y="29770"/>
                  <a:pt x="681085" y="29288"/>
                </a:cubicBezTo>
                <a:cubicBezTo>
                  <a:pt x="681840" y="28805"/>
                  <a:pt x="683413" y="28229"/>
                  <a:pt x="685804" y="27557"/>
                </a:cubicBezTo>
                <a:cubicBezTo>
                  <a:pt x="688992" y="26677"/>
                  <a:pt x="692242" y="25974"/>
                  <a:pt x="695556" y="25450"/>
                </a:cubicBezTo>
                <a:cubicBezTo>
                  <a:pt x="698869" y="24925"/>
                  <a:pt x="701869" y="24663"/>
                  <a:pt x="704553" y="24663"/>
                </a:cubicBezTo>
                <a:cubicBezTo>
                  <a:pt x="712564" y="24663"/>
                  <a:pt x="718783" y="26394"/>
                  <a:pt x="723208" y="29854"/>
                </a:cubicBezTo>
                <a:cubicBezTo>
                  <a:pt x="727633" y="33314"/>
                  <a:pt x="729845" y="38044"/>
                  <a:pt x="729845" y="44042"/>
                </a:cubicBezTo>
                <a:lnTo>
                  <a:pt x="729845" y="70592"/>
                </a:lnTo>
                <a:lnTo>
                  <a:pt x="732048" y="70592"/>
                </a:lnTo>
                <a:cubicBezTo>
                  <a:pt x="735151" y="70592"/>
                  <a:pt x="737364" y="71190"/>
                  <a:pt x="738685" y="72386"/>
                </a:cubicBezTo>
                <a:cubicBezTo>
                  <a:pt x="740006" y="73581"/>
                  <a:pt x="740667" y="75143"/>
                  <a:pt x="740667" y="77073"/>
                </a:cubicBezTo>
                <a:cubicBezTo>
                  <a:pt x="740667" y="79002"/>
                  <a:pt x="740006" y="80565"/>
                  <a:pt x="738685" y="81760"/>
                </a:cubicBezTo>
                <a:cubicBezTo>
                  <a:pt x="737364" y="82956"/>
                  <a:pt x="735151" y="83553"/>
                  <a:pt x="732048" y="83553"/>
                </a:cubicBezTo>
                <a:lnTo>
                  <a:pt x="716948" y="83553"/>
                </a:lnTo>
                <a:moveTo>
                  <a:pt x="716948" y="60386"/>
                </a:moveTo>
                <a:cubicBezTo>
                  <a:pt x="711788" y="59389"/>
                  <a:pt x="707028" y="58890"/>
                  <a:pt x="702665" y="58890"/>
                </a:cubicBezTo>
                <a:cubicBezTo>
                  <a:pt x="697422" y="58890"/>
                  <a:pt x="692913" y="60157"/>
                  <a:pt x="689138" y="62692"/>
                </a:cubicBezTo>
                <a:cubicBezTo>
                  <a:pt x="686789" y="64314"/>
                  <a:pt x="685615" y="65956"/>
                  <a:pt x="685615" y="67618"/>
                </a:cubicBezTo>
                <a:cubicBezTo>
                  <a:pt x="685615" y="68824"/>
                  <a:pt x="686181" y="69801"/>
                  <a:pt x="687314" y="70549"/>
                </a:cubicBezTo>
                <a:cubicBezTo>
                  <a:pt x="689411" y="71920"/>
                  <a:pt x="692284" y="72606"/>
                  <a:pt x="695933" y="72606"/>
                </a:cubicBezTo>
                <a:cubicBezTo>
                  <a:pt x="699037" y="72606"/>
                  <a:pt x="702550" y="72003"/>
                  <a:pt x="706472" y="70799"/>
                </a:cubicBezTo>
                <a:cubicBezTo>
                  <a:pt x="710394" y="69593"/>
                  <a:pt x="713886" y="67951"/>
                  <a:pt x="716948" y="65872"/>
                </a:cubicBezTo>
                <a:lnTo>
                  <a:pt x="716948" y="60386"/>
                </a:lnTo>
                <a:close/>
                <a:moveTo>
                  <a:pt x="778027" y="52189"/>
                </a:moveTo>
                <a:cubicBezTo>
                  <a:pt x="778027" y="44845"/>
                  <a:pt x="779243" y="37416"/>
                  <a:pt x="781676" y="29903"/>
                </a:cubicBezTo>
                <a:cubicBezTo>
                  <a:pt x="783479" y="24362"/>
                  <a:pt x="786269" y="18193"/>
                  <a:pt x="790044" y="11394"/>
                </a:cubicBezTo>
                <a:cubicBezTo>
                  <a:pt x="792770" y="6526"/>
                  <a:pt x="794783" y="3536"/>
                  <a:pt x="796084" y="2424"/>
                </a:cubicBezTo>
                <a:cubicBezTo>
                  <a:pt x="797384" y="1311"/>
                  <a:pt x="798831" y="755"/>
                  <a:pt x="800425" y="755"/>
                </a:cubicBezTo>
                <a:cubicBezTo>
                  <a:pt x="802271" y="755"/>
                  <a:pt x="803823" y="1385"/>
                  <a:pt x="805081" y="2644"/>
                </a:cubicBezTo>
                <a:cubicBezTo>
                  <a:pt x="806339" y="3903"/>
                  <a:pt x="806968" y="5413"/>
                  <a:pt x="806968" y="7176"/>
                </a:cubicBezTo>
                <a:cubicBezTo>
                  <a:pt x="806968" y="8394"/>
                  <a:pt x="806465" y="9842"/>
                  <a:pt x="805458" y="11520"/>
                </a:cubicBezTo>
                <a:cubicBezTo>
                  <a:pt x="800928" y="18949"/>
                  <a:pt x="797625" y="25916"/>
                  <a:pt x="795549" y="32422"/>
                </a:cubicBezTo>
                <a:cubicBezTo>
                  <a:pt x="793473" y="38927"/>
                  <a:pt x="792435" y="45516"/>
                  <a:pt x="792435" y="52189"/>
                </a:cubicBezTo>
                <a:cubicBezTo>
                  <a:pt x="792435" y="58904"/>
                  <a:pt x="793473" y="65515"/>
                  <a:pt x="795549" y="72020"/>
                </a:cubicBezTo>
                <a:cubicBezTo>
                  <a:pt x="797625" y="78525"/>
                  <a:pt x="800928" y="85493"/>
                  <a:pt x="805458" y="92922"/>
                </a:cubicBezTo>
                <a:cubicBezTo>
                  <a:pt x="806465" y="94558"/>
                  <a:pt x="806968" y="96006"/>
                  <a:pt x="806968" y="97265"/>
                </a:cubicBezTo>
                <a:cubicBezTo>
                  <a:pt x="806968" y="99028"/>
                  <a:pt x="806339" y="100539"/>
                  <a:pt x="805081" y="101797"/>
                </a:cubicBezTo>
                <a:cubicBezTo>
                  <a:pt x="803823" y="103057"/>
                  <a:pt x="802271" y="103687"/>
                  <a:pt x="800425" y="103687"/>
                </a:cubicBezTo>
                <a:cubicBezTo>
                  <a:pt x="798873" y="103687"/>
                  <a:pt x="797510" y="103183"/>
                  <a:pt x="796335" y="102177"/>
                </a:cubicBezTo>
                <a:cubicBezTo>
                  <a:pt x="794658" y="100707"/>
                  <a:pt x="792435" y="97412"/>
                  <a:pt x="789666" y="92291"/>
                </a:cubicBezTo>
                <a:cubicBezTo>
                  <a:pt x="785682" y="84863"/>
                  <a:pt x="782955" y="78736"/>
                  <a:pt x="781487" y="73909"/>
                </a:cubicBezTo>
                <a:cubicBezTo>
                  <a:pt x="779180" y="66522"/>
                  <a:pt x="778027" y="59282"/>
                  <a:pt x="778027" y="52189"/>
                </a:cubicBezTo>
                <a:close/>
                <a:moveTo>
                  <a:pt x="871571" y="83553"/>
                </a:moveTo>
                <a:lnTo>
                  <a:pt x="871571" y="80533"/>
                </a:lnTo>
                <a:cubicBezTo>
                  <a:pt x="868341" y="82211"/>
                  <a:pt x="864776" y="83469"/>
                  <a:pt x="860875" y="84308"/>
                </a:cubicBezTo>
                <a:cubicBezTo>
                  <a:pt x="856974" y="85147"/>
                  <a:pt x="853430" y="85567"/>
                  <a:pt x="850242" y="85567"/>
                </a:cubicBezTo>
                <a:cubicBezTo>
                  <a:pt x="843321" y="85567"/>
                  <a:pt x="837701" y="83735"/>
                  <a:pt x="833380" y="80071"/>
                </a:cubicBezTo>
                <a:cubicBezTo>
                  <a:pt x="829060" y="76406"/>
                  <a:pt x="826900" y="72354"/>
                  <a:pt x="826900" y="67915"/>
                </a:cubicBezTo>
                <a:cubicBezTo>
                  <a:pt x="826900" y="62513"/>
                  <a:pt x="829658" y="57499"/>
                  <a:pt x="835174" y="52872"/>
                </a:cubicBezTo>
                <a:cubicBezTo>
                  <a:pt x="840689" y="48243"/>
                  <a:pt x="848313" y="45929"/>
                  <a:pt x="858044" y="45929"/>
                </a:cubicBezTo>
                <a:cubicBezTo>
                  <a:pt x="861945" y="45929"/>
                  <a:pt x="866454" y="46349"/>
                  <a:pt x="871571" y="47187"/>
                </a:cubicBezTo>
                <a:lnTo>
                  <a:pt x="871571" y="44124"/>
                </a:lnTo>
                <a:cubicBezTo>
                  <a:pt x="871571" y="42208"/>
                  <a:pt x="870742" y="40645"/>
                  <a:pt x="869086" y="39437"/>
                </a:cubicBezTo>
                <a:cubicBezTo>
                  <a:pt x="867429" y="38228"/>
                  <a:pt x="864273" y="37624"/>
                  <a:pt x="859617" y="37624"/>
                </a:cubicBezTo>
                <a:cubicBezTo>
                  <a:pt x="855800" y="37624"/>
                  <a:pt x="850850" y="38363"/>
                  <a:pt x="844768" y="39842"/>
                </a:cubicBezTo>
                <a:cubicBezTo>
                  <a:pt x="842503" y="40377"/>
                  <a:pt x="840742" y="40644"/>
                  <a:pt x="839483" y="40644"/>
                </a:cubicBezTo>
                <a:cubicBezTo>
                  <a:pt x="837764" y="40644"/>
                  <a:pt x="836306" y="40025"/>
                  <a:pt x="835111" y="38788"/>
                </a:cubicBezTo>
                <a:cubicBezTo>
                  <a:pt x="833915" y="37551"/>
                  <a:pt x="833318" y="35967"/>
                  <a:pt x="833318" y="34038"/>
                </a:cubicBezTo>
                <a:cubicBezTo>
                  <a:pt x="833318" y="32947"/>
                  <a:pt x="833527" y="32004"/>
                  <a:pt x="833947" y="31207"/>
                </a:cubicBezTo>
                <a:cubicBezTo>
                  <a:pt x="834366" y="30410"/>
                  <a:pt x="834953" y="29770"/>
                  <a:pt x="835708" y="29288"/>
                </a:cubicBezTo>
                <a:cubicBezTo>
                  <a:pt x="836463" y="28805"/>
                  <a:pt x="838036" y="28229"/>
                  <a:pt x="840427" y="27557"/>
                </a:cubicBezTo>
                <a:cubicBezTo>
                  <a:pt x="843615" y="26677"/>
                  <a:pt x="846866" y="25974"/>
                  <a:pt x="850179" y="25450"/>
                </a:cubicBezTo>
                <a:cubicBezTo>
                  <a:pt x="853493" y="24925"/>
                  <a:pt x="856492" y="24663"/>
                  <a:pt x="859176" y="24663"/>
                </a:cubicBezTo>
                <a:cubicBezTo>
                  <a:pt x="867188" y="24663"/>
                  <a:pt x="873406" y="26394"/>
                  <a:pt x="877831" y="29854"/>
                </a:cubicBezTo>
                <a:cubicBezTo>
                  <a:pt x="882256" y="33314"/>
                  <a:pt x="884469" y="38044"/>
                  <a:pt x="884469" y="44042"/>
                </a:cubicBezTo>
                <a:lnTo>
                  <a:pt x="884469" y="70592"/>
                </a:lnTo>
                <a:lnTo>
                  <a:pt x="886671" y="70592"/>
                </a:lnTo>
                <a:cubicBezTo>
                  <a:pt x="889775" y="70592"/>
                  <a:pt x="891987" y="71190"/>
                  <a:pt x="893309" y="72386"/>
                </a:cubicBezTo>
                <a:cubicBezTo>
                  <a:pt x="894630" y="73581"/>
                  <a:pt x="895290" y="75143"/>
                  <a:pt x="895290" y="77073"/>
                </a:cubicBezTo>
                <a:cubicBezTo>
                  <a:pt x="895290" y="79002"/>
                  <a:pt x="894630" y="80565"/>
                  <a:pt x="893309" y="81760"/>
                </a:cubicBezTo>
                <a:cubicBezTo>
                  <a:pt x="891987" y="82956"/>
                  <a:pt x="889775" y="83553"/>
                  <a:pt x="886671" y="83553"/>
                </a:cubicBezTo>
                <a:lnTo>
                  <a:pt x="871571" y="83553"/>
                </a:lnTo>
                <a:moveTo>
                  <a:pt x="871571" y="60386"/>
                </a:moveTo>
                <a:cubicBezTo>
                  <a:pt x="866412" y="59389"/>
                  <a:pt x="861651" y="58890"/>
                  <a:pt x="857289" y="58890"/>
                </a:cubicBezTo>
                <a:cubicBezTo>
                  <a:pt x="852046" y="58890"/>
                  <a:pt x="847537" y="60157"/>
                  <a:pt x="843762" y="62692"/>
                </a:cubicBezTo>
                <a:cubicBezTo>
                  <a:pt x="841413" y="64314"/>
                  <a:pt x="840238" y="65956"/>
                  <a:pt x="840238" y="67618"/>
                </a:cubicBezTo>
                <a:cubicBezTo>
                  <a:pt x="840238" y="68824"/>
                  <a:pt x="840805" y="69801"/>
                  <a:pt x="841937" y="70549"/>
                </a:cubicBezTo>
                <a:cubicBezTo>
                  <a:pt x="844034" y="71920"/>
                  <a:pt x="846908" y="72606"/>
                  <a:pt x="850557" y="72606"/>
                </a:cubicBezTo>
                <a:cubicBezTo>
                  <a:pt x="853661" y="72606"/>
                  <a:pt x="857173" y="72003"/>
                  <a:pt x="861095" y="70799"/>
                </a:cubicBezTo>
                <a:cubicBezTo>
                  <a:pt x="865017" y="69593"/>
                  <a:pt x="868509" y="67951"/>
                  <a:pt x="871571" y="65872"/>
                </a:cubicBezTo>
                <a:lnTo>
                  <a:pt x="871571" y="60386"/>
                </a:lnTo>
                <a:close/>
                <a:moveTo>
                  <a:pt x="934601" y="26425"/>
                </a:moveTo>
                <a:lnTo>
                  <a:pt x="934601" y="34478"/>
                </a:lnTo>
                <a:cubicBezTo>
                  <a:pt x="940012" y="30553"/>
                  <a:pt x="944280" y="27936"/>
                  <a:pt x="947405" y="26627"/>
                </a:cubicBezTo>
                <a:cubicBezTo>
                  <a:pt x="950529" y="25318"/>
                  <a:pt x="953455" y="24663"/>
                  <a:pt x="956181" y="24663"/>
                </a:cubicBezTo>
                <a:cubicBezTo>
                  <a:pt x="960376" y="24663"/>
                  <a:pt x="964444" y="26221"/>
                  <a:pt x="968387" y="29335"/>
                </a:cubicBezTo>
                <a:cubicBezTo>
                  <a:pt x="971072" y="31440"/>
                  <a:pt x="972414" y="33587"/>
                  <a:pt x="972414" y="35776"/>
                </a:cubicBezTo>
                <a:cubicBezTo>
                  <a:pt x="972414" y="37628"/>
                  <a:pt x="971774" y="39196"/>
                  <a:pt x="970495" y="40481"/>
                </a:cubicBezTo>
                <a:cubicBezTo>
                  <a:pt x="969216" y="41764"/>
                  <a:pt x="967674" y="42406"/>
                  <a:pt x="965871" y="42406"/>
                </a:cubicBezTo>
                <a:cubicBezTo>
                  <a:pt x="964277" y="42406"/>
                  <a:pt x="962599" y="41609"/>
                  <a:pt x="960837" y="40015"/>
                </a:cubicBezTo>
                <a:cubicBezTo>
                  <a:pt x="959076" y="38421"/>
                  <a:pt x="957503" y="37624"/>
                  <a:pt x="956118" y="37624"/>
                </a:cubicBezTo>
                <a:cubicBezTo>
                  <a:pt x="954315" y="37624"/>
                  <a:pt x="951620" y="38757"/>
                  <a:pt x="948034" y="41022"/>
                </a:cubicBezTo>
                <a:cubicBezTo>
                  <a:pt x="944447" y="43287"/>
                  <a:pt x="939970" y="46684"/>
                  <a:pt x="934601" y="51214"/>
                </a:cubicBezTo>
                <a:lnTo>
                  <a:pt x="934601" y="70592"/>
                </a:lnTo>
                <a:lnTo>
                  <a:pt x="952973" y="70592"/>
                </a:lnTo>
                <a:cubicBezTo>
                  <a:pt x="956077" y="70592"/>
                  <a:pt x="958289" y="71190"/>
                  <a:pt x="959610" y="72386"/>
                </a:cubicBezTo>
                <a:cubicBezTo>
                  <a:pt x="960932" y="73581"/>
                  <a:pt x="961592" y="75143"/>
                  <a:pt x="961592" y="77073"/>
                </a:cubicBezTo>
                <a:cubicBezTo>
                  <a:pt x="961592" y="79002"/>
                  <a:pt x="960932" y="80565"/>
                  <a:pt x="959610" y="81760"/>
                </a:cubicBezTo>
                <a:cubicBezTo>
                  <a:pt x="958289" y="82956"/>
                  <a:pt x="956077" y="83553"/>
                  <a:pt x="952973" y="83553"/>
                </a:cubicBezTo>
                <a:lnTo>
                  <a:pt x="914027" y="83553"/>
                </a:lnTo>
                <a:cubicBezTo>
                  <a:pt x="910923" y="83553"/>
                  <a:pt x="908711" y="82945"/>
                  <a:pt x="907390" y="81729"/>
                </a:cubicBezTo>
                <a:cubicBezTo>
                  <a:pt x="906068" y="80512"/>
                  <a:pt x="905408" y="78939"/>
                  <a:pt x="905408" y="77010"/>
                </a:cubicBezTo>
                <a:cubicBezTo>
                  <a:pt x="905408" y="75081"/>
                  <a:pt x="906068" y="73529"/>
                  <a:pt x="907390" y="72354"/>
                </a:cubicBezTo>
                <a:cubicBezTo>
                  <a:pt x="908711" y="71180"/>
                  <a:pt x="910923" y="70592"/>
                  <a:pt x="914027" y="70592"/>
                </a:cubicBezTo>
                <a:lnTo>
                  <a:pt x="921703" y="70592"/>
                </a:lnTo>
                <a:lnTo>
                  <a:pt x="921703" y="39386"/>
                </a:lnTo>
                <a:lnTo>
                  <a:pt x="917047" y="39386"/>
                </a:lnTo>
                <a:cubicBezTo>
                  <a:pt x="913943" y="39386"/>
                  <a:pt x="911731" y="38778"/>
                  <a:pt x="910410" y="37561"/>
                </a:cubicBezTo>
                <a:cubicBezTo>
                  <a:pt x="909088" y="36345"/>
                  <a:pt x="908428" y="34772"/>
                  <a:pt x="908428" y="32842"/>
                </a:cubicBezTo>
                <a:cubicBezTo>
                  <a:pt x="908428" y="30913"/>
                  <a:pt x="909088" y="29361"/>
                  <a:pt x="910410" y="28187"/>
                </a:cubicBezTo>
                <a:cubicBezTo>
                  <a:pt x="911731" y="27012"/>
                  <a:pt x="913943" y="26425"/>
                  <a:pt x="917047" y="26425"/>
                </a:cubicBezTo>
                <a:lnTo>
                  <a:pt x="934601" y="26425"/>
                </a:lnTo>
                <a:close/>
                <a:moveTo>
                  <a:pt x="1028775" y="30326"/>
                </a:moveTo>
                <a:lnTo>
                  <a:pt x="1028775" y="26425"/>
                </a:lnTo>
                <a:lnTo>
                  <a:pt x="1043875" y="26425"/>
                </a:lnTo>
                <a:cubicBezTo>
                  <a:pt x="1046978" y="26425"/>
                  <a:pt x="1049191" y="27023"/>
                  <a:pt x="1050512" y="28218"/>
                </a:cubicBezTo>
                <a:cubicBezTo>
                  <a:pt x="1051834" y="29414"/>
                  <a:pt x="1052494" y="30976"/>
                  <a:pt x="1052494" y="32905"/>
                </a:cubicBezTo>
                <a:cubicBezTo>
                  <a:pt x="1052494" y="34835"/>
                  <a:pt x="1051834" y="36397"/>
                  <a:pt x="1050512" y="37593"/>
                </a:cubicBezTo>
                <a:cubicBezTo>
                  <a:pt x="1049191" y="38788"/>
                  <a:pt x="1046978" y="39386"/>
                  <a:pt x="1043875" y="39386"/>
                </a:cubicBezTo>
                <a:lnTo>
                  <a:pt x="1041673" y="39386"/>
                </a:lnTo>
                <a:lnTo>
                  <a:pt x="1041673" y="86280"/>
                </a:lnTo>
                <a:cubicBezTo>
                  <a:pt x="1041673" y="90806"/>
                  <a:pt x="1040718" y="94756"/>
                  <a:pt x="1038810" y="98128"/>
                </a:cubicBezTo>
                <a:cubicBezTo>
                  <a:pt x="1036901" y="101502"/>
                  <a:pt x="1033976" y="104404"/>
                  <a:pt x="1030033" y="106834"/>
                </a:cubicBezTo>
                <a:cubicBezTo>
                  <a:pt x="1026090" y="109266"/>
                  <a:pt x="1021644" y="110482"/>
                  <a:pt x="1016695" y="110482"/>
                </a:cubicBezTo>
                <a:lnTo>
                  <a:pt x="1002098" y="110482"/>
                </a:lnTo>
                <a:cubicBezTo>
                  <a:pt x="998994" y="110482"/>
                  <a:pt x="996782" y="109881"/>
                  <a:pt x="995460" y="108679"/>
                </a:cubicBezTo>
                <a:cubicBezTo>
                  <a:pt x="994139" y="107478"/>
                  <a:pt x="993478" y="105929"/>
                  <a:pt x="993478" y="104033"/>
                </a:cubicBezTo>
                <a:cubicBezTo>
                  <a:pt x="993478" y="102094"/>
                  <a:pt x="994139" y="100524"/>
                  <a:pt x="995460" y="99322"/>
                </a:cubicBezTo>
                <a:cubicBezTo>
                  <a:pt x="996782" y="98121"/>
                  <a:pt x="998994" y="97521"/>
                  <a:pt x="1002098" y="97521"/>
                </a:cubicBezTo>
                <a:lnTo>
                  <a:pt x="1016317" y="97521"/>
                </a:lnTo>
                <a:cubicBezTo>
                  <a:pt x="1020260" y="97521"/>
                  <a:pt x="1023322" y="96458"/>
                  <a:pt x="1025503" y="94334"/>
                </a:cubicBezTo>
                <a:cubicBezTo>
                  <a:pt x="1027684" y="92210"/>
                  <a:pt x="1028775" y="89524"/>
                  <a:pt x="1028775" y="86276"/>
                </a:cubicBezTo>
                <a:lnTo>
                  <a:pt x="1028775" y="80030"/>
                </a:lnTo>
                <a:cubicBezTo>
                  <a:pt x="1025922" y="81875"/>
                  <a:pt x="1023018" y="83260"/>
                  <a:pt x="1020061" y="84182"/>
                </a:cubicBezTo>
                <a:cubicBezTo>
                  <a:pt x="1017104" y="85105"/>
                  <a:pt x="1014073" y="85567"/>
                  <a:pt x="1010969" y="85567"/>
                </a:cubicBezTo>
                <a:cubicBezTo>
                  <a:pt x="1002203" y="85567"/>
                  <a:pt x="994863" y="82638"/>
                  <a:pt x="988948" y="76782"/>
                </a:cubicBezTo>
                <a:cubicBezTo>
                  <a:pt x="983034" y="70924"/>
                  <a:pt x="980077" y="63691"/>
                  <a:pt x="980077" y="55084"/>
                </a:cubicBezTo>
                <a:cubicBezTo>
                  <a:pt x="980077" y="46434"/>
                  <a:pt x="983034" y="39181"/>
                  <a:pt x="988948" y="33324"/>
                </a:cubicBezTo>
                <a:cubicBezTo>
                  <a:pt x="994863" y="27466"/>
                  <a:pt x="1002203" y="24537"/>
                  <a:pt x="1010969" y="24537"/>
                </a:cubicBezTo>
                <a:cubicBezTo>
                  <a:pt x="1014241" y="24537"/>
                  <a:pt x="1017355" y="25015"/>
                  <a:pt x="1020312" y="25969"/>
                </a:cubicBezTo>
                <a:cubicBezTo>
                  <a:pt x="1023269" y="26923"/>
                  <a:pt x="1026090" y="28375"/>
                  <a:pt x="1028775" y="30326"/>
                </a:cubicBezTo>
                <a:moveTo>
                  <a:pt x="1028712" y="55052"/>
                </a:moveTo>
                <a:cubicBezTo>
                  <a:pt x="1028712" y="50312"/>
                  <a:pt x="1026961" y="46202"/>
                  <a:pt x="1023458" y="42720"/>
                </a:cubicBezTo>
                <a:cubicBezTo>
                  <a:pt x="1019956" y="39239"/>
                  <a:pt x="1015751" y="37498"/>
                  <a:pt x="1010843" y="37498"/>
                </a:cubicBezTo>
                <a:cubicBezTo>
                  <a:pt x="1005936" y="37498"/>
                  <a:pt x="1001731" y="39239"/>
                  <a:pt x="998229" y="42720"/>
                </a:cubicBezTo>
                <a:cubicBezTo>
                  <a:pt x="994726" y="46202"/>
                  <a:pt x="992975" y="50312"/>
                  <a:pt x="992975" y="55052"/>
                </a:cubicBezTo>
                <a:cubicBezTo>
                  <a:pt x="992975" y="59834"/>
                  <a:pt x="994726" y="63955"/>
                  <a:pt x="998229" y="67415"/>
                </a:cubicBezTo>
                <a:cubicBezTo>
                  <a:pt x="1001731" y="70876"/>
                  <a:pt x="1005936" y="72606"/>
                  <a:pt x="1010843" y="72606"/>
                </a:cubicBezTo>
                <a:cubicBezTo>
                  <a:pt x="1015751" y="72606"/>
                  <a:pt x="1019956" y="70876"/>
                  <a:pt x="1023458" y="67415"/>
                </a:cubicBezTo>
                <a:cubicBezTo>
                  <a:pt x="1026961" y="63955"/>
                  <a:pt x="1028712" y="59834"/>
                  <a:pt x="1028712" y="55052"/>
                </a:cubicBezTo>
                <a:close/>
                <a:moveTo>
                  <a:pt x="1110302" y="40455"/>
                </a:moveTo>
                <a:cubicBezTo>
                  <a:pt x="1114119" y="43056"/>
                  <a:pt x="1116971" y="46065"/>
                  <a:pt x="1118859" y="49484"/>
                </a:cubicBezTo>
                <a:cubicBezTo>
                  <a:pt x="1120746" y="52902"/>
                  <a:pt x="1121690" y="56730"/>
                  <a:pt x="1121690" y="60966"/>
                </a:cubicBezTo>
                <a:cubicBezTo>
                  <a:pt x="1121690" y="65538"/>
                  <a:pt x="1120442" y="69764"/>
                  <a:pt x="1117946" y="73644"/>
                </a:cubicBezTo>
                <a:cubicBezTo>
                  <a:pt x="1115451" y="77524"/>
                  <a:pt x="1111833" y="80460"/>
                  <a:pt x="1107093" y="82452"/>
                </a:cubicBezTo>
                <a:cubicBezTo>
                  <a:pt x="1102354" y="84445"/>
                  <a:pt x="1096146" y="85441"/>
                  <a:pt x="1088470" y="85441"/>
                </a:cubicBezTo>
                <a:cubicBezTo>
                  <a:pt x="1078487" y="85441"/>
                  <a:pt x="1070979" y="83884"/>
                  <a:pt x="1065946" y="80769"/>
                </a:cubicBezTo>
                <a:cubicBezTo>
                  <a:pt x="1063135" y="79001"/>
                  <a:pt x="1061730" y="76896"/>
                  <a:pt x="1061730" y="74454"/>
                </a:cubicBezTo>
                <a:cubicBezTo>
                  <a:pt x="1061730" y="72602"/>
                  <a:pt x="1062349" y="71034"/>
                  <a:pt x="1063586" y="69751"/>
                </a:cubicBezTo>
                <a:cubicBezTo>
                  <a:pt x="1064824" y="68466"/>
                  <a:pt x="1066323" y="67824"/>
                  <a:pt x="1068085" y="67824"/>
                </a:cubicBezTo>
                <a:cubicBezTo>
                  <a:pt x="1069301" y="67824"/>
                  <a:pt x="1070560" y="68244"/>
                  <a:pt x="1071860" y="69082"/>
                </a:cubicBezTo>
                <a:cubicBezTo>
                  <a:pt x="1073705" y="70341"/>
                  <a:pt x="1075446" y="71180"/>
                  <a:pt x="1077082" y="71599"/>
                </a:cubicBezTo>
                <a:cubicBezTo>
                  <a:pt x="1079599" y="72186"/>
                  <a:pt x="1083059" y="72480"/>
                  <a:pt x="1087463" y="72480"/>
                </a:cubicBezTo>
                <a:cubicBezTo>
                  <a:pt x="1094971" y="72480"/>
                  <a:pt x="1100403" y="71507"/>
                  <a:pt x="1103759" y="69562"/>
                </a:cubicBezTo>
                <a:cubicBezTo>
                  <a:pt x="1107114" y="67616"/>
                  <a:pt x="1108792" y="64864"/>
                  <a:pt x="1108792" y="61308"/>
                </a:cubicBezTo>
                <a:cubicBezTo>
                  <a:pt x="1108792" y="58672"/>
                  <a:pt x="1107817" y="56131"/>
                  <a:pt x="1105866" y="53684"/>
                </a:cubicBezTo>
                <a:cubicBezTo>
                  <a:pt x="1103916" y="51235"/>
                  <a:pt x="1101305" y="49341"/>
                  <a:pt x="1098033" y="48001"/>
                </a:cubicBezTo>
                <a:cubicBezTo>
                  <a:pt x="1096146" y="47248"/>
                  <a:pt x="1092958" y="46725"/>
                  <a:pt x="1088470" y="46432"/>
                </a:cubicBezTo>
                <a:cubicBezTo>
                  <a:pt x="1086331" y="46307"/>
                  <a:pt x="1084684" y="45646"/>
                  <a:pt x="1083531" y="44451"/>
                </a:cubicBezTo>
                <a:cubicBezTo>
                  <a:pt x="1082377" y="43255"/>
                  <a:pt x="1081801" y="41777"/>
                  <a:pt x="1081801" y="40015"/>
                </a:cubicBezTo>
                <a:cubicBezTo>
                  <a:pt x="1081801" y="38169"/>
                  <a:pt x="1082430" y="36617"/>
                  <a:pt x="1083688" y="35359"/>
                </a:cubicBezTo>
                <a:cubicBezTo>
                  <a:pt x="1084947" y="34101"/>
                  <a:pt x="1086540" y="33472"/>
                  <a:pt x="1088470" y="33472"/>
                </a:cubicBezTo>
                <a:cubicBezTo>
                  <a:pt x="1092748" y="33472"/>
                  <a:pt x="1095034" y="33451"/>
                  <a:pt x="1095328" y="33409"/>
                </a:cubicBezTo>
                <a:cubicBezTo>
                  <a:pt x="1097006" y="33241"/>
                  <a:pt x="1098683" y="32698"/>
                  <a:pt x="1100361" y="31779"/>
                </a:cubicBezTo>
                <a:cubicBezTo>
                  <a:pt x="1102039" y="30859"/>
                  <a:pt x="1103392" y="29594"/>
                  <a:pt x="1104419" y="27984"/>
                </a:cubicBezTo>
                <a:cubicBezTo>
                  <a:pt x="1105447" y="26373"/>
                  <a:pt x="1105961" y="24711"/>
                  <a:pt x="1105961" y="22996"/>
                </a:cubicBezTo>
                <a:cubicBezTo>
                  <a:pt x="1105961" y="20279"/>
                  <a:pt x="1104755" y="17927"/>
                  <a:pt x="1102343" y="15941"/>
                </a:cubicBezTo>
                <a:cubicBezTo>
                  <a:pt x="1099931" y="13954"/>
                  <a:pt x="1096314" y="12961"/>
                  <a:pt x="1091490" y="12961"/>
                </a:cubicBezTo>
                <a:cubicBezTo>
                  <a:pt x="1085282" y="12961"/>
                  <a:pt x="1080542" y="14751"/>
                  <a:pt x="1077271" y="18330"/>
                </a:cubicBezTo>
                <a:cubicBezTo>
                  <a:pt x="1076306" y="19370"/>
                  <a:pt x="1075530" y="20036"/>
                  <a:pt x="1074943" y="20328"/>
                </a:cubicBezTo>
                <a:cubicBezTo>
                  <a:pt x="1074062" y="20785"/>
                  <a:pt x="1073076" y="21014"/>
                  <a:pt x="1071986" y="21014"/>
                </a:cubicBezTo>
                <a:cubicBezTo>
                  <a:pt x="1070224" y="21014"/>
                  <a:pt x="1068714" y="20383"/>
                  <a:pt x="1067456" y="19121"/>
                </a:cubicBezTo>
                <a:cubicBezTo>
                  <a:pt x="1066197" y="17858"/>
                  <a:pt x="1065568" y="16302"/>
                  <a:pt x="1065568" y="14451"/>
                </a:cubicBezTo>
                <a:cubicBezTo>
                  <a:pt x="1065568" y="11548"/>
                  <a:pt x="1067498" y="8729"/>
                  <a:pt x="1071357" y="5995"/>
                </a:cubicBezTo>
                <a:cubicBezTo>
                  <a:pt x="1076977" y="1998"/>
                  <a:pt x="1084003" y="0"/>
                  <a:pt x="1092434" y="0"/>
                </a:cubicBezTo>
                <a:cubicBezTo>
                  <a:pt x="1100403" y="0"/>
                  <a:pt x="1106800" y="2269"/>
                  <a:pt x="1111623" y="6807"/>
                </a:cubicBezTo>
                <a:cubicBezTo>
                  <a:pt x="1116447" y="11343"/>
                  <a:pt x="1118859" y="16804"/>
                  <a:pt x="1118859" y="23189"/>
                </a:cubicBezTo>
                <a:cubicBezTo>
                  <a:pt x="1118859" y="26508"/>
                  <a:pt x="1118146" y="29606"/>
                  <a:pt x="1116719" y="32485"/>
                </a:cubicBezTo>
                <a:cubicBezTo>
                  <a:pt x="1115293" y="35362"/>
                  <a:pt x="1113154" y="38019"/>
                  <a:pt x="1110302" y="40455"/>
                </a:cubicBezTo>
                <a:close/>
                <a:moveTo>
                  <a:pt x="1166160" y="66188"/>
                </a:moveTo>
                <a:lnTo>
                  <a:pt x="1183399" y="66188"/>
                </a:lnTo>
                <a:lnTo>
                  <a:pt x="1164838" y="101227"/>
                </a:lnTo>
                <a:cubicBezTo>
                  <a:pt x="1163748" y="103286"/>
                  <a:pt x="1162385" y="104316"/>
                  <a:pt x="1160749" y="104316"/>
                </a:cubicBezTo>
                <a:cubicBezTo>
                  <a:pt x="1159658" y="104316"/>
                  <a:pt x="1158725" y="103959"/>
                  <a:pt x="1157949" y="103244"/>
                </a:cubicBezTo>
                <a:cubicBezTo>
                  <a:pt x="1157173" y="102530"/>
                  <a:pt x="1156785" y="101732"/>
                  <a:pt x="1156785" y="100849"/>
                </a:cubicBezTo>
                <a:cubicBezTo>
                  <a:pt x="1156785" y="100219"/>
                  <a:pt x="1156932" y="99358"/>
                  <a:pt x="1157225" y="98266"/>
                </a:cubicBezTo>
                <a:lnTo>
                  <a:pt x="1166160" y="66188"/>
                </a:lnTo>
                <a:close/>
                <a:moveTo>
                  <a:pt x="1335443" y="83553"/>
                </a:moveTo>
                <a:lnTo>
                  <a:pt x="1335443" y="80533"/>
                </a:lnTo>
                <a:cubicBezTo>
                  <a:pt x="1332213" y="82211"/>
                  <a:pt x="1328648" y="83469"/>
                  <a:pt x="1324747" y="84308"/>
                </a:cubicBezTo>
                <a:cubicBezTo>
                  <a:pt x="1320846" y="85147"/>
                  <a:pt x="1317302" y="85567"/>
                  <a:pt x="1314114" y="85567"/>
                </a:cubicBezTo>
                <a:cubicBezTo>
                  <a:pt x="1307194" y="85567"/>
                  <a:pt x="1301573" y="83735"/>
                  <a:pt x="1297253" y="80071"/>
                </a:cubicBezTo>
                <a:cubicBezTo>
                  <a:pt x="1292932" y="76406"/>
                  <a:pt x="1290772" y="72354"/>
                  <a:pt x="1290772" y="67915"/>
                </a:cubicBezTo>
                <a:cubicBezTo>
                  <a:pt x="1290772" y="62513"/>
                  <a:pt x="1293530" y="57499"/>
                  <a:pt x="1299046" y="52872"/>
                </a:cubicBezTo>
                <a:cubicBezTo>
                  <a:pt x="1304562" y="48243"/>
                  <a:pt x="1312185" y="45929"/>
                  <a:pt x="1321916" y="45929"/>
                </a:cubicBezTo>
                <a:cubicBezTo>
                  <a:pt x="1325817" y="45929"/>
                  <a:pt x="1330326" y="46349"/>
                  <a:pt x="1335443" y="47187"/>
                </a:cubicBezTo>
                <a:lnTo>
                  <a:pt x="1335443" y="44124"/>
                </a:lnTo>
                <a:cubicBezTo>
                  <a:pt x="1335443" y="42208"/>
                  <a:pt x="1334615" y="40645"/>
                  <a:pt x="1332958" y="39437"/>
                </a:cubicBezTo>
                <a:cubicBezTo>
                  <a:pt x="1331301" y="38228"/>
                  <a:pt x="1328145" y="37624"/>
                  <a:pt x="1323489" y="37624"/>
                </a:cubicBezTo>
                <a:cubicBezTo>
                  <a:pt x="1319672" y="37624"/>
                  <a:pt x="1314723" y="38363"/>
                  <a:pt x="1308641" y="39842"/>
                </a:cubicBezTo>
                <a:cubicBezTo>
                  <a:pt x="1306376" y="40377"/>
                  <a:pt x="1304614" y="40644"/>
                  <a:pt x="1303356" y="40644"/>
                </a:cubicBezTo>
                <a:cubicBezTo>
                  <a:pt x="1301636" y="40644"/>
                  <a:pt x="1300178" y="40025"/>
                  <a:pt x="1298983" y="38788"/>
                </a:cubicBezTo>
                <a:cubicBezTo>
                  <a:pt x="1297788" y="37551"/>
                  <a:pt x="1297190" y="35967"/>
                  <a:pt x="1297190" y="34038"/>
                </a:cubicBezTo>
                <a:cubicBezTo>
                  <a:pt x="1297190" y="32947"/>
                  <a:pt x="1297400" y="32004"/>
                  <a:pt x="1297819" y="31207"/>
                </a:cubicBezTo>
                <a:cubicBezTo>
                  <a:pt x="1298238" y="30410"/>
                  <a:pt x="1298826" y="29770"/>
                  <a:pt x="1299581" y="29288"/>
                </a:cubicBezTo>
                <a:cubicBezTo>
                  <a:pt x="1300336" y="28805"/>
                  <a:pt x="1301909" y="28229"/>
                  <a:pt x="1304299" y="27557"/>
                </a:cubicBezTo>
                <a:cubicBezTo>
                  <a:pt x="1307487" y="26677"/>
                  <a:pt x="1310738" y="25974"/>
                  <a:pt x="1314051" y="25450"/>
                </a:cubicBezTo>
                <a:cubicBezTo>
                  <a:pt x="1317365" y="24925"/>
                  <a:pt x="1320364" y="24663"/>
                  <a:pt x="1323049" y="24663"/>
                </a:cubicBezTo>
                <a:cubicBezTo>
                  <a:pt x="1331060" y="24663"/>
                  <a:pt x="1337278" y="26394"/>
                  <a:pt x="1341703" y="29854"/>
                </a:cubicBezTo>
                <a:cubicBezTo>
                  <a:pt x="1346128" y="33314"/>
                  <a:pt x="1348341" y="38044"/>
                  <a:pt x="1348341" y="44042"/>
                </a:cubicBezTo>
                <a:lnTo>
                  <a:pt x="1348341" y="70592"/>
                </a:lnTo>
                <a:lnTo>
                  <a:pt x="1350543" y="70592"/>
                </a:lnTo>
                <a:cubicBezTo>
                  <a:pt x="1353647" y="70592"/>
                  <a:pt x="1355860" y="71190"/>
                  <a:pt x="1357181" y="72386"/>
                </a:cubicBezTo>
                <a:cubicBezTo>
                  <a:pt x="1358502" y="73581"/>
                  <a:pt x="1359163" y="75143"/>
                  <a:pt x="1359163" y="77073"/>
                </a:cubicBezTo>
                <a:cubicBezTo>
                  <a:pt x="1359163" y="79002"/>
                  <a:pt x="1358502" y="80565"/>
                  <a:pt x="1357181" y="81760"/>
                </a:cubicBezTo>
                <a:cubicBezTo>
                  <a:pt x="1355860" y="82956"/>
                  <a:pt x="1353647" y="83553"/>
                  <a:pt x="1350543" y="83553"/>
                </a:cubicBezTo>
                <a:lnTo>
                  <a:pt x="1335443" y="83553"/>
                </a:lnTo>
                <a:moveTo>
                  <a:pt x="1335443" y="60386"/>
                </a:moveTo>
                <a:cubicBezTo>
                  <a:pt x="1330284" y="59389"/>
                  <a:pt x="1325523" y="58890"/>
                  <a:pt x="1321161" y="58890"/>
                </a:cubicBezTo>
                <a:cubicBezTo>
                  <a:pt x="1315918" y="58890"/>
                  <a:pt x="1311409" y="60157"/>
                  <a:pt x="1307634" y="62692"/>
                </a:cubicBezTo>
                <a:cubicBezTo>
                  <a:pt x="1305285" y="64314"/>
                  <a:pt x="1304111" y="65956"/>
                  <a:pt x="1304111" y="67618"/>
                </a:cubicBezTo>
                <a:cubicBezTo>
                  <a:pt x="1304111" y="68824"/>
                  <a:pt x="1304677" y="69801"/>
                  <a:pt x="1305809" y="70549"/>
                </a:cubicBezTo>
                <a:cubicBezTo>
                  <a:pt x="1307907" y="71920"/>
                  <a:pt x="1310780" y="72606"/>
                  <a:pt x="1314429" y="72606"/>
                </a:cubicBezTo>
                <a:cubicBezTo>
                  <a:pt x="1317533" y="72606"/>
                  <a:pt x="1321046" y="72003"/>
                  <a:pt x="1324967" y="70799"/>
                </a:cubicBezTo>
                <a:cubicBezTo>
                  <a:pt x="1328889" y="69593"/>
                  <a:pt x="1332381" y="67951"/>
                  <a:pt x="1335443" y="65872"/>
                </a:cubicBezTo>
                <a:lnTo>
                  <a:pt x="1335443" y="60386"/>
                </a:lnTo>
                <a:close/>
                <a:moveTo>
                  <a:pt x="1398473" y="26425"/>
                </a:moveTo>
                <a:lnTo>
                  <a:pt x="1398473" y="34478"/>
                </a:lnTo>
                <a:cubicBezTo>
                  <a:pt x="1403884" y="30553"/>
                  <a:pt x="1408152" y="27936"/>
                  <a:pt x="1411277" y="26627"/>
                </a:cubicBezTo>
                <a:cubicBezTo>
                  <a:pt x="1414401" y="25318"/>
                  <a:pt x="1417327" y="24663"/>
                  <a:pt x="1420053" y="24663"/>
                </a:cubicBezTo>
                <a:cubicBezTo>
                  <a:pt x="1424248" y="24663"/>
                  <a:pt x="1428316" y="26221"/>
                  <a:pt x="1432259" y="29335"/>
                </a:cubicBezTo>
                <a:cubicBezTo>
                  <a:pt x="1434944" y="31440"/>
                  <a:pt x="1436286" y="33587"/>
                  <a:pt x="1436286" y="35776"/>
                </a:cubicBezTo>
                <a:cubicBezTo>
                  <a:pt x="1436286" y="37628"/>
                  <a:pt x="1435646" y="39196"/>
                  <a:pt x="1434367" y="40481"/>
                </a:cubicBezTo>
                <a:cubicBezTo>
                  <a:pt x="1433088" y="41764"/>
                  <a:pt x="1431546" y="42406"/>
                  <a:pt x="1429743" y="42406"/>
                </a:cubicBezTo>
                <a:cubicBezTo>
                  <a:pt x="1428149" y="42406"/>
                  <a:pt x="1426471" y="41609"/>
                  <a:pt x="1424709" y="40015"/>
                </a:cubicBezTo>
                <a:cubicBezTo>
                  <a:pt x="1422948" y="38421"/>
                  <a:pt x="1421375" y="37624"/>
                  <a:pt x="1419990" y="37624"/>
                </a:cubicBezTo>
                <a:cubicBezTo>
                  <a:pt x="1418187" y="37624"/>
                  <a:pt x="1415492" y="38757"/>
                  <a:pt x="1411906" y="41022"/>
                </a:cubicBezTo>
                <a:cubicBezTo>
                  <a:pt x="1408319" y="43287"/>
                  <a:pt x="1403842" y="46684"/>
                  <a:pt x="1398473" y="51214"/>
                </a:cubicBezTo>
                <a:lnTo>
                  <a:pt x="1398473" y="70592"/>
                </a:lnTo>
                <a:lnTo>
                  <a:pt x="1416845" y="70592"/>
                </a:lnTo>
                <a:cubicBezTo>
                  <a:pt x="1419949" y="70592"/>
                  <a:pt x="1422161" y="71190"/>
                  <a:pt x="1423482" y="72386"/>
                </a:cubicBezTo>
                <a:cubicBezTo>
                  <a:pt x="1424804" y="73581"/>
                  <a:pt x="1425464" y="75143"/>
                  <a:pt x="1425464" y="77073"/>
                </a:cubicBezTo>
                <a:cubicBezTo>
                  <a:pt x="1425464" y="79002"/>
                  <a:pt x="1424804" y="80565"/>
                  <a:pt x="1423482" y="81760"/>
                </a:cubicBezTo>
                <a:cubicBezTo>
                  <a:pt x="1422161" y="82956"/>
                  <a:pt x="1419949" y="83553"/>
                  <a:pt x="1416845" y="83553"/>
                </a:cubicBezTo>
                <a:lnTo>
                  <a:pt x="1377899" y="83553"/>
                </a:lnTo>
                <a:cubicBezTo>
                  <a:pt x="1374795" y="83553"/>
                  <a:pt x="1372583" y="82945"/>
                  <a:pt x="1371262" y="81729"/>
                </a:cubicBezTo>
                <a:cubicBezTo>
                  <a:pt x="1369940" y="80512"/>
                  <a:pt x="1369280" y="78939"/>
                  <a:pt x="1369280" y="77010"/>
                </a:cubicBezTo>
                <a:cubicBezTo>
                  <a:pt x="1369280" y="75081"/>
                  <a:pt x="1369940" y="73529"/>
                  <a:pt x="1371262" y="72354"/>
                </a:cubicBezTo>
                <a:cubicBezTo>
                  <a:pt x="1372583" y="71180"/>
                  <a:pt x="1374795" y="70592"/>
                  <a:pt x="1377899" y="70592"/>
                </a:cubicBezTo>
                <a:lnTo>
                  <a:pt x="1385575" y="70592"/>
                </a:lnTo>
                <a:lnTo>
                  <a:pt x="1385575" y="39386"/>
                </a:lnTo>
                <a:lnTo>
                  <a:pt x="1380919" y="39386"/>
                </a:lnTo>
                <a:cubicBezTo>
                  <a:pt x="1377815" y="39386"/>
                  <a:pt x="1375603" y="38778"/>
                  <a:pt x="1374282" y="37561"/>
                </a:cubicBezTo>
                <a:cubicBezTo>
                  <a:pt x="1372960" y="36345"/>
                  <a:pt x="1372300" y="34772"/>
                  <a:pt x="1372300" y="32842"/>
                </a:cubicBezTo>
                <a:cubicBezTo>
                  <a:pt x="1372300" y="30913"/>
                  <a:pt x="1372960" y="29361"/>
                  <a:pt x="1374282" y="28187"/>
                </a:cubicBezTo>
                <a:cubicBezTo>
                  <a:pt x="1375603" y="27012"/>
                  <a:pt x="1377815" y="26425"/>
                  <a:pt x="1380919" y="26425"/>
                </a:cubicBezTo>
                <a:lnTo>
                  <a:pt x="1398473" y="26425"/>
                </a:lnTo>
                <a:close/>
                <a:moveTo>
                  <a:pt x="1492646" y="30326"/>
                </a:moveTo>
                <a:lnTo>
                  <a:pt x="1492646" y="26425"/>
                </a:lnTo>
                <a:lnTo>
                  <a:pt x="1507746" y="26425"/>
                </a:lnTo>
                <a:cubicBezTo>
                  <a:pt x="1510850" y="26425"/>
                  <a:pt x="1513063" y="27023"/>
                  <a:pt x="1514384" y="28218"/>
                </a:cubicBezTo>
                <a:cubicBezTo>
                  <a:pt x="1515705" y="29414"/>
                  <a:pt x="1516366" y="30976"/>
                  <a:pt x="1516366" y="32905"/>
                </a:cubicBezTo>
                <a:cubicBezTo>
                  <a:pt x="1516366" y="34835"/>
                  <a:pt x="1515705" y="36397"/>
                  <a:pt x="1514384" y="37593"/>
                </a:cubicBezTo>
                <a:cubicBezTo>
                  <a:pt x="1513063" y="38788"/>
                  <a:pt x="1510850" y="39386"/>
                  <a:pt x="1507746" y="39386"/>
                </a:cubicBezTo>
                <a:lnTo>
                  <a:pt x="1505544" y="39386"/>
                </a:lnTo>
                <a:lnTo>
                  <a:pt x="1505544" y="86280"/>
                </a:lnTo>
                <a:cubicBezTo>
                  <a:pt x="1505544" y="90806"/>
                  <a:pt x="1504590" y="94756"/>
                  <a:pt x="1502682" y="98128"/>
                </a:cubicBezTo>
                <a:cubicBezTo>
                  <a:pt x="1500773" y="101502"/>
                  <a:pt x="1497847" y="104404"/>
                  <a:pt x="1493905" y="106834"/>
                </a:cubicBezTo>
                <a:cubicBezTo>
                  <a:pt x="1489962" y="109266"/>
                  <a:pt x="1485516" y="110482"/>
                  <a:pt x="1480566" y="110482"/>
                </a:cubicBezTo>
                <a:lnTo>
                  <a:pt x="1465970" y="110482"/>
                </a:lnTo>
                <a:cubicBezTo>
                  <a:pt x="1462866" y="110482"/>
                  <a:pt x="1460653" y="109881"/>
                  <a:pt x="1459332" y="108679"/>
                </a:cubicBezTo>
                <a:cubicBezTo>
                  <a:pt x="1458011" y="107478"/>
                  <a:pt x="1457350" y="105929"/>
                  <a:pt x="1457350" y="104033"/>
                </a:cubicBezTo>
                <a:cubicBezTo>
                  <a:pt x="1457350" y="102094"/>
                  <a:pt x="1458011" y="100524"/>
                  <a:pt x="1459332" y="99322"/>
                </a:cubicBezTo>
                <a:cubicBezTo>
                  <a:pt x="1460653" y="98121"/>
                  <a:pt x="1462866" y="97521"/>
                  <a:pt x="1465970" y="97521"/>
                </a:cubicBezTo>
                <a:lnTo>
                  <a:pt x="1480189" y="97521"/>
                </a:lnTo>
                <a:cubicBezTo>
                  <a:pt x="1484132" y="97521"/>
                  <a:pt x="1487194" y="96458"/>
                  <a:pt x="1489375" y="94334"/>
                </a:cubicBezTo>
                <a:cubicBezTo>
                  <a:pt x="1491556" y="92210"/>
                  <a:pt x="1492646" y="89524"/>
                  <a:pt x="1492646" y="86276"/>
                </a:cubicBezTo>
                <a:lnTo>
                  <a:pt x="1492646" y="80030"/>
                </a:lnTo>
                <a:cubicBezTo>
                  <a:pt x="1489794" y="81875"/>
                  <a:pt x="1486889" y="83260"/>
                  <a:pt x="1483932" y="84182"/>
                </a:cubicBezTo>
                <a:cubicBezTo>
                  <a:pt x="1480975" y="85105"/>
                  <a:pt x="1477945" y="85567"/>
                  <a:pt x="1474841" y="85567"/>
                </a:cubicBezTo>
                <a:cubicBezTo>
                  <a:pt x="1466075" y="85567"/>
                  <a:pt x="1458734" y="82638"/>
                  <a:pt x="1452820" y="76782"/>
                </a:cubicBezTo>
                <a:cubicBezTo>
                  <a:pt x="1446906" y="70924"/>
                  <a:pt x="1443949" y="63691"/>
                  <a:pt x="1443949" y="55084"/>
                </a:cubicBezTo>
                <a:cubicBezTo>
                  <a:pt x="1443949" y="46434"/>
                  <a:pt x="1446906" y="39181"/>
                  <a:pt x="1452820" y="33324"/>
                </a:cubicBezTo>
                <a:cubicBezTo>
                  <a:pt x="1458734" y="27466"/>
                  <a:pt x="1466075" y="24537"/>
                  <a:pt x="1474841" y="24537"/>
                </a:cubicBezTo>
                <a:cubicBezTo>
                  <a:pt x="1478113" y="24537"/>
                  <a:pt x="1481227" y="25015"/>
                  <a:pt x="1484184" y="25969"/>
                </a:cubicBezTo>
                <a:cubicBezTo>
                  <a:pt x="1487141" y="26923"/>
                  <a:pt x="1489962" y="28375"/>
                  <a:pt x="1492646" y="30326"/>
                </a:cubicBezTo>
                <a:moveTo>
                  <a:pt x="1492583" y="55052"/>
                </a:moveTo>
                <a:cubicBezTo>
                  <a:pt x="1492583" y="50312"/>
                  <a:pt x="1490832" y="46202"/>
                  <a:pt x="1487330" y="42720"/>
                </a:cubicBezTo>
                <a:cubicBezTo>
                  <a:pt x="1483827" y="39239"/>
                  <a:pt x="1479623" y="37498"/>
                  <a:pt x="1474715" y="37498"/>
                </a:cubicBezTo>
                <a:cubicBezTo>
                  <a:pt x="1469808" y="37498"/>
                  <a:pt x="1465603" y="39239"/>
                  <a:pt x="1462100" y="42720"/>
                </a:cubicBezTo>
                <a:cubicBezTo>
                  <a:pt x="1458598" y="46202"/>
                  <a:pt x="1456847" y="50312"/>
                  <a:pt x="1456847" y="55052"/>
                </a:cubicBezTo>
                <a:cubicBezTo>
                  <a:pt x="1456847" y="59834"/>
                  <a:pt x="1458598" y="63955"/>
                  <a:pt x="1462100" y="67415"/>
                </a:cubicBezTo>
                <a:cubicBezTo>
                  <a:pt x="1465603" y="70876"/>
                  <a:pt x="1469808" y="72606"/>
                  <a:pt x="1474715" y="72606"/>
                </a:cubicBezTo>
                <a:cubicBezTo>
                  <a:pt x="1479623" y="72606"/>
                  <a:pt x="1483827" y="70876"/>
                  <a:pt x="1487330" y="67415"/>
                </a:cubicBezTo>
                <a:cubicBezTo>
                  <a:pt x="1490832" y="63955"/>
                  <a:pt x="1492583" y="59834"/>
                  <a:pt x="1492583" y="55052"/>
                </a:cubicBezTo>
                <a:close/>
                <a:moveTo>
                  <a:pt x="1574677" y="2139"/>
                </a:moveTo>
                <a:lnTo>
                  <a:pt x="1574677" y="52472"/>
                </a:lnTo>
                <a:cubicBezTo>
                  <a:pt x="1577403" y="52472"/>
                  <a:pt x="1579417" y="53060"/>
                  <a:pt x="1580717" y="54234"/>
                </a:cubicBezTo>
                <a:cubicBezTo>
                  <a:pt x="1582017" y="55409"/>
                  <a:pt x="1582667" y="56961"/>
                  <a:pt x="1582667" y="58890"/>
                </a:cubicBezTo>
                <a:cubicBezTo>
                  <a:pt x="1582667" y="60819"/>
                  <a:pt x="1582007" y="62392"/>
                  <a:pt x="1580686" y="63609"/>
                </a:cubicBezTo>
                <a:cubicBezTo>
                  <a:pt x="1579364" y="64825"/>
                  <a:pt x="1577361" y="65433"/>
                  <a:pt x="1574677" y="65433"/>
                </a:cubicBezTo>
                <a:lnTo>
                  <a:pt x="1574677" y="70592"/>
                </a:lnTo>
                <a:cubicBezTo>
                  <a:pt x="1577403" y="70592"/>
                  <a:pt x="1579417" y="71190"/>
                  <a:pt x="1580717" y="72386"/>
                </a:cubicBezTo>
                <a:cubicBezTo>
                  <a:pt x="1582017" y="73581"/>
                  <a:pt x="1582667" y="75143"/>
                  <a:pt x="1582667" y="77073"/>
                </a:cubicBezTo>
                <a:cubicBezTo>
                  <a:pt x="1582667" y="79002"/>
                  <a:pt x="1582007" y="80565"/>
                  <a:pt x="1580686" y="81760"/>
                </a:cubicBezTo>
                <a:cubicBezTo>
                  <a:pt x="1579364" y="82956"/>
                  <a:pt x="1577152" y="83553"/>
                  <a:pt x="1574048" y="83553"/>
                </a:cubicBezTo>
                <a:lnTo>
                  <a:pt x="1556746" y="83553"/>
                </a:lnTo>
                <a:cubicBezTo>
                  <a:pt x="1553642" y="83553"/>
                  <a:pt x="1551429" y="82945"/>
                  <a:pt x="1550108" y="81729"/>
                </a:cubicBezTo>
                <a:cubicBezTo>
                  <a:pt x="1548787" y="80512"/>
                  <a:pt x="1548126" y="78939"/>
                  <a:pt x="1548126" y="77010"/>
                </a:cubicBezTo>
                <a:cubicBezTo>
                  <a:pt x="1548126" y="75081"/>
                  <a:pt x="1548787" y="73529"/>
                  <a:pt x="1550108" y="72354"/>
                </a:cubicBezTo>
                <a:cubicBezTo>
                  <a:pt x="1551429" y="71180"/>
                  <a:pt x="1553642" y="70592"/>
                  <a:pt x="1556746" y="70592"/>
                </a:cubicBezTo>
                <a:lnTo>
                  <a:pt x="1561779" y="70592"/>
                </a:lnTo>
                <a:lnTo>
                  <a:pt x="1561779" y="65433"/>
                </a:lnTo>
                <a:lnTo>
                  <a:pt x="1526735" y="65433"/>
                </a:lnTo>
                <a:lnTo>
                  <a:pt x="1526735" y="54621"/>
                </a:lnTo>
                <a:lnTo>
                  <a:pt x="1557627" y="2139"/>
                </a:lnTo>
                <a:lnTo>
                  <a:pt x="1574677" y="2139"/>
                </a:lnTo>
                <a:moveTo>
                  <a:pt x="1561779" y="52472"/>
                </a:moveTo>
                <a:lnTo>
                  <a:pt x="1561779" y="20656"/>
                </a:lnTo>
                <a:lnTo>
                  <a:pt x="1543093" y="52472"/>
                </a:lnTo>
                <a:lnTo>
                  <a:pt x="1561779" y="52472"/>
                </a:lnTo>
                <a:close/>
                <a:moveTo>
                  <a:pt x="1638588" y="52189"/>
                </a:moveTo>
                <a:cubicBezTo>
                  <a:pt x="1638588" y="59534"/>
                  <a:pt x="1637371" y="66983"/>
                  <a:pt x="1634939" y="74539"/>
                </a:cubicBezTo>
                <a:cubicBezTo>
                  <a:pt x="1633135" y="80079"/>
                  <a:pt x="1630346" y="86228"/>
                  <a:pt x="1626571" y="92985"/>
                </a:cubicBezTo>
                <a:cubicBezTo>
                  <a:pt x="1623844" y="97853"/>
                  <a:pt x="1621831" y="100853"/>
                  <a:pt x="1620531" y="101986"/>
                </a:cubicBezTo>
                <a:cubicBezTo>
                  <a:pt x="1619230" y="103120"/>
                  <a:pt x="1617783" y="103687"/>
                  <a:pt x="1616189" y="103687"/>
                </a:cubicBezTo>
                <a:cubicBezTo>
                  <a:pt x="1614344" y="103687"/>
                  <a:pt x="1612792" y="103057"/>
                  <a:pt x="1611534" y="101797"/>
                </a:cubicBezTo>
                <a:cubicBezTo>
                  <a:pt x="1610275" y="100539"/>
                  <a:pt x="1609646" y="99028"/>
                  <a:pt x="1609646" y="97265"/>
                </a:cubicBezTo>
                <a:cubicBezTo>
                  <a:pt x="1609646" y="96006"/>
                  <a:pt x="1610149" y="94558"/>
                  <a:pt x="1611156" y="92922"/>
                </a:cubicBezTo>
                <a:cubicBezTo>
                  <a:pt x="1615686" y="85493"/>
                  <a:pt x="1618989" y="78525"/>
                  <a:pt x="1621065" y="72020"/>
                </a:cubicBezTo>
                <a:cubicBezTo>
                  <a:pt x="1623142" y="65515"/>
                  <a:pt x="1624180" y="58904"/>
                  <a:pt x="1624180" y="52189"/>
                </a:cubicBezTo>
                <a:cubicBezTo>
                  <a:pt x="1624180" y="45516"/>
                  <a:pt x="1623142" y="38927"/>
                  <a:pt x="1621065" y="32422"/>
                </a:cubicBezTo>
                <a:cubicBezTo>
                  <a:pt x="1618989" y="25916"/>
                  <a:pt x="1615686" y="18949"/>
                  <a:pt x="1611156" y="11520"/>
                </a:cubicBezTo>
                <a:cubicBezTo>
                  <a:pt x="1610149" y="9842"/>
                  <a:pt x="1609646" y="8394"/>
                  <a:pt x="1609646" y="7176"/>
                </a:cubicBezTo>
                <a:cubicBezTo>
                  <a:pt x="1609646" y="5413"/>
                  <a:pt x="1610275" y="3903"/>
                  <a:pt x="1611534" y="2644"/>
                </a:cubicBezTo>
                <a:cubicBezTo>
                  <a:pt x="1612792" y="1385"/>
                  <a:pt x="1614344" y="755"/>
                  <a:pt x="1616189" y="755"/>
                </a:cubicBezTo>
                <a:cubicBezTo>
                  <a:pt x="1617741" y="755"/>
                  <a:pt x="1619105" y="1258"/>
                  <a:pt x="1620279" y="2265"/>
                </a:cubicBezTo>
                <a:cubicBezTo>
                  <a:pt x="1621957" y="3692"/>
                  <a:pt x="1624180" y="6988"/>
                  <a:pt x="1626948" y="12151"/>
                </a:cubicBezTo>
                <a:cubicBezTo>
                  <a:pt x="1630933" y="19579"/>
                  <a:pt x="1633659" y="25685"/>
                  <a:pt x="1635127" y="30469"/>
                </a:cubicBezTo>
                <a:cubicBezTo>
                  <a:pt x="1637434" y="37899"/>
                  <a:pt x="1638588" y="45139"/>
                  <a:pt x="1638588" y="521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v0=w.a(arg3,arg4)">
            <a:extLst xmlns:a="http://schemas.openxmlformats.org/drawingml/2006/main">
              <a:ext uri="{FF2B5EF4-FFF2-40B4-BE49-F238E27FC236}">
                <a16:creationId xmlns:a16="http://schemas.microsoft.com/office/drawing/2014/main" id="{CD4B3228-4422-40E8-8656-2194E743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154" y="2842705"/>
            <a:ext cx="1505418" cy="105197"/>
          </a:xfrm>
          <a:custGeom xmlns:a="http://schemas.openxmlformats.org/drawingml/2006/main">
            <a:pathLst>
              <a:path w="1505418" h="105197">
                <a:moveTo>
                  <a:pt x="39575" y="80911"/>
                </a:moveTo>
                <a:lnTo>
                  <a:pt x="30640" y="80911"/>
                </a:lnTo>
                <a:lnTo>
                  <a:pt x="8934" y="31584"/>
                </a:lnTo>
                <a:lnTo>
                  <a:pt x="3523" y="31584"/>
                </a:lnTo>
                <a:cubicBezTo>
                  <a:pt x="2265" y="31584"/>
                  <a:pt x="1363" y="31332"/>
                  <a:pt x="818" y="30829"/>
                </a:cubicBezTo>
                <a:cubicBezTo>
                  <a:pt x="273" y="30326"/>
                  <a:pt x="0" y="29676"/>
                  <a:pt x="0" y="28879"/>
                </a:cubicBezTo>
                <a:cubicBezTo>
                  <a:pt x="0" y="28142"/>
                  <a:pt x="273" y="27528"/>
                  <a:pt x="818" y="27036"/>
                </a:cubicBezTo>
                <a:cubicBezTo>
                  <a:pt x="1363" y="26545"/>
                  <a:pt x="2265" y="26299"/>
                  <a:pt x="3523" y="26299"/>
                </a:cubicBezTo>
                <a:lnTo>
                  <a:pt x="23342" y="26299"/>
                </a:lnTo>
                <a:cubicBezTo>
                  <a:pt x="24600" y="26299"/>
                  <a:pt x="25502" y="26545"/>
                  <a:pt x="26047" y="27036"/>
                </a:cubicBezTo>
                <a:cubicBezTo>
                  <a:pt x="26593" y="27528"/>
                  <a:pt x="26865" y="28163"/>
                  <a:pt x="26865" y="28942"/>
                </a:cubicBezTo>
                <a:cubicBezTo>
                  <a:pt x="26865" y="29697"/>
                  <a:pt x="26593" y="30326"/>
                  <a:pt x="26047" y="30829"/>
                </a:cubicBezTo>
                <a:cubicBezTo>
                  <a:pt x="25502" y="31332"/>
                  <a:pt x="24600" y="31584"/>
                  <a:pt x="23342" y="31584"/>
                </a:cubicBezTo>
                <a:lnTo>
                  <a:pt x="14597" y="31584"/>
                </a:lnTo>
                <a:lnTo>
                  <a:pt x="33975" y="75626"/>
                </a:lnTo>
                <a:lnTo>
                  <a:pt x="36303" y="75626"/>
                </a:lnTo>
                <a:lnTo>
                  <a:pt x="55304" y="31584"/>
                </a:lnTo>
                <a:lnTo>
                  <a:pt x="46495" y="31584"/>
                </a:lnTo>
                <a:cubicBezTo>
                  <a:pt x="45237" y="31584"/>
                  <a:pt x="44335" y="31332"/>
                  <a:pt x="43790" y="30829"/>
                </a:cubicBezTo>
                <a:cubicBezTo>
                  <a:pt x="43245" y="30326"/>
                  <a:pt x="42972" y="29676"/>
                  <a:pt x="42972" y="28879"/>
                </a:cubicBezTo>
                <a:cubicBezTo>
                  <a:pt x="42972" y="28142"/>
                  <a:pt x="43245" y="27528"/>
                  <a:pt x="43790" y="27036"/>
                </a:cubicBezTo>
                <a:cubicBezTo>
                  <a:pt x="44335" y="26545"/>
                  <a:pt x="45237" y="26299"/>
                  <a:pt x="46495" y="26299"/>
                </a:cubicBezTo>
                <a:lnTo>
                  <a:pt x="66377" y="26299"/>
                </a:lnTo>
                <a:cubicBezTo>
                  <a:pt x="67677" y="26299"/>
                  <a:pt x="68590" y="26545"/>
                  <a:pt x="69114" y="27036"/>
                </a:cubicBezTo>
                <a:cubicBezTo>
                  <a:pt x="69638" y="27528"/>
                  <a:pt x="69900" y="28163"/>
                  <a:pt x="69900" y="28942"/>
                </a:cubicBezTo>
                <a:cubicBezTo>
                  <a:pt x="69900" y="29697"/>
                  <a:pt x="69638" y="30326"/>
                  <a:pt x="69114" y="30829"/>
                </a:cubicBezTo>
                <a:cubicBezTo>
                  <a:pt x="68590" y="31332"/>
                  <a:pt x="67677" y="31584"/>
                  <a:pt x="66377" y="31584"/>
                </a:cubicBezTo>
                <a:lnTo>
                  <a:pt x="61029" y="31584"/>
                </a:lnTo>
                <a:lnTo>
                  <a:pt x="39575" y="80911"/>
                </a:lnTo>
                <a:close/>
                <a:moveTo>
                  <a:pt x="136516" y="34881"/>
                </a:moveTo>
                <a:lnTo>
                  <a:pt x="136516" y="47980"/>
                </a:lnTo>
                <a:cubicBezTo>
                  <a:pt x="136516" y="59355"/>
                  <a:pt x="133811" y="68358"/>
                  <a:pt x="128400" y="74991"/>
                </a:cubicBezTo>
                <a:cubicBezTo>
                  <a:pt x="124163" y="80196"/>
                  <a:pt x="118815" y="82798"/>
                  <a:pt x="112356" y="82798"/>
                </a:cubicBezTo>
                <a:cubicBezTo>
                  <a:pt x="109252" y="82798"/>
                  <a:pt x="106326" y="82179"/>
                  <a:pt x="103579" y="80940"/>
                </a:cubicBezTo>
                <a:cubicBezTo>
                  <a:pt x="100832" y="79703"/>
                  <a:pt x="98493" y="77971"/>
                  <a:pt x="96564" y="75746"/>
                </a:cubicBezTo>
                <a:cubicBezTo>
                  <a:pt x="95347" y="74360"/>
                  <a:pt x="94016" y="72136"/>
                  <a:pt x="92569" y="69073"/>
                </a:cubicBezTo>
                <a:cubicBezTo>
                  <a:pt x="91122" y="66008"/>
                  <a:pt x="90083" y="63195"/>
                  <a:pt x="89454" y="60634"/>
                </a:cubicBezTo>
                <a:cubicBezTo>
                  <a:pt x="88490" y="57024"/>
                  <a:pt x="88007" y="52806"/>
                  <a:pt x="88007" y="47980"/>
                </a:cubicBezTo>
                <a:lnTo>
                  <a:pt x="88007" y="34881"/>
                </a:lnTo>
                <a:cubicBezTo>
                  <a:pt x="88007" y="23465"/>
                  <a:pt x="90713" y="14440"/>
                  <a:pt x="96123" y="7808"/>
                </a:cubicBezTo>
                <a:cubicBezTo>
                  <a:pt x="100360" y="2603"/>
                  <a:pt x="105708" y="0"/>
                  <a:pt x="112167" y="0"/>
                </a:cubicBezTo>
                <a:cubicBezTo>
                  <a:pt x="115313" y="0"/>
                  <a:pt x="118249" y="619"/>
                  <a:pt x="120976" y="1858"/>
                </a:cubicBezTo>
                <a:cubicBezTo>
                  <a:pt x="123702" y="3095"/>
                  <a:pt x="126030" y="4827"/>
                  <a:pt x="127959" y="7053"/>
                </a:cubicBezTo>
                <a:cubicBezTo>
                  <a:pt x="129218" y="8480"/>
                  <a:pt x="130560" y="10726"/>
                  <a:pt x="131986" y="13791"/>
                </a:cubicBezTo>
                <a:cubicBezTo>
                  <a:pt x="133412" y="16854"/>
                  <a:pt x="134461" y="19645"/>
                  <a:pt x="135132" y="22164"/>
                </a:cubicBezTo>
                <a:cubicBezTo>
                  <a:pt x="136055" y="25774"/>
                  <a:pt x="136516" y="30013"/>
                  <a:pt x="136516" y="34881"/>
                </a:cubicBezTo>
                <a:moveTo>
                  <a:pt x="131231" y="35591"/>
                </a:moveTo>
                <a:cubicBezTo>
                  <a:pt x="131231" y="30596"/>
                  <a:pt x="130528" y="25947"/>
                  <a:pt x="129123" y="21645"/>
                </a:cubicBezTo>
                <a:cubicBezTo>
                  <a:pt x="127718" y="17342"/>
                  <a:pt x="126135" y="13909"/>
                  <a:pt x="124373" y="11345"/>
                </a:cubicBezTo>
                <a:cubicBezTo>
                  <a:pt x="123324" y="9874"/>
                  <a:pt x="121961" y="8603"/>
                  <a:pt x="120283" y="7532"/>
                </a:cubicBezTo>
                <a:cubicBezTo>
                  <a:pt x="117893" y="6034"/>
                  <a:pt x="115208" y="5285"/>
                  <a:pt x="112230" y="5285"/>
                </a:cubicBezTo>
                <a:cubicBezTo>
                  <a:pt x="106316" y="5333"/>
                  <a:pt x="101681" y="8384"/>
                  <a:pt x="98326" y="14435"/>
                </a:cubicBezTo>
                <a:cubicBezTo>
                  <a:pt x="94970" y="20486"/>
                  <a:pt x="93292" y="27540"/>
                  <a:pt x="93292" y="35597"/>
                </a:cubicBezTo>
                <a:lnTo>
                  <a:pt x="93292" y="47241"/>
                </a:lnTo>
                <a:cubicBezTo>
                  <a:pt x="93292" y="52235"/>
                  <a:pt x="93995" y="56893"/>
                  <a:pt x="95400" y="61216"/>
                </a:cubicBezTo>
                <a:cubicBezTo>
                  <a:pt x="96805" y="65537"/>
                  <a:pt x="98409" y="68978"/>
                  <a:pt x="100213" y="71536"/>
                </a:cubicBezTo>
                <a:cubicBezTo>
                  <a:pt x="101220" y="72962"/>
                  <a:pt x="102562" y="74200"/>
                  <a:pt x="104240" y="75248"/>
                </a:cubicBezTo>
                <a:cubicBezTo>
                  <a:pt x="106631" y="76758"/>
                  <a:pt x="109336" y="77513"/>
                  <a:pt x="112356" y="77513"/>
                </a:cubicBezTo>
                <a:cubicBezTo>
                  <a:pt x="118228" y="77513"/>
                  <a:pt x="122842" y="74483"/>
                  <a:pt x="126198" y="68422"/>
                </a:cubicBezTo>
                <a:cubicBezTo>
                  <a:pt x="129553" y="62361"/>
                  <a:pt x="131231" y="55300"/>
                  <a:pt x="131231" y="47241"/>
                </a:cubicBezTo>
                <a:lnTo>
                  <a:pt x="131231" y="35591"/>
                </a:lnTo>
                <a:close/>
                <a:moveTo>
                  <a:pt x="295733" y="37121"/>
                </a:moveTo>
                <a:lnTo>
                  <a:pt x="238101" y="37121"/>
                </a:lnTo>
                <a:cubicBezTo>
                  <a:pt x="236843" y="37121"/>
                  <a:pt x="235941" y="36872"/>
                  <a:pt x="235396" y="36376"/>
                </a:cubicBezTo>
                <a:cubicBezTo>
                  <a:pt x="234851" y="35878"/>
                  <a:pt x="234578" y="35235"/>
                  <a:pt x="234578" y="34447"/>
                </a:cubicBezTo>
                <a:cubicBezTo>
                  <a:pt x="234578" y="33701"/>
                  <a:pt x="234851" y="33080"/>
                  <a:pt x="235396" y="32583"/>
                </a:cubicBezTo>
                <a:cubicBezTo>
                  <a:pt x="235941" y="32085"/>
                  <a:pt x="236843" y="31836"/>
                  <a:pt x="238101" y="31836"/>
                </a:cubicBezTo>
                <a:lnTo>
                  <a:pt x="295733" y="31836"/>
                </a:lnTo>
                <a:cubicBezTo>
                  <a:pt x="296991" y="31836"/>
                  <a:pt x="297893" y="32085"/>
                  <a:pt x="298438" y="32583"/>
                </a:cubicBezTo>
                <a:cubicBezTo>
                  <a:pt x="298984" y="33080"/>
                  <a:pt x="299256" y="33722"/>
                  <a:pt x="299256" y="34510"/>
                </a:cubicBezTo>
                <a:cubicBezTo>
                  <a:pt x="299256" y="35256"/>
                  <a:pt x="298984" y="35878"/>
                  <a:pt x="298438" y="36376"/>
                </a:cubicBezTo>
                <a:cubicBezTo>
                  <a:pt x="297893" y="36872"/>
                  <a:pt x="296991" y="37121"/>
                  <a:pt x="295733" y="37121"/>
                </a:cubicBezTo>
                <a:moveTo>
                  <a:pt x="295733" y="56122"/>
                </a:moveTo>
                <a:lnTo>
                  <a:pt x="238101" y="56122"/>
                </a:lnTo>
                <a:cubicBezTo>
                  <a:pt x="236843" y="56122"/>
                  <a:pt x="235941" y="55880"/>
                  <a:pt x="235396" y="55398"/>
                </a:cubicBezTo>
                <a:cubicBezTo>
                  <a:pt x="234851" y="54916"/>
                  <a:pt x="234578" y="54276"/>
                  <a:pt x="234578" y="53479"/>
                </a:cubicBezTo>
                <a:cubicBezTo>
                  <a:pt x="234578" y="52682"/>
                  <a:pt x="234851" y="52043"/>
                  <a:pt x="235396" y="51560"/>
                </a:cubicBezTo>
                <a:cubicBezTo>
                  <a:pt x="235941" y="51078"/>
                  <a:pt x="236843" y="50837"/>
                  <a:pt x="238101" y="50837"/>
                </a:cubicBezTo>
                <a:lnTo>
                  <a:pt x="295733" y="50837"/>
                </a:lnTo>
                <a:cubicBezTo>
                  <a:pt x="296991" y="50837"/>
                  <a:pt x="297893" y="51078"/>
                  <a:pt x="298438" y="51560"/>
                </a:cubicBezTo>
                <a:cubicBezTo>
                  <a:pt x="298984" y="52043"/>
                  <a:pt x="299256" y="52682"/>
                  <a:pt x="299256" y="53479"/>
                </a:cubicBezTo>
                <a:cubicBezTo>
                  <a:pt x="299256" y="54276"/>
                  <a:pt x="298984" y="54916"/>
                  <a:pt x="298438" y="55398"/>
                </a:cubicBezTo>
                <a:cubicBezTo>
                  <a:pt x="297893" y="55880"/>
                  <a:pt x="296991" y="56122"/>
                  <a:pt x="295733" y="56122"/>
                </a:cubicBezTo>
                <a:close/>
                <a:moveTo>
                  <a:pt x="439724" y="80911"/>
                </a:moveTo>
                <a:lnTo>
                  <a:pt x="433181" y="81037"/>
                </a:lnTo>
                <a:lnTo>
                  <a:pt x="421541" y="47034"/>
                </a:lnTo>
                <a:lnTo>
                  <a:pt x="409965" y="81037"/>
                </a:lnTo>
                <a:lnTo>
                  <a:pt x="403421" y="80911"/>
                </a:lnTo>
                <a:lnTo>
                  <a:pt x="392474" y="31584"/>
                </a:lnTo>
                <a:lnTo>
                  <a:pt x="389894" y="31584"/>
                </a:lnTo>
                <a:cubicBezTo>
                  <a:pt x="388636" y="31584"/>
                  <a:pt x="387734" y="31332"/>
                  <a:pt x="387189" y="30829"/>
                </a:cubicBezTo>
                <a:cubicBezTo>
                  <a:pt x="386644" y="30326"/>
                  <a:pt x="386371" y="29676"/>
                  <a:pt x="386371" y="28879"/>
                </a:cubicBezTo>
                <a:cubicBezTo>
                  <a:pt x="386371" y="28142"/>
                  <a:pt x="386644" y="27528"/>
                  <a:pt x="387189" y="27036"/>
                </a:cubicBezTo>
                <a:cubicBezTo>
                  <a:pt x="387734" y="26545"/>
                  <a:pt x="388636" y="26299"/>
                  <a:pt x="389894" y="26299"/>
                </a:cubicBezTo>
                <a:lnTo>
                  <a:pt x="404428" y="26299"/>
                </a:lnTo>
                <a:cubicBezTo>
                  <a:pt x="405686" y="26299"/>
                  <a:pt x="406588" y="26545"/>
                  <a:pt x="407133" y="27036"/>
                </a:cubicBezTo>
                <a:cubicBezTo>
                  <a:pt x="407679" y="27528"/>
                  <a:pt x="407951" y="28163"/>
                  <a:pt x="407951" y="28942"/>
                </a:cubicBezTo>
                <a:cubicBezTo>
                  <a:pt x="407951" y="29697"/>
                  <a:pt x="407679" y="30326"/>
                  <a:pt x="407133" y="30829"/>
                </a:cubicBezTo>
                <a:cubicBezTo>
                  <a:pt x="406588" y="31332"/>
                  <a:pt x="405686" y="31584"/>
                  <a:pt x="404428" y="31584"/>
                </a:cubicBezTo>
                <a:lnTo>
                  <a:pt x="397696" y="31584"/>
                </a:lnTo>
                <a:lnTo>
                  <a:pt x="407071" y="73612"/>
                </a:lnTo>
                <a:lnTo>
                  <a:pt x="418333" y="40267"/>
                </a:lnTo>
                <a:lnTo>
                  <a:pt x="424624" y="40267"/>
                </a:lnTo>
                <a:lnTo>
                  <a:pt x="436201" y="73738"/>
                </a:lnTo>
                <a:lnTo>
                  <a:pt x="445198" y="31584"/>
                </a:lnTo>
                <a:lnTo>
                  <a:pt x="438529" y="31584"/>
                </a:lnTo>
                <a:cubicBezTo>
                  <a:pt x="437271" y="31584"/>
                  <a:pt x="436358" y="31332"/>
                  <a:pt x="435792" y="30829"/>
                </a:cubicBezTo>
                <a:cubicBezTo>
                  <a:pt x="435226" y="30326"/>
                  <a:pt x="434943" y="29676"/>
                  <a:pt x="434943" y="28879"/>
                </a:cubicBezTo>
                <a:cubicBezTo>
                  <a:pt x="434943" y="28142"/>
                  <a:pt x="435215" y="27528"/>
                  <a:pt x="435761" y="27036"/>
                </a:cubicBezTo>
                <a:cubicBezTo>
                  <a:pt x="436306" y="26545"/>
                  <a:pt x="437229" y="26299"/>
                  <a:pt x="438529" y="26299"/>
                </a:cubicBezTo>
                <a:lnTo>
                  <a:pt x="453000" y="26299"/>
                </a:lnTo>
                <a:cubicBezTo>
                  <a:pt x="454300" y="26299"/>
                  <a:pt x="455223" y="26545"/>
                  <a:pt x="455768" y="27036"/>
                </a:cubicBezTo>
                <a:cubicBezTo>
                  <a:pt x="456313" y="27528"/>
                  <a:pt x="456586" y="28163"/>
                  <a:pt x="456586" y="28942"/>
                </a:cubicBezTo>
                <a:cubicBezTo>
                  <a:pt x="456586" y="29697"/>
                  <a:pt x="456313" y="30326"/>
                  <a:pt x="455768" y="30829"/>
                </a:cubicBezTo>
                <a:cubicBezTo>
                  <a:pt x="455223" y="31332"/>
                  <a:pt x="454300" y="31584"/>
                  <a:pt x="453000" y="31584"/>
                </a:cubicBezTo>
                <a:lnTo>
                  <a:pt x="450483" y="31584"/>
                </a:lnTo>
                <a:lnTo>
                  <a:pt x="439724" y="80911"/>
                </a:lnTo>
                <a:close/>
                <a:moveTo>
                  <a:pt x="497721" y="65811"/>
                </a:moveTo>
                <a:lnTo>
                  <a:pt x="499986" y="65811"/>
                </a:lnTo>
                <a:cubicBezTo>
                  <a:pt x="502335" y="65811"/>
                  <a:pt x="504348" y="66642"/>
                  <a:pt x="506026" y="68306"/>
                </a:cubicBezTo>
                <a:cubicBezTo>
                  <a:pt x="507704" y="69968"/>
                  <a:pt x="508542" y="71978"/>
                  <a:pt x="508542" y="74336"/>
                </a:cubicBezTo>
                <a:cubicBezTo>
                  <a:pt x="508542" y="76778"/>
                  <a:pt x="507693" y="78820"/>
                  <a:pt x="505994" y="80462"/>
                </a:cubicBezTo>
                <a:cubicBezTo>
                  <a:pt x="504296" y="82104"/>
                  <a:pt x="502293" y="82924"/>
                  <a:pt x="499986" y="82924"/>
                </a:cubicBezTo>
                <a:lnTo>
                  <a:pt x="497721" y="82924"/>
                </a:lnTo>
                <a:cubicBezTo>
                  <a:pt x="495372" y="82924"/>
                  <a:pt x="493359" y="82093"/>
                  <a:pt x="491681" y="80431"/>
                </a:cubicBezTo>
                <a:cubicBezTo>
                  <a:pt x="490003" y="78768"/>
                  <a:pt x="489164" y="76757"/>
                  <a:pt x="489164" y="74399"/>
                </a:cubicBezTo>
                <a:cubicBezTo>
                  <a:pt x="489164" y="71957"/>
                  <a:pt x="490014" y="69915"/>
                  <a:pt x="491712" y="68274"/>
                </a:cubicBezTo>
                <a:cubicBezTo>
                  <a:pt x="493411" y="66632"/>
                  <a:pt x="495414" y="65811"/>
                  <a:pt x="497721" y="65811"/>
                </a:cubicBezTo>
                <a:close/>
                <a:moveTo>
                  <a:pt x="591328" y="80911"/>
                </a:moveTo>
                <a:lnTo>
                  <a:pt x="591328" y="73235"/>
                </a:lnTo>
                <a:cubicBezTo>
                  <a:pt x="583652" y="79694"/>
                  <a:pt x="575452" y="82924"/>
                  <a:pt x="566728" y="82924"/>
                </a:cubicBezTo>
                <a:cubicBezTo>
                  <a:pt x="560394" y="82924"/>
                  <a:pt x="555445" y="81320"/>
                  <a:pt x="551879" y="78111"/>
                </a:cubicBezTo>
                <a:cubicBezTo>
                  <a:pt x="548314" y="74902"/>
                  <a:pt x="546532" y="70970"/>
                  <a:pt x="546532" y="66314"/>
                </a:cubicBezTo>
                <a:cubicBezTo>
                  <a:pt x="546532" y="61197"/>
                  <a:pt x="548880" y="56730"/>
                  <a:pt x="553578" y="52913"/>
                </a:cubicBezTo>
                <a:cubicBezTo>
                  <a:pt x="558276" y="49096"/>
                  <a:pt x="565134" y="47187"/>
                  <a:pt x="574152" y="47187"/>
                </a:cubicBezTo>
                <a:cubicBezTo>
                  <a:pt x="576585" y="47187"/>
                  <a:pt x="579227" y="47345"/>
                  <a:pt x="582079" y="47659"/>
                </a:cubicBezTo>
                <a:cubicBezTo>
                  <a:pt x="584932" y="47974"/>
                  <a:pt x="588015" y="48467"/>
                  <a:pt x="591328" y="49138"/>
                </a:cubicBezTo>
                <a:lnTo>
                  <a:pt x="591328" y="40526"/>
                </a:lnTo>
                <a:cubicBezTo>
                  <a:pt x="591328" y="37612"/>
                  <a:pt x="589986" y="35079"/>
                  <a:pt x="587302" y="32927"/>
                </a:cubicBezTo>
                <a:cubicBezTo>
                  <a:pt x="584617" y="30773"/>
                  <a:pt x="580590" y="29697"/>
                  <a:pt x="575222" y="29697"/>
                </a:cubicBezTo>
                <a:cubicBezTo>
                  <a:pt x="571111" y="29697"/>
                  <a:pt x="565344" y="30910"/>
                  <a:pt x="557919" y="33336"/>
                </a:cubicBezTo>
                <a:cubicBezTo>
                  <a:pt x="556577" y="33762"/>
                  <a:pt x="555717" y="33975"/>
                  <a:pt x="555340" y="33975"/>
                </a:cubicBezTo>
                <a:cubicBezTo>
                  <a:pt x="554669" y="33975"/>
                  <a:pt x="554092" y="33723"/>
                  <a:pt x="553610" y="33220"/>
                </a:cubicBezTo>
                <a:cubicBezTo>
                  <a:pt x="553127" y="32717"/>
                  <a:pt x="552886" y="32087"/>
                  <a:pt x="552886" y="31332"/>
                </a:cubicBezTo>
                <a:cubicBezTo>
                  <a:pt x="552886" y="30619"/>
                  <a:pt x="553096" y="30053"/>
                  <a:pt x="553515" y="29634"/>
                </a:cubicBezTo>
                <a:cubicBezTo>
                  <a:pt x="554103" y="29005"/>
                  <a:pt x="556472" y="28145"/>
                  <a:pt x="560625" y="27054"/>
                </a:cubicBezTo>
                <a:cubicBezTo>
                  <a:pt x="567168" y="25292"/>
                  <a:pt x="572118" y="24412"/>
                  <a:pt x="575473" y="24412"/>
                </a:cubicBezTo>
                <a:cubicBezTo>
                  <a:pt x="582142" y="24412"/>
                  <a:pt x="587343" y="26062"/>
                  <a:pt x="591077" y="29362"/>
                </a:cubicBezTo>
                <a:cubicBezTo>
                  <a:pt x="594810" y="32663"/>
                  <a:pt x="596676" y="36395"/>
                  <a:pt x="596676" y="40558"/>
                </a:cubicBezTo>
                <a:lnTo>
                  <a:pt x="596676" y="75626"/>
                </a:lnTo>
                <a:lnTo>
                  <a:pt x="603723" y="75626"/>
                </a:lnTo>
                <a:cubicBezTo>
                  <a:pt x="605023" y="75626"/>
                  <a:pt x="605946" y="75867"/>
                  <a:pt x="606491" y="76349"/>
                </a:cubicBezTo>
                <a:cubicBezTo>
                  <a:pt x="607036" y="76832"/>
                  <a:pt x="607309" y="77471"/>
                  <a:pt x="607309" y="78268"/>
                </a:cubicBezTo>
                <a:cubicBezTo>
                  <a:pt x="607309" y="79023"/>
                  <a:pt x="607036" y="79652"/>
                  <a:pt x="606491" y="80156"/>
                </a:cubicBezTo>
                <a:cubicBezTo>
                  <a:pt x="605946" y="80659"/>
                  <a:pt x="605023" y="80911"/>
                  <a:pt x="603723" y="80911"/>
                </a:cubicBezTo>
                <a:lnTo>
                  <a:pt x="591328" y="80911"/>
                </a:lnTo>
                <a:moveTo>
                  <a:pt x="591328" y="54549"/>
                </a:moveTo>
                <a:cubicBezTo>
                  <a:pt x="588853" y="53836"/>
                  <a:pt x="586232" y="53311"/>
                  <a:pt x="583464" y="52976"/>
                </a:cubicBezTo>
                <a:cubicBezTo>
                  <a:pt x="580695" y="52640"/>
                  <a:pt x="577780" y="52472"/>
                  <a:pt x="574718" y="52472"/>
                </a:cubicBezTo>
                <a:cubicBezTo>
                  <a:pt x="567042" y="52472"/>
                  <a:pt x="561044" y="54129"/>
                  <a:pt x="556724" y="57443"/>
                </a:cubicBezTo>
                <a:cubicBezTo>
                  <a:pt x="553452" y="59918"/>
                  <a:pt x="551817" y="62875"/>
                  <a:pt x="551817" y="66314"/>
                </a:cubicBezTo>
                <a:cubicBezTo>
                  <a:pt x="551817" y="69502"/>
                  <a:pt x="553064" y="72186"/>
                  <a:pt x="555560" y="74367"/>
                </a:cubicBezTo>
                <a:cubicBezTo>
                  <a:pt x="558056" y="76549"/>
                  <a:pt x="561694" y="77639"/>
                  <a:pt x="566476" y="77639"/>
                </a:cubicBezTo>
                <a:cubicBezTo>
                  <a:pt x="571048" y="77639"/>
                  <a:pt x="575295" y="76727"/>
                  <a:pt x="579217" y="74902"/>
                </a:cubicBezTo>
                <a:cubicBezTo>
                  <a:pt x="583139" y="73078"/>
                  <a:pt x="587176" y="70173"/>
                  <a:pt x="591328" y="66188"/>
                </a:cubicBezTo>
                <a:lnTo>
                  <a:pt x="591328" y="54549"/>
                </a:lnTo>
                <a:close/>
                <a:moveTo>
                  <a:pt x="652848" y="49547"/>
                </a:moveTo>
                <a:cubicBezTo>
                  <a:pt x="652848" y="44721"/>
                  <a:pt x="653477" y="39600"/>
                  <a:pt x="654736" y="34185"/>
                </a:cubicBezTo>
                <a:cubicBezTo>
                  <a:pt x="655994" y="28771"/>
                  <a:pt x="658406" y="22517"/>
                  <a:pt x="661971" y="15424"/>
                </a:cubicBezTo>
                <a:cubicBezTo>
                  <a:pt x="665536" y="8331"/>
                  <a:pt x="668137" y="4049"/>
                  <a:pt x="669773" y="2580"/>
                </a:cubicBezTo>
                <a:cubicBezTo>
                  <a:pt x="670276" y="2118"/>
                  <a:pt x="670821" y="1887"/>
                  <a:pt x="671408" y="1887"/>
                </a:cubicBezTo>
                <a:cubicBezTo>
                  <a:pt x="672163" y="1887"/>
                  <a:pt x="672803" y="2139"/>
                  <a:pt x="673327" y="2642"/>
                </a:cubicBezTo>
                <a:cubicBezTo>
                  <a:pt x="673852" y="3146"/>
                  <a:pt x="674114" y="3755"/>
                  <a:pt x="674114" y="4469"/>
                </a:cubicBezTo>
                <a:cubicBezTo>
                  <a:pt x="674114" y="4888"/>
                  <a:pt x="673967" y="5350"/>
                  <a:pt x="673673" y="5853"/>
                </a:cubicBezTo>
                <a:cubicBezTo>
                  <a:pt x="669060" y="14333"/>
                  <a:pt x="665767" y="22014"/>
                  <a:pt x="663796" y="28898"/>
                </a:cubicBezTo>
                <a:cubicBezTo>
                  <a:pt x="661824" y="35781"/>
                  <a:pt x="660838" y="42664"/>
                  <a:pt x="660838" y="49547"/>
                </a:cubicBezTo>
                <a:cubicBezTo>
                  <a:pt x="660838" y="56473"/>
                  <a:pt x="661824" y="63377"/>
                  <a:pt x="663796" y="70260"/>
                </a:cubicBezTo>
                <a:cubicBezTo>
                  <a:pt x="665767" y="77143"/>
                  <a:pt x="669060" y="84803"/>
                  <a:pt x="673673" y="93240"/>
                </a:cubicBezTo>
                <a:cubicBezTo>
                  <a:pt x="673967" y="93744"/>
                  <a:pt x="674114" y="94205"/>
                  <a:pt x="674114" y="94625"/>
                </a:cubicBezTo>
                <a:cubicBezTo>
                  <a:pt x="674114" y="95339"/>
                  <a:pt x="673852" y="95958"/>
                  <a:pt x="673327" y="96483"/>
                </a:cubicBezTo>
                <a:cubicBezTo>
                  <a:pt x="672803" y="97007"/>
                  <a:pt x="672163" y="97269"/>
                  <a:pt x="671408" y="97269"/>
                </a:cubicBezTo>
                <a:cubicBezTo>
                  <a:pt x="670821" y="97269"/>
                  <a:pt x="670276" y="97038"/>
                  <a:pt x="669773" y="96577"/>
                </a:cubicBezTo>
                <a:cubicBezTo>
                  <a:pt x="668221" y="95150"/>
                  <a:pt x="665683" y="90973"/>
                  <a:pt x="662160" y="84047"/>
                </a:cubicBezTo>
                <a:cubicBezTo>
                  <a:pt x="658636" y="77122"/>
                  <a:pt x="656204" y="70995"/>
                  <a:pt x="654861" y="65665"/>
                </a:cubicBezTo>
                <a:cubicBezTo>
                  <a:pt x="653519" y="60334"/>
                  <a:pt x="652848" y="54962"/>
                  <a:pt x="652848" y="49547"/>
                </a:cubicBezTo>
                <a:close/>
                <a:moveTo>
                  <a:pt x="745952" y="80911"/>
                </a:moveTo>
                <a:lnTo>
                  <a:pt x="745952" y="73235"/>
                </a:lnTo>
                <a:cubicBezTo>
                  <a:pt x="738276" y="79694"/>
                  <a:pt x="730076" y="82924"/>
                  <a:pt x="721352" y="82924"/>
                </a:cubicBezTo>
                <a:cubicBezTo>
                  <a:pt x="715018" y="82924"/>
                  <a:pt x="710069" y="81320"/>
                  <a:pt x="706503" y="78111"/>
                </a:cubicBezTo>
                <a:cubicBezTo>
                  <a:pt x="702938" y="74902"/>
                  <a:pt x="701155" y="70970"/>
                  <a:pt x="701155" y="66314"/>
                </a:cubicBezTo>
                <a:cubicBezTo>
                  <a:pt x="701155" y="61197"/>
                  <a:pt x="703504" y="56730"/>
                  <a:pt x="708202" y="52913"/>
                </a:cubicBezTo>
                <a:cubicBezTo>
                  <a:pt x="712900" y="49096"/>
                  <a:pt x="719758" y="47187"/>
                  <a:pt x="728776" y="47187"/>
                </a:cubicBezTo>
                <a:cubicBezTo>
                  <a:pt x="731209" y="47187"/>
                  <a:pt x="733851" y="47345"/>
                  <a:pt x="736703" y="47659"/>
                </a:cubicBezTo>
                <a:cubicBezTo>
                  <a:pt x="739556" y="47974"/>
                  <a:pt x="742638" y="48467"/>
                  <a:pt x="745952" y="49138"/>
                </a:cubicBezTo>
                <a:lnTo>
                  <a:pt x="745952" y="40526"/>
                </a:lnTo>
                <a:cubicBezTo>
                  <a:pt x="745952" y="37612"/>
                  <a:pt x="744610" y="35079"/>
                  <a:pt x="741925" y="32927"/>
                </a:cubicBezTo>
                <a:cubicBezTo>
                  <a:pt x="739241" y="30773"/>
                  <a:pt x="735214" y="29697"/>
                  <a:pt x="729845" y="29697"/>
                </a:cubicBezTo>
                <a:cubicBezTo>
                  <a:pt x="725735" y="29697"/>
                  <a:pt x="719968" y="30910"/>
                  <a:pt x="712543" y="33336"/>
                </a:cubicBezTo>
                <a:cubicBezTo>
                  <a:pt x="711201" y="33762"/>
                  <a:pt x="710341" y="33975"/>
                  <a:pt x="709964" y="33975"/>
                </a:cubicBezTo>
                <a:cubicBezTo>
                  <a:pt x="709293" y="33975"/>
                  <a:pt x="708716" y="33723"/>
                  <a:pt x="708234" y="33220"/>
                </a:cubicBezTo>
                <a:cubicBezTo>
                  <a:pt x="707751" y="32717"/>
                  <a:pt x="707510" y="32087"/>
                  <a:pt x="707510" y="31332"/>
                </a:cubicBezTo>
                <a:cubicBezTo>
                  <a:pt x="707510" y="30619"/>
                  <a:pt x="707720" y="30053"/>
                  <a:pt x="708139" y="29634"/>
                </a:cubicBezTo>
                <a:cubicBezTo>
                  <a:pt x="708726" y="29005"/>
                  <a:pt x="711096" y="28145"/>
                  <a:pt x="715249" y="27054"/>
                </a:cubicBezTo>
                <a:cubicBezTo>
                  <a:pt x="721792" y="25292"/>
                  <a:pt x="726742" y="24412"/>
                  <a:pt x="730097" y="24412"/>
                </a:cubicBezTo>
                <a:cubicBezTo>
                  <a:pt x="736766" y="24412"/>
                  <a:pt x="741967" y="26062"/>
                  <a:pt x="745700" y="29362"/>
                </a:cubicBezTo>
                <a:cubicBezTo>
                  <a:pt x="749433" y="32663"/>
                  <a:pt x="751300" y="36395"/>
                  <a:pt x="751300" y="40558"/>
                </a:cubicBezTo>
                <a:lnTo>
                  <a:pt x="751300" y="75626"/>
                </a:lnTo>
                <a:lnTo>
                  <a:pt x="758347" y="75626"/>
                </a:lnTo>
                <a:cubicBezTo>
                  <a:pt x="759647" y="75626"/>
                  <a:pt x="760570" y="75867"/>
                  <a:pt x="761115" y="76349"/>
                </a:cubicBezTo>
                <a:cubicBezTo>
                  <a:pt x="761660" y="76832"/>
                  <a:pt x="761933" y="77471"/>
                  <a:pt x="761933" y="78268"/>
                </a:cubicBezTo>
                <a:cubicBezTo>
                  <a:pt x="761933" y="79023"/>
                  <a:pt x="761660" y="79652"/>
                  <a:pt x="761115" y="80156"/>
                </a:cubicBezTo>
                <a:cubicBezTo>
                  <a:pt x="760570" y="80659"/>
                  <a:pt x="759647" y="80911"/>
                  <a:pt x="758347" y="80911"/>
                </a:cubicBezTo>
                <a:lnTo>
                  <a:pt x="745952" y="80911"/>
                </a:lnTo>
                <a:moveTo>
                  <a:pt x="745952" y="54549"/>
                </a:moveTo>
                <a:cubicBezTo>
                  <a:pt x="743477" y="53836"/>
                  <a:pt x="740856" y="53311"/>
                  <a:pt x="738088" y="52976"/>
                </a:cubicBezTo>
                <a:cubicBezTo>
                  <a:pt x="735319" y="52640"/>
                  <a:pt x="732404" y="52472"/>
                  <a:pt x="729342" y="52472"/>
                </a:cubicBezTo>
                <a:cubicBezTo>
                  <a:pt x="721666" y="52472"/>
                  <a:pt x="715668" y="54129"/>
                  <a:pt x="711348" y="57443"/>
                </a:cubicBezTo>
                <a:cubicBezTo>
                  <a:pt x="708076" y="59918"/>
                  <a:pt x="706440" y="62875"/>
                  <a:pt x="706440" y="66314"/>
                </a:cubicBezTo>
                <a:cubicBezTo>
                  <a:pt x="706440" y="69502"/>
                  <a:pt x="707688" y="72186"/>
                  <a:pt x="710184" y="74367"/>
                </a:cubicBezTo>
                <a:cubicBezTo>
                  <a:pt x="712680" y="76549"/>
                  <a:pt x="716318" y="77639"/>
                  <a:pt x="721100" y="77639"/>
                </a:cubicBezTo>
                <a:cubicBezTo>
                  <a:pt x="725672" y="77639"/>
                  <a:pt x="729919" y="76727"/>
                  <a:pt x="733841" y="74902"/>
                </a:cubicBezTo>
                <a:cubicBezTo>
                  <a:pt x="737762" y="73078"/>
                  <a:pt x="741800" y="70173"/>
                  <a:pt x="745952" y="66188"/>
                </a:cubicBezTo>
                <a:lnTo>
                  <a:pt x="745952" y="54549"/>
                </a:lnTo>
                <a:close/>
                <a:moveTo>
                  <a:pt x="801746" y="26299"/>
                </a:moveTo>
                <a:lnTo>
                  <a:pt x="801746" y="39671"/>
                </a:lnTo>
                <a:cubicBezTo>
                  <a:pt x="808625" y="33476"/>
                  <a:pt x="813774" y="29490"/>
                  <a:pt x="817192" y="27711"/>
                </a:cubicBezTo>
                <a:cubicBezTo>
                  <a:pt x="820611" y="25931"/>
                  <a:pt x="823767" y="25041"/>
                  <a:pt x="826661" y="25041"/>
                </a:cubicBezTo>
                <a:cubicBezTo>
                  <a:pt x="829807" y="25041"/>
                  <a:pt x="832733" y="26107"/>
                  <a:pt x="835438" y="28240"/>
                </a:cubicBezTo>
                <a:cubicBezTo>
                  <a:pt x="838144" y="30372"/>
                  <a:pt x="839496" y="31988"/>
                  <a:pt x="839496" y="33086"/>
                </a:cubicBezTo>
                <a:cubicBezTo>
                  <a:pt x="839496" y="33888"/>
                  <a:pt x="839234" y="34552"/>
                  <a:pt x="838710" y="35076"/>
                </a:cubicBezTo>
                <a:cubicBezTo>
                  <a:pt x="838185" y="35600"/>
                  <a:pt x="837525" y="35862"/>
                  <a:pt x="836728" y="35862"/>
                </a:cubicBezTo>
                <a:cubicBezTo>
                  <a:pt x="836308" y="35862"/>
                  <a:pt x="835952" y="35789"/>
                  <a:pt x="835658" y="35642"/>
                </a:cubicBezTo>
                <a:cubicBezTo>
                  <a:pt x="835365" y="35495"/>
                  <a:pt x="834819" y="35018"/>
                  <a:pt x="834022" y="34211"/>
                </a:cubicBezTo>
                <a:cubicBezTo>
                  <a:pt x="832554" y="32725"/>
                  <a:pt x="831275" y="31705"/>
                  <a:pt x="830185" y="31154"/>
                </a:cubicBezTo>
                <a:cubicBezTo>
                  <a:pt x="829094" y="30602"/>
                  <a:pt x="828024" y="30326"/>
                  <a:pt x="826976" y="30326"/>
                </a:cubicBezTo>
                <a:cubicBezTo>
                  <a:pt x="824669" y="30326"/>
                  <a:pt x="821890" y="31248"/>
                  <a:pt x="818639" y="33092"/>
                </a:cubicBezTo>
                <a:cubicBezTo>
                  <a:pt x="815389" y="34936"/>
                  <a:pt x="809758" y="39442"/>
                  <a:pt x="801746" y="46609"/>
                </a:cubicBezTo>
                <a:lnTo>
                  <a:pt x="801746" y="75626"/>
                </a:lnTo>
                <a:lnTo>
                  <a:pt x="825151" y="75626"/>
                </a:lnTo>
                <a:cubicBezTo>
                  <a:pt x="826452" y="75626"/>
                  <a:pt x="827374" y="75867"/>
                  <a:pt x="827920" y="76349"/>
                </a:cubicBezTo>
                <a:cubicBezTo>
                  <a:pt x="828465" y="76832"/>
                  <a:pt x="828737" y="77471"/>
                  <a:pt x="828737" y="78268"/>
                </a:cubicBezTo>
                <a:cubicBezTo>
                  <a:pt x="828737" y="79023"/>
                  <a:pt x="828465" y="79652"/>
                  <a:pt x="827920" y="80156"/>
                </a:cubicBezTo>
                <a:cubicBezTo>
                  <a:pt x="827374" y="80659"/>
                  <a:pt x="826452" y="80911"/>
                  <a:pt x="825151" y="80911"/>
                </a:cubicBezTo>
                <a:lnTo>
                  <a:pt x="783689" y="80911"/>
                </a:lnTo>
                <a:cubicBezTo>
                  <a:pt x="782431" y="80911"/>
                  <a:pt x="781529" y="80664"/>
                  <a:pt x="780984" y="80170"/>
                </a:cubicBezTo>
                <a:cubicBezTo>
                  <a:pt x="780438" y="79675"/>
                  <a:pt x="780166" y="79042"/>
                  <a:pt x="780166" y="78268"/>
                </a:cubicBezTo>
                <a:cubicBezTo>
                  <a:pt x="780166" y="77555"/>
                  <a:pt x="780428" y="76958"/>
                  <a:pt x="780952" y="76475"/>
                </a:cubicBezTo>
                <a:cubicBezTo>
                  <a:pt x="781477" y="75993"/>
                  <a:pt x="782389" y="75752"/>
                  <a:pt x="783689" y="75752"/>
                </a:cubicBezTo>
                <a:lnTo>
                  <a:pt x="796461" y="75752"/>
                </a:lnTo>
                <a:lnTo>
                  <a:pt x="796461" y="31584"/>
                </a:lnTo>
                <a:lnTo>
                  <a:pt x="786709" y="31584"/>
                </a:lnTo>
                <a:cubicBezTo>
                  <a:pt x="785451" y="31584"/>
                  <a:pt x="784549" y="31332"/>
                  <a:pt x="784004" y="30829"/>
                </a:cubicBezTo>
                <a:cubicBezTo>
                  <a:pt x="783458" y="30326"/>
                  <a:pt x="783186" y="29676"/>
                  <a:pt x="783186" y="28879"/>
                </a:cubicBezTo>
                <a:cubicBezTo>
                  <a:pt x="783186" y="28142"/>
                  <a:pt x="783448" y="27528"/>
                  <a:pt x="783972" y="27036"/>
                </a:cubicBezTo>
                <a:cubicBezTo>
                  <a:pt x="784497" y="26545"/>
                  <a:pt x="785409" y="26299"/>
                  <a:pt x="786709" y="26299"/>
                </a:cubicBezTo>
                <a:lnTo>
                  <a:pt x="801746" y="26299"/>
                </a:lnTo>
                <a:close/>
                <a:moveTo>
                  <a:pt x="903155" y="35951"/>
                </a:moveTo>
                <a:lnTo>
                  <a:pt x="903155" y="26299"/>
                </a:lnTo>
                <a:lnTo>
                  <a:pt x="915550" y="26299"/>
                </a:lnTo>
                <a:cubicBezTo>
                  <a:pt x="916808" y="26299"/>
                  <a:pt x="917710" y="26545"/>
                  <a:pt x="918255" y="27036"/>
                </a:cubicBezTo>
                <a:cubicBezTo>
                  <a:pt x="918800" y="27528"/>
                  <a:pt x="919073" y="28163"/>
                  <a:pt x="919073" y="28942"/>
                </a:cubicBezTo>
                <a:cubicBezTo>
                  <a:pt x="919073" y="29697"/>
                  <a:pt x="918800" y="30326"/>
                  <a:pt x="918255" y="30829"/>
                </a:cubicBezTo>
                <a:cubicBezTo>
                  <a:pt x="917710" y="31332"/>
                  <a:pt x="916808" y="31584"/>
                  <a:pt x="915550" y="31584"/>
                </a:cubicBezTo>
                <a:lnTo>
                  <a:pt x="908440" y="31584"/>
                </a:lnTo>
                <a:lnTo>
                  <a:pt x="908440" y="84507"/>
                </a:lnTo>
                <a:cubicBezTo>
                  <a:pt x="908440" y="88039"/>
                  <a:pt x="907685" y="91193"/>
                  <a:pt x="906175" y="93968"/>
                </a:cubicBezTo>
                <a:cubicBezTo>
                  <a:pt x="905168" y="95819"/>
                  <a:pt x="903491" y="97732"/>
                  <a:pt x="901142" y="99709"/>
                </a:cubicBezTo>
                <a:cubicBezTo>
                  <a:pt x="898793" y="101686"/>
                  <a:pt x="896654" y="103094"/>
                  <a:pt x="894724" y="103934"/>
                </a:cubicBezTo>
                <a:cubicBezTo>
                  <a:pt x="892795" y="104776"/>
                  <a:pt x="890215" y="105197"/>
                  <a:pt x="886985" y="105197"/>
                </a:cubicBezTo>
                <a:lnTo>
                  <a:pt x="872011" y="105197"/>
                </a:lnTo>
                <a:cubicBezTo>
                  <a:pt x="870753" y="105197"/>
                  <a:pt x="869851" y="104958"/>
                  <a:pt x="869306" y="104481"/>
                </a:cubicBezTo>
                <a:cubicBezTo>
                  <a:pt x="868761" y="104005"/>
                  <a:pt x="868488" y="103373"/>
                  <a:pt x="868488" y="102586"/>
                </a:cubicBezTo>
                <a:cubicBezTo>
                  <a:pt x="868488" y="101798"/>
                  <a:pt x="868761" y="101155"/>
                  <a:pt x="869306" y="100657"/>
                </a:cubicBezTo>
                <a:cubicBezTo>
                  <a:pt x="869851" y="100160"/>
                  <a:pt x="870753" y="99912"/>
                  <a:pt x="872011" y="99912"/>
                </a:cubicBezTo>
                <a:lnTo>
                  <a:pt x="887174" y="99912"/>
                </a:lnTo>
                <a:cubicBezTo>
                  <a:pt x="890278" y="99912"/>
                  <a:pt x="893078" y="99114"/>
                  <a:pt x="895574" y="97519"/>
                </a:cubicBezTo>
                <a:cubicBezTo>
                  <a:pt x="898069" y="95924"/>
                  <a:pt x="900135" y="93594"/>
                  <a:pt x="901771" y="90529"/>
                </a:cubicBezTo>
                <a:cubicBezTo>
                  <a:pt x="902694" y="88766"/>
                  <a:pt x="903155" y="86520"/>
                  <a:pt x="903155" y="83791"/>
                </a:cubicBezTo>
                <a:lnTo>
                  <a:pt x="903155" y="67922"/>
                </a:lnTo>
                <a:cubicBezTo>
                  <a:pt x="897492" y="75659"/>
                  <a:pt x="890194" y="79527"/>
                  <a:pt x="881260" y="79527"/>
                </a:cubicBezTo>
                <a:cubicBezTo>
                  <a:pt x="874004" y="79527"/>
                  <a:pt x="867743" y="76829"/>
                  <a:pt x="862479" y="71434"/>
                </a:cubicBezTo>
                <a:cubicBezTo>
                  <a:pt x="857215" y="66038"/>
                  <a:pt x="854583" y="59539"/>
                  <a:pt x="854583" y="51938"/>
                </a:cubicBezTo>
                <a:cubicBezTo>
                  <a:pt x="854583" y="44337"/>
                  <a:pt x="857215" y="37849"/>
                  <a:pt x="862479" y="32475"/>
                </a:cubicBezTo>
                <a:cubicBezTo>
                  <a:pt x="867743" y="27099"/>
                  <a:pt x="874004" y="24412"/>
                  <a:pt x="881260" y="24412"/>
                </a:cubicBezTo>
                <a:cubicBezTo>
                  <a:pt x="890194" y="24412"/>
                  <a:pt x="897492" y="28258"/>
                  <a:pt x="903155" y="35951"/>
                </a:cubicBezTo>
                <a:moveTo>
                  <a:pt x="903155" y="51938"/>
                </a:moveTo>
                <a:cubicBezTo>
                  <a:pt x="903155" y="45704"/>
                  <a:pt x="901026" y="40438"/>
                  <a:pt x="896769" y="36142"/>
                </a:cubicBezTo>
                <a:cubicBezTo>
                  <a:pt x="892512" y="31845"/>
                  <a:pt x="887426" y="29697"/>
                  <a:pt x="881512" y="29697"/>
                </a:cubicBezTo>
                <a:cubicBezTo>
                  <a:pt x="875598" y="29697"/>
                  <a:pt x="870522" y="31855"/>
                  <a:pt x="866286" y="36173"/>
                </a:cubicBezTo>
                <a:cubicBezTo>
                  <a:pt x="862049" y="40491"/>
                  <a:pt x="859931" y="45746"/>
                  <a:pt x="859931" y="51938"/>
                </a:cubicBezTo>
                <a:cubicBezTo>
                  <a:pt x="859931" y="58172"/>
                  <a:pt x="862049" y="63447"/>
                  <a:pt x="866286" y="67765"/>
                </a:cubicBezTo>
                <a:cubicBezTo>
                  <a:pt x="870522" y="72083"/>
                  <a:pt x="875598" y="74242"/>
                  <a:pt x="881512" y="74242"/>
                </a:cubicBezTo>
                <a:cubicBezTo>
                  <a:pt x="887426" y="74242"/>
                  <a:pt x="892512" y="72083"/>
                  <a:pt x="896769" y="67765"/>
                </a:cubicBezTo>
                <a:cubicBezTo>
                  <a:pt x="901026" y="63447"/>
                  <a:pt x="903155" y="58172"/>
                  <a:pt x="903155" y="51938"/>
                </a:cubicBezTo>
                <a:close/>
                <a:moveTo>
                  <a:pt x="973546" y="37978"/>
                </a:moveTo>
                <a:cubicBezTo>
                  <a:pt x="978412" y="40158"/>
                  <a:pt x="982124" y="43144"/>
                  <a:pt x="984683" y="46936"/>
                </a:cubicBezTo>
                <a:cubicBezTo>
                  <a:pt x="987241" y="50728"/>
                  <a:pt x="988521" y="54678"/>
                  <a:pt x="988521" y="58786"/>
                </a:cubicBezTo>
                <a:cubicBezTo>
                  <a:pt x="988521" y="65113"/>
                  <a:pt x="985951" y="70697"/>
                  <a:pt x="980813" y="75537"/>
                </a:cubicBezTo>
                <a:cubicBezTo>
                  <a:pt x="975675" y="80378"/>
                  <a:pt x="969247" y="82798"/>
                  <a:pt x="961529" y="82798"/>
                </a:cubicBezTo>
                <a:cubicBezTo>
                  <a:pt x="956999" y="82798"/>
                  <a:pt x="952302" y="81834"/>
                  <a:pt x="947436" y="79904"/>
                </a:cubicBezTo>
                <a:cubicBezTo>
                  <a:pt x="942570" y="77975"/>
                  <a:pt x="939173" y="76003"/>
                  <a:pt x="937244" y="73990"/>
                </a:cubicBezTo>
                <a:cubicBezTo>
                  <a:pt x="936614" y="73319"/>
                  <a:pt x="936300" y="72606"/>
                  <a:pt x="936300" y="71851"/>
                </a:cubicBezTo>
                <a:cubicBezTo>
                  <a:pt x="936300" y="71180"/>
                  <a:pt x="936541" y="70592"/>
                  <a:pt x="937023" y="70089"/>
                </a:cubicBezTo>
                <a:cubicBezTo>
                  <a:pt x="937506" y="69586"/>
                  <a:pt x="938082" y="69334"/>
                  <a:pt x="938754" y="69334"/>
                </a:cubicBezTo>
                <a:cubicBezTo>
                  <a:pt x="939425" y="69334"/>
                  <a:pt x="940180" y="69649"/>
                  <a:pt x="941019" y="70278"/>
                </a:cubicBezTo>
                <a:cubicBezTo>
                  <a:pt x="947520" y="75101"/>
                  <a:pt x="954399" y="77513"/>
                  <a:pt x="961655" y="77513"/>
                </a:cubicBezTo>
                <a:cubicBezTo>
                  <a:pt x="967779" y="77513"/>
                  <a:pt x="972907" y="75598"/>
                  <a:pt x="977038" y="71766"/>
                </a:cubicBezTo>
                <a:cubicBezTo>
                  <a:pt x="981170" y="67935"/>
                  <a:pt x="983236" y="63674"/>
                  <a:pt x="983236" y="58984"/>
                </a:cubicBezTo>
                <a:cubicBezTo>
                  <a:pt x="983236" y="55844"/>
                  <a:pt x="982218" y="52766"/>
                  <a:pt x="980184" y="49751"/>
                </a:cubicBezTo>
                <a:cubicBezTo>
                  <a:pt x="978150" y="46737"/>
                  <a:pt x="975224" y="44360"/>
                  <a:pt x="971407" y="42622"/>
                </a:cubicBezTo>
                <a:cubicBezTo>
                  <a:pt x="967590" y="40884"/>
                  <a:pt x="963731" y="40015"/>
                  <a:pt x="959831" y="40015"/>
                </a:cubicBezTo>
                <a:cubicBezTo>
                  <a:pt x="958572" y="40015"/>
                  <a:pt x="957670" y="39771"/>
                  <a:pt x="957125" y="39284"/>
                </a:cubicBezTo>
                <a:cubicBezTo>
                  <a:pt x="956580" y="38795"/>
                  <a:pt x="956307" y="38147"/>
                  <a:pt x="956307" y="37341"/>
                </a:cubicBezTo>
                <a:cubicBezTo>
                  <a:pt x="956307" y="36577"/>
                  <a:pt x="956569" y="35940"/>
                  <a:pt x="957094" y="35432"/>
                </a:cubicBezTo>
                <a:cubicBezTo>
                  <a:pt x="957618" y="34922"/>
                  <a:pt x="958404" y="34667"/>
                  <a:pt x="959453" y="34667"/>
                </a:cubicBezTo>
                <a:lnTo>
                  <a:pt x="963983" y="34730"/>
                </a:lnTo>
                <a:cubicBezTo>
                  <a:pt x="968723" y="34730"/>
                  <a:pt x="972634" y="33280"/>
                  <a:pt x="975717" y="30381"/>
                </a:cubicBezTo>
                <a:cubicBezTo>
                  <a:pt x="978800" y="27480"/>
                  <a:pt x="980341" y="24117"/>
                  <a:pt x="980341" y="20291"/>
                </a:cubicBezTo>
                <a:cubicBezTo>
                  <a:pt x="980341" y="16340"/>
                  <a:pt x="978727" y="12851"/>
                  <a:pt x="975497" y="9825"/>
                </a:cubicBezTo>
                <a:cubicBezTo>
                  <a:pt x="972267" y="6798"/>
                  <a:pt x="968052" y="5285"/>
                  <a:pt x="962851" y="5285"/>
                </a:cubicBezTo>
                <a:cubicBezTo>
                  <a:pt x="959201" y="5285"/>
                  <a:pt x="955846" y="5919"/>
                  <a:pt x="952784" y="7186"/>
                </a:cubicBezTo>
                <a:cubicBezTo>
                  <a:pt x="949722" y="8454"/>
                  <a:pt x="947268" y="10186"/>
                  <a:pt x="945423" y="12383"/>
                </a:cubicBezTo>
                <a:cubicBezTo>
                  <a:pt x="944752" y="13227"/>
                  <a:pt x="944238" y="13744"/>
                  <a:pt x="943881" y="13934"/>
                </a:cubicBezTo>
                <a:cubicBezTo>
                  <a:pt x="943525" y="14124"/>
                  <a:pt x="943116" y="14219"/>
                  <a:pt x="942654" y="14219"/>
                </a:cubicBezTo>
                <a:cubicBezTo>
                  <a:pt x="941941" y="14219"/>
                  <a:pt x="941333" y="13977"/>
                  <a:pt x="940830" y="13494"/>
                </a:cubicBezTo>
                <a:cubicBezTo>
                  <a:pt x="940326" y="13009"/>
                  <a:pt x="940075" y="12429"/>
                  <a:pt x="940075" y="11754"/>
                </a:cubicBezTo>
                <a:cubicBezTo>
                  <a:pt x="940075" y="10069"/>
                  <a:pt x="941899" y="7942"/>
                  <a:pt x="945549" y="5372"/>
                </a:cubicBezTo>
                <a:cubicBezTo>
                  <a:pt x="950624" y="1791"/>
                  <a:pt x="956391" y="0"/>
                  <a:pt x="962851" y="0"/>
                </a:cubicBezTo>
                <a:cubicBezTo>
                  <a:pt x="969520" y="0"/>
                  <a:pt x="974993" y="2008"/>
                  <a:pt x="979272" y="6024"/>
                </a:cubicBezTo>
                <a:cubicBezTo>
                  <a:pt x="983550" y="10040"/>
                  <a:pt x="985689" y="14825"/>
                  <a:pt x="985689" y="20377"/>
                </a:cubicBezTo>
                <a:cubicBezTo>
                  <a:pt x="985689" y="23910"/>
                  <a:pt x="984662" y="27253"/>
                  <a:pt x="982606" y="30408"/>
                </a:cubicBezTo>
                <a:cubicBezTo>
                  <a:pt x="980551" y="33562"/>
                  <a:pt x="977531" y="36085"/>
                  <a:pt x="973546" y="37978"/>
                </a:cubicBezTo>
                <a:close/>
                <a:moveTo>
                  <a:pt x="1029530" y="61910"/>
                </a:moveTo>
                <a:lnTo>
                  <a:pt x="1046706" y="61910"/>
                </a:lnTo>
                <a:lnTo>
                  <a:pt x="1028020" y="96640"/>
                </a:lnTo>
                <a:cubicBezTo>
                  <a:pt x="1026887" y="98737"/>
                  <a:pt x="1025524" y="99786"/>
                  <a:pt x="1023930" y="99786"/>
                </a:cubicBezTo>
                <a:cubicBezTo>
                  <a:pt x="1022881" y="99786"/>
                  <a:pt x="1021990" y="99419"/>
                  <a:pt x="1021256" y="98685"/>
                </a:cubicBezTo>
                <a:cubicBezTo>
                  <a:pt x="1020522" y="97951"/>
                  <a:pt x="1020155" y="97059"/>
                  <a:pt x="1020155" y="96011"/>
                </a:cubicBezTo>
                <a:cubicBezTo>
                  <a:pt x="1020155" y="95591"/>
                  <a:pt x="1020218" y="95130"/>
                  <a:pt x="1020344" y="94627"/>
                </a:cubicBezTo>
                <a:lnTo>
                  <a:pt x="1029530" y="61910"/>
                </a:lnTo>
                <a:close/>
                <a:moveTo>
                  <a:pt x="1209824" y="80911"/>
                </a:moveTo>
                <a:lnTo>
                  <a:pt x="1209824" y="73235"/>
                </a:lnTo>
                <a:cubicBezTo>
                  <a:pt x="1202148" y="79694"/>
                  <a:pt x="1193948" y="82924"/>
                  <a:pt x="1185223" y="82924"/>
                </a:cubicBezTo>
                <a:cubicBezTo>
                  <a:pt x="1178890" y="82924"/>
                  <a:pt x="1173940" y="81320"/>
                  <a:pt x="1170375" y="78111"/>
                </a:cubicBezTo>
                <a:cubicBezTo>
                  <a:pt x="1166810" y="74902"/>
                  <a:pt x="1165027" y="70970"/>
                  <a:pt x="1165027" y="66314"/>
                </a:cubicBezTo>
                <a:cubicBezTo>
                  <a:pt x="1165027" y="61197"/>
                  <a:pt x="1167376" y="56730"/>
                  <a:pt x="1172074" y="52913"/>
                </a:cubicBezTo>
                <a:cubicBezTo>
                  <a:pt x="1176772" y="49096"/>
                  <a:pt x="1183629" y="47187"/>
                  <a:pt x="1192648" y="47187"/>
                </a:cubicBezTo>
                <a:cubicBezTo>
                  <a:pt x="1195080" y="47187"/>
                  <a:pt x="1197723" y="47345"/>
                  <a:pt x="1200575" y="47659"/>
                </a:cubicBezTo>
                <a:cubicBezTo>
                  <a:pt x="1203427" y="47974"/>
                  <a:pt x="1206510" y="48467"/>
                  <a:pt x="1209824" y="49138"/>
                </a:cubicBezTo>
                <a:lnTo>
                  <a:pt x="1209824" y="40526"/>
                </a:lnTo>
                <a:cubicBezTo>
                  <a:pt x="1209824" y="37612"/>
                  <a:pt x="1208482" y="35079"/>
                  <a:pt x="1205797" y="32927"/>
                </a:cubicBezTo>
                <a:cubicBezTo>
                  <a:pt x="1203113" y="30773"/>
                  <a:pt x="1199086" y="29697"/>
                  <a:pt x="1193717" y="29697"/>
                </a:cubicBezTo>
                <a:cubicBezTo>
                  <a:pt x="1189607" y="29697"/>
                  <a:pt x="1183839" y="30910"/>
                  <a:pt x="1176415" y="33336"/>
                </a:cubicBezTo>
                <a:cubicBezTo>
                  <a:pt x="1175073" y="33762"/>
                  <a:pt x="1174213" y="33975"/>
                  <a:pt x="1173835" y="33975"/>
                </a:cubicBezTo>
                <a:cubicBezTo>
                  <a:pt x="1173164" y="33975"/>
                  <a:pt x="1172588" y="33723"/>
                  <a:pt x="1172105" y="33220"/>
                </a:cubicBezTo>
                <a:cubicBezTo>
                  <a:pt x="1171623" y="32717"/>
                  <a:pt x="1171382" y="32087"/>
                  <a:pt x="1171382" y="31332"/>
                </a:cubicBezTo>
                <a:cubicBezTo>
                  <a:pt x="1171382" y="30619"/>
                  <a:pt x="1171591" y="30053"/>
                  <a:pt x="1172011" y="29634"/>
                </a:cubicBezTo>
                <a:cubicBezTo>
                  <a:pt x="1172598" y="29005"/>
                  <a:pt x="1174968" y="28145"/>
                  <a:pt x="1179120" y="27054"/>
                </a:cubicBezTo>
                <a:cubicBezTo>
                  <a:pt x="1185664" y="25292"/>
                  <a:pt x="1190613" y="24412"/>
                  <a:pt x="1193969" y="24412"/>
                </a:cubicBezTo>
                <a:cubicBezTo>
                  <a:pt x="1200638" y="24412"/>
                  <a:pt x="1205839" y="26062"/>
                  <a:pt x="1209572" y="29362"/>
                </a:cubicBezTo>
                <a:cubicBezTo>
                  <a:pt x="1213305" y="32663"/>
                  <a:pt x="1215172" y="36395"/>
                  <a:pt x="1215172" y="40558"/>
                </a:cubicBezTo>
                <a:lnTo>
                  <a:pt x="1215172" y="75626"/>
                </a:lnTo>
                <a:lnTo>
                  <a:pt x="1222218" y="75626"/>
                </a:lnTo>
                <a:cubicBezTo>
                  <a:pt x="1223519" y="75626"/>
                  <a:pt x="1224441" y="75867"/>
                  <a:pt x="1224987" y="76349"/>
                </a:cubicBezTo>
                <a:cubicBezTo>
                  <a:pt x="1225532" y="76832"/>
                  <a:pt x="1225805" y="77471"/>
                  <a:pt x="1225805" y="78268"/>
                </a:cubicBezTo>
                <a:cubicBezTo>
                  <a:pt x="1225805" y="79023"/>
                  <a:pt x="1225532" y="79652"/>
                  <a:pt x="1224987" y="80156"/>
                </a:cubicBezTo>
                <a:cubicBezTo>
                  <a:pt x="1224441" y="80659"/>
                  <a:pt x="1223519" y="80911"/>
                  <a:pt x="1222218" y="80911"/>
                </a:cubicBezTo>
                <a:lnTo>
                  <a:pt x="1209824" y="80911"/>
                </a:lnTo>
                <a:moveTo>
                  <a:pt x="1209824" y="54549"/>
                </a:moveTo>
                <a:cubicBezTo>
                  <a:pt x="1207349" y="53836"/>
                  <a:pt x="1204728" y="53311"/>
                  <a:pt x="1201959" y="52976"/>
                </a:cubicBezTo>
                <a:cubicBezTo>
                  <a:pt x="1199191" y="52640"/>
                  <a:pt x="1196276" y="52472"/>
                  <a:pt x="1193214" y="52472"/>
                </a:cubicBezTo>
                <a:cubicBezTo>
                  <a:pt x="1185538" y="52472"/>
                  <a:pt x="1179540" y="54129"/>
                  <a:pt x="1175220" y="57443"/>
                </a:cubicBezTo>
                <a:cubicBezTo>
                  <a:pt x="1171948" y="59918"/>
                  <a:pt x="1170312" y="62875"/>
                  <a:pt x="1170312" y="66314"/>
                </a:cubicBezTo>
                <a:cubicBezTo>
                  <a:pt x="1170312" y="69502"/>
                  <a:pt x="1171560" y="72186"/>
                  <a:pt x="1174056" y="74367"/>
                </a:cubicBezTo>
                <a:cubicBezTo>
                  <a:pt x="1176551" y="76549"/>
                  <a:pt x="1180190" y="77639"/>
                  <a:pt x="1184972" y="77639"/>
                </a:cubicBezTo>
                <a:cubicBezTo>
                  <a:pt x="1189544" y="77639"/>
                  <a:pt x="1193791" y="76727"/>
                  <a:pt x="1197712" y="74902"/>
                </a:cubicBezTo>
                <a:cubicBezTo>
                  <a:pt x="1201634" y="73078"/>
                  <a:pt x="1205671" y="70173"/>
                  <a:pt x="1209824" y="66188"/>
                </a:cubicBezTo>
                <a:lnTo>
                  <a:pt x="1209824" y="54549"/>
                </a:lnTo>
                <a:close/>
                <a:moveTo>
                  <a:pt x="1265618" y="26299"/>
                </a:moveTo>
                <a:lnTo>
                  <a:pt x="1265618" y="39671"/>
                </a:lnTo>
                <a:cubicBezTo>
                  <a:pt x="1272497" y="33476"/>
                  <a:pt x="1277646" y="29490"/>
                  <a:pt x="1281064" y="27711"/>
                </a:cubicBezTo>
                <a:cubicBezTo>
                  <a:pt x="1284483" y="25931"/>
                  <a:pt x="1287639" y="25041"/>
                  <a:pt x="1290533" y="25041"/>
                </a:cubicBezTo>
                <a:cubicBezTo>
                  <a:pt x="1293679" y="25041"/>
                  <a:pt x="1296605" y="26107"/>
                  <a:pt x="1299310" y="28240"/>
                </a:cubicBezTo>
                <a:cubicBezTo>
                  <a:pt x="1302016" y="30372"/>
                  <a:pt x="1303368" y="31988"/>
                  <a:pt x="1303368" y="33086"/>
                </a:cubicBezTo>
                <a:cubicBezTo>
                  <a:pt x="1303368" y="33888"/>
                  <a:pt x="1303106" y="34552"/>
                  <a:pt x="1302582" y="35076"/>
                </a:cubicBezTo>
                <a:cubicBezTo>
                  <a:pt x="1302057" y="35600"/>
                  <a:pt x="1301397" y="35862"/>
                  <a:pt x="1300600" y="35862"/>
                </a:cubicBezTo>
                <a:cubicBezTo>
                  <a:pt x="1300180" y="35862"/>
                  <a:pt x="1299824" y="35789"/>
                  <a:pt x="1299530" y="35642"/>
                </a:cubicBezTo>
                <a:cubicBezTo>
                  <a:pt x="1299237" y="35495"/>
                  <a:pt x="1298691" y="35018"/>
                  <a:pt x="1297894" y="34211"/>
                </a:cubicBezTo>
                <a:cubicBezTo>
                  <a:pt x="1296426" y="32725"/>
                  <a:pt x="1295147" y="31705"/>
                  <a:pt x="1294057" y="31154"/>
                </a:cubicBezTo>
                <a:cubicBezTo>
                  <a:pt x="1292966" y="30602"/>
                  <a:pt x="1291896" y="30326"/>
                  <a:pt x="1290848" y="30326"/>
                </a:cubicBezTo>
                <a:cubicBezTo>
                  <a:pt x="1288541" y="30326"/>
                  <a:pt x="1285762" y="31248"/>
                  <a:pt x="1282511" y="33092"/>
                </a:cubicBezTo>
                <a:cubicBezTo>
                  <a:pt x="1279261" y="34936"/>
                  <a:pt x="1273630" y="39442"/>
                  <a:pt x="1265618" y="46609"/>
                </a:cubicBezTo>
                <a:lnTo>
                  <a:pt x="1265618" y="75626"/>
                </a:lnTo>
                <a:lnTo>
                  <a:pt x="1289023" y="75626"/>
                </a:lnTo>
                <a:cubicBezTo>
                  <a:pt x="1290324" y="75626"/>
                  <a:pt x="1291246" y="75867"/>
                  <a:pt x="1291792" y="76349"/>
                </a:cubicBezTo>
                <a:cubicBezTo>
                  <a:pt x="1292337" y="76832"/>
                  <a:pt x="1292609" y="77471"/>
                  <a:pt x="1292609" y="78268"/>
                </a:cubicBezTo>
                <a:cubicBezTo>
                  <a:pt x="1292609" y="79023"/>
                  <a:pt x="1292337" y="79652"/>
                  <a:pt x="1291792" y="80156"/>
                </a:cubicBezTo>
                <a:cubicBezTo>
                  <a:pt x="1291246" y="80659"/>
                  <a:pt x="1290324" y="80911"/>
                  <a:pt x="1289023" y="80911"/>
                </a:cubicBezTo>
                <a:lnTo>
                  <a:pt x="1247561" y="80911"/>
                </a:lnTo>
                <a:cubicBezTo>
                  <a:pt x="1246303" y="80911"/>
                  <a:pt x="1245401" y="80664"/>
                  <a:pt x="1244856" y="80170"/>
                </a:cubicBezTo>
                <a:cubicBezTo>
                  <a:pt x="1244310" y="79675"/>
                  <a:pt x="1244038" y="79042"/>
                  <a:pt x="1244038" y="78268"/>
                </a:cubicBezTo>
                <a:cubicBezTo>
                  <a:pt x="1244038" y="77555"/>
                  <a:pt x="1244300" y="76958"/>
                  <a:pt x="1244824" y="76475"/>
                </a:cubicBezTo>
                <a:cubicBezTo>
                  <a:pt x="1245349" y="75993"/>
                  <a:pt x="1246261" y="75752"/>
                  <a:pt x="1247561" y="75752"/>
                </a:cubicBezTo>
                <a:lnTo>
                  <a:pt x="1260333" y="75752"/>
                </a:lnTo>
                <a:lnTo>
                  <a:pt x="1260333" y="31584"/>
                </a:lnTo>
                <a:lnTo>
                  <a:pt x="1250581" y="31584"/>
                </a:lnTo>
                <a:cubicBezTo>
                  <a:pt x="1249323" y="31584"/>
                  <a:pt x="1248421" y="31332"/>
                  <a:pt x="1247876" y="30829"/>
                </a:cubicBezTo>
                <a:cubicBezTo>
                  <a:pt x="1247330" y="30326"/>
                  <a:pt x="1247058" y="29676"/>
                  <a:pt x="1247058" y="28879"/>
                </a:cubicBezTo>
                <a:cubicBezTo>
                  <a:pt x="1247058" y="28142"/>
                  <a:pt x="1247320" y="27528"/>
                  <a:pt x="1247844" y="27036"/>
                </a:cubicBezTo>
                <a:cubicBezTo>
                  <a:pt x="1248369" y="26545"/>
                  <a:pt x="1249281" y="26299"/>
                  <a:pt x="1250581" y="26299"/>
                </a:cubicBezTo>
                <a:lnTo>
                  <a:pt x="1265618" y="26299"/>
                </a:lnTo>
                <a:close/>
                <a:moveTo>
                  <a:pt x="1367027" y="35951"/>
                </a:moveTo>
                <a:lnTo>
                  <a:pt x="1367027" y="26299"/>
                </a:lnTo>
                <a:lnTo>
                  <a:pt x="1379422" y="26299"/>
                </a:lnTo>
                <a:cubicBezTo>
                  <a:pt x="1380680" y="26299"/>
                  <a:pt x="1381582" y="26545"/>
                  <a:pt x="1382127" y="27036"/>
                </a:cubicBezTo>
                <a:cubicBezTo>
                  <a:pt x="1382673" y="27528"/>
                  <a:pt x="1382945" y="28163"/>
                  <a:pt x="1382945" y="28942"/>
                </a:cubicBezTo>
                <a:cubicBezTo>
                  <a:pt x="1382945" y="29697"/>
                  <a:pt x="1382673" y="30326"/>
                  <a:pt x="1382127" y="30829"/>
                </a:cubicBezTo>
                <a:cubicBezTo>
                  <a:pt x="1381582" y="31332"/>
                  <a:pt x="1380680" y="31584"/>
                  <a:pt x="1379422" y="31584"/>
                </a:cubicBezTo>
                <a:lnTo>
                  <a:pt x="1372312" y="31584"/>
                </a:lnTo>
                <a:lnTo>
                  <a:pt x="1372312" y="84507"/>
                </a:lnTo>
                <a:cubicBezTo>
                  <a:pt x="1372312" y="88039"/>
                  <a:pt x="1371557" y="91193"/>
                  <a:pt x="1370047" y="93968"/>
                </a:cubicBezTo>
                <a:cubicBezTo>
                  <a:pt x="1369041" y="95819"/>
                  <a:pt x="1367363" y="97732"/>
                  <a:pt x="1365014" y="99709"/>
                </a:cubicBezTo>
                <a:cubicBezTo>
                  <a:pt x="1362665" y="101686"/>
                  <a:pt x="1360526" y="103094"/>
                  <a:pt x="1358596" y="103934"/>
                </a:cubicBezTo>
                <a:cubicBezTo>
                  <a:pt x="1356667" y="104776"/>
                  <a:pt x="1354087" y="105197"/>
                  <a:pt x="1350858" y="105197"/>
                </a:cubicBezTo>
                <a:lnTo>
                  <a:pt x="1335884" y="105197"/>
                </a:lnTo>
                <a:cubicBezTo>
                  <a:pt x="1334625" y="105197"/>
                  <a:pt x="1333723" y="104958"/>
                  <a:pt x="1333178" y="104481"/>
                </a:cubicBezTo>
                <a:cubicBezTo>
                  <a:pt x="1332633" y="104005"/>
                  <a:pt x="1332360" y="103373"/>
                  <a:pt x="1332360" y="102586"/>
                </a:cubicBezTo>
                <a:cubicBezTo>
                  <a:pt x="1332360" y="101798"/>
                  <a:pt x="1332633" y="101155"/>
                  <a:pt x="1333178" y="100657"/>
                </a:cubicBezTo>
                <a:cubicBezTo>
                  <a:pt x="1333723" y="100160"/>
                  <a:pt x="1334625" y="99912"/>
                  <a:pt x="1335884" y="99912"/>
                </a:cubicBezTo>
                <a:lnTo>
                  <a:pt x="1351046" y="99912"/>
                </a:lnTo>
                <a:cubicBezTo>
                  <a:pt x="1354150" y="99912"/>
                  <a:pt x="1356950" y="99114"/>
                  <a:pt x="1359446" y="97519"/>
                </a:cubicBezTo>
                <a:cubicBezTo>
                  <a:pt x="1361941" y="95924"/>
                  <a:pt x="1364007" y="93594"/>
                  <a:pt x="1365643" y="90529"/>
                </a:cubicBezTo>
                <a:cubicBezTo>
                  <a:pt x="1366566" y="88766"/>
                  <a:pt x="1367027" y="86520"/>
                  <a:pt x="1367027" y="83791"/>
                </a:cubicBezTo>
                <a:lnTo>
                  <a:pt x="1367027" y="67922"/>
                </a:lnTo>
                <a:cubicBezTo>
                  <a:pt x="1361365" y="75659"/>
                  <a:pt x="1354066" y="79527"/>
                  <a:pt x="1345132" y="79527"/>
                </a:cubicBezTo>
                <a:cubicBezTo>
                  <a:pt x="1337876" y="79527"/>
                  <a:pt x="1331616" y="76829"/>
                  <a:pt x="1326352" y="71434"/>
                </a:cubicBezTo>
                <a:cubicBezTo>
                  <a:pt x="1321088" y="66038"/>
                  <a:pt x="1318456" y="59539"/>
                  <a:pt x="1318456" y="51938"/>
                </a:cubicBezTo>
                <a:cubicBezTo>
                  <a:pt x="1318456" y="44337"/>
                  <a:pt x="1321088" y="37849"/>
                  <a:pt x="1326352" y="32475"/>
                </a:cubicBezTo>
                <a:cubicBezTo>
                  <a:pt x="1331616" y="27099"/>
                  <a:pt x="1337876" y="24412"/>
                  <a:pt x="1345132" y="24412"/>
                </a:cubicBezTo>
                <a:cubicBezTo>
                  <a:pt x="1354066" y="24412"/>
                  <a:pt x="1361365" y="28258"/>
                  <a:pt x="1367027" y="35951"/>
                </a:cubicBezTo>
                <a:moveTo>
                  <a:pt x="1367027" y="51938"/>
                </a:moveTo>
                <a:cubicBezTo>
                  <a:pt x="1367027" y="45704"/>
                  <a:pt x="1364899" y="40438"/>
                  <a:pt x="1360641" y="36142"/>
                </a:cubicBezTo>
                <a:cubicBezTo>
                  <a:pt x="1356384" y="31845"/>
                  <a:pt x="1351298" y="29697"/>
                  <a:pt x="1345384" y="29697"/>
                </a:cubicBezTo>
                <a:cubicBezTo>
                  <a:pt x="1339470" y="29697"/>
                  <a:pt x="1334395" y="31855"/>
                  <a:pt x="1330158" y="36173"/>
                </a:cubicBezTo>
                <a:cubicBezTo>
                  <a:pt x="1325922" y="40491"/>
                  <a:pt x="1323804" y="45746"/>
                  <a:pt x="1323804" y="51938"/>
                </a:cubicBezTo>
                <a:cubicBezTo>
                  <a:pt x="1323804" y="58172"/>
                  <a:pt x="1325922" y="63447"/>
                  <a:pt x="1330158" y="67765"/>
                </a:cubicBezTo>
                <a:cubicBezTo>
                  <a:pt x="1334395" y="72083"/>
                  <a:pt x="1339470" y="74242"/>
                  <a:pt x="1345384" y="74242"/>
                </a:cubicBezTo>
                <a:cubicBezTo>
                  <a:pt x="1351298" y="74242"/>
                  <a:pt x="1356384" y="72083"/>
                  <a:pt x="1360641" y="67765"/>
                </a:cubicBezTo>
                <a:cubicBezTo>
                  <a:pt x="1364899" y="63447"/>
                  <a:pt x="1367027" y="58172"/>
                  <a:pt x="1367027" y="51938"/>
                </a:cubicBezTo>
                <a:close/>
                <a:moveTo>
                  <a:pt x="1436412" y="58764"/>
                </a:moveTo>
                <a:lnTo>
                  <a:pt x="1401367" y="58764"/>
                </a:lnTo>
                <a:lnTo>
                  <a:pt x="1401367" y="52659"/>
                </a:lnTo>
                <a:lnTo>
                  <a:pt x="1430749" y="1887"/>
                </a:lnTo>
                <a:lnTo>
                  <a:pt x="1441760" y="1887"/>
                </a:lnTo>
                <a:lnTo>
                  <a:pt x="1441760" y="53479"/>
                </a:lnTo>
                <a:lnTo>
                  <a:pt x="1446164" y="53479"/>
                </a:lnTo>
                <a:cubicBezTo>
                  <a:pt x="1447464" y="53479"/>
                  <a:pt x="1448387" y="53720"/>
                  <a:pt x="1448932" y="54203"/>
                </a:cubicBezTo>
                <a:cubicBezTo>
                  <a:pt x="1449477" y="54685"/>
                  <a:pt x="1449750" y="55325"/>
                  <a:pt x="1449750" y="56122"/>
                </a:cubicBezTo>
                <a:cubicBezTo>
                  <a:pt x="1449750" y="56877"/>
                  <a:pt x="1449477" y="57506"/>
                  <a:pt x="1448932" y="58009"/>
                </a:cubicBezTo>
                <a:cubicBezTo>
                  <a:pt x="1448387" y="58512"/>
                  <a:pt x="1447464" y="58764"/>
                  <a:pt x="1446164" y="58764"/>
                </a:cubicBezTo>
                <a:lnTo>
                  <a:pt x="1441760" y="58764"/>
                </a:lnTo>
                <a:lnTo>
                  <a:pt x="1441760" y="75626"/>
                </a:lnTo>
                <a:lnTo>
                  <a:pt x="1446164" y="75626"/>
                </a:lnTo>
                <a:cubicBezTo>
                  <a:pt x="1447464" y="75626"/>
                  <a:pt x="1448387" y="75867"/>
                  <a:pt x="1448932" y="76349"/>
                </a:cubicBezTo>
                <a:cubicBezTo>
                  <a:pt x="1449477" y="76832"/>
                  <a:pt x="1449750" y="77471"/>
                  <a:pt x="1449750" y="78268"/>
                </a:cubicBezTo>
                <a:cubicBezTo>
                  <a:pt x="1449750" y="79023"/>
                  <a:pt x="1449477" y="79652"/>
                  <a:pt x="1448932" y="80156"/>
                </a:cubicBezTo>
                <a:cubicBezTo>
                  <a:pt x="1448387" y="80659"/>
                  <a:pt x="1447464" y="80911"/>
                  <a:pt x="1446164" y="80911"/>
                </a:cubicBezTo>
                <a:lnTo>
                  <a:pt x="1426534" y="80911"/>
                </a:lnTo>
                <a:cubicBezTo>
                  <a:pt x="1425234" y="80911"/>
                  <a:pt x="1424311" y="80659"/>
                  <a:pt x="1423765" y="80156"/>
                </a:cubicBezTo>
                <a:cubicBezTo>
                  <a:pt x="1423220" y="79652"/>
                  <a:pt x="1422948" y="79023"/>
                  <a:pt x="1422948" y="78268"/>
                </a:cubicBezTo>
                <a:cubicBezTo>
                  <a:pt x="1422948" y="77471"/>
                  <a:pt x="1423220" y="76832"/>
                  <a:pt x="1423765" y="76349"/>
                </a:cubicBezTo>
                <a:cubicBezTo>
                  <a:pt x="1424311" y="75867"/>
                  <a:pt x="1425234" y="75626"/>
                  <a:pt x="1426534" y="75626"/>
                </a:cubicBezTo>
                <a:lnTo>
                  <a:pt x="1436412" y="75626"/>
                </a:lnTo>
                <a:lnTo>
                  <a:pt x="1436412" y="58764"/>
                </a:lnTo>
                <a:moveTo>
                  <a:pt x="1436412" y="53479"/>
                </a:moveTo>
                <a:lnTo>
                  <a:pt x="1436412" y="7172"/>
                </a:lnTo>
                <a:lnTo>
                  <a:pt x="1433643" y="7172"/>
                </a:lnTo>
                <a:lnTo>
                  <a:pt x="1406904" y="53479"/>
                </a:lnTo>
                <a:lnTo>
                  <a:pt x="1436412" y="53479"/>
                </a:lnTo>
                <a:close/>
                <a:moveTo>
                  <a:pt x="1505418" y="49610"/>
                </a:moveTo>
                <a:cubicBezTo>
                  <a:pt x="1505418" y="54436"/>
                  <a:pt x="1504789" y="59546"/>
                  <a:pt x="1503531" y="64940"/>
                </a:cubicBezTo>
                <a:cubicBezTo>
                  <a:pt x="1502273" y="70334"/>
                  <a:pt x="1499861" y="76587"/>
                  <a:pt x="1496295" y="83701"/>
                </a:cubicBezTo>
                <a:cubicBezTo>
                  <a:pt x="1492730" y="90816"/>
                  <a:pt x="1490130" y="95087"/>
                  <a:pt x="1488494" y="96514"/>
                </a:cubicBezTo>
                <a:cubicBezTo>
                  <a:pt x="1487990" y="97017"/>
                  <a:pt x="1487445" y="97269"/>
                  <a:pt x="1486858" y="97269"/>
                </a:cubicBezTo>
                <a:cubicBezTo>
                  <a:pt x="1486103" y="97269"/>
                  <a:pt x="1485463" y="97006"/>
                  <a:pt x="1484939" y="96481"/>
                </a:cubicBezTo>
                <a:cubicBezTo>
                  <a:pt x="1484415" y="95956"/>
                  <a:pt x="1484153" y="95338"/>
                  <a:pt x="1484153" y="94625"/>
                </a:cubicBezTo>
                <a:cubicBezTo>
                  <a:pt x="1484153" y="94205"/>
                  <a:pt x="1484299" y="93744"/>
                  <a:pt x="1484593" y="93240"/>
                </a:cubicBezTo>
                <a:cubicBezTo>
                  <a:pt x="1489207" y="84803"/>
                  <a:pt x="1492499" y="77143"/>
                  <a:pt x="1494471" y="70260"/>
                </a:cubicBezTo>
                <a:cubicBezTo>
                  <a:pt x="1496442" y="63376"/>
                  <a:pt x="1497428" y="56493"/>
                  <a:pt x="1497428" y="49610"/>
                </a:cubicBezTo>
                <a:cubicBezTo>
                  <a:pt x="1497428" y="42684"/>
                  <a:pt x="1496442" y="35779"/>
                  <a:pt x="1494471" y="28896"/>
                </a:cubicBezTo>
                <a:cubicBezTo>
                  <a:pt x="1492499" y="22014"/>
                  <a:pt x="1489207" y="14333"/>
                  <a:pt x="1484593" y="5853"/>
                </a:cubicBezTo>
                <a:cubicBezTo>
                  <a:pt x="1484299" y="5350"/>
                  <a:pt x="1484153" y="4888"/>
                  <a:pt x="1484153" y="4469"/>
                </a:cubicBezTo>
                <a:cubicBezTo>
                  <a:pt x="1484153" y="3755"/>
                  <a:pt x="1484415" y="3146"/>
                  <a:pt x="1484939" y="2642"/>
                </a:cubicBezTo>
                <a:cubicBezTo>
                  <a:pt x="1485463" y="2139"/>
                  <a:pt x="1486103" y="1887"/>
                  <a:pt x="1486858" y="1887"/>
                </a:cubicBezTo>
                <a:cubicBezTo>
                  <a:pt x="1487445" y="1887"/>
                  <a:pt x="1487990" y="2118"/>
                  <a:pt x="1488494" y="2580"/>
                </a:cubicBezTo>
                <a:cubicBezTo>
                  <a:pt x="1490046" y="4007"/>
                  <a:pt x="1492583" y="8184"/>
                  <a:pt x="1496107" y="15110"/>
                </a:cubicBezTo>
                <a:cubicBezTo>
                  <a:pt x="1499630" y="22035"/>
                  <a:pt x="1502063" y="28162"/>
                  <a:pt x="1503405" y="33493"/>
                </a:cubicBezTo>
                <a:cubicBezTo>
                  <a:pt x="1504747" y="38823"/>
                  <a:pt x="1505418" y="44195"/>
                  <a:pt x="1505418" y="496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v1=newj(arg3,v0)">
            <a:extLst xmlns:a="http://schemas.openxmlformats.org/drawingml/2006/main">
              <a:ext uri="{FF2B5EF4-FFF2-40B4-BE49-F238E27FC236}">
                <a16:creationId xmlns:a16="http://schemas.microsoft.com/office/drawing/2014/main" id="{111B602C-2204-4437-A774-823BB26A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154" y="3189854"/>
            <a:ext cx="1505418" cy="105952"/>
          </a:xfrm>
          <a:custGeom xmlns:a="http://schemas.openxmlformats.org/drawingml/2006/main">
            <a:pathLst>
              <a:path w="1505418" h="105952">
                <a:moveTo>
                  <a:pt x="39575" y="81666"/>
                </a:moveTo>
                <a:lnTo>
                  <a:pt x="30640" y="81666"/>
                </a:lnTo>
                <a:lnTo>
                  <a:pt x="8934" y="32339"/>
                </a:lnTo>
                <a:lnTo>
                  <a:pt x="3523" y="32339"/>
                </a:lnTo>
                <a:cubicBezTo>
                  <a:pt x="2265" y="32339"/>
                  <a:pt x="1363" y="32087"/>
                  <a:pt x="818" y="31584"/>
                </a:cubicBezTo>
                <a:cubicBezTo>
                  <a:pt x="273" y="31081"/>
                  <a:pt x="0" y="30431"/>
                  <a:pt x="0" y="29634"/>
                </a:cubicBezTo>
                <a:cubicBezTo>
                  <a:pt x="0" y="28897"/>
                  <a:pt x="273" y="28283"/>
                  <a:pt x="818" y="27791"/>
                </a:cubicBezTo>
                <a:cubicBezTo>
                  <a:pt x="1363" y="27300"/>
                  <a:pt x="2265" y="27054"/>
                  <a:pt x="3523" y="27054"/>
                </a:cubicBezTo>
                <a:lnTo>
                  <a:pt x="23342" y="27054"/>
                </a:lnTo>
                <a:cubicBezTo>
                  <a:pt x="24600" y="27054"/>
                  <a:pt x="25502" y="27300"/>
                  <a:pt x="26047" y="27791"/>
                </a:cubicBezTo>
                <a:cubicBezTo>
                  <a:pt x="26593" y="28283"/>
                  <a:pt x="26865" y="28918"/>
                  <a:pt x="26865" y="29697"/>
                </a:cubicBezTo>
                <a:cubicBezTo>
                  <a:pt x="26865" y="30452"/>
                  <a:pt x="26593" y="31081"/>
                  <a:pt x="26047" y="31584"/>
                </a:cubicBezTo>
                <a:cubicBezTo>
                  <a:pt x="25502" y="32087"/>
                  <a:pt x="24600" y="32339"/>
                  <a:pt x="23342" y="32339"/>
                </a:cubicBezTo>
                <a:lnTo>
                  <a:pt x="14597" y="32339"/>
                </a:lnTo>
                <a:lnTo>
                  <a:pt x="33975" y="76381"/>
                </a:lnTo>
                <a:lnTo>
                  <a:pt x="36303" y="76381"/>
                </a:lnTo>
                <a:lnTo>
                  <a:pt x="55304" y="32339"/>
                </a:lnTo>
                <a:lnTo>
                  <a:pt x="46495" y="32339"/>
                </a:lnTo>
                <a:cubicBezTo>
                  <a:pt x="45237" y="32339"/>
                  <a:pt x="44335" y="32087"/>
                  <a:pt x="43790" y="31584"/>
                </a:cubicBezTo>
                <a:cubicBezTo>
                  <a:pt x="43245" y="31081"/>
                  <a:pt x="42972" y="30431"/>
                  <a:pt x="42972" y="29634"/>
                </a:cubicBezTo>
                <a:cubicBezTo>
                  <a:pt x="42972" y="28897"/>
                  <a:pt x="43245" y="28283"/>
                  <a:pt x="43790" y="27791"/>
                </a:cubicBezTo>
                <a:cubicBezTo>
                  <a:pt x="44335" y="27300"/>
                  <a:pt x="45237" y="27054"/>
                  <a:pt x="46495" y="27054"/>
                </a:cubicBezTo>
                <a:lnTo>
                  <a:pt x="66377" y="27054"/>
                </a:lnTo>
                <a:cubicBezTo>
                  <a:pt x="67677" y="27054"/>
                  <a:pt x="68590" y="27300"/>
                  <a:pt x="69114" y="27791"/>
                </a:cubicBezTo>
                <a:cubicBezTo>
                  <a:pt x="69638" y="28283"/>
                  <a:pt x="69900" y="28918"/>
                  <a:pt x="69900" y="29697"/>
                </a:cubicBezTo>
                <a:cubicBezTo>
                  <a:pt x="69900" y="30452"/>
                  <a:pt x="69638" y="31081"/>
                  <a:pt x="69114" y="31584"/>
                </a:cubicBezTo>
                <a:cubicBezTo>
                  <a:pt x="68590" y="32087"/>
                  <a:pt x="67677" y="32339"/>
                  <a:pt x="66377" y="32339"/>
                </a:cubicBezTo>
                <a:lnTo>
                  <a:pt x="61029" y="32339"/>
                </a:lnTo>
                <a:lnTo>
                  <a:pt x="39575" y="81666"/>
                </a:lnTo>
                <a:close/>
                <a:moveTo>
                  <a:pt x="114873" y="1636"/>
                </a:moveTo>
                <a:lnTo>
                  <a:pt x="114873" y="76381"/>
                </a:lnTo>
                <a:lnTo>
                  <a:pt x="132993" y="76381"/>
                </a:lnTo>
                <a:cubicBezTo>
                  <a:pt x="134251" y="76381"/>
                  <a:pt x="135153" y="76622"/>
                  <a:pt x="135698" y="77104"/>
                </a:cubicBezTo>
                <a:cubicBezTo>
                  <a:pt x="136243" y="77587"/>
                  <a:pt x="136516" y="78226"/>
                  <a:pt x="136516" y="79023"/>
                </a:cubicBezTo>
                <a:cubicBezTo>
                  <a:pt x="136516" y="79778"/>
                  <a:pt x="136243" y="80407"/>
                  <a:pt x="135698" y="80911"/>
                </a:cubicBezTo>
                <a:cubicBezTo>
                  <a:pt x="135153" y="81414"/>
                  <a:pt x="134251" y="81666"/>
                  <a:pt x="132993" y="81666"/>
                </a:cubicBezTo>
                <a:lnTo>
                  <a:pt x="91468" y="81666"/>
                </a:lnTo>
                <a:cubicBezTo>
                  <a:pt x="90209" y="81666"/>
                  <a:pt x="89307" y="81414"/>
                  <a:pt x="88762" y="80911"/>
                </a:cubicBezTo>
                <a:cubicBezTo>
                  <a:pt x="88217" y="80407"/>
                  <a:pt x="87944" y="79778"/>
                  <a:pt x="87944" y="79023"/>
                </a:cubicBezTo>
                <a:cubicBezTo>
                  <a:pt x="87944" y="78226"/>
                  <a:pt x="88217" y="77587"/>
                  <a:pt x="88762" y="77104"/>
                </a:cubicBezTo>
                <a:cubicBezTo>
                  <a:pt x="89307" y="76622"/>
                  <a:pt x="90209" y="76381"/>
                  <a:pt x="91468" y="76381"/>
                </a:cubicBezTo>
                <a:lnTo>
                  <a:pt x="109588" y="76381"/>
                </a:lnTo>
                <a:lnTo>
                  <a:pt x="109588" y="8934"/>
                </a:lnTo>
                <a:lnTo>
                  <a:pt x="92348" y="14345"/>
                </a:lnTo>
                <a:cubicBezTo>
                  <a:pt x="91510" y="14597"/>
                  <a:pt x="90901" y="14722"/>
                  <a:pt x="90524" y="14722"/>
                </a:cubicBezTo>
                <a:cubicBezTo>
                  <a:pt x="89895" y="14722"/>
                  <a:pt x="89318" y="14460"/>
                  <a:pt x="88794" y="13936"/>
                </a:cubicBezTo>
                <a:cubicBezTo>
                  <a:pt x="88269" y="13412"/>
                  <a:pt x="88007" y="12793"/>
                  <a:pt x="88007" y="12080"/>
                </a:cubicBezTo>
                <a:cubicBezTo>
                  <a:pt x="88007" y="11451"/>
                  <a:pt x="88217" y="10864"/>
                  <a:pt x="88636" y="10318"/>
                </a:cubicBezTo>
                <a:cubicBezTo>
                  <a:pt x="88972" y="9983"/>
                  <a:pt x="89664" y="9626"/>
                  <a:pt x="90713" y="9249"/>
                </a:cubicBezTo>
                <a:lnTo>
                  <a:pt x="114873" y="1636"/>
                </a:lnTo>
                <a:close/>
                <a:moveTo>
                  <a:pt x="295733" y="37876"/>
                </a:moveTo>
                <a:lnTo>
                  <a:pt x="238101" y="37876"/>
                </a:lnTo>
                <a:cubicBezTo>
                  <a:pt x="236843" y="37876"/>
                  <a:pt x="235941" y="37627"/>
                  <a:pt x="235396" y="37131"/>
                </a:cubicBezTo>
                <a:cubicBezTo>
                  <a:pt x="234851" y="36633"/>
                  <a:pt x="234578" y="35990"/>
                  <a:pt x="234578" y="35202"/>
                </a:cubicBezTo>
                <a:cubicBezTo>
                  <a:pt x="234578" y="34456"/>
                  <a:pt x="234851" y="33835"/>
                  <a:pt x="235396" y="33338"/>
                </a:cubicBezTo>
                <a:cubicBezTo>
                  <a:pt x="235941" y="32840"/>
                  <a:pt x="236843" y="32591"/>
                  <a:pt x="238101" y="32591"/>
                </a:cubicBezTo>
                <a:lnTo>
                  <a:pt x="295733" y="32591"/>
                </a:lnTo>
                <a:cubicBezTo>
                  <a:pt x="296991" y="32591"/>
                  <a:pt x="297893" y="32840"/>
                  <a:pt x="298438" y="33338"/>
                </a:cubicBezTo>
                <a:cubicBezTo>
                  <a:pt x="298984" y="33835"/>
                  <a:pt x="299256" y="34477"/>
                  <a:pt x="299256" y="35265"/>
                </a:cubicBezTo>
                <a:cubicBezTo>
                  <a:pt x="299256" y="36011"/>
                  <a:pt x="298984" y="36633"/>
                  <a:pt x="298438" y="37131"/>
                </a:cubicBezTo>
                <a:cubicBezTo>
                  <a:pt x="297893" y="37627"/>
                  <a:pt x="296991" y="37876"/>
                  <a:pt x="295733" y="37876"/>
                </a:cubicBezTo>
                <a:moveTo>
                  <a:pt x="295733" y="56877"/>
                </a:moveTo>
                <a:lnTo>
                  <a:pt x="238101" y="56877"/>
                </a:lnTo>
                <a:cubicBezTo>
                  <a:pt x="236843" y="56877"/>
                  <a:pt x="235941" y="56635"/>
                  <a:pt x="235396" y="56153"/>
                </a:cubicBezTo>
                <a:cubicBezTo>
                  <a:pt x="234851" y="55671"/>
                  <a:pt x="234578" y="55031"/>
                  <a:pt x="234578" y="54234"/>
                </a:cubicBezTo>
                <a:cubicBezTo>
                  <a:pt x="234578" y="53437"/>
                  <a:pt x="234851" y="52798"/>
                  <a:pt x="235396" y="52315"/>
                </a:cubicBezTo>
                <a:cubicBezTo>
                  <a:pt x="235941" y="51833"/>
                  <a:pt x="236843" y="51592"/>
                  <a:pt x="238101" y="51592"/>
                </a:cubicBezTo>
                <a:lnTo>
                  <a:pt x="295733" y="51592"/>
                </a:lnTo>
                <a:cubicBezTo>
                  <a:pt x="296991" y="51592"/>
                  <a:pt x="297893" y="51833"/>
                  <a:pt x="298438" y="52315"/>
                </a:cubicBezTo>
                <a:cubicBezTo>
                  <a:pt x="298984" y="52798"/>
                  <a:pt x="299256" y="53437"/>
                  <a:pt x="299256" y="54234"/>
                </a:cubicBezTo>
                <a:cubicBezTo>
                  <a:pt x="299256" y="55031"/>
                  <a:pt x="298984" y="55671"/>
                  <a:pt x="298438" y="56153"/>
                </a:cubicBezTo>
                <a:cubicBezTo>
                  <a:pt x="297893" y="56635"/>
                  <a:pt x="296991" y="56877"/>
                  <a:pt x="295733" y="56877"/>
                </a:cubicBezTo>
                <a:close/>
                <a:moveTo>
                  <a:pt x="404428" y="27054"/>
                </a:moveTo>
                <a:lnTo>
                  <a:pt x="404428" y="34982"/>
                </a:lnTo>
                <a:cubicBezTo>
                  <a:pt x="408119" y="31272"/>
                  <a:pt x="411454" y="28709"/>
                  <a:pt x="414432" y="27292"/>
                </a:cubicBezTo>
                <a:cubicBezTo>
                  <a:pt x="417410" y="25875"/>
                  <a:pt x="420765" y="25167"/>
                  <a:pt x="424498" y="25167"/>
                </a:cubicBezTo>
                <a:cubicBezTo>
                  <a:pt x="428525" y="25167"/>
                  <a:pt x="432195" y="26028"/>
                  <a:pt x="435509" y="27752"/>
                </a:cubicBezTo>
                <a:cubicBezTo>
                  <a:pt x="437858" y="29014"/>
                  <a:pt x="439986" y="31107"/>
                  <a:pt x="441895" y="34030"/>
                </a:cubicBezTo>
                <a:cubicBezTo>
                  <a:pt x="443803" y="36952"/>
                  <a:pt x="444758" y="39947"/>
                  <a:pt x="444758" y="43015"/>
                </a:cubicBezTo>
                <a:lnTo>
                  <a:pt x="444758" y="76381"/>
                </a:lnTo>
                <a:lnTo>
                  <a:pt x="449225" y="76381"/>
                </a:lnTo>
                <a:cubicBezTo>
                  <a:pt x="450483" y="76381"/>
                  <a:pt x="451385" y="76622"/>
                  <a:pt x="451930" y="77104"/>
                </a:cubicBezTo>
                <a:cubicBezTo>
                  <a:pt x="452475" y="77587"/>
                  <a:pt x="452748" y="78226"/>
                  <a:pt x="452748" y="79023"/>
                </a:cubicBezTo>
                <a:cubicBezTo>
                  <a:pt x="452748" y="79778"/>
                  <a:pt x="452475" y="80407"/>
                  <a:pt x="451930" y="80911"/>
                </a:cubicBezTo>
                <a:cubicBezTo>
                  <a:pt x="451385" y="81414"/>
                  <a:pt x="450483" y="81666"/>
                  <a:pt x="449225" y="81666"/>
                </a:cubicBezTo>
                <a:lnTo>
                  <a:pt x="435068" y="81666"/>
                </a:lnTo>
                <a:cubicBezTo>
                  <a:pt x="433768" y="81666"/>
                  <a:pt x="432845" y="81414"/>
                  <a:pt x="432300" y="80911"/>
                </a:cubicBezTo>
                <a:cubicBezTo>
                  <a:pt x="431755" y="80407"/>
                  <a:pt x="431482" y="79778"/>
                  <a:pt x="431482" y="79023"/>
                </a:cubicBezTo>
                <a:cubicBezTo>
                  <a:pt x="431482" y="78226"/>
                  <a:pt x="431755" y="77587"/>
                  <a:pt x="432300" y="77104"/>
                </a:cubicBezTo>
                <a:cubicBezTo>
                  <a:pt x="432845" y="76622"/>
                  <a:pt x="433768" y="76381"/>
                  <a:pt x="435068" y="76381"/>
                </a:cubicBezTo>
                <a:lnTo>
                  <a:pt x="439473" y="76381"/>
                </a:lnTo>
                <a:lnTo>
                  <a:pt x="439473" y="43845"/>
                </a:lnTo>
                <a:cubicBezTo>
                  <a:pt x="439473" y="40096"/>
                  <a:pt x="438109" y="36927"/>
                  <a:pt x="435383" y="34337"/>
                </a:cubicBezTo>
                <a:cubicBezTo>
                  <a:pt x="432657" y="31747"/>
                  <a:pt x="429007" y="30452"/>
                  <a:pt x="424436" y="30452"/>
                </a:cubicBezTo>
                <a:cubicBezTo>
                  <a:pt x="420954" y="30452"/>
                  <a:pt x="417934" y="31154"/>
                  <a:pt x="415376" y="32559"/>
                </a:cubicBezTo>
                <a:cubicBezTo>
                  <a:pt x="412817" y="33964"/>
                  <a:pt x="409168" y="37456"/>
                  <a:pt x="404428" y="43035"/>
                </a:cubicBezTo>
                <a:lnTo>
                  <a:pt x="404428" y="76381"/>
                </a:lnTo>
                <a:lnTo>
                  <a:pt x="410405" y="76381"/>
                </a:lnTo>
                <a:cubicBezTo>
                  <a:pt x="411663" y="76381"/>
                  <a:pt x="412565" y="76622"/>
                  <a:pt x="413111" y="77104"/>
                </a:cubicBezTo>
                <a:cubicBezTo>
                  <a:pt x="413656" y="77587"/>
                  <a:pt x="413928" y="78226"/>
                  <a:pt x="413928" y="79023"/>
                </a:cubicBezTo>
                <a:cubicBezTo>
                  <a:pt x="413928" y="79778"/>
                  <a:pt x="413656" y="80407"/>
                  <a:pt x="413111" y="80911"/>
                </a:cubicBezTo>
                <a:cubicBezTo>
                  <a:pt x="412565" y="81414"/>
                  <a:pt x="411663" y="81666"/>
                  <a:pt x="410405" y="81666"/>
                </a:cubicBezTo>
                <a:lnTo>
                  <a:pt x="393166" y="81666"/>
                </a:lnTo>
                <a:cubicBezTo>
                  <a:pt x="391908" y="81666"/>
                  <a:pt x="391006" y="81414"/>
                  <a:pt x="390461" y="80911"/>
                </a:cubicBezTo>
                <a:cubicBezTo>
                  <a:pt x="389915" y="80407"/>
                  <a:pt x="389643" y="79778"/>
                  <a:pt x="389643" y="79023"/>
                </a:cubicBezTo>
                <a:cubicBezTo>
                  <a:pt x="389643" y="78226"/>
                  <a:pt x="389915" y="77587"/>
                  <a:pt x="390461" y="77104"/>
                </a:cubicBezTo>
                <a:cubicBezTo>
                  <a:pt x="391006" y="76622"/>
                  <a:pt x="391908" y="76381"/>
                  <a:pt x="393166" y="76381"/>
                </a:cubicBezTo>
                <a:lnTo>
                  <a:pt x="399143" y="76381"/>
                </a:lnTo>
                <a:lnTo>
                  <a:pt x="399143" y="32339"/>
                </a:lnTo>
                <a:lnTo>
                  <a:pt x="394676" y="32339"/>
                </a:lnTo>
                <a:cubicBezTo>
                  <a:pt x="393418" y="32339"/>
                  <a:pt x="392516" y="32087"/>
                  <a:pt x="391971" y="31584"/>
                </a:cubicBezTo>
                <a:cubicBezTo>
                  <a:pt x="391425" y="31081"/>
                  <a:pt x="391153" y="30431"/>
                  <a:pt x="391153" y="29634"/>
                </a:cubicBezTo>
                <a:cubicBezTo>
                  <a:pt x="391153" y="28897"/>
                  <a:pt x="391425" y="28283"/>
                  <a:pt x="391971" y="27791"/>
                </a:cubicBezTo>
                <a:cubicBezTo>
                  <a:pt x="392516" y="27300"/>
                  <a:pt x="393418" y="27054"/>
                  <a:pt x="394676" y="27054"/>
                </a:cubicBezTo>
                <a:lnTo>
                  <a:pt x="404428" y="27054"/>
                </a:lnTo>
                <a:close/>
                <a:moveTo>
                  <a:pt x="527417" y="55618"/>
                </a:moveTo>
                <a:lnTo>
                  <a:pt x="473561" y="55618"/>
                </a:lnTo>
                <a:cubicBezTo>
                  <a:pt x="474484" y="62455"/>
                  <a:pt x="477346" y="67960"/>
                  <a:pt x="482149" y="72134"/>
                </a:cubicBezTo>
                <a:cubicBezTo>
                  <a:pt x="486952" y="76307"/>
                  <a:pt x="492897" y="78394"/>
                  <a:pt x="499986" y="78394"/>
                </a:cubicBezTo>
                <a:cubicBezTo>
                  <a:pt x="503929" y="78394"/>
                  <a:pt x="508060" y="77744"/>
                  <a:pt x="512380" y="76444"/>
                </a:cubicBezTo>
                <a:cubicBezTo>
                  <a:pt x="516701" y="75143"/>
                  <a:pt x="520224" y="73424"/>
                  <a:pt x="522950" y="71285"/>
                </a:cubicBezTo>
                <a:cubicBezTo>
                  <a:pt x="523747" y="70655"/>
                  <a:pt x="524439" y="70341"/>
                  <a:pt x="525027" y="70341"/>
                </a:cubicBezTo>
                <a:cubicBezTo>
                  <a:pt x="525698" y="70341"/>
                  <a:pt x="526285" y="70603"/>
                  <a:pt x="526788" y="71127"/>
                </a:cubicBezTo>
                <a:cubicBezTo>
                  <a:pt x="527292" y="71652"/>
                  <a:pt x="527543" y="72270"/>
                  <a:pt x="527543" y="72983"/>
                </a:cubicBezTo>
                <a:cubicBezTo>
                  <a:pt x="527543" y="73696"/>
                  <a:pt x="527208" y="74388"/>
                  <a:pt x="526537" y="75060"/>
                </a:cubicBezTo>
                <a:cubicBezTo>
                  <a:pt x="524523" y="77157"/>
                  <a:pt x="520948" y="79118"/>
                  <a:pt x="515809" y="80942"/>
                </a:cubicBezTo>
                <a:cubicBezTo>
                  <a:pt x="510671" y="82767"/>
                  <a:pt x="505397" y="83679"/>
                  <a:pt x="499986" y="83679"/>
                </a:cubicBezTo>
                <a:cubicBezTo>
                  <a:pt x="490926" y="83679"/>
                  <a:pt x="483365" y="80708"/>
                  <a:pt x="477304" y="74767"/>
                </a:cubicBezTo>
                <a:cubicBezTo>
                  <a:pt x="471243" y="68825"/>
                  <a:pt x="468213" y="61634"/>
                  <a:pt x="468213" y="53194"/>
                </a:cubicBezTo>
                <a:cubicBezTo>
                  <a:pt x="468213" y="45510"/>
                  <a:pt x="471055" y="38919"/>
                  <a:pt x="476738" y="33419"/>
                </a:cubicBezTo>
                <a:cubicBezTo>
                  <a:pt x="482422" y="27917"/>
                  <a:pt x="489458" y="25167"/>
                  <a:pt x="497847" y="25167"/>
                </a:cubicBezTo>
                <a:cubicBezTo>
                  <a:pt x="506487" y="25167"/>
                  <a:pt x="513597" y="27993"/>
                  <a:pt x="519175" y="33647"/>
                </a:cubicBezTo>
                <a:cubicBezTo>
                  <a:pt x="524754" y="39300"/>
                  <a:pt x="527501" y="46624"/>
                  <a:pt x="527417" y="55618"/>
                </a:cubicBezTo>
                <a:moveTo>
                  <a:pt x="522070" y="50333"/>
                </a:moveTo>
                <a:cubicBezTo>
                  <a:pt x="521021" y="44447"/>
                  <a:pt x="518263" y="39662"/>
                  <a:pt x="513796" y="35978"/>
                </a:cubicBezTo>
                <a:cubicBezTo>
                  <a:pt x="509329" y="32294"/>
                  <a:pt x="504012" y="30452"/>
                  <a:pt x="497847" y="30452"/>
                </a:cubicBezTo>
                <a:cubicBezTo>
                  <a:pt x="491681" y="30452"/>
                  <a:pt x="486375" y="32273"/>
                  <a:pt x="481929" y="35916"/>
                </a:cubicBezTo>
                <a:cubicBezTo>
                  <a:pt x="477483" y="39557"/>
                  <a:pt x="474714" y="44363"/>
                  <a:pt x="473624" y="50333"/>
                </a:cubicBezTo>
                <a:lnTo>
                  <a:pt x="522070" y="50333"/>
                </a:lnTo>
                <a:close/>
                <a:moveTo>
                  <a:pt x="594348" y="81666"/>
                </a:moveTo>
                <a:lnTo>
                  <a:pt x="587805" y="81792"/>
                </a:lnTo>
                <a:lnTo>
                  <a:pt x="576165" y="47789"/>
                </a:lnTo>
                <a:lnTo>
                  <a:pt x="564589" y="81792"/>
                </a:lnTo>
                <a:lnTo>
                  <a:pt x="558045" y="81666"/>
                </a:lnTo>
                <a:lnTo>
                  <a:pt x="547098" y="32339"/>
                </a:lnTo>
                <a:lnTo>
                  <a:pt x="544518" y="32339"/>
                </a:lnTo>
                <a:cubicBezTo>
                  <a:pt x="543260" y="32339"/>
                  <a:pt x="542358" y="32087"/>
                  <a:pt x="541813" y="31584"/>
                </a:cubicBezTo>
                <a:cubicBezTo>
                  <a:pt x="541268" y="31081"/>
                  <a:pt x="540995" y="30431"/>
                  <a:pt x="540995" y="29634"/>
                </a:cubicBezTo>
                <a:cubicBezTo>
                  <a:pt x="540995" y="28897"/>
                  <a:pt x="541268" y="28283"/>
                  <a:pt x="541813" y="27791"/>
                </a:cubicBezTo>
                <a:cubicBezTo>
                  <a:pt x="542358" y="27300"/>
                  <a:pt x="543260" y="27054"/>
                  <a:pt x="544518" y="27054"/>
                </a:cubicBezTo>
                <a:lnTo>
                  <a:pt x="559052" y="27054"/>
                </a:lnTo>
                <a:cubicBezTo>
                  <a:pt x="560310" y="27054"/>
                  <a:pt x="561212" y="27300"/>
                  <a:pt x="561757" y="27791"/>
                </a:cubicBezTo>
                <a:cubicBezTo>
                  <a:pt x="562303" y="28283"/>
                  <a:pt x="562575" y="28918"/>
                  <a:pt x="562575" y="29697"/>
                </a:cubicBezTo>
                <a:cubicBezTo>
                  <a:pt x="562575" y="30452"/>
                  <a:pt x="562303" y="31081"/>
                  <a:pt x="561757" y="31584"/>
                </a:cubicBezTo>
                <a:cubicBezTo>
                  <a:pt x="561212" y="32087"/>
                  <a:pt x="560310" y="32339"/>
                  <a:pt x="559052" y="32339"/>
                </a:cubicBezTo>
                <a:lnTo>
                  <a:pt x="552320" y="32339"/>
                </a:lnTo>
                <a:lnTo>
                  <a:pt x="561694" y="74367"/>
                </a:lnTo>
                <a:lnTo>
                  <a:pt x="572957" y="41022"/>
                </a:lnTo>
                <a:lnTo>
                  <a:pt x="579248" y="41022"/>
                </a:lnTo>
                <a:lnTo>
                  <a:pt x="590825" y="74493"/>
                </a:lnTo>
                <a:lnTo>
                  <a:pt x="599822" y="32339"/>
                </a:lnTo>
                <a:lnTo>
                  <a:pt x="593153" y="32339"/>
                </a:lnTo>
                <a:cubicBezTo>
                  <a:pt x="591894" y="32339"/>
                  <a:pt x="590982" y="32087"/>
                  <a:pt x="590416" y="31584"/>
                </a:cubicBezTo>
                <a:cubicBezTo>
                  <a:pt x="589850" y="31081"/>
                  <a:pt x="589567" y="30431"/>
                  <a:pt x="589567" y="29634"/>
                </a:cubicBezTo>
                <a:cubicBezTo>
                  <a:pt x="589567" y="28897"/>
                  <a:pt x="589839" y="28283"/>
                  <a:pt x="590384" y="27791"/>
                </a:cubicBezTo>
                <a:cubicBezTo>
                  <a:pt x="590930" y="27300"/>
                  <a:pt x="591852" y="27054"/>
                  <a:pt x="593153" y="27054"/>
                </a:cubicBezTo>
                <a:lnTo>
                  <a:pt x="607624" y="27054"/>
                </a:lnTo>
                <a:cubicBezTo>
                  <a:pt x="608924" y="27054"/>
                  <a:pt x="609847" y="27300"/>
                  <a:pt x="610392" y="27791"/>
                </a:cubicBezTo>
                <a:cubicBezTo>
                  <a:pt x="610937" y="28283"/>
                  <a:pt x="611210" y="28918"/>
                  <a:pt x="611210" y="29697"/>
                </a:cubicBezTo>
                <a:cubicBezTo>
                  <a:pt x="611210" y="30452"/>
                  <a:pt x="610937" y="31081"/>
                  <a:pt x="610392" y="31584"/>
                </a:cubicBezTo>
                <a:cubicBezTo>
                  <a:pt x="609847" y="32087"/>
                  <a:pt x="608924" y="32339"/>
                  <a:pt x="607624" y="32339"/>
                </a:cubicBezTo>
                <a:lnTo>
                  <a:pt x="605107" y="32339"/>
                </a:lnTo>
                <a:lnTo>
                  <a:pt x="594348" y="81666"/>
                </a:lnTo>
                <a:close/>
                <a:moveTo>
                  <a:pt x="738339" y="0"/>
                </a:moveTo>
                <a:lnTo>
                  <a:pt x="738339" y="13590"/>
                </a:lnTo>
                <a:lnTo>
                  <a:pt x="730538" y="13590"/>
                </a:lnTo>
                <a:lnTo>
                  <a:pt x="730538" y="0"/>
                </a:lnTo>
                <a:lnTo>
                  <a:pt x="738339" y="0"/>
                </a:lnTo>
                <a:moveTo>
                  <a:pt x="738654" y="32339"/>
                </a:moveTo>
                <a:lnTo>
                  <a:pt x="707258" y="32339"/>
                </a:lnTo>
                <a:cubicBezTo>
                  <a:pt x="706000" y="32339"/>
                  <a:pt x="705098" y="32091"/>
                  <a:pt x="704553" y="31594"/>
                </a:cubicBezTo>
                <a:cubicBezTo>
                  <a:pt x="704008" y="31096"/>
                  <a:pt x="703735" y="30453"/>
                  <a:pt x="703735" y="29665"/>
                </a:cubicBezTo>
                <a:cubicBezTo>
                  <a:pt x="703735" y="28919"/>
                  <a:pt x="703997" y="28298"/>
                  <a:pt x="704521" y="27801"/>
                </a:cubicBezTo>
                <a:cubicBezTo>
                  <a:pt x="705046" y="27303"/>
                  <a:pt x="705958" y="27054"/>
                  <a:pt x="707258" y="27054"/>
                </a:cubicBezTo>
                <a:lnTo>
                  <a:pt x="743939" y="27054"/>
                </a:lnTo>
                <a:lnTo>
                  <a:pt x="743939" y="85344"/>
                </a:lnTo>
                <a:cubicBezTo>
                  <a:pt x="743939" y="89840"/>
                  <a:pt x="743016" y="93600"/>
                  <a:pt x="741170" y="96624"/>
                </a:cubicBezTo>
                <a:cubicBezTo>
                  <a:pt x="739325" y="99649"/>
                  <a:pt x="736557" y="102107"/>
                  <a:pt x="732865" y="103997"/>
                </a:cubicBezTo>
                <a:cubicBezTo>
                  <a:pt x="730307" y="105300"/>
                  <a:pt x="727266" y="105952"/>
                  <a:pt x="723743" y="105952"/>
                </a:cubicBezTo>
                <a:lnTo>
                  <a:pt x="706944" y="105952"/>
                </a:lnTo>
                <a:cubicBezTo>
                  <a:pt x="705685" y="105952"/>
                  <a:pt x="704784" y="105713"/>
                  <a:pt x="704238" y="105236"/>
                </a:cubicBezTo>
                <a:cubicBezTo>
                  <a:pt x="703693" y="104760"/>
                  <a:pt x="703420" y="104128"/>
                  <a:pt x="703420" y="103341"/>
                </a:cubicBezTo>
                <a:cubicBezTo>
                  <a:pt x="703420" y="102553"/>
                  <a:pt x="703693" y="101910"/>
                  <a:pt x="704238" y="101412"/>
                </a:cubicBezTo>
                <a:cubicBezTo>
                  <a:pt x="704784" y="100915"/>
                  <a:pt x="705685" y="100667"/>
                  <a:pt x="706944" y="100667"/>
                </a:cubicBezTo>
                <a:lnTo>
                  <a:pt x="723617" y="100792"/>
                </a:lnTo>
                <a:cubicBezTo>
                  <a:pt x="728105" y="100792"/>
                  <a:pt x="731733" y="99317"/>
                  <a:pt x="734501" y="96367"/>
                </a:cubicBezTo>
                <a:cubicBezTo>
                  <a:pt x="737270" y="93417"/>
                  <a:pt x="738654" y="89773"/>
                  <a:pt x="738654" y="85433"/>
                </a:cubicBezTo>
                <a:lnTo>
                  <a:pt x="738654" y="32339"/>
                </a:lnTo>
                <a:close/>
                <a:moveTo>
                  <a:pt x="807472" y="50302"/>
                </a:moveTo>
                <a:cubicBezTo>
                  <a:pt x="807472" y="45476"/>
                  <a:pt x="808101" y="40355"/>
                  <a:pt x="809359" y="34940"/>
                </a:cubicBezTo>
                <a:cubicBezTo>
                  <a:pt x="810618" y="29526"/>
                  <a:pt x="813029" y="23272"/>
                  <a:pt x="816595" y="16179"/>
                </a:cubicBezTo>
                <a:cubicBezTo>
                  <a:pt x="820160" y="9086"/>
                  <a:pt x="822760" y="4804"/>
                  <a:pt x="824396" y="3335"/>
                </a:cubicBezTo>
                <a:cubicBezTo>
                  <a:pt x="824900" y="2873"/>
                  <a:pt x="825445" y="2642"/>
                  <a:pt x="826032" y="2642"/>
                </a:cubicBezTo>
                <a:cubicBezTo>
                  <a:pt x="826787" y="2642"/>
                  <a:pt x="827427" y="2894"/>
                  <a:pt x="827951" y="3397"/>
                </a:cubicBezTo>
                <a:cubicBezTo>
                  <a:pt x="828475" y="3901"/>
                  <a:pt x="828737" y="4510"/>
                  <a:pt x="828737" y="5224"/>
                </a:cubicBezTo>
                <a:cubicBezTo>
                  <a:pt x="828737" y="5643"/>
                  <a:pt x="828591" y="6105"/>
                  <a:pt x="828297" y="6608"/>
                </a:cubicBezTo>
                <a:cubicBezTo>
                  <a:pt x="823683" y="15088"/>
                  <a:pt x="820391" y="22769"/>
                  <a:pt x="818419" y="29653"/>
                </a:cubicBezTo>
                <a:cubicBezTo>
                  <a:pt x="816448" y="36536"/>
                  <a:pt x="815462" y="43419"/>
                  <a:pt x="815462" y="50302"/>
                </a:cubicBezTo>
                <a:cubicBezTo>
                  <a:pt x="815462" y="57228"/>
                  <a:pt x="816448" y="64132"/>
                  <a:pt x="818419" y="71015"/>
                </a:cubicBezTo>
                <a:cubicBezTo>
                  <a:pt x="820391" y="77898"/>
                  <a:pt x="823683" y="85558"/>
                  <a:pt x="828297" y="93995"/>
                </a:cubicBezTo>
                <a:cubicBezTo>
                  <a:pt x="828591" y="94499"/>
                  <a:pt x="828737" y="94960"/>
                  <a:pt x="828737" y="95380"/>
                </a:cubicBezTo>
                <a:cubicBezTo>
                  <a:pt x="828737" y="96094"/>
                  <a:pt x="828475" y="96713"/>
                  <a:pt x="827951" y="97238"/>
                </a:cubicBezTo>
                <a:cubicBezTo>
                  <a:pt x="827427" y="97762"/>
                  <a:pt x="826787" y="98024"/>
                  <a:pt x="826032" y="98024"/>
                </a:cubicBezTo>
                <a:cubicBezTo>
                  <a:pt x="825445" y="98024"/>
                  <a:pt x="824900" y="97793"/>
                  <a:pt x="824396" y="97332"/>
                </a:cubicBezTo>
                <a:cubicBezTo>
                  <a:pt x="822844" y="95905"/>
                  <a:pt x="820307" y="91728"/>
                  <a:pt x="816783" y="84802"/>
                </a:cubicBezTo>
                <a:cubicBezTo>
                  <a:pt x="813260" y="77877"/>
                  <a:pt x="810827" y="71750"/>
                  <a:pt x="809485" y="66420"/>
                </a:cubicBezTo>
                <a:cubicBezTo>
                  <a:pt x="808143" y="61089"/>
                  <a:pt x="807472" y="55717"/>
                  <a:pt x="807472" y="50302"/>
                </a:cubicBezTo>
                <a:close/>
                <a:moveTo>
                  <a:pt x="900575" y="81666"/>
                </a:moveTo>
                <a:lnTo>
                  <a:pt x="900575" y="73990"/>
                </a:lnTo>
                <a:cubicBezTo>
                  <a:pt x="892900" y="80449"/>
                  <a:pt x="884699" y="83679"/>
                  <a:pt x="875975" y="83679"/>
                </a:cubicBezTo>
                <a:cubicBezTo>
                  <a:pt x="869641" y="83679"/>
                  <a:pt x="864692" y="82075"/>
                  <a:pt x="861127" y="78866"/>
                </a:cubicBezTo>
                <a:cubicBezTo>
                  <a:pt x="857561" y="75657"/>
                  <a:pt x="855779" y="71725"/>
                  <a:pt x="855779" y="67069"/>
                </a:cubicBezTo>
                <a:cubicBezTo>
                  <a:pt x="855779" y="61952"/>
                  <a:pt x="858128" y="57485"/>
                  <a:pt x="862825" y="53668"/>
                </a:cubicBezTo>
                <a:cubicBezTo>
                  <a:pt x="867523" y="49851"/>
                  <a:pt x="874381" y="47942"/>
                  <a:pt x="883399" y="47942"/>
                </a:cubicBezTo>
                <a:cubicBezTo>
                  <a:pt x="885832" y="47942"/>
                  <a:pt x="888474" y="48100"/>
                  <a:pt x="891327" y="48414"/>
                </a:cubicBezTo>
                <a:cubicBezTo>
                  <a:pt x="894179" y="48729"/>
                  <a:pt x="897262" y="49222"/>
                  <a:pt x="900575" y="49893"/>
                </a:cubicBezTo>
                <a:lnTo>
                  <a:pt x="900575" y="41281"/>
                </a:lnTo>
                <a:cubicBezTo>
                  <a:pt x="900575" y="38367"/>
                  <a:pt x="899233" y="35834"/>
                  <a:pt x="896549" y="33682"/>
                </a:cubicBezTo>
                <a:cubicBezTo>
                  <a:pt x="893864" y="31528"/>
                  <a:pt x="889838" y="30452"/>
                  <a:pt x="884469" y="30452"/>
                </a:cubicBezTo>
                <a:cubicBezTo>
                  <a:pt x="880358" y="30452"/>
                  <a:pt x="874591" y="31665"/>
                  <a:pt x="867167" y="34091"/>
                </a:cubicBezTo>
                <a:cubicBezTo>
                  <a:pt x="865824" y="34517"/>
                  <a:pt x="864965" y="34730"/>
                  <a:pt x="864587" y="34730"/>
                </a:cubicBezTo>
                <a:cubicBezTo>
                  <a:pt x="863916" y="34730"/>
                  <a:pt x="863339" y="34478"/>
                  <a:pt x="862857" y="33975"/>
                </a:cubicBezTo>
                <a:cubicBezTo>
                  <a:pt x="862375" y="33472"/>
                  <a:pt x="862133" y="32842"/>
                  <a:pt x="862133" y="32087"/>
                </a:cubicBezTo>
                <a:cubicBezTo>
                  <a:pt x="862133" y="31374"/>
                  <a:pt x="862343" y="30808"/>
                  <a:pt x="862763" y="30389"/>
                </a:cubicBezTo>
                <a:cubicBezTo>
                  <a:pt x="863350" y="29760"/>
                  <a:pt x="865720" y="28900"/>
                  <a:pt x="869872" y="27809"/>
                </a:cubicBezTo>
                <a:cubicBezTo>
                  <a:pt x="876415" y="26047"/>
                  <a:pt x="881365" y="25167"/>
                  <a:pt x="884720" y="25167"/>
                </a:cubicBezTo>
                <a:cubicBezTo>
                  <a:pt x="891390" y="25167"/>
                  <a:pt x="896591" y="26817"/>
                  <a:pt x="900324" y="30117"/>
                </a:cubicBezTo>
                <a:cubicBezTo>
                  <a:pt x="904057" y="33418"/>
                  <a:pt x="905923" y="37150"/>
                  <a:pt x="905923" y="41313"/>
                </a:cubicBezTo>
                <a:lnTo>
                  <a:pt x="905923" y="76381"/>
                </a:lnTo>
                <a:lnTo>
                  <a:pt x="912970" y="76381"/>
                </a:lnTo>
                <a:cubicBezTo>
                  <a:pt x="914270" y="76381"/>
                  <a:pt x="915193" y="76622"/>
                  <a:pt x="915738" y="77104"/>
                </a:cubicBezTo>
                <a:cubicBezTo>
                  <a:pt x="916284" y="77587"/>
                  <a:pt x="916556" y="78226"/>
                  <a:pt x="916556" y="79023"/>
                </a:cubicBezTo>
                <a:cubicBezTo>
                  <a:pt x="916556" y="79778"/>
                  <a:pt x="916284" y="80407"/>
                  <a:pt x="915738" y="80911"/>
                </a:cubicBezTo>
                <a:cubicBezTo>
                  <a:pt x="915193" y="81414"/>
                  <a:pt x="914270" y="81666"/>
                  <a:pt x="912970" y="81666"/>
                </a:cubicBezTo>
                <a:lnTo>
                  <a:pt x="900575" y="81666"/>
                </a:lnTo>
                <a:moveTo>
                  <a:pt x="900575" y="55304"/>
                </a:moveTo>
                <a:cubicBezTo>
                  <a:pt x="898101" y="54591"/>
                  <a:pt x="895479" y="54066"/>
                  <a:pt x="892711" y="53731"/>
                </a:cubicBezTo>
                <a:cubicBezTo>
                  <a:pt x="889943" y="53395"/>
                  <a:pt x="887027" y="53227"/>
                  <a:pt x="883965" y="53227"/>
                </a:cubicBezTo>
                <a:cubicBezTo>
                  <a:pt x="876290" y="53227"/>
                  <a:pt x="870292" y="54884"/>
                  <a:pt x="865971" y="58198"/>
                </a:cubicBezTo>
                <a:cubicBezTo>
                  <a:pt x="862700" y="60673"/>
                  <a:pt x="861064" y="63630"/>
                  <a:pt x="861064" y="67069"/>
                </a:cubicBezTo>
                <a:cubicBezTo>
                  <a:pt x="861064" y="70257"/>
                  <a:pt x="862312" y="72941"/>
                  <a:pt x="864807" y="75122"/>
                </a:cubicBezTo>
                <a:cubicBezTo>
                  <a:pt x="867303" y="77304"/>
                  <a:pt x="870942" y="78394"/>
                  <a:pt x="875723" y="78394"/>
                </a:cubicBezTo>
                <a:cubicBezTo>
                  <a:pt x="880295" y="78394"/>
                  <a:pt x="884542" y="77482"/>
                  <a:pt x="888464" y="75657"/>
                </a:cubicBezTo>
                <a:cubicBezTo>
                  <a:pt x="892386" y="73833"/>
                  <a:pt x="896423" y="70928"/>
                  <a:pt x="900575" y="66943"/>
                </a:cubicBezTo>
                <a:lnTo>
                  <a:pt x="900575" y="55304"/>
                </a:lnTo>
                <a:close/>
                <a:moveTo>
                  <a:pt x="956370" y="27054"/>
                </a:moveTo>
                <a:lnTo>
                  <a:pt x="956370" y="40426"/>
                </a:lnTo>
                <a:cubicBezTo>
                  <a:pt x="963249" y="34231"/>
                  <a:pt x="968398" y="30245"/>
                  <a:pt x="971816" y="28466"/>
                </a:cubicBezTo>
                <a:cubicBezTo>
                  <a:pt x="975235" y="26686"/>
                  <a:pt x="978391" y="25796"/>
                  <a:pt x="981285" y="25796"/>
                </a:cubicBezTo>
                <a:cubicBezTo>
                  <a:pt x="984431" y="25796"/>
                  <a:pt x="987357" y="26862"/>
                  <a:pt x="990062" y="28995"/>
                </a:cubicBezTo>
                <a:cubicBezTo>
                  <a:pt x="992767" y="31127"/>
                  <a:pt x="994120" y="32743"/>
                  <a:pt x="994120" y="33841"/>
                </a:cubicBezTo>
                <a:cubicBezTo>
                  <a:pt x="994120" y="34643"/>
                  <a:pt x="993858" y="35307"/>
                  <a:pt x="993334" y="35831"/>
                </a:cubicBezTo>
                <a:cubicBezTo>
                  <a:pt x="992809" y="36355"/>
                  <a:pt x="992149" y="36617"/>
                  <a:pt x="991352" y="36617"/>
                </a:cubicBezTo>
                <a:cubicBezTo>
                  <a:pt x="990932" y="36617"/>
                  <a:pt x="990576" y="36544"/>
                  <a:pt x="990282" y="36397"/>
                </a:cubicBezTo>
                <a:cubicBezTo>
                  <a:pt x="989989" y="36250"/>
                  <a:pt x="989443" y="35773"/>
                  <a:pt x="988646" y="34966"/>
                </a:cubicBezTo>
                <a:cubicBezTo>
                  <a:pt x="987178" y="33480"/>
                  <a:pt x="985899" y="32460"/>
                  <a:pt x="984808" y="31909"/>
                </a:cubicBezTo>
                <a:cubicBezTo>
                  <a:pt x="983718" y="31357"/>
                  <a:pt x="982648" y="31081"/>
                  <a:pt x="981600" y="31081"/>
                </a:cubicBezTo>
                <a:cubicBezTo>
                  <a:pt x="979293" y="31081"/>
                  <a:pt x="976514" y="32003"/>
                  <a:pt x="973263" y="33847"/>
                </a:cubicBezTo>
                <a:cubicBezTo>
                  <a:pt x="970013" y="35691"/>
                  <a:pt x="964382" y="40197"/>
                  <a:pt x="956370" y="47364"/>
                </a:cubicBezTo>
                <a:lnTo>
                  <a:pt x="956370" y="76381"/>
                </a:lnTo>
                <a:lnTo>
                  <a:pt x="979775" y="76381"/>
                </a:lnTo>
                <a:cubicBezTo>
                  <a:pt x="981075" y="76381"/>
                  <a:pt x="981998" y="76622"/>
                  <a:pt x="982543" y="77104"/>
                </a:cubicBezTo>
                <a:cubicBezTo>
                  <a:pt x="983089" y="77587"/>
                  <a:pt x="983361" y="78226"/>
                  <a:pt x="983361" y="79023"/>
                </a:cubicBezTo>
                <a:cubicBezTo>
                  <a:pt x="983361" y="79778"/>
                  <a:pt x="983089" y="80407"/>
                  <a:pt x="982543" y="80911"/>
                </a:cubicBezTo>
                <a:cubicBezTo>
                  <a:pt x="981998" y="81414"/>
                  <a:pt x="981075" y="81666"/>
                  <a:pt x="979775" y="81666"/>
                </a:cubicBezTo>
                <a:lnTo>
                  <a:pt x="938313" y="81666"/>
                </a:lnTo>
                <a:cubicBezTo>
                  <a:pt x="937055" y="81666"/>
                  <a:pt x="936153" y="81419"/>
                  <a:pt x="935608" y="80925"/>
                </a:cubicBezTo>
                <a:cubicBezTo>
                  <a:pt x="935062" y="80430"/>
                  <a:pt x="934790" y="79797"/>
                  <a:pt x="934790" y="79023"/>
                </a:cubicBezTo>
                <a:cubicBezTo>
                  <a:pt x="934790" y="78310"/>
                  <a:pt x="935052" y="77713"/>
                  <a:pt x="935576" y="77230"/>
                </a:cubicBezTo>
                <a:cubicBezTo>
                  <a:pt x="936101" y="76748"/>
                  <a:pt x="937013" y="76507"/>
                  <a:pt x="938313" y="76507"/>
                </a:cubicBezTo>
                <a:lnTo>
                  <a:pt x="951085" y="76507"/>
                </a:lnTo>
                <a:lnTo>
                  <a:pt x="951085" y="32339"/>
                </a:lnTo>
                <a:lnTo>
                  <a:pt x="941333" y="32339"/>
                </a:lnTo>
                <a:cubicBezTo>
                  <a:pt x="940075" y="32339"/>
                  <a:pt x="939173" y="32087"/>
                  <a:pt x="938628" y="31584"/>
                </a:cubicBezTo>
                <a:cubicBezTo>
                  <a:pt x="938082" y="31081"/>
                  <a:pt x="937810" y="30431"/>
                  <a:pt x="937810" y="29634"/>
                </a:cubicBezTo>
                <a:cubicBezTo>
                  <a:pt x="937810" y="28897"/>
                  <a:pt x="938072" y="28283"/>
                  <a:pt x="938596" y="27791"/>
                </a:cubicBezTo>
                <a:cubicBezTo>
                  <a:pt x="939121" y="27300"/>
                  <a:pt x="940033" y="27054"/>
                  <a:pt x="941333" y="27054"/>
                </a:cubicBezTo>
                <a:lnTo>
                  <a:pt x="956370" y="27054"/>
                </a:lnTo>
                <a:close/>
                <a:moveTo>
                  <a:pt x="1057779" y="36706"/>
                </a:moveTo>
                <a:lnTo>
                  <a:pt x="1057779" y="27054"/>
                </a:lnTo>
                <a:lnTo>
                  <a:pt x="1070174" y="27054"/>
                </a:lnTo>
                <a:cubicBezTo>
                  <a:pt x="1071432" y="27054"/>
                  <a:pt x="1072334" y="27300"/>
                  <a:pt x="1072879" y="27791"/>
                </a:cubicBezTo>
                <a:cubicBezTo>
                  <a:pt x="1073424" y="28283"/>
                  <a:pt x="1073697" y="28918"/>
                  <a:pt x="1073697" y="29697"/>
                </a:cubicBezTo>
                <a:cubicBezTo>
                  <a:pt x="1073697" y="30452"/>
                  <a:pt x="1073424" y="31081"/>
                  <a:pt x="1072879" y="31584"/>
                </a:cubicBezTo>
                <a:cubicBezTo>
                  <a:pt x="1072334" y="32087"/>
                  <a:pt x="1071432" y="32339"/>
                  <a:pt x="1070174" y="32339"/>
                </a:cubicBezTo>
                <a:lnTo>
                  <a:pt x="1063064" y="32339"/>
                </a:lnTo>
                <a:lnTo>
                  <a:pt x="1063064" y="85262"/>
                </a:lnTo>
                <a:cubicBezTo>
                  <a:pt x="1063064" y="88794"/>
                  <a:pt x="1062309" y="91948"/>
                  <a:pt x="1060799" y="94723"/>
                </a:cubicBezTo>
                <a:cubicBezTo>
                  <a:pt x="1059793" y="96574"/>
                  <a:pt x="1058115" y="98487"/>
                  <a:pt x="1055766" y="100464"/>
                </a:cubicBezTo>
                <a:cubicBezTo>
                  <a:pt x="1053417" y="102441"/>
                  <a:pt x="1051278" y="103849"/>
                  <a:pt x="1049348" y="104689"/>
                </a:cubicBezTo>
                <a:cubicBezTo>
                  <a:pt x="1047419" y="105531"/>
                  <a:pt x="1044839" y="105952"/>
                  <a:pt x="1041610" y="105952"/>
                </a:cubicBezTo>
                <a:lnTo>
                  <a:pt x="1026635" y="105952"/>
                </a:lnTo>
                <a:cubicBezTo>
                  <a:pt x="1025377" y="105952"/>
                  <a:pt x="1024475" y="105713"/>
                  <a:pt x="1023930" y="105236"/>
                </a:cubicBezTo>
                <a:cubicBezTo>
                  <a:pt x="1023385" y="104760"/>
                  <a:pt x="1023112" y="104128"/>
                  <a:pt x="1023112" y="103341"/>
                </a:cubicBezTo>
                <a:cubicBezTo>
                  <a:pt x="1023112" y="102553"/>
                  <a:pt x="1023385" y="101910"/>
                  <a:pt x="1023930" y="101412"/>
                </a:cubicBezTo>
                <a:cubicBezTo>
                  <a:pt x="1024475" y="100915"/>
                  <a:pt x="1025377" y="100667"/>
                  <a:pt x="1026635" y="100667"/>
                </a:cubicBezTo>
                <a:lnTo>
                  <a:pt x="1041798" y="100667"/>
                </a:lnTo>
                <a:cubicBezTo>
                  <a:pt x="1044902" y="100667"/>
                  <a:pt x="1047702" y="99869"/>
                  <a:pt x="1050198" y="98274"/>
                </a:cubicBezTo>
                <a:cubicBezTo>
                  <a:pt x="1052693" y="96679"/>
                  <a:pt x="1054759" y="94349"/>
                  <a:pt x="1056395" y="91284"/>
                </a:cubicBezTo>
                <a:cubicBezTo>
                  <a:pt x="1057318" y="89521"/>
                  <a:pt x="1057779" y="87275"/>
                  <a:pt x="1057779" y="84546"/>
                </a:cubicBezTo>
                <a:lnTo>
                  <a:pt x="1057779" y="68677"/>
                </a:lnTo>
                <a:cubicBezTo>
                  <a:pt x="1052117" y="76414"/>
                  <a:pt x="1044818" y="80282"/>
                  <a:pt x="1035884" y="80282"/>
                </a:cubicBezTo>
                <a:cubicBezTo>
                  <a:pt x="1028628" y="80282"/>
                  <a:pt x="1022368" y="77584"/>
                  <a:pt x="1017104" y="72189"/>
                </a:cubicBezTo>
                <a:cubicBezTo>
                  <a:pt x="1011840" y="66793"/>
                  <a:pt x="1009208" y="60294"/>
                  <a:pt x="1009208" y="52693"/>
                </a:cubicBezTo>
                <a:cubicBezTo>
                  <a:pt x="1009208" y="45092"/>
                  <a:pt x="1011840" y="38604"/>
                  <a:pt x="1017104" y="33230"/>
                </a:cubicBezTo>
                <a:cubicBezTo>
                  <a:pt x="1022368" y="27854"/>
                  <a:pt x="1028628" y="25167"/>
                  <a:pt x="1035884" y="25167"/>
                </a:cubicBezTo>
                <a:cubicBezTo>
                  <a:pt x="1044818" y="25167"/>
                  <a:pt x="1052117" y="29013"/>
                  <a:pt x="1057779" y="36706"/>
                </a:cubicBezTo>
                <a:moveTo>
                  <a:pt x="1057779" y="52693"/>
                </a:moveTo>
                <a:cubicBezTo>
                  <a:pt x="1057779" y="46459"/>
                  <a:pt x="1055650" y="41193"/>
                  <a:pt x="1051393" y="36897"/>
                </a:cubicBezTo>
                <a:cubicBezTo>
                  <a:pt x="1047136" y="32600"/>
                  <a:pt x="1042050" y="30452"/>
                  <a:pt x="1036136" y="30452"/>
                </a:cubicBezTo>
                <a:cubicBezTo>
                  <a:pt x="1030222" y="30452"/>
                  <a:pt x="1025146" y="32610"/>
                  <a:pt x="1020910" y="36928"/>
                </a:cubicBezTo>
                <a:cubicBezTo>
                  <a:pt x="1016674" y="41246"/>
                  <a:pt x="1014555" y="46501"/>
                  <a:pt x="1014555" y="52693"/>
                </a:cubicBezTo>
                <a:cubicBezTo>
                  <a:pt x="1014555" y="58927"/>
                  <a:pt x="1016674" y="64202"/>
                  <a:pt x="1020910" y="68520"/>
                </a:cubicBezTo>
                <a:cubicBezTo>
                  <a:pt x="1025146" y="72838"/>
                  <a:pt x="1030222" y="74997"/>
                  <a:pt x="1036136" y="74997"/>
                </a:cubicBezTo>
                <a:cubicBezTo>
                  <a:pt x="1042050" y="74997"/>
                  <a:pt x="1047136" y="72838"/>
                  <a:pt x="1051393" y="68520"/>
                </a:cubicBezTo>
                <a:cubicBezTo>
                  <a:pt x="1055650" y="64202"/>
                  <a:pt x="1057779" y="58927"/>
                  <a:pt x="1057779" y="52693"/>
                </a:cubicBezTo>
                <a:close/>
                <a:moveTo>
                  <a:pt x="1128170" y="38733"/>
                </a:moveTo>
                <a:cubicBezTo>
                  <a:pt x="1133036" y="40913"/>
                  <a:pt x="1136748" y="43899"/>
                  <a:pt x="1139307" y="47691"/>
                </a:cubicBezTo>
                <a:cubicBezTo>
                  <a:pt x="1141865" y="51483"/>
                  <a:pt x="1143144" y="55433"/>
                  <a:pt x="1143144" y="59541"/>
                </a:cubicBezTo>
                <a:cubicBezTo>
                  <a:pt x="1143144" y="65868"/>
                  <a:pt x="1140575" y="71452"/>
                  <a:pt x="1135437" y="76292"/>
                </a:cubicBezTo>
                <a:cubicBezTo>
                  <a:pt x="1130299" y="81133"/>
                  <a:pt x="1123871" y="83553"/>
                  <a:pt x="1116153" y="83553"/>
                </a:cubicBezTo>
                <a:cubicBezTo>
                  <a:pt x="1111623" y="83553"/>
                  <a:pt x="1106925" y="82589"/>
                  <a:pt x="1102060" y="80659"/>
                </a:cubicBezTo>
                <a:cubicBezTo>
                  <a:pt x="1097194" y="78730"/>
                  <a:pt x="1093797" y="76758"/>
                  <a:pt x="1091867" y="74745"/>
                </a:cubicBezTo>
                <a:cubicBezTo>
                  <a:pt x="1091238" y="74074"/>
                  <a:pt x="1090924" y="73361"/>
                  <a:pt x="1090924" y="72606"/>
                </a:cubicBezTo>
                <a:cubicBezTo>
                  <a:pt x="1090924" y="71935"/>
                  <a:pt x="1091165" y="71347"/>
                  <a:pt x="1091647" y="70844"/>
                </a:cubicBezTo>
                <a:cubicBezTo>
                  <a:pt x="1092130" y="70341"/>
                  <a:pt x="1092706" y="70089"/>
                  <a:pt x="1093377" y="70089"/>
                </a:cubicBezTo>
                <a:cubicBezTo>
                  <a:pt x="1094049" y="70089"/>
                  <a:pt x="1094804" y="70404"/>
                  <a:pt x="1095642" y="71033"/>
                </a:cubicBezTo>
                <a:cubicBezTo>
                  <a:pt x="1102144" y="75856"/>
                  <a:pt x="1109023" y="78268"/>
                  <a:pt x="1116279" y="78268"/>
                </a:cubicBezTo>
                <a:cubicBezTo>
                  <a:pt x="1122403" y="78268"/>
                  <a:pt x="1127531" y="76353"/>
                  <a:pt x="1131662" y="72521"/>
                </a:cubicBezTo>
                <a:cubicBezTo>
                  <a:pt x="1135794" y="68690"/>
                  <a:pt x="1137859" y="64429"/>
                  <a:pt x="1137859" y="59739"/>
                </a:cubicBezTo>
                <a:cubicBezTo>
                  <a:pt x="1137859" y="56599"/>
                  <a:pt x="1136842" y="53521"/>
                  <a:pt x="1134808" y="50506"/>
                </a:cubicBezTo>
                <a:cubicBezTo>
                  <a:pt x="1132774" y="47492"/>
                  <a:pt x="1129848" y="45115"/>
                  <a:pt x="1126031" y="43377"/>
                </a:cubicBezTo>
                <a:cubicBezTo>
                  <a:pt x="1122214" y="41639"/>
                  <a:pt x="1118355" y="40770"/>
                  <a:pt x="1114454" y="40770"/>
                </a:cubicBezTo>
                <a:cubicBezTo>
                  <a:pt x="1113196" y="40770"/>
                  <a:pt x="1112294" y="40526"/>
                  <a:pt x="1111749" y="40039"/>
                </a:cubicBezTo>
                <a:cubicBezTo>
                  <a:pt x="1111204" y="39550"/>
                  <a:pt x="1110931" y="38902"/>
                  <a:pt x="1110931" y="38096"/>
                </a:cubicBezTo>
                <a:cubicBezTo>
                  <a:pt x="1110931" y="37332"/>
                  <a:pt x="1111193" y="36695"/>
                  <a:pt x="1111718" y="36187"/>
                </a:cubicBezTo>
                <a:cubicBezTo>
                  <a:pt x="1112242" y="35677"/>
                  <a:pt x="1113028" y="35422"/>
                  <a:pt x="1114077" y="35422"/>
                </a:cubicBezTo>
                <a:lnTo>
                  <a:pt x="1118607" y="35485"/>
                </a:lnTo>
                <a:cubicBezTo>
                  <a:pt x="1123347" y="35485"/>
                  <a:pt x="1127258" y="34035"/>
                  <a:pt x="1130341" y="31136"/>
                </a:cubicBezTo>
                <a:cubicBezTo>
                  <a:pt x="1133424" y="28235"/>
                  <a:pt x="1134965" y="24872"/>
                  <a:pt x="1134965" y="21046"/>
                </a:cubicBezTo>
                <a:cubicBezTo>
                  <a:pt x="1134965" y="17095"/>
                  <a:pt x="1133350" y="13606"/>
                  <a:pt x="1130121" y="10580"/>
                </a:cubicBezTo>
                <a:cubicBezTo>
                  <a:pt x="1126891" y="7553"/>
                  <a:pt x="1122676" y="6040"/>
                  <a:pt x="1117474" y="6040"/>
                </a:cubicBezTo>
                <a:cubicBezTo>
                  <a:pt x="1113825" y="6040"/>
                  <a:pt x="1110470" y="6674"/>
                  <a:pt x="1107408" y="7941"/>
                </a:cubicBezTo>
                <a:cubicBezTo>
                  <a:pt x="1104346" y="9209"/>
                  <a:pt x="1101892" y="10941"/>
                  <a:pt x="1100047" y="13138"/>
                </a:cubicBezTo>
                <a:cubicBezTo>
                  <a:pt x="1099375" y="13982"/>
                  <a:pt x="1098862" y="14499"/>
                  <a:pt x="1098505" y="14689"/>
                </a:cubicBezTo>
                <a:cubicBezTo>
                  <a:pt x="1098149" y="14879"/>
                  <a:pt x="1097740" y="14974"/>
                  <a:pt x="1097278" y="14974"/>
                </a:cubicBezTo>
                <a:cubicBezTo>
                  <a:pt x="1096565" y="14974"/>
                  <a:pt x="1095957" y="14732"/>
                  <a:pt x="1095454" y="14249"/>
                </a:cubicBezTo>
                <a:cubicBezTo>
                  <a:pt x="1094950" y="13764"/>
                  <a:pt x="1094699" y="13184"/>
                  <a:pt x="1094699" y="12509"/>
                </a:cubicBezTo>
                <a:cubicBezTo>
                  <a:pt x="1094699" y="10824"/>
                  <a:pt x="1096523" y="8697"/>
                  <a:pt x="1100172" y="6127"/>
                </a:cubicBezTo>
                <a:cubicBezTo>
                  <a:pt x="1105248" y="2546"/>
                  <a:pt x="1111015" y="755"/>
                  <a:pt x="1117474" y="755"/>
                </a:cubicBezTo>
                <a:cubicBezTo>
                  <a:pt x="1124144" y="755"/>
                  <a:pt x="1129617" y="2763"/>
                  <a:pt x="1133896" y="6779"/>
                </a:cubicBezTo>
                <a:cubicBezTo>
                  <a:pt x="1138174" y="10795"/>
                  <a:pt x="1140313" y="15580"/>
                  <a:pt x="1140313" y="21132"/>
                </a:cubicBezTo>
                <a:cubicBezTo>
                  <a:pt x="1140313" y="24665"/>
                  <a:pt x="1139286" y="28008"/>
                  <a:pt x="1137230" y="31163"/>
                </a:cubicBezTo>
                <a:cubicBezTo>
                  <a:pt x="1135175" y="34317"/>
                  <a:pt x="1132155" y="36840"/>
                  <a:pt x="1128170" y="38733"/>
                </a:cubicBezTo>
                <a:close/>
                <a:moveTo>
                  <a:pt x="1184154" y="62665"/>
                </a:moveTo>
                <a:lnTo>
                  <a:pt x="1201330" y="62665"/>
                </a:lnTo>
                <a:lnTo>
                  <a:pt x="1182644" y="97395"/>
                </a:lnTo>
                <a:cubicBezTo>
                  <a:pt x="1181511" y="99492"/>
                  <a:pt x="1180148" y="100541"/>
                  <a:pt x="1178554" y="100541"/>
                </a:cubicBezTo>
                <a:cubicBezTo>
                  <a:pt x="1177506" y="100541"/>
                  <a:pt x="1176614" y="100174"/>
                  <a:pt x="1175880" y="99440"/>
                </a:cubicBezTo>
                <a:cubicBezTo>
                  <a:pt x="1175146" y="98706"/>
                  <a:pt x="1174779" y="97814"/>
                  <a:pt x="1174779" y="96766"/>
                </a:cubicBezTo>
                <a:cubicBezTo>
                  <a:pt x="1174779" y="96346"/>
                  <a:pt x="1174842" y="95885"/>
                  <a:pt x="1174968" y="95382"/>
                </a:cubicBezTo>
                <a:lnTo>
                  <a:pt x="1184154" y="62665"/>
                </a:lnTo>
                <a:close/>
                <a:moveTo>
                  <a:pt x="1353878" y="81666"/>
                </a:moveTo>
                <a:lnTo>
                  <a:pt x="1344944" y="81666"/>
                </a:lnTo>
                <a:lnTo>
                  <a:pt x="1323237" y="32339"/>
                </a:lnTo>
                <a:lnTo>
                  <a:pt x="1317826" y="32339"/>
                </a:lnTo>
                <a:cubicBezTo>
                  <a:pt x="1316568" y="32339"/>
                  <a:pt x="1315666" y="32087"/>
                  <a:pt x="1315121" y="31584"/>
                </a:cubicBezTo>
                <a:cubicBezTo>
                  <a:pt x="1314576" y="31081"/>
                  <a:pt x="1314303" y="30431"/>
                  <a:pt x="1314303" y="29634"/>
                </a:cubicBezTo>
                <a:cubicBezTo>
                  <a:pt x="1314303" y="28897"/>
                  <a:pt x="1314576" y="28283"/>
                  <a:pt x="1315121" y="27791"/>
                </a:cubicBezTo>
                <a:cubicBezTo>
                  <a:pt x="1315666" y="27300"/>
                  <a:pt x="1316568" y="27054"/>
                  <a:pt x="1317826" y="27054"/>
                </a:cubicBezTo>
                <a:lnTo>
                  <a:pt x="1337645" y="27054"/>
                </a:lnTo>
                <a:cubicBezTo>
                  <a:pt x="1338904" y="27054"/>
                  <a:pt x="1339805" y="27300"/>
                  <a:pt x="1340351" y="27791"/>
                </a:cubicBezTo>
                <a:cubicBezTo>
                  <a:pt x="1340896" y="28283"/>
                  <a:pt x="1341169" y="28918"/>
                  <a:pt x="1341169" y="29697"/>
                </a:cubicBezTo>
                <a:cubicBezTo>
                  <a:pt x="1341169" y="30452"/>
                  <a:pt x="1340896" y="31081"/>
                  <a:pt x="1340351" y="31584"/>
                </a:cubicBezTo>
                <a:cubicBezTo>
                  <a:pt x="1339805" y="32087"/>
                  <a:pt x="1338904" y="32339"/>
                  <a:pt x="1337645" y="32339"/>
                </a:cubicBezTo>
                <a:lnTo>
                  <a:pt x="1328900" y="32339"/>
                </a:lnTo>
                <a:lnTo>
                  <a:pt x="1348278" y="76381"/>
                </a:lnTo>
                <a:lnTo>
                  <a:pt x="1350606" y="76381"/>
                </a:lnTo>
                <a:lnTo>
                  <a:pt x="1369607" y="32339"/>
                </a:lnTo>
                <a:lnTo>
                  <a:pt x="1360799" y="32339"/>
                </a:lnTo>
                <a:cubicBezTo>
                  <a:pt x="1359540" y="32339"/>
                  <a:pt x="1358638" y="32087"/>
                  <a:pt x="1358093" y="31584"/>
                </a:cubicBezTo>
                <a:cubicBezTo>
                  <a:pt x="1357548" y="31081"/>
                  <a:pt x="1357275" y="30431"/>
                  <a:pt x="1357275" y="29634"/>
                </a:cubicBezTo>
                <a:cubicBezTo>
                  <a:pt x="1357275" y="28897"/>
                  <a:pt x="1357548" y="28283"/>
                  <a:pt x="1358093" y="27791"/>
                </a:cubicBezTo>
                <a:cubicBezTo>
                  <a:pt x="1358638" y="27300"/>
                  <a:pt x="1359540" y="27054"/>
                  <a:pt x="1360799" y="27054"/>
                </a:cubicBezTo>
                <a:lnTo>
                  <a:pt x="1380680" y="27054"/>
                </a:lnTo>
                <a:cubicBezTo>
                  <a:pt x="1381980" y="27054"/>
                  <a:pt x="1382893" y="27300"/>
                  <a:pt x="1383417" y="27791"/>
                </a:cubicBezTo>
                <a:cubicBezTo>
                  <a:pt x="1383941" y="28283"/>
                  <a:pt x="1384203" y="28918"/>
                  <a:pt x="1384203" y="29697"/>
                </a:cubicBezTo>
                <a:cubicBezTo>
                  <a:pt x="1384203" y="30452"/>
                  <a:pt x="1383941" y="31081"/>
                  <a:pt x="1383417" y="31584"/>
                </a:cubicBezTo>
                <a:cubicBezTo>
                  <a:pt x="1382893" y="32087"/>
                  <a:pt x="1381980" y="32339"/>
                  <a:pt x="1380680" y="32339"/>
                </a:cubicBezTo>
                <a:lnTo>
                  <a:pt x="1375332" y="32339"/>
                </a:lnTo>
                <a:lnTo>
                  <a:pt x="1353878" y="81666"/>
                </a:lnTo>
                <a:close/>
                <a:moveTo>
                  <a:pt x="1450820" y="35636"/>
                </a:moveTo>
                <a:lnTo>
                  <a:pt x="1450820" y="48735"/>
                </a:lnTo>
                <a:cubicBezTo>
                  <a:pt x="1450820" y="60110"/>
                  <a:pt x="1448114" y="69113"/>
                  <a:pt x="1442703" y="75746"/>
                </a:cubicBezTo>
                <a:cubicBezTo>
                  <a:pt x="1438467" y="80951"/>
                  <a:pt x="1433119" y="83553"/>
                  <a:pt x="1426660" y="83553"/>
                </a:cubicBezTo>
                <a:cubicBezTo>
                  <a:pt x="1423556" y="83553"/>
                  <a:pt x="1420630" y="82934"/>
                  <a:pt x="1417883" y="81695"/>
                </a:cubicBezTo>
                <a:cubicBezTo>
                  <a:pt x="1415135" y="80458"/>
                  <a:pt x="1412797" y="78726"/>
                  <a:pt x="1410868" y="76501"/>
                </a:cubicBezTo>
                <a:cubicBezTo>
                  <a:pt x="1409651" y="75115"/>
                  <a:pt x="1408319" y="72891"/>
                  <a:pt x="1406872" y="69828"/>
                </a:cubicBezTo>
                <a:cubicBezTo>
                  <a:pt x="1405425" y="66763"/>
                  <a:pt x="1404387" y="63950"/>
                  <a:pt x="1403758" y="61389"/>
                </a:cubicBezTo>
                <a:cubicBezTo>
                  <a:pt x="1402793" y="57779"/>
                  <a:pt x="1402311" y="53561"/>
                  <a:pt x="1402311" y="48735"/>
                </a:cubicBezTo>
                <a:lnTo>
                  <a:pt x="1402311" y="35636"/>
                </a:lnTo>
                <a:cubicBezTo>
                  <a:pt x="1402311" y="24220"/>
                  <a:pt x="1405016" y="15195"/>
                  <a:pt x="1410427" y="8563"/>
                </a:cubicBezTo>
                <a:cubicBezTo>
                  <a:pt x="1414664" y="3358"/>
                  <a:pt x="1420011" y="755"/>
                  <a:pt x="1426471" y="755"/>
                </a:cubicBezTo>
                <a:cubicBezTo>
                  <a:pt x="1429617" y="755"/>
                  <a:pt x="1432553" y="1374"/>
                  <a:pt x="1435279" y="2613"/>
                </a:cubicBezTo>
                <a:cubicBezTo>
                  <a:pt x="1438006" y="3850"/>
                  <a:pt x="1440334" y="5582"/>
                  <a:pt x="1442263" y="7808"/>
                </a:cubicBezTo>
                <a:cubicBezTo>
                  <a:pt x="1443521" y="9235"/>
                  <a:pt x="1444864" y="11481"/>
                  <a:pt x="1446290" y="14546"/>
                </a:cubicBezTo>
                <a:cubicBezTo>
                  <a:pt x="1447716" y="17609"/>
                  <a:pt x="1448764" y="20400"/>
                  <a:pt x="1449435" y="22919"/>
                </a:cubicBezTo>
                <a:cubicBezTo>
                  <a:pt x="1450358" y="26529"/>
                  <a:pt x="1450820" y="30768"/>
                  <a:pt x="1450820" y="35636"/>
                </a:cubicBezTo>
                <a:moveTo>
                  <a:pt x="1445535" y="36346"/>
                </a:moveTo>
                <a:cubicBezTo>
                  <a:pt x="1445535" y="31351"/>
                  <a:pt x="1444832" y="26702"/>
                  <a:pt x="1443427" y="22400"/>
                </a:cubicBezTo>
                <a:cubicBezTo>
                  <a:pt x="1442022" y="18097"/>
                  <a:pt x="1440438" y="14664"/>
                  <a:pt x="1438677" y="12100"/>
                </a:cubicBezTo>
                <a:cubicBezTo>
                  <a:pt x="1437628" y="10629"/>
                  <a:pt x="1436265" y="9358"/>
                  <a:pt x="1434587" y="8287"/>
                </a:cubicBezTo>
                <a:cubicBezTo>
                  <a:pt x="1432196" y="6789"/>
                  <a:pt x="1429512" y="6040"/>
                  <a:pt x="1426534" y="6040"/>
                </a:cubicBezTo>
                <a:cubicBezTo>
                  <a:pt x="1420620" y="6088"/>
                  <a:pt x="1415985" y="9139"/>
                  <a:pt x="1412629" y="15190"/>
                </a:cubicBezTo>
                <a:cubicBezTo>
                  <a:pt x="1409274" y="21241"/>
                  <a:pt x="1407596" y="28295"/>
                  <a:pt x="1407596" y="36352"/>
                </a:cubicBezTo>
                <a:lnTo>
                  <a:pt x="1407596" y="47996"/>
                </a:lnTo>
                <a:cubicBezTo>
                  <a:pt x="1407596" y="52990"/>
                  <a:pt x="1408298" y="57648"/>
                  <a:pt x="1409704" y="61971"/>
                </a:cubicBezTo>
                <a:cubicBezTo>
                  <a:pt x="1411109" y="66292"/>
                  <a:pt x="1412713" y="69733"/>
                  <a:pt x="1414517" y="72291"/>
                </a:cubicBezTo>
                <a:cubicBezTo>
                  <a:pt x="1415523" y="73717"/>
                  <a:pt x="1416866" y="74955"/>
                  <a:pt x="1418543" y="76003"/>
                </a:cubicBezTo>
                <a:cubicBezTo>
                  <a:pt x="1420934" y="77513"/>
                  <a:pt x="1423640" y="78268"/>
                  <a:pt x="1426660" y="78268"/>
                </a:cubicBezTo>
                <a:cubicBezTo>
                  <a:pt x="1432532" y="78268"/>
                  <a:pt x="1437146" y="75238"/>
                  <a:pt x="1440501" y="69177"/>
                </a:cubicBezTo>
                <a:cubicBezTo>
                  <a:pt x="1443857" y="63116"/>
                  <a:pt x="1445535" y="56055"/>
                  <a:pt x="1445535" y="47996"/>
                </a:cubicBezTo>
                <a:lnTo>
                  <a:pt x="1445535" y="36346"/>
                </a:lnTo>
                <a:close/>
                <a:moveTo>
                  <a:pt x="1505418" y="50365"/>
                </a:moveTo>
                <a:cubicBezTo>
                  <a:pt x="1505418" y="55191"/>
                  <a:pt x="1504789" y="60301"/>
                  <a:pt x="1503531" y="65695"/>
                </a:cubicBezTo>
                <a:cubicBezTo>
                  <a:pt x="1502273" y="71089"/>
                  <a:pt x="1499861" y="77342"/>
                  <a:pt x="1496295" y="84456"/>
                </a:cubicBezTo>
                <a:cubicBezTo>
                  <a:pt x="1492730" y="91571"/>
                  <a:pt x="1490130" y="95842"/>
                  <a:pt x="1488494" y="97269"/>
                </a:cubicBezTo>
                <a:cubicBezTo>
                  <a:pt x="1487990" y="97772"/>
                  <a:pt x="1487445" y="98024"/>
                  <a:pt x="1486858" y="98024"/>
                </a:cubicBezTo>
                <a:cubicBezTo>
                  <a:pt x="1486103" y="98024"/>
                  <a:pt x="1485463" y="97761"/>
                  <a:pt x="1484939" y="97236"/>
                </a:cubicBezTo>
                <a:cubicBezTo>
                  <a:pt x="1484415" y="96711"/>
                  <a:pt x="1484153" y="96093"/>
                  <a:pt x="1484153" y="95380"/>
                </a:cubicBezTo>
                <a:cubicBezTo>
                  <a:pt x="1484153" y="94960"/>
                  <a:pt x="1484299" y="94499"/>
                  <a:pt x="1484593" y="93995"/>
                </a:cubicBezTo>
                <a:cubicBezTo>
                  <a:pt x="1489207" y="85558"/>
                  <a:pt x="1492499" y="77898"/>
                  <a:pt x="1494471" y="71015"/>
                </a:cubicBezTo>
                <a:cubicBezTo>
                  <a:pt x="1496442" y="64131"/>
                  <a:pt x="1497428" y="57248"/>
                  <a:pt x="1497428" y="50365"/>
                </a:cubicBezTo>
                <a:cubicBezTo>
                  <a:pt x="1497428" y="43439"/>
                  <a:pt x="1496442" y="36534"/>
                  <a:pt x="1494471" y="29651"/>
                </a:cubicBezTo>
                <a:cubicBezTo>
                  <a:pt x="1492499" y="22769"/>
                  <a:pt x="1489207" y="15088"/>
                  <a:pt x="1484593" y="6608"/>
                </a:cubicBezTo>
                <a:cubicBezTo>
                  <a:pt x="1484299" y="6105"/>
                  <a:pt x="1484153" y="5643"/>
                  <a:pt x="1484153" y="5224"/>
                </a:cubicBezTo>
                <a:cubicBezTo>
                  <a:pt x="1484153" y="4510"/>
                  <a:pt x="1484415" y="3901"/>
                  <a:pt x="1484939" y="3397"/>
                </a:cubicBezTo>
                <a:cubicBezTo>
                  <a:pt x="1485463" y="2894"/>
                  <a:pt x="1486103" y="2642"/>
                  <a:pt x="1486858" y="2642"/>
                </a:cubicBezTo>
                <a:cubicBezTo>
                  <a:pt x="1487445" y="2642"/>
                  <a:pt x="1487990" y="2873"/>
                  <a:pt x="1488494" y="3335"/>
                </a:cubicBezTo>
                <a:cubicBezTo>
                  <a:pt x="1490046" y="4762"/>
                  <a:pt x="1492583" y="8939"/>
                  <a:pt x="1496107" y="15865"/>
                </a:cubicBezTo>
                <a:cubicBezTo>
                  <a:pt x="1499630" y="22790"/>
                  <a:pt x="1502063" y="28917"/>
                  <a:pt x="1503405" y="34248"/>
                </a:cubicBezTo>
                <a:cubicBezTo>
                  <a:pt x="1504747" y="39578"/>
                  <a:pt x="1505418" y="44950"/>
                  <a:pt x="1505418" y="503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F08CB-79DD-4F4A-955A-92D48425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504" y="2439787"/>
            <a:ext cx="397517" cy="194497"/>
          </a:xfrm>
          <a:custGeom xmlns:a="http://schemas.openxmlformats.org/drawingml/2006/main">
            <a:pathLst>
              <a:path w="397517" h="194497">
                <a:moveTo>
                  <a:pt x="0" y="32417"/>
                </a:moveTo>
                <a:lnTo>
                  <a:pt x="0" y="32417"/>
                </a:lnTo>
                <a:cubicBezTo>
                  <a:pt x="0" y="14514"/>
                  <a:pt x="14513" y="0"/>
                  <a:pt x="32417" y="0"/>
                </a:cubicBezTo>
                <a:lnTo>
                  <a:pt x="365100" y="0"/>
                </a:lnTo>
                <a:cubicBezTo>
                  <a:pt x="373698" y="0"/>
                  <a:pt x="381943" y="3415"/>
                  <a:pt x="388023" y="9495"/>
                </a:cubicBezTo>
                <a:cubicBezTo>
                  <a:pt x="394102" y="15574"/>
                  <a:pt x="397517" y="23819"/>
                  <a:pt x="397517" y="32417"/>
                </a:cubicBezTo>
                <a:lnTo>
                  <a:pt x="397517" y="162081"/>
                </a:lnTo>
                <a:cubicBezTo>
                  <a:pt x="397517" y="179984"/>
                  <a:pt x="383004" y="194497"/>
                  <a:pt x="365100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1"/>
                </a:cubicBezTo>
                <a:lnTo>
                  <a:pt x="0" y="324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13A43-703C-4DEE-8DAD-0F185B05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504" y="2439787"/>
            <a:ext cx="397517" cy="194497"/>
          </a:xfrm>
          <a:custGeom xmlns:a="http://schemas.openxmlformats.org/drawingml/2006/main">
            <a:pathLst>
              <a:path w="397517" h="194497" fill="none">
                <a:moveTo>
                  <a:pt x="0" y="32417"/>
                </a:moveTo>
                <a:lnTo>
                  <a:pt x="0" y="32417"/>
                </a:lnTo>
                <a:cubicBezTo>
                  <a:pt x="0" y="14514"/>
                  <a:pt x="14513" y="0"/>
                  <a:pt x="32417" y="0"/>
                </a:cubicBezTo>
                <a:lnTo>
                  <a:pt x="365100" y="0"/>
                </a:lnTo>
                <a:cubicBezTo>
                  <a:pt x="373698" y="0"/>
                  <a:pt x="381943" y="3415"/>
                  <a:pt x="388023" y="9495"/>
                </a:cubicBezTo>
                <a:cubicBezTo>
                  <a:pt x="394102" y="15574"/>
                  <a:pt x="397517" y="23819"/>
                  <a:pt x="397517" y="32417"/>
                </a:cubicBezTo>
                <a:lnTo>
                  <a:pt x="397517" y="162081"/>
                </a:lnTo>
                <a:cubicBezTo>
                  <a:pt x="397517" y="179984"/>
                  <a:pt x="383004" y="194497"/>
                  <a:pt x="365100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1"/>
                </a:cubicBezTo>
                <a:lnTo>
                  <a:pt x="0" y="32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FF"/>
            </a:solidFill>
            <a:round/>
          </a:ln>
        </p:spPr>
      </p:sp>
      <p:sp>
        <p:nvSpPr>
          <p:cNvPr id="108" name="Text arg4">
            <a:extLst xmlns:a="http://schemas.openxmlformats.org/drawingml/2006/main">
              <a:ext uri="{FF2B5EF4-FFF2-40B4-BE49-F238E27FC236}">
                <a16:creationId xmlns:a16="http://schemas.microsoft.com/office/drawing/2014/main" id="{4687C3B4-E00C-4ED8-BCDA-7C71B642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540" y="2494736"/>
            <a:ext cx="284723" cy="103309"/>
          </a:xfrm>
          <a:custGeom xmlns:a="http://schemas.openxmlformats.org/drawingml/2006/main">
            <a:pathLst>
              <a:path w="284723" h="103309">
                <a:moveTo>
                  <a:pt x="44797" y="79023"/>
                </a:moveTo>
                <a:lnTo>
                  <a:pt x="44797" y="71347"/>
                </a:lnTo>
                <a:cubicBezTo>
                  <a:pt x="37121" y="77807"/>
                  <a:pt x="28921" y="81037"/>
                  <a:pt x="20196" y="81037"/>
                </a:cubicBezTo>
                <a:cubicBezTo>
                  <a:pt x="13863" y="81037"/>
                  <a:pt x="8913" y="79432"/>
                  <a:pt x="5348" y="76223"/>
                </a:cubicBezTo>
                <a:cubicBezTo>
                  <a:pt x="1783" y="73015"/>
                  <a:pt x="0" y="69082"/>
                  <a:pt x="0" y="64427"/>
                </a:cubicBezTo>
                <a:cubicBezTo>
                  <a:pt x="0" y="59309"/>
                  <a:pt x="2349" y="54842"/>
                  <a:pt x="7047" y="51025"/>
                </a:cubicBezTo>
                <a:cubicBezTo>
                  <a:pt x="11744" y="47208"/>
                  <a:pt x="18602" y="45300"/>
                  <a:pt x="27620" y="45300"/>
                </a:cubicBezTo>
                <a:cubicBezTo>
                  <a:pt x="30053" y="45300"/>
                  <a:pt x="32696" y="45457"/>
                  <a:pt x="35548" y="45772"/>
                </a:cubicBezTo>
                <a:cubicBezTo>
                  <a:pt x="38400" y="46086"/>
                  <a:pt x="41483" y="46579"/>
                  <a:pt x="44797" y="47250"/>
                </a:cubicBezTo>
                <a:lnTo>
                  <a:pt x="44797" y="38639"/>
                </a:lnTo>
                <a:cubicBezTo>
                  <a:pt x="44797" y="35725"/>
                  <a:pt x="43454" y="33192"/>
                  <a:pt x="40770" y="31040"/>
                </a:cubicBezTo>
                <a:cubicBezTo>
                  <a:pt x="38086" y="28886"/>
                  <a:pt x="34059" y="27809"/>
                  <a:pt x="28690" y="27809"/>
                </a:cubicBezTo>
                <a:cubicBezTo>
                  <a:pt x="24579" y="27809"/>
                  <a:pt x="18812" y="29022"/>
                  <a:pt x="11388" y="31448"/>
                </a:cubicBezTo>
                <a:cubicBezTo>
                  <a:pt x="10046" y="31874"/>
                  <a:pt x="9186" y="32087"/>
                  <a:pt x="8808" y="32087"/>
                </a:cubicBezTo>
                <a:cubicBezTo>
                  <a:pt x="8137" y="32087"/>
                  <a:pt x="7560" y="31836"/>
                  <a:pt x="7078" y="31332"/>
                </a:cubicBezTo>
                <a:cubicBezTo>
                  <a:pt x="6596" y="30829"/>
                  <a:pt x="6355" y="30200"/>
                  <a:pt x="6355" y="29445"/>
                </a:cubicBezTo>
                <a:cubicBezTo>
                  <a:pt x="6355" y="28732"/>
                  <a:pt x="6564" y="28166"/>
                  <a:pt x="6984" y="27746"/>
                </a:cubicBezTo>
                <a:cubicBezTo>
                  <a:pt x="7571" y="27117"/>
                  <a:pt x="9941" y="26257"/>
                  <a:pt x="14093" y="25167"/>
                </a:cubicBezTo>
                <a:cubicBezTo>
                  <a:pt x="20637" y="23405"/>
                  <a:pt x="25586" y="22524"/>
                  <a:pt x="28942" y="22524"/>
                </a:cubicBezTo>
                <a:cubicBezTo>
                  <a:pt x="35611" y="22524"/>
                  <a:pt x="40812" y="24174"/>
                  <a:pt x="44545" y="27475"/>
                </a:cubicBezTo>
                <a:cubicBezTo>
                  <a:pt x="48278" y="30775"/>
                  <a:pt x="50145" y="34507"/>
                  <a:pt x="50145" y="38670"/>
                </a:cubicBezTo>
                <a:lnTo>
                  <a:pt x="50145" y="73738"/>
                </a:lnTo>
                <a:lnTo>
                  <a:pt x="57191" y="73738"/>
                </a:lnTo>
                <a:cubicBezTo>
                  <a:pt x="58491" y="73738"/>
                  <a:pt x="59414" y="73979"/>
                  <a:pt x="59960" y="74462"/>
                </a:cubicBezTo>
                <a:cubicBezTo>
                  <a:pt x="60505" y="74944"/>
                  <a:pt x="60777" y="75584"/>
                  <a:pt x="60777" y="76381"/>
                </a:cubicBezTo>
                <a:cubicBezTo>
                  <a:pt x="60777" y="77136"/>
                  <a:pt x="60505" y="77765"/>
                  <a:pt x="59960" y="78268"/>
                </a:cubicBezTo>
                <a:cubicBezTo>
                  <a:pt x="59414" y="78772"/>
                  <a:pt x="58491" y="79023"/>
                  <a:pt x="57191" y="79023"/>
                </a:cubicBezTo>
                <a:lnTo>
                  <a:pt x="44797" y="79023"/>
                </a:lnTo>
                <a:moveTo>
                  <a:pt x="44797" y="52661"/>
                </a:moveTo>
                <a:cubicBezTo>
                  <a:pt x="42322" y="51948"/>
                  <a:pt x="39700" y="51424"/>
                  <a:pt x="36932" y="51088"/>
                </a:cubicBezTo>
                <a:cubicBezTo>
                  <a:pt x="34164" y="50753"/>
                  <a:pt x="31249" y="50585"/>
                  <a:pt x="28187" y="50585"/>
                </a:cubicBezTo>
                <a:cubicBezTo>
                  <a:pt x="20511" y="50585"/>
                  <a:pt x="14513" y="52242"/>
                  <a:pt x="10192" y="55555"/>
                </a:cubicBezTo>
                <a:cubicBezTo>
                  <a:pt x="6921" y="58030"/>
                  <a:pt x="5285" y="60987"/>
                  <a:pt x="5285" y="64427"/>
                </a:cubicBezTo>
                <a:cubicBezTo>
                  <a:pt x="5285" y="67614"/>
                  <a:pt x="6533" y="70299"/>
                  <a:pt x="9029" y="72480"/>
                </a:cubicBezTo>
                <a:cubicBezTo>
                  <a:pt x="11524" y="74661"/>
                  <a:pt x="15163" y="75752"/>
                  <a:pt x="19945" y="75752"/>
                </a:cubicBezTo>
                <a:cubicBezTo>
                  <a:pt x="24517" y="75752"/>
                  <a:pt x="28763" y="74839"/>
                  <a:pt x="32685" y="73015"/>
                </a:cubicBezTo>
                <a:cubicBezTo>
                  <a:pt x="36607" y="71190"/>
                  <a:pt x="40644" y="68286"/>
                  <a:pt x="44797" y="64301"/>
                </a:cubicBezTo>
                <a:lnTo>
                  <a:pt x="44797" y="52661"/>
                </a:lnTo>
                <a:close/>
                <a:moveTo>
                  <a:pt x="100591" y="24412"/>
                </a:moveTo>
                <a:lnTo>
                  <a:pt x="100591" y="37783"/>
                </a:lnTo>
                <a:cubicBezTo>
                  <a:pt x="107470" y="31589"/>
                  <a:pt x="112619" y="27602"/>
                  <a:pt x="116037" y="25823"/>
                </a:cubicBezTo>
                <a:cubicBezTo>
                  <a:pt x="119456" y="24043"/>
                  <a:pt x="122612" y="23153"/>
                  <a:pt x="125506" y="23153"/>
                </a:cubicBezTo>
                <a:cubicBezTo>
                  <a:pt x="128652" y="23153"/>
                  <a:pt x="131578" y="24220"/>
                  <a:pt x="134283" y="26352"/>
                </a:cubicBezTo>
                <a:cubicBezTo>
                  <a:pt x="136989" y="28485"/>
                  <a:pt x="138341" y="30100"/>
                  <a:pt x="138341" y="31199"/>
                </a:cubicBezTo>
                <a:cubicBezTo>
                  <a:pt x="138341" y="32001"/>
                  <a:pt x="138079" y="32664"/>
                  <a:pt x="137555" y="33189"/>
                </a:cubicBezTo>
                <a:cubicBezTo>
                  <a:pt x="137031" y="33713"/>
                  <a:pt x="136370" y="33975"/>
                  <a:pt x="135573" y="33975"/>
                </a:cubicBezTo>
                <a:cubicBezTo>
                  <a:pt x="135154" y="33975"/>
                  <a:pt x="134797" y="33902"/>
                  <a:pt x="134503" y="33755"/>
                </a:cubicBezTo>
                <a:cubicBezTo>
                  <a:pt x="134210" y="33608"/>
                  <a:pt x="133665" y="33131"/>
                  <a:pt x="132868" y="32323"/>
                </a:cubicBezTo>
                <a:cubicBezTo>
                  <a:pt x="131400" y="30837"/>
                  <a:pt x="130120" y="29818"/>
                  <a:pt x="129030" y="29266"/>
                </a:cubicBezTo>
                <a:cubicBezTo>
                  <a:pt x="127939" y="28714"/>
                  <a:pt x="126870" y="28438"/>
                  <a:pt x="125821" y="28438"/>
                </a:cubicBezTo>
                <a:cubicBezTo>
                  <a:pt x="123514" y="28438"/>
                  <a:pt x="120735" y="29360"/>
                  <a:pt x="117484" y="31205"/>
                </a:cubicBezTo>
                <a:cubicBezTo>
                  <a:pt x="114234" y="33049"/>
                  <a:pt x="108603" y="37555"/>
                  <a:pt x="100591" y="44722"/>
                </a:cubicBezTo>
                <a:lnTo>
                  <a:pt x="100591" y="73738"/>
                </a:lnTo>
                <a:lnTo>
                  <a:pt x="123996" y="73738"/>
                </a:lnTo>
                <a:cubicBezTo>
                  <a:pt x="125297" y="73738"/>
                  <a:pt x="126219" y="73979"/>
                  <a:pt x="126765" y="74462"/>
                </a:cubicBezTo>
                <a:cubicBezTo>
                  <a:pt x="127310" y="74944"/>
                  <a:pt x="127583" y="75584"/>
                  <a:pt x="127583" y="76381"/>
                </a:cubicBezTo>
                <a:cubicBezTo>
                  <a:pt x="127583" y="77136"/>
                  <a:pt x="127310" y="77765"/>
                  <a:pt x="126765" y="78268"/>
                </a:cubicBezTo>
                <a:cubicBezTo>
                  <a:pt x="126219" y="78772"/>
                  <a:pt x="125297" y="79023"/>
                  <a:pt x="123996" y="79023"/>
                </a:cubicBezTo>
                <a:lnTo>
                  <a:pt x="82534" y="79023"/>
                </a:lnTo>
                <a:cubicBezTo>
                  <a:pt x="81276" y="79023"/>
                  <a:pt x="80374" y="78776"/>
                  <a:pt x="79829" y="78282"/>
                </a:cubicBezTo>
                <a:cubicBezTo>
                  <a:pt x="79284" y="77788"/>
                  <a:pt x="79011" y="77154"/>
                  <a:pt x="79011" y="76381"/>
                </a:cubicBezTo>
                <a:cubicBezTo>
                  <a:pt x="79011" y="75668"/>
                  <a:pt x="79273" y="75070"/>
                  <a:pt x="79797" y="74588"/>
                </a:cubicBezTo>
                <a:cubicBezTo>
                  <a:pt x="80322" y="74105"/>
                  <a:pt x="81234" y="73864"/>
                  <a:pt x="82534" y="73864"/>
                </a:cubicBezTo>
                <a:lnTo>
                  <a:pt x="95306" y="73864"/>
                </a:lnTo>
                <a:lnTo>
                  <a:pt x="95306" y="29697"/>
                </a:lnTo>
                <a:lnTo>
                  <a:pt x="85554" y="29697"/>
                </a:lnTo>
                <a:cubicBezTo>
                  <a:pt x="84296" y="29697"/>
                  <a:pt x="83394" y="29445"/>
                  <a:pt x="82849" y="28942"/>
                </a:cubicBezTo>
                <a:cubicBezTo>
                  <a:pt x="82304" y="28438"/>
                  <a:pt x="82031" y="27788"/>
                  <a:pt x="82031" y="26991"/>
                </a:cubicBezTo>
                <a:cubicBezTo>
                  <a:pt x="82031" y="26255"/>
                  <a:pt x="82293" y="25640"/>
                  <a:pt x="82817" y="25149"/>
                </a:cubicBezTo>
                <a:cubicBezTo>
                  <a:pt x="83342" y="24657"/>
                  <a:pt x="84254" y="24412"/>
                  <a:pt x="85554" y="24412"/>
                </a:cubicBezTo>
                <a:lnTo>
                  <a:pt x="100591" y="24412"/>
                </a:lnTo>
                <a:close/>
                <a:moveTo>
                  <a:pt x="202000" y="34063"/>
                </a:moveTo>
                <a:lnTo>
                  <a:pt x="202000" y="24412"/>
                </a:lnTo>
                <a:lnTo>
                  <a:pt x="214395" y="24412"/>
                </a:lnTo>
                <a:cubicBezTo>
                  <a:pt x="215653" y="24412"/>
                  <a:pt x="216555" y="24657"/>
                  <a:pt x="217100" y="25149"/>
                </a:cubicBezTo>
                <a:cubicBezTo>
                  <a:pt x="217646" y="25640"/>
                  <a:pt x="217918" y="26276"/>
                  <a:pt x="217918" y="27054"/>
                </a:cubicBezTo>
                <a:cubicBezTo>
                  <a:pt x="217918" y="27809"/>
                  <a:pt x="217646" y="28438"/>
                  <a:pt x="217100" y="28942"/>
                </a:cubicBezTo>
                <a:cubicBezTo>
                  <a:pt x="216555" y="29445"/>
                  <a:pt x="215653" y="29697"/>
                  <a:pt x="214395" y="29697"/>
                </a:cubicBezTo>
                <a:lnTo>
                  <a:pt x="207285" y="29697"/>
                </a:lnTo>
                <a:lnTo>
                  <a:pt x="207285" y="82619"/>
                </a:lnTo>
                <a:cubicBezTo>
                  <a:pt x="207285" y="86152"/>
                  <a:pt x="206530" y="89306"/>
                  <a:pt x="205020" y="92080"/>
                </a:cubicBezTo>
                <a:cubicBezTo>
                  <a:pt x="204014" y="93931"/>
                  <a:pt x="202336" y="95845"/>
                  <a:pt x="199987" y="97822"/>
                </a:cubicBezTo>
                <a:cubicBezTo>
                  <a:pt x="197638" y="99798"/>
                  <a:pt x="195499" y="101207"/>
                  <a:pt x="193570" y="102047"/>
                </a:cubicBezTo>
                <a:cubicBezTo>
                  <a:pt x="191640" y="102888"/>
                  <a:pt x="189061" y="103309"/>
                  <a:pt x="185831" y="103309"/>
                </a:cubicBezTo>
                <a:lnTo>
                  <a:pt x="170857" y="103309"/>
                </a:lnTo>
                <a:cubicBezTo>
                  <a:pt x="169598" y="103309"/>
                  <a:pt x="168697" y="103071"/>
                  <a:pt x="168151" y="102593"/>
                </a:cubicBezTo>
                <a:cubicBezTo>
                  <a:pt x="167606" y="102118"/>
                  <a:pt x="167333" y="101486"/>
                  <a:pt x="167333" y="100698"/>
                </a:cubicBezTo>
                <a:cubicBezTo>
                  <a:pt x="167333" y="99910"/>
                  <a:pt x="167606" y="99267"/>
                  <a:pt x="168151" y="98769"/>
                </a:cubicBezTo>
                <a:cubicBezTo>
                  <a:pt x="168697" y="98272"/>
                  <a:pt x="169598" y="98024"/>
                  <a:pt x="170857" y="98024"/>
                </a:cubicBezTo>
                <a:lnTo>
                  <a:pt x="186020" y="98024"/>
                </a:lnTo>
                <a:cubicBezTo>
                  <a:pt x="189123" y="98024"/>
                  <a:pt x="191923" y="97227"/>
                  <a:pt x="194419" y="95631"/>
                </a:cubicBezTo>
                <a:cubicBezTo>
                  <a:pt x="196915" y="94036"/>
                  <a:pt x="198980" y="91706"/>
                  <a:pt x="200616" y="88642"/>
                </a:cubicBezTo>
                <a:cubicBezTo>
                  <a:pt x="201539" y="86879"/>
                  <a:pt x="202000" y="84633"/>
                  <a:pt x="202000" y="81904"/>
                </a:cubicBezTo>
                <a:lnTo>
                  <a:pt x="202000" y="66035"/>
                </a:lnTo>
                <a:cubicBezTo>
                  <a:pt x="196338" y="73771"/>
                  <a:pt x="189040" y="77639"/>
                  <a:pt x="180105" y="77639"/>
                </a:cubicBezTo>
                <a:cubicBezTo>
                  <a:pt x="172849" y="77639"/>
                  <a:pt x="166589" y="74942"/>
                  <a:pt x="161325" y="69546"/>
                </a:cubicBezTo>
                <a:cubicBezTo>
                  <a:pt x="156061" y="64150"/>
                  <a:pt x="153429" y="57651"/>
                  <a:pt x="153429" y="50050"/>
                </a:cubicBezTo>
                <a:cubicBezTo>
                  <a:pt x="153429" y="42449"/>
                  <a:pt x="156061" y="35961"/>
                  <a:pt x="161325" y="30587"/>
                </a:cubicBezTo>
                <a:cubicBezTo>
                  <a:pt x="166589" y="25212"/>
                  <a:pt x="172849" y="22524"/>
                  <a:pt x="180105" y="22524"/>
                </a:cubicBezTo>
                <a:cubicBezTo>
                  <a:pt x="189040" y="22524"/>
                  <a:pt x="196338" y="26371"/>
                  <a:pt x="202000" y="34063"/>
                </a:cubicBezTo>
                <a:moveTo>
                  <a:pt x="202000" y="50050"/>
                </a:moveTo>
                <a:cubicBezTo>
                  <a:pt x="202000" y="43816"/>
                  <a:pt x="199872" y="38551"/>
                  <a:pt x="195614" y="34254"/>
                </a:cubicBezTo>
                <a:cubicBezTo>
                  <a:pt x="191357" y="29957"/>
                  <a:pt x="186271" y="27809"/>
                  <a:pt x="180357" y="27809"/>
                </a:cubicBezTo>
                <a:cubicBezTo>
                  <a:pt x="174443" y="27809"/>
                  <a:pt x="169368" y="29968"/>
                  <a:pt x="165131" y="34286"/>
                </a:cubicBezTo>
                <a:cubicBezTo>
                  <a:pt x="160895" y="38603"/>
                  <a:pt x="158777" y="43858"/>
                  <a:pt x="158777" y="50050"/>
                </a:cubicBezTo>
                <a:cubicBezTo>
                  <a:pt x="158777" y="56284"/>
                  <a:pt x="160895" y="61560"/>
                  <a:pt x="165131" y="65878"/>
                </a:cubicBezTo>
                <a:cubicBezTo>
                  <a:pt x="169368" y="70195"/>
                  <a:pt x="174443" y="72354"/>
                  <a:pt x="180357" y="72354"/>
                </a:cubicBezTo>
                <a:cubicBezTo>
                  <a:pt x="186271" y="72354"/>
                  <a:pt x="191357" y="70195"/>
                  <a:pt x="195614" y="65878"/>
                </a:cubicBezTo>
                <a:cubicBezTo>
                  <a:pt x="199872" y="61560"/>
                  <a:pt x="202000" y="56284"/>
                  <a:pt x="202000" y="50050"/>
                </a:cubicBezTo>
                <a:close/>
                <a:moveTo>
                  <a:pt x="271384" y="56877"/>
                </a:moveTo>
                <a:lnTo>
                  <a:pt x="236340" y="56877"/>
                </a:lnTo>
                <a:lnTo>
                  <a:pt x="236340" y="50772"/>
                </a:lnTo>
                <a:lnTo>
                  <a:pt x="265722" y="0"/>
                </a:lnTo>
                <a:lnTo>
                  <a:pt x="276732" y="0"/>
                </a:lnTo>
                <a:lnTo>
                  <a:pt x="276732" y="51592"/>
                </a:lnTo>
                <a:lnTo>
                  <a:pt x="281136" y="51592"/>
                </a:lnTo>
                <a:cubicBezTo>
                  <a:pt x="282437" y="51592"/>
                  <a:pt x="283359" y="51833"/>
                  <a:pt x="283905" y="52315"/>
                </a:cubicBezTo>
                <a:cubicBezTo>
                  <a:pt x="284450" y="52798"/>
                  <a:pt x="284723" y="53437"/>
                  <a:pt x="284723" y="54234"/>
                </a:cubicBezTo>
                <a:cubicBezTo>
                  <a:pt x="284723" y="54989"/>
                  <a:pt x="284450" y="55618"/>
                  <a:pt x="283905" y="56122"/>
                </a:cubicBezTo>
                <a:cubicBezTo>
                  <a:pt x="283359" y="56625"/>
                  <a:pt x="282437" y="56877"/>
                  <a:pt x="281136" y="56877"/>
                </a:cubicBezTo>
                <a:lnTo>
                  <a:pt x="276732" y="56877"/>
                </a:lnTo>
                <a:lnTo>
                  <a:pt x="276732" y="73738"/>
                </a:lnTo>
                <a:lnTo>
                  <a:pt x="281136" y="73738"/>
                </a:lnTo>
                <a:cubicBezTo>
                  <a:pt x="282437" y="73738"/>
                  <a:pt x="283359" y="73979"/>
                  <a:pt x="283905" y="74462"/>
                </a:cubicBezTo>
                <a:cubicBezTo>
                  <a:pt x="284450" y="74944"/>
                  <a:pt x="284723" y="75584"/>
                  <a:pt x="284723" y="76381"/>
                </a:cubicBezTo>
                <a:cubicBezTo>
                  <a:pt x="284723" y="77136"/>
                  <a:pt x="284450" y="77765"/>
                  <a:pt x="283905" y="78268"/>
                </a:cubicBezTo>
                <a:cubicBezTo>
                  <a:pt x="283359" y="78772"/>
                  <a:pt x="282437" y="79023"/>
                  <a:pt x="281136" y="79023"/>
                </a:cubicBezTo>
                <a:lnTo>
                  <a:pt x="261506" y="79023"/>
                </a:lnTo>
                <a:cubicBezTo>
                  <a:pt x="260206" y="79023"/>
                  <a:pt x="259283" y="78772"/>
                  <a:pt x="258738" y="78268"/>
                </a:cubicBezTo>
                <a:cubicBezTo>
                  <a:pt x="258193" y="77765"/>
                  <a:pt x="257920" y="77136"/>
                  <a:pt x="257920" y="76381"/>
                </a:cubicBezTo>
                <a:cubicBezTo>
                  <a:pt x="257920" y="75584"/>
                  <a:pt x="258193" y="74944"/>
                  <a:pt x="258738" y="74462"/>
                </a:cubicBezTo>
                <a:cubicBezTo>
                  <a:pt x="259283" y="73979"/>
                  <a:pt x="260206" y="73738"/>
                  <a:pt x="261506" y="73738"/>
                </a:cubicBezTo>
                <a:lnTo>
                  <a:pt x="271384" y="73738"/>
                </a:lnTo>
                <a:lnTo>
                  <a:pt x="271384" y="56877"/>
                </a:lnTo>
                <a:moveTo>
                  <a:pt x="271384" y="51592"/>
                </a:moveTo>
                <a:lnTo>
                  <a:pt x="271384" y="5285"/>
                </a:lnTo>
                <a:lnTo>
                  <a:pt x="268616" y="5285"/>
                </a:lnTo>
                <a:lnTo>
                  <a:pt x="241876" y="51592"/>
                </a:lnTo>
                <a:lnTo>
                  <a:pt x="271384" y="515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79EEF-8258-4C0D-A361-9688737E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124" y="2704266"/>
            <a:ext cx="10" cy="175017"/>
          </a:xfrm>
          <a:custGeom xmlns:a="http://schemas.openxmlformats.org/drawingml/2006/main">
            <a:pathLst>
              <a:path w="1" h="175017">
                <a:moveTo>
                  <a:pt x="0" y="0"/>
                </a:moveTo>
                <a:lnTo>
                  <a:pt x="0" y="17501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8DB9D-FC8D-4CB1-9A88-70CFDA43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124" y="2704266"/>
            <a:ext cx="10" cy="108779"/>
          </a:xfrm>
          <a:custGeom xmlns:a="http://schemas.openxmlformats.org/drawingml/2006/main">
            <a:pathLst>
              <a:path w="1" h="108779" fill="none">
                <a:moveTo>
                  <a:pt x="0" y="0"/>
                </a:moveTo>
                <a:lnTo>
                  <a:pt x="0" y="108779"/>
                </a:ln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FF0000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243AB0-2A17-44F6-B254-B16DE513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388" y="2791309"/>
            <a:ext cx="43472" cy="59719"/>
          </a:xfrm>
          <a:custGeom xmlns:a="http://schemas.openxmlformats.org/drawingml/2006/main">
            <a:pathLst>
              <a:path w="43472" h="59719">
                <a:moveTo>
                  <a:pt x="21736" y="21736"/>
                </a:moveTo>
                <a:lnTo>
                  <a:pt x="43472" y="0"/>
                </a:lnTo>
                <a:lnTo>
                  <a:pt x="21736" y="59719"/>
                </a:lnTo>
                <a:lnTo>
                  <a:pt x="0" y="0"/>
                </a:lnTo>
                <a:lnTo>
                  <a:pt x="21736" y="21736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B2617-A63C-49CB-A394-E7E23E29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388" y="2791309"/>
            <a:ext cx="43472" cy="59719"/>
          </a:xfrm>
          <a:custGeom xmlns:a="http://schemas.openxmlformats.org/drawingml/2006/main">
            <a:pathLst>
              <a:path w="43472" h="59719" fill="none">
                <a:moveTo>
                  <a:pt x="21736" y="21736"/>
                </a:moveTo>
                <a:lnTo>
                  <a:pt x="0" y="0"/>
                </a:lnTo>
                <a:lnTo>
                  <a:pt x="21736" y="59719"/>
                </a:lnTo>
                <a:lnTo>
                  <a:pt x="43472" y="0"/>
                </a:lnTo>
                <a:lnTo>
                  <a:pt x="21736" y="217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FF0000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266B7-169C-491D-A20C-FAF28195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504" y="2789644"/>
            <a:ext cx="397517" cy="194497"/>
          </a:xfrm>
          <a:custGeom xmlns:a="http://schemas.openxmlformats.org/drawingml/2006/main">
            <a:pathLst>
              <a:path w="397517" h="194497">
                <a:moveTo>
                  <a:pt x="0" y="32417"/>
                </a:moveTo>
                <a:lnTo>
                  <a:pt x="0" y="32417"/>
                </a:lnTo>
                <a:cubicBezTo>
                  <a:pt x="0" y="14514"/>
                  <a:pt x="14513" y="0"/>
                  <a:pt x="32417" y="0"/>
                </a:cubicBezTo>
                <a:lnTo>
                  <a:pt x="365100" y="0"/>
                </a:lnTo>
                <a:cubicBezTo>
                  <a:pt x="373698" y="0"/>
                  <a:pt x="381943" y="3415"/>
                  <a:pt x="388023" y="9495"/>
                </a:cubicBezTo>
                <a:cubicBezTo>
                  <a:pt x="394102" y="15574"/>
                  <a:pt x="397517" y="23819"/>
                  <a:pt x="397517" y="32417"/>
                </a:cubicBezTo>
                <a:lnTo>
                  <a:pt x="397517" y="162081"/>
                </a:lnTo>
                <a:cubicBezTo>
                  <a:pt x="397517" y="179984"/>
                  <a:pt x="383004" y="194497"/>
                  <a:pt x="365100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1"/>
                </a:cubicBezTo>
                <a:lnTo>
                  <a:pt x="0" y="324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902F21-5212-4C72-A769-6588D13F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504" y="2789644"/>
            <a:ext cx="397517" cy="194497"/>
          </a:xfrm>
          <a:custGeom xmlns:a="http://schemas.openxmlformats.org/drawingml/2006/main">
            <a:pathLst>
              <a:path w="397517" h="194497" fill="none">
                <a:moveTo>
                  <a:pt x="0" y="32417"/>
                </a:moveTo>
                <a:lnTo>
                  <a:pt x="0" y="32417"/>
                </a:lnTo>
                <a:cubicBezTo>
                  <a:pt x="0" y="14514"/>
                  <a:pt x="14513" y="0"/>
                  <a:pt x="32417" y="0"/>
                </a:cubicBezTo>
                <a:lnTo>
                  <a:pt x="365100" y="0"/>
                </a:lnTo>
                <a:cubicBezTo>
                  <a:pt x="373698" y="0"/>
                  <a:pt x="381943" y="3415"/>
                  <a:pt x="388023" y="9495"/>
                </a:cubicBezTo>
                <a:cubicBezTo>
                  <a:pt x="394102" y="15574"/>
                  <a:pt x="397517" y="23819"/>
                  <a:pt x="397517" y="32417"/>
                </a:cubicBezTo>
                <a:lnTo>
                  <a:pt x="397517" y="162081"/>
                </a:lnTo>
                <a:cubicBezTo>
                  <a:pt x="397517" y="179984"/>
                  <a:pt x="383004" y="194497"/>
                  <a:pt x="365100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1"/>
                </a:cubicBezTo>
                <a:lnTo>
                  <a:pt x="0" y="32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FF"/>
            </a:solidFill>
            <a:round/>
          </a:ln>
        </p:spPr>
      </p:sp>
      <p:sp>
        <p:nvSpPr>
          <p:cNvPr id="115" name="Text arg4">
            <a:extLst xmlns:a="http://schemas.openxmlformats.org/drawingml/2006/main">
              <a:ext uri="{FF2B5EF4-FFF2-40B4-BE49-F238E27FC236}">
                <a16:creationId xmlns:a16="http://schemas.microsoft.com/office/drawing/2014/main" id="{69D2EE6C-7E50-4725-93C3-8EDD7FE3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540" y="2844593"/>
            <a:ext cx="284723" cy="103309"/>
          </a:xfrm>
          <a:custGeom xmlns:a="http://schemas.openxmlformats.org/drawingml/2006/main">
            <a:pathLst>
              <a:path w="284723" h="103309">
                <a:moveTo>
                  <a:pt x="44797" y="79023"/>
                </a:moveTo>
                <a:lnTo>
                  <a:pt x="44797" y="71347"/>
                </a:lnTo>
                <a:cubicBezTo>
                  <a:pt x="37121" y="77807"/>
                  <a:pt x="28921" y="81037"/>
                  <a:pt x="20196" y="81037"/>
                </a:cubicBezTo>
                <a:cubicBezTo>
                  <a:pt x="13863" y="81037"/>
                  <a:pt x="8913" y="79432"/>
                  <a:pt x="5348" y="76223"/>
                </a:cubicBezTo>
                <a:cubicBezTo>
                  <a:pt x="1783" y="73015"/>
                  <a:pt x="0" y="69082"/>
                  <a:pt x="0" y="64427"/>
                </a:cubicBezTo>
                <a:cubicBezTo>
                  <a:pt x="0" y="59309"/>
                  <a:pt x="2349" y="54842"/>
                  <a:pt x="7047" y="51025"/>
                </a:cubicBezTo>
                <a:cubicBezTo>
                  <a:pt x="11744" y="47208"/>
                  <a:pt x="18602" y="45300"/>
                  <a:pt x="27620" y="45300"/>
                </a:cubicBezTo>
                <a:cubicBezTo>
                  <a:pt x="30053" y="45300"/>
                  <a:pt x="32696" y="45457"/>
                  <a:pt x="35548" y="45772"/>
                </a:cubicBezTo>
                <a:cubicBezTo>
                  <a:pt x="38400" y="46086"/>
                  <a:pt x="41483" y="46579"/>
                  <a:pt x="44797" y="47250"/>
                </a:cubicBezTo>
                <a:lnTo>
                  <a:pt x="44797" y="38639"/>
                </a:lnTo>
                <a:cubicBezTo>
                  <a:pt x="44797" y="35725"/>
                  <a:pt x="43454" y="33192"/>
                  <a:pt x="40770" y="31040"/>
                </a:cubicBezTo>
                <a:cubicBezTo>
                  <a:pt x="38086" y="28886"/>
                  <a:pt x="34059" y="27809"/>
                  <a:pt x="28690" y="27809"/>
                </a:cubicBezTo>
                <a:cubicBezTo>
                  <a:pt x="24579" y="27809"/>
                  <a:pt x="18812" y="29022"/>
                  <a:pt x="11388" y="31448"/>
                </a:cubicBezTo>
                <a:cubicBezTo>
                  <a:pt x="10046" y="31874"/>
                  <a:pt x="9186" y="32087"/>
                  <a:pt x="8808" y="32087"/>
                </a:cubicBezTo>
                <a:cubicBezTo>
                  <a:pt x="8137" y="32087"/>
                  <a:pt x="7560" y="31836"/>
                  <a:pt x="7078" y="31332"/>
                </a:cubicBezTo>
                <a:cubicBezTo>
                  <a:pt x="6596" y="30829"/>
                  <a:pt x="6355" y="30200"/>
                  <a:pt x="6355" y="29445"/>
                </a:cubicBezTo>
                <a:cubicBezTo>
                  <a:pt x="6355" y="28732"/>
                  <a:pt x="6564" y="28166"/>
                  <a:pt x="6984" y="27746"/>
                </a:cubicBezTo>
                <a:cubicBezTo>
                  <a:pt x="7571" y="27117"/>
                  <a:pt x="9941" y="26257"/>
                  <a:pt x="14093" y="25167"/>
                </a:cubicBezTo>
                <a:cubicBezTo>
                  <a:pt x="20637" y="23405"/>
                  <a:pt x="25586" y="22524"/>
                  <a:pt x="28942" y="22524"/>
                </a:cubicBezTo>
                <a:cubicBezTo>
                  <a:pt x="35611" y="22524"/>
                  <a:pt x="40812" y="24174"/>
                  <a:pt x="44545" y="27475"/>
                </a:cubicBezTo>
                <a:cubicBezTo>
                  <a:pt x="48278" y="30775"/>
                  <a:pt x="50145" y="34507"/>
                  <a:pt x="50145" y="38670"/>
                </a:cubicBezTo>
                <a:lnTo>
                  <a:pt x="50145" y="73738"/>
                </a:lnTo>
                <a:lnTo>
                  <a:pt x="57191" y="73738"/>
                </a:lnTo>
                <a:cubicBezTo>
                  <a:pt x="58491" y="73738"/>
                  <a:pt x="59414" y="73979"/>
                  <a:pt x="59960" y="74462"/>
                </a:cubicBezTo>
                <a:cubicBezTo>
                  <a:pt x="60505" y="74944"/>
                  <a:pt x="60777" y="75584"/>
                  <a:pt x="60777" y="76381"/>
                </a:cubicBezTo>
                <a:cubicBezTo>
                  <a:pt x="60777" y="77136"/>
                  <a:pt x="60505" y="77765"/>
                  <a:pt x="59960" y="78268"/>
                </a:cubicBezTo>
                <a:cubicBezTo>
                  <a:pt x="59414" y="78772"/>
                  <a:pt x="58491" y="79023"/>
                  <a:pt x="57191" y="79023"/>
                </a:cubicBezTo>
                <a:lnTo>
                  <a:pt x="44797" y="79023"/>
                </a:lnTo>
                <a:moveTo>
                  <a:pt x="44797" y="52661"/>
                </a:moveTo>
                <a:cubicBezTo>
                  <a:pt x="42322" y="51948"/>
                  <a:pt x="39700" y="51424"/>
                  <a:pt x="36932" y="51088"/>
                </a:cubicBezTo>
                <a:cubicBezTo>
                  <a:pt x="34164" y="50753"/>
                  <a:pt x="31249" y="50585"/>
                  <a:pt x="28187" y="50585"/>
                </a:cubicBezTo>
                <a:cubicBezTo>
                  <a:pt x="20511" y="50585"/>
                  <a:pt x="14513" y="52242"/>
                  <a:pt x="10192" y="55555"/>
                </a:cubicBezTo>
                <a:cubicBezTo>
                  <a:pt x="6921" y="58030"/>
                  <a:pt x="5285" y="60987"/>
                  <a:pt x="5285" y="64427"/>
                </a:cubicBezTo>
                <a:cubicBezTo>
                  <a:pt x="5285" y="67614"/>
                  <a:pt x="6533" y="70299"/>
                  <a:pt x="9029" y="72480"/>
                </a:cubicBezTo>
                <a:cubicBezTo>
                  <a:pt x="11524" y="74661"/>
                  <a:pt x="15163" y="75752"/>
                  <a:pt x="19945" y="75752"/>
                </a:cubicBezTo>
                <a:cubicBezTo>
                  <a:pt x="24517" y="75752"/>
                  <a:pt x="28763" y="74839"/>
                  <a:pt x="32685" y="73015"/>
                </a:cubicBezTo>
                <a:cubicBezTo>
                  <a:pt x="36607" y="71190"/>
                  <a:pt x="40644" y="68286"/>
                  <a:pt x="44797" y="64301"/>
                </a:cubicBezTo>
                <a:lnTo>
                  <a:pt x="44797" y="52661"/>
                </a:lnTo>
                <a:close/>
                <a:moveTo>
                  <a:pt x="100591" y="24412"/>
                </a:moveTo>
                <a:lnTo>
                  <a:pt x="100591" y="37783"/>
                </a:lnTo>
                <a:cubicBezTo>
                  <a:pt x="107470" y="31589"/>
                  <a:pt x="112619" y="27602"/>
                  <a:pt x="116037" y="25823"/>
                </a:cubicBezTo>
                <a:cubicBezTo>
                  <a:pt x="119456" y="24043"/>
                  <a:pt x="122612" y="23153"/>
                  <a:pt x="125506" y="23153"/>
                </a:cubicBezTo>
                <a:cubicBezTo>
                  <a:pt x="128652" y="23153"/>
                  <a:pt x="131578" y="24220"/>
                  <a:pt x="134283" y="26352"/>
                </a:cubicBezTo>
                <a:cubicBezTo>
                  <a:pt x="136989" y="28485"/>
                  <a:pt x="138341" y="30100"/>
                  <a:pt x="138341" y="31199"/>
                </a:cubicBezTo>
                <a:cubicBezTo>
                  <a:pt x="138341" y="32001"/>
                  <a:pt x="138079" y="32664"/>
                  <a:pt x="137555" y="33189"/>
                </a:cubicBezTo>
                <a:cubicBezTo>
                  <a:pt x="137031" y="33713"/>
                  <a:pt x="136370" y="33975"/>
                  <a:pt x="135573" y="33975"/>
                </a:cubicBezTo>
                <a:cubicBezTo>
                  <a:pt x="135154" y="33975"/>
                  <a:pt x="134797" y="33902"/>
                  <a:pt x="134503" y="33755"/>
                </a:cubicBezTo>
                <a:cubicBezTo>
                  <a:pt x="134210" y="33608"/>
                  <a:pt x="133665" y="33131"/>
                  <a:pt x="132868" y="32323"/>
                </a:cubicBezTo>
                <a:cubicBezTo>
                  <a:pt x="131400" y="30837"/>
                  <a:pt x="130120" y="29818"/>
                  <a:pt x="129030" y="29266"/>
                </a:cubicBezTo>
                <a:cubicBezTo>
                  <a:pt x="127939" y="28714"/>
                  <a:pt x="126870" y="28438"/>
                  <a:pt x="125821" y="28438"/>
                </a:cubicBezTo>
                <a:cubicBezTo>
                  <a:pt x="123514" y="28438"/>
                  <a:pt x="120735" y="29360"/>
                  <a:pt x="117484" y="31205"/>
                </a:cubicBezTo>
                <a:cubicBezTo>
                  <a:pt x="114234" y="33049"/>
                  <a:pt x="108603" y="37555"/>
                  <a:pt x="100591" y="44722"/>
                </a:cubicBezTo>
                <a:lnTo>
                  <a:pt x="100591" y="73738"/>
                </a:lnTo>
                <a:lnTo>
                  <a:pt x="123996" y="73738"/>
                </a:lnTo>
                <a:cubicBezTo>
                  <a:pt x="125297" y="73738"/>
                  <a:pt x="126219" y="73979"/>
                  <a:pt x="126765" y="74462"/>
                </a:cubicBezTo>
                <a:cubicBezTo>
                  <a:pt x="127310" y="74944"/>
                  <a:pt x="127583" y="75584"/>
                  <a:pt x="127583" y="76381"/>
                </a:cubicBezTo>
                <a:cubicBezTo>
                  <a:pt x="127583" y="77136"/>
                  <a:pt x="127310" y="77765"/>
                  <a:pt x="126765" y="78268"/>
                </a:cubicBezTo>
                <a:cubicBezTo>
                  <a:pt x="126219" y="78772"/>
                  <a:pt x="125297" y="79023"/>
                  <a:pt x="123996" y="79023"/>
                </a:cubicBezTo>
                <a:lnTo>
                  <a:pt x="82534" y="79023"/>
                </a:lnTo>
                <a:cubicBezTo>
                  <a:pt x="81276" y="79023"/>
                  <a:pt x="80374" y="78776"/>
                  <a:pt x="79829" y="78282"/>
                </a:cubicBezTo>
                <a:cubicBezTo>
                  <a:pt x="79284" y="77788"/>
                  <a:pt x="79011" y="77154"/>
                  <a:pt x="79011" y="76381"/>
                </a:cubicBezTo>
                <a:cubicBezTo>
                  <a:pt x="79011" y="75668"/>
                  <a:pt x="79273" y="75070"/>
                  <a:pt x="79797" y="74588"/>
                </a:cubicBezTo>
                <a:cubicBezTo>
                  <a:pt x="80322" y="74105"/>
                  <a:pt x="81234" y="73864"/>
                  <a:pt x="82534" y="73864"/>
                </a:cubicBezTo>
                <a:lnTo>
                  <a:pt x="95306" y="73864"/>
                </a:lnTo>
                <a:lnTo>
                  <a:pt x="95306" y="29697"/>
                </a:lnTo>
                <a:lnTo>
                  <a:pt x="85554" y="29697"/>
                </a:lnTo>
                <a:cubicBezTo>
                  <a:pt x="84296" y="29697"/>
                  <a:pt x="83394" y="29445"/>
                  <a:pt x="82849" y="28942"/>
                </a:cubicBezTo>
                <a:cubicBezTo>
                  <a:pt x="82304" y="28438"/>
                  <a:pt x="82031" y="27788"/>
                  <a:pt x="82031" y="26991"/>
                </a:cubicBezTo>
                <a:cubicBezTo>
                  <a:pt x="82031" y="26255"/>
                  <a:pt x="82293" y="25640"/>
                  <a:pt x="82817" y="25149"/>
                </a:cubicBezTo>
                <a:cubicBezTo>
                  <a:pt x="83342" y="24657"/>
                  <a:pt x="84254" y="24412"/>
                  <a:pt x="85554" y="24412"/>
                </a:cubicBezTo>
                <a:lnTo>
                  <a:pt x="100591" y="24412"/>
                </a:lnTo>
                <a:close/>
                <a:moveTo>
                  <a:pt x="202000" y="34063"/>
                </a:moveTo>
                <a:lnTo>
                  <a:pt x="202000" y="24412"/>
                </a:lnTo>
                <a:lnTo>
                  <a:pt x="214395" y="24412"/>
                </a:lnTo>
                <a:cubicBezTo>
                  <a:pt x="215653" y="24412"/>
                  <a:pt x="216555" y="24657"/>
                  <a:pt x="217100" y="25149"/>
                </a:cubicBezTo>
                <a:cubicBezTo>
                  <a:pt x="217646" y="25640"/>
                  <a:pt x="217918" y="26276"/>
                  <a:pt x="217918" y="27054"/>
                </a:cubicBezTo>
                <a:cubicBezTo>
                  <a:pt x="217918" y="27809"/>
                  <a:pt x="217646" y="28438"/>
                  <a:pt x="217100" y="28942"/>
                </a:cubicBezTo>
                <a:cubicBezTo>
                  <a:pt x="216555" y="29445"/>
                  <a:pt x="215653" y="29697"/>
                  <a:pt x="214395" y="29697"/>
                </a:cubicBezTo>
                <a:lnTo>
                  <a:pt x="207285" y="29697"/>
                </a:lnTo>
                <a:lnTo>
                  <a:pt x="207285" y="82619"/>
                </a:lnTo>
                <a:cubicBezTo>
                  <a:pt x="207285" y="86152"/>
                  <a:pt x="206530" y="89306"/>
                  <a:pt x="205020" y="92080"/>
                </a:cubicBezTo>
                <a:cubicBezTo>
                  <a:pt x="204014" y="93931"/>
                  <a:pt x="202336" y="95845"/>
                  <a:pt x="199987" y="97822"/>
                </a:cubicBezTo>
                <a:cubicBezTo>
                  <a:pt x="197638" y="99798"/>
                  <a:pt x="195499" y="101207"/>
                  <a:pt x="193570" y="102047"/>
                </a:cubicBezTo>
                <a:cubicBezTo>
                  <a:pt x="191640" y="102888"/>
                  <a:pt x="189061" y="103309"/>
                  <a:pt x="185831" y="103309"/>
                </a:cubicBezTo>
                <a:lnTo>
                  <a:pt x="170857" y="103309"/>
                </a:lnTo>
                <a:cubicBezTo>
                  <a:pt x="169598" y="103309"/>
                  <a:pt x="168697" y="103071"/>
                  <a:pt x="168151" y="102593"/>
                </a:cubicBezTo>
                <a:cubicBezTo>
                  <a:pt x="167606" y="102118"/>
                  <a:pt x="167333" y="101486"/>
                  <a:pt x="167333" y="100698"/>
                </a:cubicBezTo>
                <a:cubicBezTo>
                  <a:pt x="167333" y="99910"/>
                  <a:pt x="167606" y="99267"/>
                  <a:pt x="168151" y="98769"/>
                </a:cubicBezTo>
                <a:cubicBezTo>
                  <a:pt x="168697" y="98272"/>
                  <a:pt x="169598" y="98024"/>
                  <a:pt x="170857" y="98024"/>
                </a:cubicBezTo>
                <a:lnTo>
                  <a:pt x="186020" y="98024"/>
                </a:lnTo>
                <a:cubicBezTo>
                  <a:pt x="189123" y="98024"/>
                  <a:pt x="191923" y="97227"/>
                  <a:pt x="194419" y="95631"/>
                </a:cubicBezTo>
                <a:cubicBezTo>
                  <a:pt x="196915" y="94036"/>
                  <a:pt x="198980" y="91706"/>
                  <a:pt x="200616" y="88642"/>
                </a:cubicBezTo>
                <a:cubicBezTo>
                  <a:pt x="201539" y="86879"/>
                  <a:pt x="202000" y="84633"/>
                  <a:pt x="202000" y="81904"/>
                </a:cubicBezTo>
                <a:lnTo>
                  <a:pt x="202000" y="66035"/>
                </a:lnTo>
                <a:cubicBezTo>
                  <a:pt x="196338" y="73771"/>
                  <a:pt x="189040" y="77639"/>
                  <a:pt x="180105" y="77639"/>
                </a:cubicBezTo>
                <a:cubicBezTo>
                  <a:pt x="172849" y="77639"/>
                  <a:pt x="166589" y="74942"/>
                  <a:pt x="161325" y="69546"/>
                </a:cubicBezTo>
                <a:cubicBezTo>
                  <a:pt x="156061" y="64150"/>
                  <a:pt x="153429" y="57651"/>
                  <a:pt x="153429" y="50050"/>
                </a:cubicBezTo>
                <a:cubicBezTo>
                  <a:pt x="153429" y="42449"/>
                  <a:pt x="156061" y="35961"/>
                  <a:pt x="161325" y="30587"/>
                </a:cubicBezTo>
                <a:cubicBezTo>
                  <a:pt x="166589" y="25212"/>
                  <a:pt x="172849" y="22524"/>
                  <a:pt x="180105" y="22524"/>
                </a:cubicBezTo>
                <a:cubicBezTo>
                  <a:pt x="189040" y="22524"/>
                  <a:pt x="196338" y="26371"/>
                  <a:pt x="202000" y="34063"/>
                </a:cubicBezTo>
                <a:moveTo>
                  <a:pt x="202000" y="50050"/>
                </a:moveTo>
                <a:cubicBezTo>
                  <a:pt x="202000" y="43816"/>
                  <a:pt x="199872" y="38551"/>
                  <a:pt x="195614" y="34254"/>
                </a:cubicBezTo>
                <a:cubicBezTo>
                  <a:pt x="191357" y="29957"/>
                  <a:pt x="186271" y="27809"/>
                  <a:pt x="180357" y="27809"/>
                </a:cubicBezTo>
                <a:cubicBezTo>
                  <a:pt x="174443" y="27809"/>
                  <a:pt x="169368" y="29968"/>
                  <a:pt x="165131" y="34286"/>
                </a:cubicBezTo>
                <a:cubicBezTo>
                  <a:pt x="160895" y="38603"/>
                  <a:pt x="158777" y="43858"/>
                  <a:pt x="158777" y="50050"/>
                </a:cubicBezTo>
                <a:cubicBezTo>
                  <a:pt x="158777" y="56284"/>
                  <a:pt x="160895" y="61560"/>
                  <a:pt x="165131" y="65878"/>
                </a:cubicBezTo>
                <a:cubicBezTo>
                  <a:pt x="169368" y="70195"/>
                  <a:pt x="174443" y="72354"/>
                  <a:pt x="180357" y="72354"/>
                </a:cubicBezTo>
                <a:cubicBezTo>
                  <a:pt x="186271" y="72354"/>
                  <a:pt x="191357" y="70195"/>
                  <a:pt x="195614" y="65878"/>
                </a:cubicBezTo>
                <a:cubicBezTo>
                  <a:pt x="199872" y="61560"/>
                  <a:pt x="202000" y="56284"/>
                  <a:pt x="202000" y="50050"/>
                </a:cubicBezTo>
                <a:close/>
                <a:moveTo>
                  <a:pt x="271384" y="56877"/>
                </a:moveTo>
                <a:lnTo>
                  <a:pt x="236340" y="56877"/>
                </a:lnTo>
                <a:lnTo>
                  <a:pt x="236340" y="50772"/>
                </a:lnTo>
                <a:lnTo>
                  <a:pt x="265722" y="0"/>
                </a:lnTo>
                <a:lnTo>
                  <a:pt x="276732" y="0"/>
                </a:lnTo>
                <a:lnTo>
                  <a:pt x="276732" y="51592"/>
                </a:lnTo>
                <a:lnTo>
                  <a:pt x="281136" y="51592"/>
                </a:lnTo>
                <a:cubicBezTo>
                  <a:pt x="282437" y="51592"/>
                  <a:pt x="283359" y="51833"/>
                  <a:pt x="283905" y="52315"/>
                </a:cubicBezTo>
                <a:cubicBezTo>
                  <a:pt x="284450" y="52798"/>
                  <a:pt x="284723" y="53437"/>
                  <a:pt x="284723" y="54234"/>
                </a:cubicBezTo>
                <a:cubicBezTo>
                  <a:pt x="284723" y="54989"/>
                  <a:pt x="284450" y="55618"/>
                  <a:pt x="283905" y="56122"/>
                </a:cubicBezTo>
                <a:cubicBezTo>
                  <a:pt x="283359" y="56625"/>
                  <a:pt x="282437" y="56877"/>
                  <a:pt x="281136" y="56877"/>
                </a:cubicBezTo>
                <a:lnTo>
                  <a:pt x="276732" y="56877"/>
                </a:lnTo>
                <a:lnTo>
                  <a:pt x="276732" y="73738"/>
                </a:lnTo>
                <a:lnTo>
                  <a:pt x="281136" y="73738"/>
                </a:lnTo>
                <a:cubicBezTo>
                  <a:pt x="282437" y="73738"/>
                  <a:pt x="283359" y="73979"/>
                  <a:pt x="283905" y="74462"/>
                </a:cubicBezTo>
                <a:cubicBezTo>
                  <a:pt x="284450" y="74944"/>
                  <a:pt x="284723" y="75584"/>
                  <a:pt x="284723" y="76381"/>
                </a:cubicBezTo>
                <a:cubicBezTo>
                  <a:pt x="284723" y="77136"/>
                  <a:pt x="284450" y="77765"/>
                  <a:pt x="283905" y="78268"/>
                </a:cubicBezTo>
                <a:cubicBezTo>
                  <a:pt x="283359" y="78772"/>
                  <a:pt x="282437" y="79023"/>
                  <a:pt x="281136" y="79023"/>
                </a:cubicBezTo>
                <a:lnTo>
                  <a:pt x="261506" y="79023"/>
                </a:lnTo>
                <a:cubicBezTo>
                  <a:pt x="260206" y="79023"/>
                  <a:pt x="259283" y="78772"/>
                  <a:pt x="258738" y="78268"/>
                </a:cubicBezTo>
                <a:cubicBezTo>
                  <a:pt x="258193" y="77765"/>
                  <a:pt x="257920" y="77136"/>
                  <a:pt x="257920" y="76381"/>
                </a:cubicBezTo>
                <a:cubicBezTo>
                  <a:pt x="257920" y="75584"/>
                  <a:pt x="258193" y="74944"/>
                  <a:pt x="258738" y="74462"/>
                </a:cubicBezTo>
                <a:cubicBezTo>
                  <a:pt x="259283" y="73979"/>
                  <a:pt x="260206" y="73738"/>
                  <a:pt x="261506" y="73738"/>
                </a:cubicBezTo>
                <a:lnTo>
                  <a:pt x="271384" y="73738"/>
                </a:lnTo>
                <a:lnTo>
                  <a:pt x="271384" y="56877"/>
                </a:lnTo>
                <a:moveTo>
                  <a:pt x="271384" y="51592"/>
                </a:moveTo>
                <a:lnTo>
                  <a:pt x="271384" y="5285"/>
                </a:lnTo>
                <a:lnTo>
                  <a:pt x="268616" y="5285"/>
                </a:lnTo>
                <a:lnTo>
                  <a:pt x="241876" y="51592"/>
                </a:lnTo>
                <a:lnTo>
                  <a:pt x="271384" y="515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994EA-225A-4BA1-984A-DBF4E41F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98" y="2576017"/>
            <a:ext cx="1028818" cy="1360518"/>
          </a:xfrm>
          <a:custGeom xmlns:a="http://schemas.openxmlformats.org/drawingml/2006/main">
            <a:pathLst>
              <a:path w="1028818" h="1360518">
                <a:moveTo>
                  <a:pt x="614184" y="31097"/>
                </a:moveTo>
                <a:cubicBezTo>
                  <a:pt x="662127" y="41463"/>
                  <a:pt x="857792" y="0"/>
                  <a:pt x="901846" y="93292"/>
                </a:cubicBezTo>
                <a:cubicBezTo>
                  <a:pt x="945900" y="186584"/>
                  <a:pt x="1028818" y="379643"/>
                  <a:pt x="878510" y="590848"/>
                </a:cubicBezTo>
                <a:cubicBezTo>
                  <a:pt x="728203" y="802052"/>
                  <a:pt x="146418" y="1232239"/>
                  <a:pt x="0" y="1360518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86B63-0D74-4A13-AFE6-5CC82988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098" y="2606467"/>
            <a:ext cx="1028818" cy="1330068"/>
          </a:xfrm>
          <a:custGeom xmlns:a="http://schemas.openxmlformats.org/drawingml/2006/main">
            <a:pathLst>
              <a:path w="1028818" h="1330068" fill="none">
                <a:moveTo>
                  <a:pt x="0" y="1330068"/>
                </a:moveTo>
                <a:cubicBezTo>
                  <a:pt x="146418" y="1201790"/>
                  <a:pt x="728203" y="771603"/>
                  <a:pt x="878510" y="560398"/>
                </a:cubicBezTo>
                <a:cubicBezTo>
                  <a:pt x="1028818" y="349194"/>
                  <a:pt x="945900" y="156134"/>
                  <a:pt x="901846" y="62842"/>
                </a:cubicBezTo>
                <a:cubicBezTo>
                  <a:pt x="879819" y="16196"/>
                  <a:pt x="819889" y="3239"/>
                  <a:pt x="759473" y="648"/>
                </a:cubicBezTo>
                <a:cubicBezTo>
                  <a:pt x="744369" y="0"/>
                  <a:pt x="729235" y="0"/>
                  <a:pt x="714655" y="283"/>
                </a:cubicBezTo>
                <a:cubicBezTo>
                  <a:pt x="707365" y="425"/>
                  <a:pt x="700213" y="638"/>
                  <a:pt x="693274" y="875"/>
                </a:cubicBezTo>
                <a:lnTo>
                  <a:pt x="680419" y="1351"/>
                </a:ln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FF0000"/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1CF69-4B2C-4DD6-9BFC-2C3018C4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36" y="2586314"/>
            <a:ext cx="59947" cy="43469"/>
          </a:xfrm>
          <a:custGeom xmlns:a="http://schemas.openxmlformats.org/drawingml/2006/main">
            <a:pathLst>
              <a:path w="59947" h="43469">
                <a:moveTo>
                  <a:pt x="37981" y="21504"/>
                </a:moveTo>
                <a:lnTo>
                  <a:pt x="59485" y="43469"/>
                </a:lnTo>
                <a:lnTo>
                  <a:pt x="0" y="21101"/>
                </a:lnTo>
                <a:lnTo>
                  <a:pt x="59947" y="0"/>
                </a:lnTo>
                <a:lnTo>
                  <a:pt x="37981" y="21504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73B83-5CEE-4E79-A224-8711D01C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36" y="2586314"/>
            <a:ext cx="59947" cy="43469"/>
          </a:xfrm>
          <a:custGeom xmlns:a="http://schemas.openxmlformats.org/drawingml/2006/main">
            <a:pathLst>
              <a:path w="59947" h="43469" fill="none">
                <a:moveTo>
                  <a:pt x="37981" y="21504"/>
                </a:moveTo>
                <a:lnTo>
                  <a:pt x="59947" y="0"/>
                </a:lnTo>
                <a:lnTo>
                  <a:pt x="0" y="21101"/>
                </a:lnTo>
                <a:lnTo>
                  <a:pt x="59485" y="43469"/>
                </a:lnTo>
                <a:lnTo>
                  <a:pt x="37981" y="215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FF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D6F45-04A0-4AF4-A4A8-2D167DA6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333" y="4301945"/>
            <a:ext cx="91994" cy="125683"/>
          </a:xfrm>
          <a:custGeom xmlns:a="http://schemas.openxmlformats.org/drawingml/2006/main">
            <a:pathLst>
              <a:path w="91994" h="125683">
                <a:moveTo>
                  <a:pt x="85505" y="0"/>
                </a:moveTo>
                <a:cubicBezTo>
                  <a:pt x="84211" y="18140"/>
                  <a:pt x="91994" y="91998"/>
                  <a:pt x="77743" y="108840"/>
                </a:cubicBezTo>
                <a:cubicBezTo>
                  <a:pt x="63492" y="125683"/>
                  <a:pt x="12957" y="102351"/>
                  <a:pt x="0" y="101053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AA8A5B-B39D-4370-ADD9-A8D849E0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333" y="4301945"/>
            <a:ext cx="91994" cy="125683"/>
          </a:xfrm>
          <a:custGeom xmlns:a="http://schemas.openxmlformats.org/drawingml/2006/main">
            <a:pathLst>
              <a:path w="91994" h="125683" fill="none">
                <a:moveTo>
                  <a:pt x="0" y="101053"/>
                </a:moveTo>
                <a:cubicBezTo>
                  <a:pt x="12957" y="102351"/>
                  <a:pt x="63492" y="125683"/>
                  <a:pt x="77743" y="108840"/>
                </a:cubicBezTo>
                <a:cubicBezTo>
                  <a:pt x="91994" y="91998"/>
                  <a:pt x="84211" y="18140"/>
                  <a:pt x="8550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round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37E2B-FF63-4DAE-9DE6-2AE7FE8C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282" y="2490453"/>
            <a:ext cx="15219" cy="1819266"/>
          </a:xfrm>
          <a:custGeom xmlns:a="http://schemas.openxmlformats.org/drawingml/2006/main">
            <a:pathLst>
              <a:path w="15219" h="1819266">
                <a:moveTo>
                  <a:pt x="0" y="1819266"/>
                </a:moveTo>
                <a:lnTo>
                  <a:pt x="1521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6CB1B-2670-4BB9-8AEA-9310D196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282" y="2490453"/>
            <a:ext cx="15219" cy="1819266"/>
          </a:xfrm>
          <a:custGeom xmlns:a="http://schemas.openxmlformats.org/drawingml/2006/main">
            <a:pathLst>
              <a:path w="15219" h="1819266" fill="none">
                <a:moveTo>
                  <a:pt x="0" y="1819266"/>
                </a:moveTo>
                <a:lnTo>
                  <a:pt x="152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E2CA12-E410-400E-9011-75AE960A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350" y="2634284"/>
            <a:ext cx="1826" cy="162233"/>
          </a:xfrm>
          <a:custGeom xmlns:a="http://schemas.openxmlformats.org/drawingml/2006/main">
            <a:pathLst>
              <a:path w="1826" h="162233">
                <a:moveTo>
                  <a:pt x="0" y="0"/>
                </a:moveTo>
                <a:lnTo>
                  <a:pt x="1826" y="162233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D0A34-387D-4CEE-96BC-B24F9DC9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350" y="2634284"/>
            <a:ext cx="1081" cy="95999"/>
          </a:xfrm>
          <a:custGeom xmlns:a="http://schemas.openxmlformats.org/drawingml/2006/main">
            <a:pathLst>
              <a:path w="1081" h="95999" fill="none">
                <a:moveTo>
                  <a:pt x="0" y="0"/>
                </a:moveTo>
                <a:lnTo>
                  <a:pt x="1081" y="95999"/>
                </a:ln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DBA4D-0685-4BEE-8D50-9DF65712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451" y="2708304"/>
            <a:ext cx="43469" cy="59960"/>
          </a:xfrm>
          <a:custGeom xmlns:a="http://schemas.openxmlformats.org/drawingml/2006/main">
            <a:pathLst>
              <a:path w="43469" h="59960">
                <a:moveTo>
                  <a:pt x="21979" y="21979"/>
                </a:moveTo>
                <a:lnTo>
                  <a:pt x="43469" y="0"/>
                </a:lnTo>
                <a:lnTo>
                  <a:pt x="22407" y="59960"/>
                </a:lnTo>
                <a:lnTo>
                  <a:pt x="0" y="489"/>
                </a:lnTo>
                <a:lnTo>
                  <a:pt x="21979" y="21979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289DD7-C582-4AB0-8492-6634D75D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451" y="2708304"/>
            <a:ext cx="43469" cy="59960"/>
          </a:xfrm>
          <a:custGeom xmlns:a="http://schemas.openxmlformats.org/drawingml/2006/main">
            <a:pathLst>
              <a:path w="43469" h="59960" fill="none">
                <a:moveTo>
                  <a:pt x="21979" y="21979"/>
                </a:moveTo>
                <a:lnTo>
                  <a:pt x="0" y="489"/>
                </a:lnTo>
                <a:lnTo>
                  <a:pt x="22407" y="59960"/>
                </a:lnTo>
                <a:lnTo>
                  <a:pt x="43469" y="0"/>
                </a:lnTo>
                <a:lnTo>
                  <a:pt x="21979" y="219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1F63E-8469-434B-9460-4D19C95F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777" y="3511501"/>
            <a:ext cx="3068432" cy="973096"/>
          </a:xfrm>
          <a:custGeom xmlns:a="http://schemas.openxmlformats.org/drawingml/2006/main">
            <a:pathLst>
              <a:path w="3068432" h="973096">
                <a:moveTo>
                  <a:pt x="0" y="0"/>
                </a:moveTo>
                <a:lnTo>
                  <a:pt x="3068432" y="0"/>
                </a:lnTo>
                <a:lnTo>
                  <a:pt x="3068432" y="973096"/>
                </a:lnTo>
                <a:lnTo>
                  <a:pt x="0" y="9730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.entryw.a(arg1,arg2)">
            <a:extLst xmlns:a="http://schemas.openxmlformats.org/drawingml/2006/main">
              <a:ext uri="{FF2B5EF4-FFF2-40B4-BE49-F238E27FC236}">
                <a16:creationId xmlns:a16="http://schemas.microsoft.com/office/drawing/2014/main" id="{AE31EACB-CC90-4A05-A46D-0E9617CD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883" y="3603315"/>
            <a:ext cx="1638588" cy="110482"/>
          </a:xfrm>
          <a:custGeom xmlns:a="http://schemas.openxmlformats.org/drawingml/2006/main">
            <a:pathLst>
              <a:path w="1638588" h="110482">
                <a:moveTo>
                  <a:pt x="19378" y="77010"/>
                </a:moveTo>
                <a:cubicBezTo>
                  <a:pt x="19378" y="79443"/>
                  <a:pt x="18518" y="81477"/>
                  <a:pt x="16799" y="83113"/>
                </a:cubicBezTo>
                <a:cubicBezTo>
                  <a:pt x="15079" y="84749"/>
                  <a:pt x="12709" y="85567"/>
                  <a:pt x="9689" y="85567"/>
                </a:cubicBezTo>
                <a:cubicBezTo>
                  <a:pt x="6669" y="85567"/>
                  <a:pt x="4299" y="84749"/>
                  <a:pt x="2580" y="83113"/>
                </a:cubicBezTo>
                <a:cubicBezTo>
                  <a:pt x="860" y="81477"/>
                  <a:pt x="0" y="79443"/>
                  <a:pt x="0" y="77010"/>
                </a:cubicBezTo>
                <a:cubicBezTo>
                  <a:pt x="0" y="74577"/>
                  <a:pt x="860" y="72543"/>
                  <a:pt x="2580" y="70907"/>
                </a:cubicBezTo>
                <a:cubicBezTo>
                  <a:pt x="4299" y="69271"/>
                  <a:pt x="6669" y="68453"/>
                  <a:pt x="9689" y="68453"/>
                </a:cubicBezTo>
                <a:cubicBezTo>
                  <a:pt x="12709" y="68453"/>
                  <a:pt x="15079" y="69271"/>
                  <a:pt x="16799" y="70907"/>
                </a:cubicBezTo>
                <a:cubicBezTo>
                  <a:pt x="18518" y="72543"/>
                  <a:pt x="19378" y="74577"/>
                  <a:pt x="19378" y="77010"/>
                </a:cubicBezTo>
                <a:close/>
                <a:moveTo>
                  <a:pt x="119214" y="61407"/>
                </a:moveTo>
                <a:lnTo>
                  <a:pt x="66301" y="61407"/>
                </a:lnTo>
                <a:cubicBezTo>
                  <a:pt x="67643" y="64762"/>
                  <a:pt x="70024" y="67468"/>
                  <a:pt x="73442" y="69523"/>
                </a:cubicBezTo>
                <a:cubicBezTo>
                  <a:pt x="76861" y="71578"/>
                  <a:pt x="81485" y="72606"/>
                  <a:pt x="87315" y="72606"/>
                </a:cubicBezTo>
                <a:cubicBezTo>
                  <a:pt x="92097" y="72606"/>
                  <a:pt x="98452" y="71593"/>
                  <a:pt x="106379" y="69568"/>
                </a:cubicBezTo>
                <a:cubicBezTo>
                  <a:pt x="109651" y="68741"/>
                  <a:pt x="111916" y="68327"/>
                  <a:pt x="113174" y="68327"/>
                </a:cubicBezTo>
                <a:cubicBezTo>
                  <a:pt x="114894" y="68327"/>
                  <a:pt x="116341" y="68936"/>
                  <a:pt x="117515" y="70152"/>
                </a:cubicBezTo>
                <a:cubicBezTo>
                  <a:pt x="118690" y="71368"/>
                  <a:pt x="119277" y="72899"/>
                  <a:pt x="119277" y="74745"/>
                </a:cubicBezTo>
                <a:cubicBezTo>
                  <a:pt x="119277" y="76423"/>
                  <a:pt x="118648" y="77849"/>
                  <a:pt x="117390" y="79023"/>
                </a:cubicBezTo>
                <a:cubicBezTo>
                  <a:pt x="115712" y="80575"/>
                  <a:pt x="111622" y="82054"/>
                  <a:pt x="105121" y="83459"/>
                </a:cubicBezTo>
                <a:cubicBezTo>
                  <a:pt x="98619" y="84864"/>
                  <a:pt x="92370" y="85567"/>
                  <a:pt x="86372" y="85567"/>
                </a:cubicBezTo>
                <a:cubicBezTo>
                  <a:pt x="76053" y="85567"/>
                  <a:pt x="67801" y="82651"/>
                  <a:pt x="61614" y="76821"/>
                </a:cubicBezTo>
                <a:cubicBezTo>
                  <a:pt x="55427" y="70991"/>
                  <a:pt x="52334" y="63818"/>
                  <a:pt x="52334" y="55304"/>
                </a:cubicBezTo>
                <a:cubicBezTo>
                  <a:pt x="52334" y="46244"/>
                  <a:pt x="55679" y="38872"/>
                  <a:pt x="62369" y="33189"/>
                </a:cubicBezTo>
                <a:cubicBezTo>
                  <a:pt x="69059" y="27505"/>
                  <a:pt x="76766" y="24663"/>
                  <a:pt x="85491" y="24663"/>
                </a:cubicBezTo>
                <a:cubicBezTo>
                  <a:pt x="90734" y="24663"/>
                  <a:pt x="95547" y="25585"/>
                  <a:pt x="99930" y="27428"/>
                </a:cubicBezTo>
                <a:cubicBezTo>
                  <a:pt x="104313" y="29269"/>
                  <a:pt x="107575" y="31258"/>
                  <a:pt x="109714" y="33393"/>
                </a:cubicBezTo>
                <a:cubicBezTo>
                  <a:pt x="112734" y="36492"/>
                  <a:pt x="115229" y="40323"/>
                  <a:pt x="117201" y="44887"/>
                </a:cubicBezTo>
                <a:cubicBezTo>
                  <a:pt x="118543" y="48070"/>
                  <a:pt x="119214" y="51755"/>
                  <a:pt x="119214" y="55943"/>
                </a:cubicBezTo>
                <a:lnTo>
                  <a:pt x="119214" y="61407"/>
                </a:lnTo>
                <a:moveTo>
                  <a:pt x="104932" y="48446"/>
                </a:moveTo>
                <a:cubicBezTo>
                  <a:pt x="102961" y="44818"/>
                  <a:pt x="100381" y="42107"/>
                  <a:pt x="97193" y="40314"/>
                </a:cubicBezTo>
                <a:cubicBezTo>
                  <a:pt x="94006" y="38521"/>
                  <a:pt x="90210" y="37624"/>
                  <a:pt x="85805" y="37624"/>
                </a:cubicBezTo>
                <a:cubicBezTo>
                  <a:pt x="81443" y="37624"/>
                  <a:pt x="77668" y="38521"/>
                  <a:pt x="74480" y="40314"/>
                </a:cubicBezTo>
                <a:cubicBezTo>
                  <a:pt x="71293" y="42107"/>
                  <a:pt x="68692" y="44818"/>
                  <a:pt x="66679" y="48446"/>
                </a:cubicBezTo>
                <a:lnTo>
                  <a:pt x="104932" y="48446"/>
                </a:lnTo>
                <a:close/>
                <a:moveTo>
                  <a:pt x="151101" y="26425"/>
                </a:moveTo>
                <a:lnTo>
                  <a:pt x="151101" y="30703"/>
                </a:lnTo>
                <a:cubicBezTo>
                  <a:pt x="153449" y="28690"/>
                  <a:pt x="156040" y="27180"/>
                  <a:pt x="158871" y="26173"/>
                </a:cubicBezTo>
                <a:cubicBezTo>
                  <a:pt x="161702" y="25167"/>
                  <a:pt x="164774" y="24663"/>
                  <a:pt x="168088" y="24663"/>
                </a:cubicBezTo>
                <a:cubicBezTo>
                  <a:pt x="175722" y="24663"/>
                  <a:pt x="181762" y="27033"/>
                  <a:pt x="186208" y="31773"/>
                </a:cubicBezTo>
                <a:cubicBezTo>
                  <a:pt x="189731" y="35548"/>
                  <a:pt x="191493" y="40497"/>
                  <a:pt x="191493" y="46621"/>
                </a:cubicBezTo>
                <a:lnTo>
                  <a:pt x="191493" y="70592"/>
                </a:lnTo>
                <a:cubicBezTo>
                  <a:pt x="194219" y="70592"/>
                  <a:pt x="196233" y="71190"/>
                  <a:pt x="197533" y="72386"/>
                </a:cubicBezTo>
                <a:cubicBezTo>
                  <a:pt x="198833" y="73581"/>
                  <a:pt x="199483" y="75143"/>
                  <a:pt x="199483" y="77073"/>
                </a:cubicBezTo>
                <a:cubicBezTo>
                  <a:pt x="199483" y="79002"/>
                  <a:pt x="198823" y="80565"/>
                  <a:pt x="197502" y="81760"/>
                </a:cubicBezTo>
                <a:cubicBezTo>
                  <a:pt x="196180" y="82956"/>
                  <a:pt x="193968" y="83553"/>
                  <a:pt x="190864" y="83553"/>
                </a:cubicBezTo>
                <a:lnTo>
                  <a:pt x="179224" y="83553"/>
                </a:lnTo>
                <a:cubicBezTo>
                  <a:pt x="176120" y="83553"/>
                  <a:pt x="173908" y="82945"/>
                  <a:pt x="172587" y="81729"/>
                </a:cubicBezTo>
                <a:cubicBezTo>
                  <a:pt x="171265" y="80512"/>
                  <a:pt x="170605" y="78939"/>
                  <a:pt x="170605" y="77010"/>
                </a:cubicBezTo>
                <a:cubicBezTo>
                  <a:pt x="170605" y="75081"/>
                  <a:pt x="171255" y="73529"/>
                  <a:pt x="172555" y="72354"/>
                </a:cubicBezTo>
                <a:cubicBezTo>
                  <a:pt x="173855" y="71180"/>
                  <a:pt x="175869" y="70592"/>
                  <a:pt x="178595" y="70592"/>
                </a:cubicBezTo>
                <a:lnTo>
                  <a:pt x="178595" y="46291"/>
                </a:lnTo>
                <a:cubicBezTo>
                  <a:pt x="178595" y="43486"/>
                  <a:pt x="177840" y="41435"/>
                  <a:pt x="176330" y="40137"/>
                </a:cubicBezTo>
                <a:cubicBezTo>
                  <a:pt x="174359" y="38462"/>
                  <a:pt x="171402" y="37624"/>
                  <a:pt x="167459" y="37624"/>
                </a:cubicBezTo>
                <a:cubicBezTo>
                  <a:pt x="164481" y="37624"/>
                  <a:pt x="161870" y="38201"/>
                  <a:pt x="159626" y="39354"/>
                </a:cubicBezTo>
                <a:cubicBezTo>
                  <a:pt x="157382" y="40508"/>
                  <a:pt x="154540" y="42951"/>
                  <a:pt x="151101" y="46684"/>
                </a:cubicBezTo>
                <a:lnTo>
                  <a:pt x="151101" y="70592"/>
                </a:lnTo>
                <a:cubicBezTo>
                  <a:pt x="154414" y="70592"/>
                  <a:pt x="156553" y="70991"/>
                  <a:pt x="157518" y="71788"/>
                </a:cubicBezTo>
                <a:cubicBezTo>
                  <a:pt x="159573" y="73382"/>
                  <a:pt x="160601" y="75143"/>
                  <a:pt x="160601" y="77073"/>
                </a:cubicBezTo>
                <a:cubicBezTo>
                  <a:pt x="160601" y="79002"/>
                  <a:pt x="159940" y="80565"/>
                  <a:pt x="158619" y="81760"/>
                </a:cubicBezTo>
                <a:cubicBezTo>
                  <a:pt x="157298" y="82956"/>
                  <a:pt x="155085" y="83553"/>
                  <a:pt x="151981" y="83553"/>
                </a:cubicBezTo>
                <a:lnTo>
                  <a:pt x="137322" y="83553"/>
                </a:lnTo>
                <a:cubicBezTo>
                  <a:pt x="134218" y="83553"/>
                  <a:pt x="132005" y="82945"/>
                  <a:pt x="130684" y="81729"/>
                </a:cubicBezTo>
                <a:cubicBezTo>
                  <a:pt x="129363" y="80512"/>
                  <a:pt x="128702" y="78939"/>
                  <a:pt x="128702" y="77010"/>
                </a:cubicBezTo>
                <a:cubicBezTo>
                  <a:pt x="128702" y="75081"/>
                  <a:pt x="129709" y="73324"/>
                  <a:pt x="131722" y="71741"/>
                </a:cubicBezTo>
                <a:cubicBezTo>
                  <a:pt x="132729" y="70975"/>
                  <a:pt x="134889" y="70592"/>
                  <a:pt x="138203" y="70592"/>
                </a:cubicBezTo>
                <a:lnTo>
                  <a:pt x="138203" y="39386"/>
                </a:lnTo>
                <a:cubicBezTo>
                  <a:pt x="135476" y="39386"/>
                  <a:pt x="133463" y="38778"/>
                  <a:pt x="132163" y="37561"/>
                </a:cubicBezTo>
                <a:cubicBezTo>
                  <a:pt x="130862" y="36345"/>
                  <a:pt x="130212" y="34772"/>
                  <a:pt x="130212" y="32842"/>
                </a:cubicBezTo>
                <a:cubicBezTo>
                  <a:pt x="130212" y="30913"/>
                  <a:pt x="130873" y="29361"/>
                  <a:pt x="132194" y="28187"/>
                </a:cubicBezTo>
                <a:cubicBezTo>
                  <a:pt x="133515" y="27012"/>
                  <a:pt x="135728" y="26425"/>
                  <a:pt x="138832" y="26425"/>
                </a:cubicBezTo>
                <a:lnTo>
                  <a:pt x="151101" y="26425"/>
                </a:lnTo>
                <a:close/>
                <a:moveTo>
                  <a:pt x="238290" y="39386"/>
                </a:moveTo>
                <a:lnTo>
                  <a:pt x="238290" y="65099"/>
                </a:lnTo>
                <a:cubicBezTo>
                  <a:pt x="238290" y="67852"/>
                  <a:pt x="238857" y="69666"/>
                  <a:pt x="239989" y="70541"/>
                </a:cubicBezTo>
                <a:cubicBezTo>
                  <a:pt x="241751" y="71918"/>
                  <a:pt x="244897" y="72606"/>
                  <a:pt x="249427" y="72606"/>
                </a:cubicBezTo>
                <a:cubicBezTo>
                  <a:pt x="256012" y="72606"/>
                  <a:pt x="262094" y="71186"/>
                  <a:pt x="267672" y="68345"/>
                </a:cubicBezTo>
                <a:cubicBezTo>
                  <a:pt x="269812" y="67243"/>
                  <a:pt x="271489" y="66692"/>
                  <a:pt x="272706" y="66692"/>
                </a:cubicBezTo>
                <a:cubicBezTo>
                  <a:pt x="274384" y="66692"/>
                  <a:pt x="275841" y="67325"/>
                  <a:pt x="277079" y="68593"/>
                </a:cubicBezTo>
                <a:cubicBezTo>
                  <a:pt x="278316" y="69859"/>
                  <a:pt x="278935" y="71400"/>
                  <a:pt x="278935" y="73215"/>
                </a:cubicBezTo>
                <a:cubicBezTo>
                  <a:pt x="278935" y="74905"/>
                  <a:pt x="278263" y="76362"/>
                  <a:pt x="276921" y="77586"/>
                </a:cubicBezTo>
                <a:cubicBezTo>
                  <a:pt x="274866" y="79571"/>
                  <a:pt x="270808" y="81397"/>
                  <a:pt x="264747" y="83066"/>
                </a:cubicBezTo>
                <a:cubicBezTo>
                  <a:pt x="258686" y="84733"/>
                  <a:pt x="253579" y="85567"/>
                  <a:pt x="249427" y="85567"/>
                </a:cubicBezTo>
                <a:cubicBezTo>
                  <a:pt x="241415" y="85567"/>
                  <a:pt x="235407" y="83841"/>
                  <a:pt x="231401" y="80390"/>
                </a:cubicBezTo>
                <a:cubicBezTo>
                  <a:pt x="227395" y="76939"/>
                  <a:pt x="225393" y="72703"/>
                  <a:pt x="225393" y="67685"/>
                </a:cubicBezTo>
                <a:lnTo>
                  <a:pt x="225393" y="39386"/>
                </a:lnTo>
                <a:lnTo>
                  <a:pt x="220737" y="39386"/>
                </a:lnTo>
                <a:cubicBezTo>
                  <a:pt x="217633" y="39386"/>
                  <a:pt x="215420" y="38785"/>
                  <a:pt x="214099" y="37585"/>
                </a:cubicBezTo>
                <a:cubicBezTo>
                  <a:pt x="212778" y="36383"/>
                  <a:pt x="212117" y="34813"/>
                  <a:pt x="212117" y="32874"/>
                </a:cubicBezTo>
                <a:cubicBezTo>
                  <a:pt x="212117" y="30977"/>
                  <a:pt x="212778" y="29429"/>
                  <a:pt x="214099" y="28228"/>
                </a:cubicBezTo>
                <a:cubicBezTo>
                  <a:pt x="215420" y="27026"/>
                  <a:pt x="217633" y="26425"/>
                  <a:pt x="220737" y="26425"/>
                </a:cubicBezTo>
                <a:lnTo>
                  <a:pt x="225393" y="26425"/>
                </a:lnTo>
                <a:lnTo>
                  <a:pt x="225393" y="14785"/>
                </a:lnTo>
                <a:cubicBezTo>
                  <a:pt x="225393" y="11682"/>
                  <a:pt x="225990" y="9469"/>
                  <a:pt x="227186" y="8148"/>
                </a:cubicBezTo>
                <a:cubicBezTo>
                  <a:pt x="228381" y="6826"/>
                  <a:pt x="229943" y="6166"/>
                  <a:pt x="231873" y="6166"/>
                </a:cubicBezTo>
                <a:cubicBezTo>
                  <a:pt x="233760" y="6166"/>
                  <a:pt x="235302" y="6826"/>
                  <a:pt x="236497" y="8148"/>
                </a:cubicBezTo>
                <a:cubicBezTo>
                  <a:pt x="237693" y="9469"/>
                  <a:pt x="238290" y="11682"/>
                  <a:pt x="238290" y="14785"/>
                </a:cubicBezTo>
                <a:lnTo>
                  <a:pt x="238290" y="26425"/>
                </a:lnTo>
                <a:lnTo>
                  <a:pt x="262136" y="26425"/>
                </a:lnTo>
                <a:cubicBezTo>
                  <a:pt x="265240" y="26425"/>
                  <a:pt x="267452" y="27026"/>
                  <a:pt x="268774" y="28228"/>
                </a:cubicBezTo>
                <a:cubicBezTo>
                  <a:pt x="270095" y="29429"/>
                  <a:pt x="270755" y="30998"/>
                  <a:pt x="270755" y="32937"/>
                </a:cubicBezTo>
                <a:cubicBezTo>
                  <a:pt x="270755" y="34834"/>
                  <a:pt x="270095" y="36383"/>
                  <a:pt x="268774" y="37585"/>
                </a:cubicBezTo>
                <a:cubicBezTo>
                  <a:pt x="267452" y="38785"/>
                  <a:pt x="265240" y="39386"/>
                  <a:pt x="262136" y="39386"/>
                </a:cubicBezTo>
                <a:lnTo>
                  <a:pt x="238290" y="39386"/>
                </a:lnTo>
                <a:close/>
                <a:moveTo>
                  <a:pt x="316106" y="26425"/>
                </a:moveTo>
                <a:lnTo>
                  <a:pt x="316106" y="34478"/>
                </a:lnTo>
                <a:cubicBezTo>
                  <a:pt x="321517" y="30553"/>
                  <a:pt x="325784" y="27936"/>
                  <a:pt x="328909" y="26627"/>
                </a:cubicBezTo>
                <a:cubicBezTo>
                  <a:pt x="332034" y="25318"/>
                  <a:pt x="334960" y="24663"/>
                  <a:pt x="337686" y="24663"/>
                </a:cubicBezTo>
                <a:cubicBezTo>
                  <a:pt x="341881" y="24663"/>
                  <a:pt x="345949" y="26221"/>
                  <a:pt x="349892" y="29335"/>
                </a:cubicBezTo>
                <a:cubicBezTo>
                  <a:pt x="352576" y="31440"/>
                  <a:pt x="353919" y="33587"/>
                  <a:pt x="353919" y="35776"/>
                </a:cubicBezTo>
                <a:cubicBezTo>
                  <a:pt x="353919" y="37628"/>
                  <a:pt x="353279" y="39196"/>
                  <a:pt x="352000" y="40481"/>
                </a:cubicBezTo>
                <a:cubicBezTo>
                  <a:pt x="350720" y="41764"/>
                  <a:pt x="349179" y="42406"/>
                  <a:pt x="347375" y="42406"/>
                </a:cubicBezTo>
                <a:cubicBezTo>
                  <a:pt x="345781" y="42406"/>
                  <a:pt x="344104" y="41609"/>
                  <a:pt x="342342" y="40015"/>
                </a:cubicBezTo>
                <a:cubicBezTo>
                  <a:pt x="340580" y="38421"/>
                  <a:pt x="339007" y="37624"/>
                  <a:pt x="337623" y="37624"/>
                </a:cubicBezTo>
                <a:cubicBezTo>
                  <a:pt x="335820" y="37624"/>
                  <a:pt x="333125" y="38757"/>
                  <a:pt x="329538" y="41022"/>
                </a:cubicBezTo>
                <a:cubicBezTo>
                  <a:pt x="325952" y="43287"/>
                  <a:pt x="321475" y="46684"/>
                  <a:pt x="316106" y="51214"/>
                </a:cubicBezTo>
                <a:lnTo>
                  <a:pt x="316106" y="70592"/>
                </a:lnTo>
                <a:lnTo>
                  <a:pt x="334477" y="70592"/>
                </a:lnTo>
                <a:cubicBezTo>
                  <a:pt x="337581" y="70592"/>
                  <a:pt x="339794" y="71190"/>
                  <a:pt x="341115" y="72386"/>
                </a:cubicBezTo>
                <a:cubicBezTo>
                  <a:pt x="342436" y="73581"/>
                  <a:pt x="343097" y="75143"/>
                  <a:pt x="343097" y="77073"/>
                </a:cubicBezTo>
                <a:cubicBezTo>
                  <a:pt x="343097" y="79002"/>
                  <a:pt x="342436" y="80565"/>
                  <a:pt x="341115" y="81760"/>
                </a:cubicBezTo>
                <a:cubicBezTo>
                  <a:pt x="339794" y="82956"/>
                  <a:pt x="337581" y="83553"/>
                  <a:pt x="334477" y="83553"/>
                </a:cubicBezTo>
                <a:lnTo>
                  <a:pt x="295532" y="83553"/>
                </a:lnTo>
                <a:cubicBezTo>
                  <a:pt x="292428" y="83553"/>
                  <a:pt x="290216" y="82945"/>
                  <a:pt x="288894" y="81729"/>
                </a:cubicBezTo>
                <a:cubicBezTo>
                  <a:pt x="287573" y="80512"/>
                  <a:pt x="286912" y="78939"/>
                  <a:pt x="286912" y="77010"/>
                </a:cubicBezTo>
                <a:cubicBezTo>
                  <a:pt x="286912" y="75081"/>
                  <a:pt x="287573" y="73529"/>
                  <a:pt x="288894" y="72354"/>
                </a:cubicBezTo>
                <a:cubicBezTo>
                  <a:pt x="290216" y="71180"/>
                  <a:pt x="292428" y="70592"/>
                  <a:pt x="295532" y="70592"/>
                </a:cubicBezTo>
                <a:lnTo>
                  <a:pt x="303208" y="70592"/>
                </a:lnTo>
                <a:lnTo>
                  <a:pt x="303208" y="39386"/>
                </a:lnTo>
                <a:lnTo>
                  <a:pt x="298552" y="39386"/>
                </a:lnTo>
                <a:cubicBezTo>
                  <a:pt x="295448" y="39386"/>
                  <a:pt x="293236" y="38778"/>
                  <a:pt x="291914" y="37561"/>
                </a:cubicBezTo>
                <a:cubicBezTo>
                  <a:pt x="290593" y="36345"/>
                  <a:pt x="289932" y="34772"/>
                  <a:pt x="289932" y="32842"/>
                </a:cubicBezTo>
                <a:cubicBezTo>
                  <a:pt x="289932" y="30913"/>
                  <a:pt x="290593" y="29361"/>
                  <a:pt x="291914" y="28187"/>
                </a:cubicBezTo>
                <a:cubicBezTo>
                  <a:pt x="293236" y="27012"/>
                  <a:pt x="295448" y="26425"/>
                  <a:pt x="298552" y="26425"/>
                </a:cubicBezTo>
                <a:lnTo>
                  <a:pt x="316106" y="26425"/>
                </a:lnTo>
                <a:close/>
                <a:moveTo>
                  <a:pt x="388888" y="83158"/>
                </a:moveTo>
                <a:lnTo>
                  <a:pt x="366552" y="39386"/>
                </a:lnTo>
                <a:cubicBezTo>
                  <a:pt x="364455" y="39386"/>
                  <a:pt x="362861" y="38788"/>
                  <a:pt x="361771" y="37593"/>
                </a:cubicBezTo>
                <a:cubicBezTo>
                  <a:pt x="360680" y="36397"/>
                  <a:pt x="360135" y="34835"/>
                  <a:pt x="360135" y="32905"/>
                </a:cubicBezTo>
                <a:cubicBezTo>
                  <a:pt x="360135" y="30976"/>
                  <a:pt x="360795" y="29414"/>
                  <a:pt x="362117" y="28218"/>
                </a:cubicBezTo>
                <a:cubicBezTo>
                  <a:pt x="363438" y="27023"/>
                  <a:pt x="365650" y="26425"/>
                  <a:pt x="368754" y="26425"/>
                </a:cubicBezTo>
                <a:lnTo>
                  <a:pt x="380520" y="26425"/>
                </a:lnTo>
                <a:cubicBezTo>
                  <a:pt x="383624" y="26425"/>
                  <a:pt x="385836" y="27023"/>
                  <a:pt x="387157" y="28218"/>
                </a:cubicBezTo>
                <a:cubicBezTo>
                  <a:pt x="388479" y="29414"/>
                  <a:pt x="389139" y="30976"/>
                  <a:pt x="389139" y="32905"/>
                </a:cubicBezTo>
                <a:cubicBezTo>
                  <a:pt x="389139" y="34835"/>
                  <a:pt x="388479" y="36397"/>
                  <a:pt x="387157" y="37593"/>
                </a:cubicBezTo>
                <a:cubicBezTo>
                  <a:pt x="385836" y="38788"/>
                  <a:pt x="383749" y="39386"/>
                  <a:pt x="380897" y="39386"/>
                </a:cubicBezTo>
                <a:lnTo>
                  <a:pt x="396123" y="68980"/>
                </a:lnTo>
                <a:lnTo>
                  <a:pt x="411223" y="39386"/>
                </a:lnTo>
                <a:cubicBezTo>
                  <a:pt x="408455" y="39386"/>
                  <a:pt x="406410" y="38778"/>
                  <a:pt x="405089" y="37561"/>
                </a:cubicBezTo>
                <a:cubicBezTo>
                  <a:pt x="403767" y="36345"/>
                  <a:pt x="403107" y="34772"/>
                  <a:pt x="403107" y="32842"/>
                </a:cubicBezTo>
                <a:cubicBezTo>
                  <a:pt x="403107" y="30913"/>
                  <a:pt x="403767" y="29361"/>
                  <a:pt x="405089" y="28187"/>
                </a:cubicBezTo>
                <a:cubicBezTo>
                  <a:pt x="406410" y="27012"/>
                  <a:pt x="408623" y="26425"/>
                  <a:pt x="411726" y="26425"/>
                </a:cubicBezTo>
                <a:lnTo>
                  <a:pt x="423869" y="26425"/>
                </a:lnTo>
                <a:cubicBezTo>
                  <a:pt x="426931" y="26425"/>
                  <a:pt x="429123" y="27023"/>
                  <a:pt x="430444" y="28218"/>
                </a:cubicBezTo>
                <a:cubicBezTo>
                  <a:pt x="431765" y="29414"/>
                  <a:pt x="432426" y="30976"/>
                  <a:pt x="432426" y="32905"/>
                </a:cubicBezTo>
                <a:cubicBezTo>
                  <a:pt x="432426" y="34835"/>
                  <a:pt x="431860" y="36397"/>
                  <a:pt x="430727" y="37593"/>
                </a:cubicBezTo>
                <a:cubicBezTo>
                  <a:pt x="429595" y="38788"/>
                  <a:pt x="427917" y="39386"/>
                  <a:pt x="425694" y="39386"/>
                </a:cubicBezTo>
                <a:lnTo>
                  <a:pt x="396123" y="97521"/>
                </a:lnTo>
                <a:cubicBezTo>
                  <a:pt x="399353" y="97521"/>
                  <a:pt x="401471" y="97521"/>
                  <a:pt x="402478" y="97521"/>
                </a:cubicBezTo>
                <a:cubicBezTo>
                  <a:pt x="404491" y="99954"/>
                  <a:pt x="405498" y="102135"/>
                  <a:pt x="405498" y="104064"/>
                </a:cubicBezTo>
                <a:cubicBezTo>
                  <a:pt x="405498" y="105994"/>
                  <a:pt x="404837" y="107545"/>
                  <a:pt x="403516" y="108720"/>
                </a:cubicBezTo>
                <a:cubicBezTo>
                  <a:pt x="402195" y="109894"/>
                  <a:pt x="399982" y="110482"/>
                  <a:pt x="396878" y="110482"/>
                </a:cubicBezTo>
                <a:lnTo>
                  <a:pt x="368754" y="110482"/>
                </a:lnTo>
                <a:cubicBezTo>
                  <a:pt x="365650" y="110482"/>
                  <a:pt x="363438" y="109894"/>
                  <a:pt x="362117" y="108720"/>
                </a:cubicBezTo>
                <a:cubicBezTo>
                  <a:pt x="360795" y="107545"/>
                  <a:pt x="360135" y="105994"/>
                  <a:pt x="360135" y="104064"/>
                </a:cubicBezTo>
                <a:cubicBezTo>
                  <a:pt x="360135" y="102135"/>
                  <a:pt x="360795" y="100562"/>
                  <a:pt x="362117" y="99345"/>
                </a:cubicBezTo>
                <a:cubicBezTo>
                  <a:pt x="363438" y="98129"/>
                  <a:pt x="365650" y="97521"/>
                  <a:pt x="368754" y="97521"/>
                </a:cubicBezTo>
                <a:lnTo>
                  <a:pt x="381589" y="97521"/>
                </a:lnTo>
                <a:lnTo>
                  <a:pt x="388888" y="83158"/>
                </a:lnTo>
                <a:close/>
                <a:moveTo>
                  <a:pt x="550810" y="59737"/>
                </a:moveTo>
                <a:lnTo>
                  <a:pt x="541876" y="83553"/>
                </a:lnTo>
                <a:lnTo>
                  <a:pt x="529733" y="83553"/>
                </a:lnTo>
                <a:lnTo>
                  <a:pt x="518911" y="39386"/>
                </a:lnTo>
                <a:cubicBezTo>
                  <a:pt x="516563" y="39386"/>
                  <a:pt x="514790" y="38778"/>
                  <a:pt x="513595" y="37561"/>
                </a:cubicBezTo>
                <a:cubicBezTo>
                  <a:pt x="512400" y="36345"/>
                  <a:pt x="511802" y="34772"/>
                  <a:pt x="511802" y="32842"/>
                </a:cubicBezTo>
                <a:cubicBezTo>
                  <a:pt x="511802" y="30913"/>
                  <a:pt x="512462" y="29361"/>
                  <a:pt x="513784" y="28187"/>
                </a:cubicBezTo>
                <a:cubicBezTo>
                  <a:pt x="515105" y="27012"/>
                  <a:pt x="517318" y="26425"/>
                  <a:pt x="520421" y="26425"/>
                </a:cubicBezTo>
                <a:lnTo>
                  <a:pt x="532439" y="26425"/>
                </a:lnTo>
                <a:cubicBezTo>
                  <a:pt x="535542" y="26425"/>
                  <a:pt x="537755" y="27023"/>
                  <a:pt x="539076" y="28218"/>
                </a:cubicBezTo>
                <a:cubicBezTo>
                  <a:pt x="540397" y="29414"/>
                  <a:pt x="541058" y="30976"/>
                  <a:pt x="541058" y="32905"/>
                </a:cubicBezTo>
                <a:cubicBezTo>
                  <a:pt x="541058" y="34835"/>
                  <a:pt x="540303" y="36482"/>
                  <a:pt x="538793" y="37848"/>
                </a:cubicBezTo>
                <a:cubicBezTo>
                  <a:pt x="537661" y="38873"/>
                  <a:pt x="535438" y="39386"/>
                  <a:pt x="532124" y="39386"/>
                </a:cubicBezTo>
                <a:lnTo>
                  <a:pt x="537031" y="59737"/>
                </a:lnTo>
                <a:lnTo>
                  <a:pt x="545022" y="38757"/>
                </a:lnTo>
                <a:lnTo>
                  <a:pt x="556473" y="38757"/>
                </a:lnTo>
                <a:lnTo>
                  <a:pt x="564526" y="59737"/>
                </a:lnTo>
                <a:lnTo>
                  <a:pt x="569559" y="39386"/>
                </a:lnTo>
                <a:cubicBezTo>
                  <a:pt x="566372" y="39386"/>
                  <a:pt x="564274" y="38989"/>
                  <a:pt x="563268" y="38196"/>
                </a:cubicBezTo>
                <a:cubicBezTo>
                  <a:pt x="561254" y="36557"/>
                  <a:pt x="560248" y="34772"/>
                  <a:pt x="560248" y="32842"/>
                </a:cubicBezTo>
                <a:cubicBezTo>
                  <a:pt x="560248" y="30913"/>
                  <a:pt x="560908" y="29361"/>
                  <a:pt x="562230" y="28187"/>
                </a:cubicBezTo>
                <a:cubicBezTo>
                  <a:pt x="563551" y="27012"/>
                  <a:pt x="565763" y="26425"/>
                  <a:pt x="568867" y="26425"/>
                </a:cubicBezTo>
                <a:lnTo>
                  <a:pt x="581010" y="26425"/>
                </a:lnTo>
                <a:cubicBezTo>
                  <a:pt x="584114" y="26425"/>
                  <a:pt x="586327" y="27023"/>
                  <a:pt x="587648" y="28218"/>
                </a:cubicBezTo>
                <a:cubicBezTo>
                  <a:pt x="588969" y="29414"/>
                  <a:pt x="589630" y="30976"/>
                  <a:pt x="589630" y="32905"/>
                </a:cubicBezTo>
                <a:cubicBezTo>
                  <a:pt x="589630" y="34835"/>
                  <a:pt x="589053" y="36397"/>
                  <a:pt x="587900" y="37593"/>
                </a:cubicBezTo>
                <a:cubicBezTo>
                  <a:pt x="586746" y="38788"/>
                  <a:pt x="585037" y="39386"/>
                  <a:pt x="582772" y="39386"/>
                </a:cubicBezTo>
                <a:lnTo>
                  <a:pt x="572202" y="83553"/>
                </a:lnTo>
                <a:lnTo>
                  <a:pt x="560248" y="83553"/>
                </a:lnTo>
                <a:lnTo>
                  <a:pt x="550810" y="59737"/>
                </a:lnTo>
                <a:close/>
                <a:moveTo>
                  <a:pt x="637874" y="77010"/>
                </a:moveTo>
                <a:cubicBezTo>
                  <a:pt x="637874" y="79443"/>
                  <a:pt x="637014" y="81477"/>
                  <a:pt x="635295" y="83113"/>
                </a:cubicBezTo>
                <a:cubicBezTo>
                  <a:pt x="633575" y="84749"/>
                  <a:pt x="631205" y="85567"/>
                  <a:pt x="628185" y="85567"/>
                </a:cubicBezTo>
                <a:cubicBezTo>
                  <a:pt x="625165" y="85567"/>
                  <a:pt x="622795" y="84749"/>
                  <a:pt x="621075" y="83113"/>
                </a:cubicBezTo>
                <a:cubicBezTo>
                  <a:pt x="619356" y="81477"/>
                  <a:pt x="618496" y="79443"/>
                  <a:pt x="618496" y="77010"/>
                </a:cubicBezTo>
                <a:cubicBezTo>
                  <a:pt x="618496" y="74577"/>
                  <a:pt x="619356" y="72543"/>
                  <a:pt x="621075" y="70907"/>
                </a:cubicBezTo>
                <a:cubicBezTo>
                  <a:pt x="622795" y="69271"/>
                  <a:pt x="625165" y="68453"/>
                  <a:pt x="628185" y="68453"/>
                </a:cubicBezTo>
                <a:cubicBezTo>
                  <a:pt x="631205" y="68453"/>
                  <a:pt x="633575" y="69271"/>
                  <a:pt x="635295" y="70907"/>
                </a:cubicBezTo>
                <a:cubicBezTo>
                  <a:pt x="637014" y="72543"/>
                  <a:pt x="637874" y="74577"/>
                  <a:pt x="637874" y="77010"/>
                </a:cubicBezTo>
                <a:close/>
                <a:moveTo>
                  <a:pt x="716948" y="83553"/>
                </a:moveTo>
                <a:lnTo>
                  <a:pt x="716948" y="80533"/>
                </a:lnTo>
                <a:cubicBezTo>
                  <a:pt x="713718" y="82211"/>
                  <a:pt x="710153" y="83469"/>
                  <a:pt x="706252" y="84308"/>
                </a:cubicBezTo>
                <a:cubicBezTo>
                  <a:pt x="702351" y="85147"/>
                  <a:pt x="698807" y="85567"/>
                  <a:pt x="695619" y="85567"/>
                </a:cubicBezTo>
                <a:cubicBezTo>
                  <a:pt x="688698" y="85567"/>
                  <a:pt x="683077" y="83735"/>
                  <a:pt x="678757" y="80071"/>
                </a:cubicBezTo>
                <a:cubicBezTo>
                  <a:pt x="674437" y="76406"/>
                  <a:pt x="672277" y="72354"/>
                  <a:pt x="672277" y="67915"/>
                </a:cubicBezTo>
                <a:cubicBezTo>
                  <a:pt x="672277" y="62513"/>
                  <a:pt x="675035" y="57499"/>
                  <a:pt x="680550" y="52872"/>
                </a:cubicBezTo>
                <a:cubicBezTo>
                  <a:pt x="686066" y="48243"/>
                  <a:pt x="693689" y="45929"/>
                  <a:pt x="703420" y="45929"/>
                </a:cubicBezTo>
                <a:cubicBezTo>
                  <a:pt x="707321" y="45929"/>
                  <a:pt x="711830" y="46349"/>
                  <a:pt x="716948" y="47187"/>
                </a:cubicBezTo>
                <a:lnTo>
                  <a:pt x="716948" y="44124"/>
                </a:lnTo>
                <a:cubicBezTo>
                  <a:pt x="716948" y="42208"/>
                  <a:pt x="716119" y="40645"/>
                  <a:pt x="714462" y="39437"/>
                </a:cubicBezTo>
                <a:cubicBezTo>
                  <a:pt x="712806" y="38228"/>
                  <a:pt x="709649" y="37624"/>
                  <a:pt x="704993" y="37624"/>
                </a:cubicBezTo>
                <a:cubicBezTo>
                  <a:pt x="701176" y="37624"/>
                  <a:pt x="696227" y="38363"/>
                  <a:pt x="690145" y="39842"/>
                </a:cubicBezTo>
                <a:cubicBezTo>
                  <a:pt x="687880" y="40377"/>
                  <a:pt x="686118" y="40644"/>
                  <a:pt x="684860" y="40644"/>
                </a:cubicBezTo>
                <a:cubicBezTo>
                  <a:pt x="683140" y="40644"/>
                  <a:pt x="681683" y="40025"/>
                  <a:pt x="680487" y="38788"/>
                </a:cubicBezTo>
                <a:cubicBezTo>
                  <a:pt x="679292" y="37551"/>
                  <a:pt x="678694" y="35967"/>
                  <a:pt x="678694" y="34038"/>
                </a:cubicBezTo>
                <a:cubicBezTo>
                  <a:pt x="678694" y="32947"/>
                  <a:pt x="678904" y="32004"/>
                  <a:pt x="679323" y="31207"/>
                </a:cubicBezTo>
                <a:cubicBezTo>
                  <a:pt x="679743" y="30410"/>
                  <a:pt x="680330" y="29770"/>
                  <a:pt x="681085" y="29288"/>
                </a:cubicBezTo>
                <a:cubicBezTo>
                  <a:pt x="681840" y="28805"/>
                  <a:pt x="683413" y="28229"/>
                  <a:pt x="685804" y="27557"/>
                </a:cubicBezTo>
                <a:cubicBezTo>
                  <a:pt x="688992" y="26677"/>
                  <a:pt x="692242" y="25974"/>
                  <a:pt x="695556" y="25450"/>
                </a:cubicBezTo>
                <a:cubicBezTo>
                  <a:pt x="698869" y="24925"/>
                  <a:pt x="701869" y="24663"/>
                  <a:pt x="704553" y="24663"/>
                </a:cubicBezTo>
                <a:cubicBezTo>
                  <a:pt x="712564" y="24663"/>
                  <a:pt x="718783" y="26394"/>
                  <a:pt x="723208" y="29854"/>
                </a:cubicBezTo>
                <a:cubicBezTo>
                  <a:pt x="727633" y="33314"/>
                  <a:pt x="729845" y="38044"/>
                  <a:pt x="729845" y="44042"/>
                </a:cubicBezTo>
                <a:lnTo>
                  <a:pt x="729845" y="70592"/>
                </a:lnTo>
                <a:lnTo>
                  <a:pt x="732048" y="70592"/>
                </a:lnTo>
                <a:cubicBezTo>
                  <a:pt x="735151" y="70592"/>
                  <a:pt x="737364" y="71190"/>
                  <a:pt x="738685" y="72386"/>
                </a:cubicBezTo>
                <a:cubicBezTo>
                  <a:pt x="740006" y="73581"/>
                  <a:pt x="740667" y="75143"/>
                  <a:pt x="740667" y="77073"/>
                </a:cubicBezTo>
                <a:cubicBezTo>
                  <a:pt x="740667" y="79002"/>
                  <a:pt x="740006" y="80565"/>
                  <a:pt x="738685" y="81760"/>
                </a:cubicBezTo>
                <a:cubicBezTo>
                  <a:pt x="737364" y="82956"/>
                  <a:pt x="735151" y="83553"/>
                  <a:pt x="732048" y="83553"/>
                </a:cubicBezTo>
                <a:lnTo>
                  <a:pt x="716948" y="83553"/>
                </a:lnTo>
                <a:moveTo>
                  <a:pt x="716948" y="60386"/>
                </a:moveTo>
                <a:cubicBezTo>
                  <a:pt x="711788" y="59389"/>
                  <a:pt x="707028" y="58890"/>
                  <a:pt x="702665" y="58890"/>
                </a:cubicBezTo>
                <a:cubicBezTo>
                  <a:pt x="697422" y="58890"/>
                  <a:pt x="692913" y="60157"/>
                  <a:pt x="689138" y="62692"/>
                </a:cubicBezTo>
                <a:cubicBezTo>
                  <a:pt x="686789" y="64314"/>
                  <a:pt x="685615" y="65956"/>
                  <a:pt x="685615" y="67618"/>
                </a:cubicBezTo>
                <a:cubicBezTo>
                  <a:pt x="685615" y="68824"/>
                  <a:pt x="686181" y="69801"/>
                  <a:pt x="687314" y="70549"/>
                </a:cubicBezTo>
                <a:cubicBezTo>
                  <a:pt x="689411" y="71920"/>
                  <a:pt x="692284" y="72606"/>
                  <a:pt x="695933" y="72606"/>
                </a:cubicBezTo>
                <a:cubicBezTo>
                  <a:pt x="699037" y="72606"/>
                  <a:pt x="702550" y="72003"/>
                  <a:pt x="706472" y="70799"/>
                </a:cubicBezTo>
                <a:cubicBezTo>
                  <a:pt x="710394" y="69593"/>
                  <a:pt x="713886" y="67951"/>
                  <a:pt x="716948" y="65872"/>
                </a:cubicBezTo>
                <a:lnTo>
                  <a:pt x="716948" y="60386"/>
                </a:lnTo>
                <a:close/>
                <a:moveTo>
                  <a:pt x="778027" y="52189"/>
                </a:moveTo>
                <a:cubicBezTo>
                  <a:pt x="778027" y="44845"/>
                  <a:pt x="779243" y="37416"/>
                  <a:pt x="781676" y="29903"/>
                </a:cubicBezTo>
                <a:cubicBezTo>
                  <a:pt x="783480" y="24362"/>
                  <a:pt x="786269" y="18193"/>
                  <a:pt x="790044" y="11394"/>
                </a:cubicBezTo>
                <a:cubicBezTo>
                  <a:pt x="792770" y="6526"/>
                  <a:pt x="794784" y="3536"/>
                  <a:pt x="796084" y="2424"/>
                </a:cubicBezTo>
                <a:cubicBezTo>
                  <a:pt x="797384" y="1311"/>
                  <a:pt x="798831" y="755"/>
                  <a:pt x="800425" y="755"/>
                </a:cubicBezTo>
                <a:cubicBezTo>
                  <a:pt x="802271" y="755"/>
                  <a:pt x="803823" y="1385"/>
                  <a:pt x="805081" y="2644"/>
                </a:cubicBezTo>
                <a:cubicBezTo>
                  <a:pt x="806339" y="3903"/>
                  <a:pt x="806969" y="5413"/>
                  <a:pt x="806969" y="7176"/>
                </a:cubicBezTo>
                <a:cubicBezTo>
                  <a:pt x="806969" y="8394"/>
                  <a:pt x="806465" y="9842"/>
                  <a:pt x="805459" y="11520"/>
                </a:cubicBezTo>
                <a:cubicBezTo>
                  <a:pt x="800929" y="18949"/>
                  <a:pt x="797626" y="25916"/>
                  <a:pt x="795549" y="32422"/>
                </a:cubicBezTo>
                <a:cubicBezTo>
                  <a:pt x="793473" y="38927"/>
                  <a:pt x="792435" y="45516"/>
                  <a:pt x="792435" y="52189"/>
                </a:cubicBezTo>
                <a:cubicBezTo>
                  <a:pt x="792435" y="58904"/>
                  <a:pt x="793473" y="65515"/>
                  <a:pt x="795549" y="72020"/>
                </a:cubicBezTo>
                <a:cubicBezTo>
                  <a:pt x="797626" y="78525"/>
                  <a:pt x="800929" y="85493"/>
                  <a:pt x="805459" y="92922"/>
                </a:cubicBezTo>
                <a:cubicBezTo>
                  <a:pt x="806465" y="94558"/>
                  <a:pt x="806969" y="96006"/>
                  <a:pt x="806969" y="97265"/>
                </a:cubicBezTo>
                <a:cubicBezTo>
                  <a:pt x="806969" y="99028"/>
                  <a:pt x="806339" y="100539"/>
                  <a:pt x="805081" y="101797"/>
                </a:cubicBezTo>
                <a:cubicBezTo>
                  <a:pt x="803823" y="103057"/>
                  <a:pt x="802271" y="103687"/>
                  <a:pt x="800425" y="103687"/>
                </a:cubicBezTo>
                <a:cubicBezTo>
                  <a:pt x="798873" y="103687"/>
                  <a:pt x="797510" y="103183"/>
                  <a:pt x="796336" y="102177"/>
                </a:cubicBezTo>
                <a:cubicBezTo>
                  <a:pt x="794658" y="100707"/>
                  <a:pt x="792435" y="97412"/>
                  <a:pt x="789667" y="92291"/>
                </a:cubicBezTo>
                <a:cubicBezTo>
                  <a:pt x="785682" y="84863"/>
                  <a:pt x="782955" y="78736"/>
                  <a:pt x="781487" y="73909"/>
                </a:cubicBezTo>
                <a:cubicBezTo>
                  <a:pt x="779180" y="66522"/>
                  <a:pt x="778027" y="59282"/>
                  <a:pt x="778027" y="52189"/>
                </a:cubicBezTo>
                <a:close/>
                <a:moveTo>
                  <a:pt x="871571" y="83553"/>
                </a:moveTo>
                <a:lnTo>
                  <a:pt x="871571" y="80533"/>
                </a:lnTo>
                <a:cubicBezTo>
                  <a:pt x="868341" y="82211"/>
                  <a:pt x="864776" y="83469"/>
                  <a:pt x="860875" y="84308"/>
                </a:cubicBezTo>
                <a:cubicBezTo>
                  <a:pt x="856974" y="85147"/>
                  <a:pt x="853430" y="85567"/>
                  <a:pt x="850242" y="85567"/>
                </a:cubicBezTo>
                <a:cubicBezTo>
                  <a:pt x="843322" y="85567"/>
                  <a:pt x="837701" y="83735"/>
                  <a:pt x="833381" y="80071"/>
                </a:cubicBezTo>
                <a:cubicBezTo>
                  <a:pt x="829060" y="76406"/>
                  <a:pt x="826900" y="72354"/>
                  <a:pt x="826900" y="67915"/>
                </a:cubicBezTo>
                <a:cubicBezTo>
                  <a:pt x="826900" y="62513"/>
                  <a:pt x="829658" y="57499"/>
                  <a:pt x="835174" y="52872"/>
                </a:cubicBezTo>
                <a:cubicBezTo>
                  <a:pt x="840690" y="48243"/>
                  <a:pt x="848313" y="45929"/>
                  <a:pt x="858044" y="45929"/>
                </a:cubicBezTo>
                <a:cubicBezTo>
                  <a:pt x="861945" y="45929"/>
                  <a:pt x="866454" y="46349"/>
                  <a:pt x="871571" y="47187"/>
                </a:cubicBezTo>
                <a:lnTo>
                  <a:pt x="871571" y="44124"/>
                </a:lnTo>
                <a:cubicBezTo>
                  <a:pt x="871571" y="42208"/>
                  <a:pt x="870743" y="40645"/>
                  <a:pt x="869086" y="39437"/>
                </a:cubicBezTo>
                <a:cubicBezTo>
                  <a:pt x="867429" y="38228"/>
                  <a:pt x="864273" y="37624"/>
                  <a:pt x="859617" y="37624"/>
                </a:cubicBezTo>
                <a:cubicBezTo>
                  <a:pt x="855800" y="37624"/>
                  <a:pt x="850851" y="38363"/>
                  <a:pt x="844769" y="39842"/>
                </a:cubicBezTo>
                <a:cubicBezTo>
                  <a:pt x="842504" y="40377"/>
                  <a:pt x="840742" y="40644"/>
                  <a:pt x="839484" y="40644"/>
                </a:cubicBezTo>
                <a:cubicBezTo>
                  <a:pt x="837764" y="40644"/>
                  <a:pt x="836306" y="40025"/>
                  <a:pt x="835111" y="38788"/>
                </a:cubicBezTo>
                <a:cubicBezTo>
                  <a:pt x="833916" y="37551"/>
                  <a:pt x="833318" y="35967"/>
                  <a:pt x="833318" y="34038"/>
                </a:cubicBezTo>
                <a:cubicBezTo>
                  <a:pt x="833318" y="32947"/>
                  <a:pt x="833528" y="32004"/>
                  <a:pt x="833947" y="31207"/>
                </a:cubicBezTo>
                <a:cubicBezTo>
                  <a:pt x="834366" y="30410"/>
                  <a:pt x="834954" y="29770"/>
                  <a:pt x="835709" y="29288"/>
                </a:cubicBezTo>
                <a:cubicBezTo>
                  <a:pt x="836464" y="28805"/>
                  <a:pt x="838037" y="28229"/>
                  <a:pt x="840427" y="27557"/>
                </a:cubicBezTo>
                <a:cubicBezTo>
                  <a:pt x="843615" y="26677"/>
                  <a:pt x="846866" y="25974"/>
                  <a:pt x="850179" y="25450"/>
                </a:cubicBezTo>
                <a:cubicBezTo>
                  <a:pt x="853493" y="24925"/>
                  <a:pt x="856492" y="24663"/>
                  <a:pt x="859177" y="24663"/>
                </a:cubicBezTo>
                <a:cubicBezTo>
                  <a:pt x="867188" y="24663"/>
                  <a:pt x="873406" y="26394"/>
                  <a:pt x="877831" y="29854"/>
                </a:cubicBezTo>
                <a:cubicBezTo>
                  <a:pt x="882256" y="33314"/>
                  <a:pt x="884469" y="38044"/>
                  <a:pt x="884469" y="44042"/>
                </a:cubicBezTo>
                <a:lnTo>
                  <a:pt x="884469" y="70592"/>
                </a:lnTo>
                <a:lnTo>
                  <a:pt x="886671" y="70592"/>
                </a:lnTo>
                <a:cubicBezTo>
                  <a:pt x="889775" y="70592"/>
                  <a:pt x="891988" y="71190"/>
                  <a:pt x="893309" y="72386"/>
                </a:cubicBezTo>
                <a:cubicBezTo>
                  <a:pt x="894630" y="73581"/>
                  <a:pt x="895291" y="75143"/>
                  <a:pt x="895291" y="77073"/>
                </a:cubicBezTo>
                <a:cubicBezTo>
                  <a:pt x="895291" y="79002"/>
                  <a:pt x="894630" y="80565"/>
                  <a:pt x="893309" y="81760"/>
                </a:cubicBezTo>
                <a:cubicBezTo>
                  <a:pt x="891988" y="82956"/>
                  <a:pt x="889775" y="83553"/>
                  <a:pt x="886671" y="83553"/>
                </a:cubicBezTo>
                <a:lnTo>
                  <a:pt x="871571" y="83553"/>
                </a:lnTo>
                <a:moveTo>
                  <a:pt x="871571" y="60386"/>
                </a:moveTo>
                <a:cubicBezTo>
                  <a:pt x="866412" y="59389"/>
                  <a:pt x="861651" y="58890"/>
                  <a:pt x="857289" y="58890"/>
                </a:cubicBezTo>
                <a:cubicBezTo>
                  <a:pt x="852046" y="58890"/>
                  <a:pt x="847537" y="60157"/>
                  <a:pt x="843762" y="62692"/>
                </a:cubicBezTo>
                <a:cubicBezTo>
                  <a:pt x="841413" y="64314"/>
                  <a:pt x="840239" y="65956"/>
                  <a:pt x="840239" y="67618"/>
                </a:cubicBezTo>
                <a:cubicBezTo>
                  <a:pt x="840239" y="68824"/>
                  <a:pt x="840805" y="69801"/>
                  <a:pt x="841937" y="70549"/>
                </a:cubicBezTo>
                <a:cubicBezTo>
                  <a:pt x="844035" y="71920"/>
                  <a:pt x="846908" y="72606"/>
                  <a:pt x="850557" y="72606"/>
                </a:cubicBezTo>
                <a:cubicBezTo>
                  <a:pt x="853661" y="72606"/>
                  <a:pt x="857174" y="72003"/>
                  <a:pt x="861096" y="70799"/>
                </a:cubicBezTo>
                <a:cubicBezTo>
                  <a:pt x="865017" y="69593"/>
                  <a:pt x="868509" y="67951"/>
                  <a:pt x="871571" y="65872"/>
                </a:cubicBezTo>
                <a:lnTo>
                  <a:pt x="871571" y="60386"/>
                </a:lnTo>
                <a:close/>
                <a:moveTo>
                  <a:pt x="934601" y="26425"/>
                </a:moveTo>
                <a:lnTo>
                  <a:pt x="934601" y="34478"/>
                </a:lnTo>
                <a:cubicBezTo>
                  <a:pt x="940012" y="30553"/>
                  <a:pt x="944280" y="27936"/>
                  <a:pt x="947405" y="26627"/>
                </a:cubicBezTo>
                <a:cubicBezTo>
                  <a:pt x="950530" y="25318"/>
                  <a:pt x="953455" y="24663"/>
                  <a:pt x="956182" y="24663"/>
                </a:cubicBezTo>
                <a:cubicBezTo>
                  <a:pt x="960376" y="24663"/>
                  <a:pt x="964445" y="26221"/>
                  <a:pt x="968388" y="29335"/>
                </a:cubicBezTo>
                <a:cubicBezTo>
                  <a:pt x="971072" y="31440"/>
                  <a:pt x="972414" y="33587"/>
                  <a:pt x="972414" y="35776"/>
                </a:cubicBezTo>
                <a:cubicBezTo>
                  <a:pt x="972414" y="37628"/>
                  <a:pt x="971775" y="39196"/>
                  <a:pt x="970495" y="40481"/>
                </a:cubicBezTo>
                <a:cubicBezTo>
                  <a:pt x="969216" y="41764"/>
                  <a:pt x="967674" y="42406"/>
                  <a:pt x="965871" y="42406"/>
                </a:cubicBezTo>
                <a:cubicBezTo>
                  <a:pt x="964277" y="42406"/>
                  <a:pt x="962599" y="41609"/>
                  <a:pt x="960838" y="40015"/>
                </a:cubicBezTo>
                <a:cubicBezTo>
                  <a:pt x="959076" y="38421"/>
                  <a:pt x="957503" y="37624"/>
                  <a:pt x="956119" y="37624"/>
                </a:cubicBezTo>
                <a:cubicBezTo>
                  <a:pt x="954315" y="37624"/>
                  <a:pt x="951620" y="38757"/>
                  <a:pt x="948034" y="41022"/>
                </a:cubicBezTo>
                <a:cubicBezTo>
                  <a:pt x="944448" y="43287"/>
                  <a:pt x="939970" y="46684"/>
                  <a:pt x="934601" y="51214"/>
                </a:cubicBezTo>
                <a:lnTo>
                  <a:pt x="934601" y="70592"/>
                </a:lnTo>
                <a:lnTo>
                  <a:pt x="952973" y="70592"/>
                </a:lnTo>
                <a:cubicBezTo>
                  <a:pt x="956077" y="70592"/>
                  <a:pt x="958289" y="71190"/>
                  <a:pt x="959611" y="72386"/>
                </a:cubicBezTo>
                <a:cubicBezTo>
                  <a:pt x="960932" y="73581"/>
                  <a:pt x="961593" y="75143"/>
                  <a:pt x="961593" y="77073"/>
                </a:cubicBezTo>
                <a:cubicBezTo>
                  <a:pt x="961593" y="79002"/>
                  <a:pt x="960932" y="80565"/>
                  <a:pt x="959611" y="81760"/>
                </a:cubicBezTo>
                <a:cubicBezTo>
                  <a:pt x="958289" y="82956"/>
                  <a:pt x="956077" y="83553"/>
                  <a:pt x="952973" y="83553"/>
                </a:cubicBezTo>
                <a:lnTo>
                  <a:pt x="914028" y="83553"/>
                </a:lnTo>
                <a:cubicBezTo>
                  <a:pt x="910924" y="83553"/>
                  <a:pt x="908711" y="82945"/>
                  <a:pt x="907390" y="81729"/>
                </a:cubicBezTo>
                <a:cubicBezTo>
                  <a:pt x="906069" y="80512"/>
                  <a:pt x="905408" y="78939"/>
                  <a:pt x="905408" y="77010"/>
                </a:cubicBezTo>
                <a:cubicBezTo>
                  <a:pt x="905408" y="75081"/>
                  <a:pt x="906069" y="73529"/>
                  <a:pt x="907390" y="72354"/>
                </a:cubicBezTo>
                <a:cubicBezTo>
                  <a:pt x="908711" y="71180"/>
                  <a:pt x="910924" y="70592"/>
                  <a:pt x="914028" y="70592"/>
                </a:cubicBezTo>
                <a:lnTo>
                  <a:pt x="921703" y="70592"/>
                </a:lnTo>
                <a:lnTo>
                  <a:pt x="921703" y="39386"/>
                </a:lnTo>
                <a:lnTo>
                  <a:pt x="917048" y="39386"/>
                </a:lnTo>
                <a:cubicBezTo>
                  <a:pt x="913944" y="39386"/>
                  <a:pt x="911731" y="38778"/>
                  <a:pt x="910410" y="37561"/>
                </a:cubicBezTo>
                <a:cubicBezTo>
                  <a:pt x="909089" y="36345"/>
                  <a:pt x="908428" y="34772"/>
                  <a:pt x="908428" y="32842"/>
                </a:cubicBezTo>
                <a:cubicBezTo>
                  <a:pt x="908428" y="30913"/>
                  <a:pt x="909089" y="29361"/>
                  <a:pt x="910410" y="28187"/>
                </a:cubicBezTo>
                <a:cubicBezTo>
                  <a:pt x="911731" y="27012"/>
                  <a:pt x="913944" y="26425"/>
                  <a:pt x="917048" y="26425"/>
                </a:cubicBezTo>
                <a:lnTo>
                  <a:pt x="934601" y="26425"/>
                </a:lnTo>
                <a:close/>
                <a:moveTo>
                  <a:pt x="1028775" y="30326"/>
                </a:moveTo>
                <a:lnTo>
                  <a:pt x="1028775" y="26425"/>
                </a:lnTo>
                <a:lnTo>
                  <a:pt x="1043875" y="26425"/>
                </a:lnTo>
                <a:cubicBezTo>
                  <a:pt x="1046979" y="26425"/>
                  <a:pt x="1049191" y="27023"/>
                  <a:pt x="1050513" y="28218"/>
                </a:cubicBezTo>
                <a:cubicBezTo>
                  <a:pt x="1051834" y="29414"/>
                  <a:pt x="1052494" y="30976"/>
                  <a:pt x="1052494" y="32905"/>
                </a:cubicBezTo>
                <a:cubicBezTo>
                  <a:pt x="1052494" y="34835"/>
                  <a:pt x="1051834" y="36397"/>
                  <a:pt x="1050513" y="37593"/>
                </a:cubicBezTo>
                <a:cubicBezTo>
                  <a:pt x="1049191" y="38788"/>
                  <a:pt x="1046979" y="39386"/>
                  <a:pt x="1043875" y="39386"/>
                </a:cubicBezTo>
                <a:lnTo>
                  <a:pt x="1041673" y="39386"/>
                </a:lnTo>
                <a:lnTo>
                  <a:pt x="1041673" y="86280"/>
                </a:lnTo>
                <a:cubicBezTo>
                  <a:pt x="1041673" y="90806"/>
                  <a:pt x="1040719" y="94756"/>
                  <a:pt x="1038810" y="98128"/>
                </a:cubicBezTo>
                <a:cubicBezTo>
                  <a:pt x="1036902" y="101502"/>
                  <a:pt x="1033976" y="104404"/>
                  <a:pt x="1030033" y="106834"/>
                </a:cubicBezTo>
                <a:cubicBezTo>
                  <a:pt x="1026090" y="109266"/>
                  <a:pt x="1021644" y="110482"/>
                  <a:pt x="1016695" y="110482"/>
                </a:cubicBezTo>
                <a:lnTo>
                  <a:pt x="1002098" y="110482"/>
                </a:lnTo>
                <a:cubicBezTo>
                  <a:pt x="998994" y="110482"/>
                  <a:pt x="996782" y="109881"/>
                  <a:pt x="995461" y="108679"/>
                </a:cubicBezTo>
                <a:cubicBezTo>
                  <a:pt x="994139" y="107478"/>
                  <a:pt x="993479" y="105929"/>
                  <a:pt x="993479" y="104033"/>
                </a:cubicBezTo>
                <a:cubicBezTo>
                  <a:pt x="993479" y="102094"/>
                  <a:pt x="994139" y="100524"/>
                  <a:pt x="995461" y="99322"/>
                </a:cubicBezTo>
                <a:cubicBezTo>
                  <a:pt x="996782" y="98121"/>
                  <a:pt x="998994" y="97521"/>
                  <a:pt x="1002098" y="97521"/>
                </a:cubicBezTo>
                <a:lnTo>
                  <a:pt x="1016317" y="97521"/>
                </a:lnTo>
                <a:cubicBezTo>
                  <a:pt x="1020260" y="97521"/>
                  <a:pt x="1023322" y="96458"/>
                  <a:pt x="1025503" y="94334"/>
                </a:cubicBezTo>
                <a:cubicBezTo>
                  <a:pt x="1027684" y="92210"/>
                  <a:pt x="1028775" y="89524"/>
                  <a:pt x="1028775" y="86276"/>
                </a:cubicBezTo>
                <a:lnTo>
                  <a:pt x="1028775" y="80030"/>
                </a:lnTo>
                <a:cubicBezTo>
                  <a:pt x="1025923" y="81875"/>
                  <a:pt x="1023018" y="83260"/>
                  <a:pt x="1020061" y="84182"/>
                </a:cubicBezTo>
                <a:cubicBezTo>
                  <a:pt x="1017104" y="85105"/>
                  <a:pt x="1014073" y="85567"/>
                  <a:pt x="1010969" y="85567"/>
                </a:cubicBezTo>
                <a:cubicBezTo>
                  <a:pt x="1002203" y="85567"/>
                  <a:pt x="994863" y="82638"/>
                  <a:pt x="988949" y="76782"/>
                </a:cubicBezTo>
                <a:cubicBezTo>
                  <a:pt x="983035" y="70924"/>
                  <a:pt x="980077" y="63691"/>
                  <a:pt x="980077" y="55084"/>
                </a:cubicBezTo>
                <a:cubicBezTo>
                  <a:pt x="980077" y="46434"/>
                  <a:pt x="983035" y="39181"/>
                  <a:pt x="988949" y="33324"/>
                </a:cubicBezTo>
                <a:cubicBezTo>
                  <a:pt x="994863" y="27466"/>
                  <a:pt x="1002203" y="24537"/>
                  <a:pt x="1010969" y="24537"/>
                </a:cubicBezTo>
                <a:cubicBezTo>
                  <a:pt x="1014241" y="24537"/>
                  <a:pt x="1017356" y="25015"/>
                  <a:pt x="1020313" y="25969"/>
                </a:cubicBezTo>
                <a:cubicBezTo>
                  <a:pt x="1023270" y="26923"/>
                  <a:pt x="1026090" y="28375"/>
                  <a:pt x="1028775" y="30326"/>
                </a:cubicBezTo>
                <a:moveTo>
                  <a:pt x="1028712" y="55052"/>
                </a:moveTo>
                <a:cubicBezTo>
                  <a:pt x="1028712" y="50312"/>
                  <a:pt x="1026961" y="46202"/>
                  <a:pt x="1023458" y="42720"/>
                </a:cubicBezTo>
                <a:cubicBezTo>
                  <a:pt x="1019956" y="39239"/>
                  <a:pt x="1015751" y="37498"/>
                  <a:pt x="1010844" y="37498"/>
                </a:cubicBezTo>
                <a:cubicBezTo>
                  <a:pt x="1005936" y="37498"/>
                  <a:pt x="1001731" y="39239"/>
                  <a:pt x="998229" y="42720"/>
                </a:cubicBezTo>
                <a:cubicBezTo>
                  <a:pt x="994727" y="46202"/>
                  <a:pt x="992975" y="50312"/>
                  <a:pt x="992975" y="55052"/>
                </a:cubicBezTo>
                <a:cubicBezTo>
                  <a:pt x="992975" y="59834"/>
                  <a:pt x="994727" y="63955"/>
                  <a:pt x="998229" y="67415"/>
                </a:cubicBezTo>
                <a:cubicBezTo>
                  <a:pt x="1001731" y="70876"/>
                  <a:pt x="1005936" y="72606"/>
                  <a:pt x="1010844" y="72606"/>
                </a:cubicBezTo>
                <a:cubicBezTo>
                  <a:pt x="1015751" y="72606"/>
                  <a:pt x="1019956" y="70876"/>
                  <a:pt x="1023458" y="67415"/>
                </a:cubicBezTo>
                <a:cubicBezTo>
                  <a:pt x="1026961" y="63955"/>
                  <a:pt x="1028712" y="59834"/>
                  <a:pt x="1028712" y="55052"/>
                </a:cubicBezTo>
                <a:close/>
                <a:moveTo>
                  <a:pt x="1098474" y="0"/>
                </a:moveTo>
                <a:lnTo>
                  <a:pt x="1098474" y="70592"/>
                </a:lnTo>
                <a:lnTo>
                  <a:pt x="1111498" y="70592"/>
                </a:lnTo>
                <a:cubicBezTo>
                  <a:pt x="1114602" y="70592"/>
                  <a:pt x="1116814" y="71190"/>
                  <a:pt x="1118135" y="72386"/>
                </a:cubicBezTo>
                <a:cubicBezTo>
                  <a:pt x="1119457" y="73581"/>
                  <a:pt x="1120117" y="75143"/>
                  <a:pt x="1120117" y="77073"/>
                </a:cubicBezTo>
                <a:cubicBezTo>
                  <a:pt x="1120117" y="79002"/>
                  <a:pt x="1119457" y="80565"/>
                  <a:pt x="1118135" y="81760"/>
                </a:cubicBezTo>
                <a:cubicBezTo>
                  <a:pt x="1116814" y="82956"/>
                  <a:pt x="1114602" y="83553"/>
                  <a:pt x="1111498" y="83553"/>
                </a:cubicBezTo>
                <a:lnTo>
                  <a:pt x="1072552" y="83553"/>
                </a:lnTo>
                <a:cubicBezTo>
                  <a:pt x="1069448" y="83553"/>
                  <a:pt x="1067236" y="82945"/>
                  <a:pt x="1065915" y="81729"/>
                </a:cubicBezTo>
                <a:cubicBezTo>
                  <a:pt x="1064593" y="80512"/>
                  <a:pt x="1063933" y="78939"/>
                  <a:pt x="1063933" y="77010"/>
                </a:cubicBezTo>
                <a:cubicBezTo>
                  <a:pt x="1063933" y="75081"/>
                  <a:pt x="1064593" y="73529"/>
                  <a:pt x="1065915" y="72354"/>
                </a:cubicBezTo>
                <a:cubicBezTo>
                  <a:pt x="1067236" y="71180"/>
                  <a:pt x="1069448" y="70592"/>
                  <a:pt x="1072552" y="70592"/>
                </a:cubicBezTo>
                <a:lnTo>
                  <a:pt x="1085576" y="70592"/>
                </a:lnTo>
                <a:lnTo>
                  <a:pt x="1085576" y="16850"/>
                </a:lnTo>
                <a:lnTo>
                  <a:pt x="1074062" y="19880"/>
                </a:lnTo>
                <a:cubicBezTo>
                  <a:pt x="1072217" y="20384"/>
                  <a:pt x="1070833" y="20637"/>
                  <a:pt x="1069910" y="20637"/>
                </a:cubicBezTo>
                <a:cubicBezTo>
                  <a:pt x="1068274" y="20637"/>
                  <a:pt x="1066858" y="19985"/>
                  <a:pt x="1065663" y="18680"/>
                </a:cubicBezTo>
                <a:cubicBezTo>
                  <a:pt x="1064467" y="17376"/>
                  <a:pt x="1063870" y="15778"/>
                  <a:pt x="1063870" y="13885"/>
                </a:cubicBezTo>
                <a:cubicBezTo>
                  <a:pt x="1063870" y="12160"/>
                  <a:pt x="1064310" y="10803"/>
                  <a:pt x="1065191" y="9815"/>
                </a:cubicBezTo>
                <a:cubicBezTo>
                  <a:pt x="1066072" y="8825"/>
                  <a:pt x="1067917" y="7952"/>
                  <a:pt x="1070728" y="7194"/>
                </a:cubicBezTo>
                <a:lnTo>
                  <a:pt x="1098474" y="0"/>
                </a:lnTo>
                <a:close/>
                <a:moveTo>
                  <a:pt x="1166160" y="66188"/>
                </a:moveTo>
                <a:lnTo>
                  <a:pt x="1183399" y="66188"/>
                </a:lnTo>
                <a:lnTo>
                  <a:pt x="1164839" y="101227"/>
                </a:lnTo>
                <a:cubicBezTo>
                  <a:pt x="1163748" y="103286"/>
                  <a:pt x="1162385" y="104316"/>
                  <a:pt x="1160749" y="104316"/>
                </a:cubicBezTo>
                <a:cubicBezTo>
                  <a:pt x="1159659" y="104316"/>
                  <a:pt x="1158725" y="103959"/>
                  <a:pt x="1157949" y="103244"/>
                </a:cubicBezTo>
                <a:cubicBezTo>
                  <a:pt x="1157173" y="102530"/>
                  <a:pt x="1156785" y="101732"/>
                  <a:pt x="1156785" y="100849"/>
                </a:cubicBezTo>
                <a:cubicBezTo>
                  <a:pt x="1156785" y="100219"/>
                  <a:pt x="1156932" y="99358"/>
                  <a:pt x="1157226" y="98266"/>
                </a:cubicBezTo>
                <a:lnTo>
                  <a:pt x="1166160" y="66188"/>
                </a:lnTo>
                <a:close/>
                <a:moveTo>
                  <a:pt x="1335443" y="83553"/>
                </a:moveTo>
                <a:lnTo>
                  <a:pt x="1335443" y="80533"/>
                </a:lnTo>
                <a:cubicBezTo>
                  <a:pt x="1332214" y="82211"/>
                  <a:pt x="1328648" y="83469"/>
                  <a:pt x="1324748" y="84308"/>
                </a:cubicBezTo>
                <a:cubicBezTo>
                  <a:pt x="1320847" y="85147"/>
                  <a:pt x="1317302" y="85567"/>
                  <a:pt x="1314115" y="85567"/>
                </a:cubicBezTo>
                <a:cubicBezTo>
                  <a:pt x="1307194" y="85567"/>
                  <a:pt x="1301573" y="83735"/>
                  <a:pt x="1297253" y="80071"/>
                </a:cubicBezTo>
                <a:cubicBezTo>
                  <a:pt x="1292933" y="76406"/>
                  <a:pt x="1290773" y="72354"/>
                  <a:pt x="1290773" y="67915"/>
                </a:cubicBezTo>
                <a:cubicBezTo>
                  <a:pt x="1290773" y="62513"/>
                  <a:pt x="1293530" y="57499"/>
                  <a:pt x="1299046" y="52872"/>
                </a:cubicBezTo>
                <a:cubicBezTo>
                  <a:pt x="1304562" y="48243"/>
                  <a:pt x="1312185" y="45929"/>
                  <a:pt x="1321916" y="45929"/>
                </a:cubicBezTo>
                <a:cubicBezTo>
                  <a:pt x="1325817" y="45929"/>
                  <a:pt x="1330326" y="46349"/>
                  <a:pt x="1335443" y="47187"/>
                </a:cubicBezTo>
                <a:lnTo>
                  <a:pt x="1335443" y="44124"/>
                </a:lnTo>
                <a:cubicBezTo>
                  <a:pt x="1335443" y="42208"/>
                  <a:pt x="1334615" y="40645"/>
                  <a:pt x="1332958" y="39437"/>
                </a:cubicBezTo>
                <a:cubicBezTo>
                  <a:pt x="1331301" y="38228"/>
                  <a:pt x="1328145" y="37624"/>
                  <a:pt x="1323489" y="37624"/>
                </a:cubicBezTo>
                <a:cubicBezTo>
                  <a:pt x="1319672" y="37624"/>
                  <a:pt x="1314723" y="38363"/>
                  <a:pt x="1308641" y="39842"/>
                </a:cubicBezTo>
                <a:cubicBezTo>
                  <a:pt x="1306376" y="40377"/>
                  <a:pt x="1304614" y="40644"/>
                  <a:pt x="1303356" y="40644"/>
                </a:cubicBezTo>
                <a:cubicBezTo>
                  <a:pt x="1301636" y="40644"/>
                  <a:pt x="1300179" y="40025"/>
                  <a:pt x="1298983" y="38788"/>
                </a:cubicBezTo>
                <a:cubicBezTo>
                  <a:pt x="1297788" y="37551"/>
                  <a:pt x="1297190" y="35967"/>
                  <a:pt x="1297190" y="34038"/>
                </a:cubicBezTo>
                <a:cubicBezTo>
                  <a:pt x="1297190" y="32947"/>
                  <a:pt x="1297400" y="32004"/>
                  <a:pt x="1297819" y="31207"/>
                </a:cubicBezTo>
                <a:cubicBezTo>
                  <a:pt x="1298239" y="30410"/>
                  <a:pt x="1298826" y="29770"/>
                  <a:pt x="1299581" y="29288"/>
                </a:cubicBezTo>
                <a:cubicBezTo>
                  <a:pt x="1300336" y="28805"/>
                  <a:pt x="1301909" y="28229"/>
                  <a:pt x="1304300" y="27557"/>
                </a:cubicBezTo>
                <a:cubicBezTo>
                  <a:pt x="1307487" y="26677"/>
                  <a:pt x="1310738" y="25974"/>
                  <a:pt x="1314052" y="25450"/>
                </a:cubicBezTo>
                <a:cubicBezTo>
                  <a:pt x="1317365" y="24925"/>
                  <a:pt x="1320364" y="24663"/>
                  <a:pt x="1323049" y="24663"/>
                </a:cubicBezTo>
                <a:cubicBezTo>
                  <a:pt x="1331060" y="24663"/>
                  <a:pt x="1337278" y="26394"/>
                  <a:pt x="1341704" y="29854"/>
                </a:cubicBezTo>
                <a:cubicBezTo>
                  <a:pt x="1346129" y="33314"/>
                  <a:pt x="1348341" y="38044"/>
                  <a:pt x="1348341" y="44042"/>
                </a:cubicBezTo>
                <a:lnTo>
                  <a:pt x="1348341" y="70592"/>
                </a:lnTo>
                <a:lnTo>
                  <a:pt x="1350543" y="70592"/>
                </a:lnTo>
                <a:cubicBezTo>
                  <a:pt x="1353647" y="70592"/>
                  <a:pt x="1355860" y="71190"/>
                  <a:pt x="1357181" y="72386"/>
                </a:cubicBezTo>
                <a:cubicBezTo>
                  <a:pt x="1358502" y="73581"/>
                  <a:pt x="1359163" y="75143"/>
                  <a:pt x="1359163" y="77073"/>
                </a:cubicBezTo>
                <a:cubicBezTo>
                  <a:pt x="1359163" y="79002"/>
                  <a:pt x="1358502" y="80565"/>
                  <a:pt x="1357181" y="81760"/>
                </a:cubicBezTo>
                <a:cubicBezTo>
                  <a:pt x="1355860" y="82956"/>
                  <a:pt x="1353647" y="83553"/>
                  <a:pt x="1350543" y="83553"/>
                </a:cubicBezTo>
                <a:lnTo>
                  <a:pt x="1335443" y="83553"/>
                </a:lnTo>
                <a:moveTo>
                  <a:pt x="1335443" y="60386"/>
                </a:moveTo>
                <a:cubicBezTo>
                  <a:pt x="1330284" y="59389"/>
                  <a:pt x="1325524" y="58890"/>
                  <a:pt x="1321161" y="58890"/>
                </a:cubicBezTo>
                <a:cubicBezTo>
                  <a:pt x="1315918" y="58890"/>
                  <a:pt x="1311409" y="60157"/>
                  <a:pt x="1307634" y="62692"/>
                </a:cubicBezTo>
                <a:cubicBezTo>
                  <a:pt x="1305285" y="64314"/>
                  <a:pt x="1304111" y="65956"/>
                  <a:pt x="1304111" y="67618"/>
                </a:cubicBezTo>
                <a:cubicBezTo>
                  <a:pt x="1304111" y="68824"/>
                  <a:pt x="1304677" y="69801"/>
                  <a:pt x="1305810" y="70549"/>
                </a:cubicBezTo>
                <a:cubicBezTo>
                  <a:pt x="1307907" y="71920"/>
                  <a:pt x="1310780" y="72606"/>
                  <a:pt x="1314429" y="72606"/>
                </a:cubicBezTo>
                <a:cubicBezTo>
                  <a:pt x="1317533" y="72606"/>
                  <a:pt x="1321046" y="72003"/>
                  <a:pt x="1324968" y="70799"/>
                </a:cubicBezTo>
                <a:cubicBezTo>
                  <a:pt x="1328890" y="69593"/>
                  <a:pt x="1332381" y="67951"/>
                  <a:pt x="1335443" y="65872"/>
                </a:cubicBezTo>
                <a:lnTo>
                  <a:pt x="1335443" y="60386"/>
                </a:lnTo>
                <a:close/>
                <a:moveTo>
                  <a:pt x="1398473" y="26425"/>
                </a:moveTo>
                <a:lnTo>
                  <a:pt x="1398473" y="34478"/>
                </a:lnTo>
                <a:cubicBezTo>
                  <a:pt x="1403884" y="30553"/>
                  <a:pt x="1408152" y="27936"/>
                  <a:pt x="1411277" y="26627"/>
                </a:cubicBezTo>
                <a:cubicBezTo>
                  <a:pt x="1414401" y="25318"/>
                  <a:pt x="1417327" y="24663"/>
                  <a:pt x="1420053" y="24663"/>
                </a:cubicBezTo>
                <a:cubicBezTo>
                  <a:pt x="1424248" y="24663"/>
                  <a:pt x="1428316" y="26221"/>
                  <a:pt x="1432259" y="29335"/>
                </a:cubicBezTo>
                <a:cubicBezTo>
                  <a:pt x="1434944" y="31440"/>
                  <a:pt x="1436286" y="33587"/>
                  <a:pt x="1436286" y="35776"/>
                </a:cubicBezTo>
                <a:cubicBezTo>
                  <a:pt x="1436286" y="37628"/>
                  <a:pt x="1435646" y="39196"/>
                  <a:pt x="1434367" y="40481"/>
                </a:cubicBezTo>
                <a:cubicBezTo>
                  <a:pt x="1433088" y="41764"/>
                  <a:pt x="1431546" y="42406"/>
                  <a:pt x="1429743" y="42406"/>
                </a:cubicBezTo>
                <a:cubicBezTo>
                  <a:pt x="1428149" y="42406"/>
                  <a:pt x="1426471" y="41609"/>
                  <a:pt x="1424709" y="40015"/>
                </a:cubicBezTo>
                <a:cubicBezTo>
                  <a:pt x="1422948" y="38421"/>
                  <a:pt x="1421375" y="37624"/>
                  <a:pt x="1419990" y="37624"/>
                </a:cubicBezTo>
                <a:cubicBezTo>
                  <a:pt x="1418187" y="37624"/>
                  <a:pt x="1415492" y="38757"/>
                  <a:pt x="1411906" y="41022"/>
                </a:cubicBezTo>
                <a:cubicBezTo>
                  <a:pt x="1408319" y="43287"/>
                  <a:pt x="1403842" y="46684"/>
                  <a:pt x="1398473" y="51214"/>
                </a:cubicBezTo>
                <a:lnTo>
                  <a:pt x="1398473" y="70592"/>
                </a:lnTo>
                <a:lnTo>
                  <a:pt x="1416845" y="70592"/>
                </a:lnTo>
                <a:cubicBezTo>
                  <a:pt x="1419949" y="70592"/>
                  <a:pt x="1422161" y="71190"/>
                  <a:pt x="1423482" y="72386"/>
                </a:cubicBezTo>
                <a:cubicBezTo>
                  <a:pt x="1424804" y="73581"/>
                  <a:pt x="1425464" y="75143"/>
                  <a:pt x="1425464" y="77073"/>
                </a:cubicBezTo>
                <a:cubicBezTo>
                  <a:pt x="1425464" y="79002"/>
                  <a:pt x="1424804" y="80565"/>
                  <a:pt x="1423482" y="81760"/>
                </a:cubicBezTo>
                <a:cubicBezTo>
                  <a:pt x="1422161" y="82956"/>
                  <a:pt x="1419949" y="83553"/>
                  <a:pt x="1416845" y="83553"/>
                </a:cubicBezTo>
                <a:lnTo>
                  <a:pt x="1377899" y="83553"/>
                </a:lnTo>
                <a:cubicBezTo>
                  <a:pt x="1374795" y="83553"/>
                  <a:pt x="1372583" y="82945"/>
                  <a:pt x="1371262" y="81729"/>
                </a:cubicBezTo>
                <a:cubicBezTo>
                  <a:pt x="1369940" y="80512"/>
                  <a:pt x="1369280" y="78939"/>
                  <a:pt x="1369280" y="77010"/>
                </a:cubicBezTo>
                <a:cubicBezTo>
                  <a:pt x="1369280" y="75081"/>
                  <a:pt x="1369940" y="73529"/>
                  <a:pt x="1371262" y="72354"/>
                </a:cubicBezTo>
                <a:cubicBezTo>
                  <a:pt x="1372583" y="71180"/>
                  <a:pt x="1374795" y="70592"/>
                  <a:pt x="1377899" y="70592"/>
                </a:cubicBezTo>
                <a:lnTo>
                  <a:pt x="1385575" y="70592"/>
                </a:lnTo>
                <a:lnTo>
                  <a:pt x="1385575" y="39386"/>
                </a:lnTo>
                <a:lnTo>
                  <a:pt x="1380919" y="39386"/>
                </a:lnTo>
                <a:cubicBezTo>
                  <a:pt x="1377815" y="39386"/>
                  <a:pt x="1375603" y="38778"/>
                  <a:pt x="1374282" y="37561"/>
                </a:cubicBezTo>
                <a:cubicBezTo>
                  <a:pt x="1372960" y="36345"/>
                  <a:pt x="1372300" y="34772"/>
                  <a:pt x="1372300" y="32842"/>
                </a:cubicBezTo>
                <a:cubicBezTo>
                  <a:pt x="1372300" y="30913"/>
                  <a:pt x="1372960" y="29361"/>
                  <a:pt x="1374282" y="28187"/>
                </a:cubicBezTo>
                <a:cubicBezTo>
                  <a:pt x="1375603" y="27012"/>
                  <a:pt x="1377815" y="26425"/>
                  <a:pt x="1380919" y="26425"/>
                </a:cubicBezTo>
                <a:lnTo>
                  <a:pt x="1398473" y="26425"/>
                </a:lnTo>
                <a:close/>
                <a:moveTo>
                  <a:pt x="1492647" y="30326"/>
                </a:moveTo>
                <a:lnTo>
                  <a:pt x="1492647" y="26425"/>
                </a:lnTo>
                <a:lnTo>
                  <a:pt x="1507747" y="26425"/>
                </a:lnTo>
                <a:cubicBezTo>
                  <a:pt x="1510851" y="26425"/>
                  <a:pt x="1513063" y="27023"/>
                  <a:pt x="1514385" y="28218"/>
                </a:cubicBezTo>
                <a:cubicBezTo>
                  <a:pt x="1515706" y="29414"/>
                  <a:pt x="1516366" y="30976"/>
                  <a:pt x="1516366" y="32905"/>
                </a:cubicBezTo>
                <a:cubicBezTo>
                  <a:pt x="1516366" y="34835"/>
                  <a:pt x="1515706" y="36397"/>
                  <a:pt x="1514385" y="37593"/>
                </a:cubicBezTo>
                <a:cubicBezTo>
                  <a:pt x="1513063" y="38788"/>
                  <a:pt x="1510851" y="39386"/>
                  <a:pt x="1507747" y="39386"/>
                </a:cubicBezTo>
                <a:lnTo>
                  <a:pt x="1505545" y="39386"/>
                </a:lnTo>
                <a:lnTo>
                  <a:pt x="1505545" y="86280"/>
                </a:lnTo>
                <a:cubicBezTo>
                  <a:pt x="1505545" y="90806"/>
                  <a:pt x="1504591" y="94756"/>
                  <a:pt x="1502682" y="98128"/>
                </a:cubicBezTo>
                <a:cubicBezTo>
                  <a:pt x="1500774" y="101502"/>
                  <a:pt x="1497848" y="104404"/>
                  <a:pt x="1493905" y="106834"/>
                </a:cubicBezTo>
                <a:cubicBezTo>
                  <a:pt x="1489962" y="109266"/>
                  <a:pt x="1485516" y="110482"/>
                  <a:pt x="1480567" y="110482"/>
                </a:cubicBezTo>
                <a:lnTo>
                  <a:pt x="1465970" y="110482"/>
                </a:lnTo>
                <a:cubicBezTo>
                  <a:pt x="1462866" y="110482"/>
                  <a:pt x="1460654" y="109881"/>
                  <a:pt x="1459333" y="108679"/>
                </a:cubicBezTo>
                <a:cubicBezTo>
                  <a:pt x="1458011" y="107478"/>
                  <a:pt x="1457351" y="105929"/>
                  <a:pt x="1457351" y="104033"/>
                </a:cubicBezTo>
                <a:cubicBezTo>
                  <a:pt x="1457351" y="102094"/>
                  <a:pt x="1458011" y="100524"/>
                  <a:pt x="1459333" y="99322"/>
                </a:cubicBezTo>
                <a:cubicBezTo>
                  <a:pt x="1460654" y="98121"/>
                  <a:pt x="1462866" y="97521"/>
                  <a:pt x="1465970" y="97521"/>
                </a:cubicBezTo>
                <a:lnTo>
                  <a:pt x="1480189" y="97521"/>
                </a:lnTo>
                <a:cubicBezTo>
                  <a:pt x="1484132" y="97521"/>
                  <a:pt x="1487194" y="96458"/>
                  <a:pt x="1489375" y="94334"/>
                </a:cubicBezTo>
                <a:cubicBezTo>
                  <a:pt x="1491556" y="92210"/>
                  <a:pt x="1492647" y="89524"/>
                  <a:pt x="1492647" y="86276"/>
                </a:cubicBezTo>
                <a:lnTo>
                  <a:pt x="1492647" y="80030"/>
                </a:lnTo>
                <a:cubicBezTo>
                  <a:pt x="1489795" y="81875"/>
                  <a:pt x="1486890" y="83260"/>
                  <a:pt x="1483933" y="84182"/>
                </a:cubicBezTo>
                <a:cubicBezTo>
                  <a:pt x="1480976" y="85105"/>
                  <a:pt x="1477945" y="85567"/>
                  <a:pt x="1474841" y="85567"/>
                </a:cubicBezTo>
                <a:cubicBezTo>
                  <a:pt x="1466075" y="85567"/>
                  <a:pt x="1458735" y="82638"/>
                  <a:pt x="1452821" y="76782"/>
                </a:cubicBezTo>
                <a:cubicBezTo>
                  <a:pt x="1446906" y="70924"/>
                  <a:pt x="1443949" y="63691"/>
                  <a:pt x="1443949" y="55084"/>
                </a:cubicBezTo>
                <a:cubicBezTo>
                  <a:pt x="1443949" y="46434"/>
                  <a:pt x="1446906" y="39181"/>
                  <a:pt x="1452821" y="33324"/>
                </a:cubicBezTo>
                <a:cubicBezTo>
                  <a:pt x="1458735" y="27466"/>
                  <a:pt x="1466075" y="24537"/>
                  <a:pt x="1474841" y="24537"/>
                </a:cubicBezTo>
                <a:cubicBezTo>
                  <a:pt x="1478113" y="24537"/>
                  <a:pt x="1481228" y="25015"/>
                  <a:pt x="1484185" y="25969"/>
                </a:cubicBezTo>
                <a:cubicBezTo>
                  <a:pt x="1487142" y="26923"/>
                  <a:pt x="1489962" y="28375"/>
                  <a:pt x="1492647" y="30326"/>
                </a:cubicBezTo>
                <a:moveTo>
                  <a:pt x="1492584" y="55052"/>
                </a:moveTo>
                <a:cubicBezTo>
                  <a:pt x="1492584" y="50312"/>
                  <a:pt x="1490833" y="46202"/>
                  <a:pt x="1487330" y="42720"/>
                </a:cubicBezTo>
                <a:cubicBezTo>
                  <a:pt x="1483828" y="39239"/>
                  <a:pt x="1479623" y="37498"/>
                  <a:pt x="1474716" y="37498"/>
                </a:cubicBezTo>
                <a:cubicBezTo>
                  <a:pt x="1469808" y="37498"/>
                  <a:pt x="1465603" y="39239"/>
                  <a:pt x="1462101" y="42720"/>
                </a:cubicBezTo>
                <a:cubicBezTo>
                  <a:pt x="1458598" y="46202"/>
                  <a:pt x="1456847" y="50312"/>
                  <a:pt x="1456847" y="55052"/>
                </a:cubicBezTo>
                <a:cubicBezTo>
                  <a:pt x="1456847" y="59834"/>
                  <a:pt x="1458598" y="63955"/>
                  <a:pt x="1462101" y="67415"/>
                </a:cubicBezTo>
                <a:cubicBezTo>
                  <a:pt x="1465603" y="70876"/>
                  <a:pt x="1469808" y="72606"/>
                  <a:pt x="1474716" y="72606"/>
                </a:cubicBezTo>
                <a:cubicBezTo>
                  <a:pt x="1479623" y="72606"/>
                  <a:pt x="1483828" y="70876"/>
                  <a:pt x="1487330" y="67415"/>
                </a:cubicBezTo>
                <a:cubicBezTo>
                  <a:pt x="1490833" y="63955"/>
                  <a:pt x="1492584" y="59834"/>
                  <a:pt x="1492584" y="55052"/>
                </a:cubicBezTo>
                <a:close/>
                <a:moveTo>
                  <a:pt x="1543722" y="70592"/>
                </a:moveTo>
                <a:lnTo>
                  <a:pt x="1571972" y="70592"/>
                </a:lnTo>
                <a:cubicBezTo>
                  <a:pt x="1573524" y="69334"/>
                  <a:pt x="1574992" y="68705"/>
                  <a:pt x="1576376" y="68705"/>
                </a:cubicBezTo>
                <a:cubicBezTo>
                  <a:pt x="1578347" y="68705"/>
                  <a:pt x="1579910" y="69360"/>
                  <a:pt x="1581063" y="70669"/>
                </a:cubicBezTo>
                <a:cubicBezTo>
                  <a:pt x="1582217" y="71979"/>
                  <a:pt x="1582794" y="74218"/>
                  <a:pt x="1582794" y="77387"/>
                </a:cubicBezTo>
                <a:lnTo>
                  <a:pt x="1582794" y="83553"/>
                </a:lnTo>
                <a:lnTo>
                  <a:pt x="1524029" y="83553"/>
                </a:lnTo>
                <a:lnTo>
                  <a:pt x="1524029" y="69837"/>
                </a:lnTo>
                <a:cubicBezTo>
                  <a:pt x="1547267" y="50690"/>
                  <a:pt x="1561297" y="38372"/>
                  <a:pt x="1566121" y="32884"/>
                </a:cubicBezTo>
                <a:cubicBezTo>
                  <a:pt x="1568553" y="30076"/>
                  <a:pt x="1569770" y="27415"/>
                  <a:pt x="1569770" y="24901"/>
                </a:cubicBezTo>
                <a:cubicBezTo>
                  <a:pt x="1569770" y="21759"/>
                  <a:pt x="1568396" y="18984"/>
                  <a:pt x="1565649" y="16575"/>
                </a:cubicBezTo>
                <a:cubicBezTo>
                  <a:pt x="1562901" y="14165"/>
                  <a:pt x="1559242" y="12961"/>
                  <a:pt x="1554670" y="12961"/>
                </a:cubicBezTo>
                <a:cubicBezTo>
                  <a:pt x="1550056" y="12961"/>
                  <a:pt x="1546218" y="14298"/>
                  <a:pt x="1543156" y="16972"/>
                </a:cubicBezTo>
                <a:cubicBezTo>
                  <a:pt x="1541562" y="18391"/>
                  <a:pt x="1540283" y="20500"/>
                  <a:pt x="1539318" y="23299"/>
                </a:cubicBezTo>
                <a:cubicBezTo>
                  <a:pt x="1538731" y="25054"/>
                  <a:pt x="1537923" y="26308"/>
                  <a:pt x="1536896" y="27060"/>
                </a:cubicBezTo>
                <a:cubicBezTo>
                  <a:pt x="1535868" y="27811"/>
                  <a:pt x="1534599" y="28187"/>
                  <a:pt x="1533089" y="28187"/>
                </a:cubicBezTo>
                <a:cubicBezTo>
                  <a:pt x="1531328" y="28187"/>
                  <a:pt x="1529807" y="27557"/>
                  <a:pt x="1528528" y="26299"/>
                </a:cubicBezTo>
                <a:cubicBezTo>
                  <a:pt x="1527249" y="25041"/>
                  <a:pt x="1526609" y="23573"/>
                  <a:pt x="1526609" y="21895"/>
                </a:cubicBezTo>
                <a:cubicBezTo>
                  <a:pt x="1526609" y="19378"/>
                  <a:pt x="1527773" y="16232"/>
                  <a:pt x="1530101" y="12457"/>
                </a:cubicBezTo>
                <a:cubicBezTo>
                  <a:pt x="1532429" y="8682"/>
                  <a:pt x="1535826" y="5662"/>
                  <a:pt x="1540293" y="3397"/>
                </a:cubicBezTo>
                <a:cubicBezTo>
                  <a:pt x="1544760" y="1132"/>
                  <a:pt x="1549615" y="0"/>
                  <a:pt x="1554859" y="0"/>
                </a:cubicBezTo>
                <a:cubicBezTo>
                  <a:pt x="1562996" y="0"/>
                  <a:pt x="1569665" y="2464"/>
                  <a:pt x="1574866" y="7393"/>
                </a:cubicBezTo>
                <a:cubicBezTo>
                  <a:pt x="1580067" y="12321"/>
                  <a:pt x="1582668" y="18288"/>
                  <a:pt x="1582668" y="25292"/>
                </a:cubicBezTo>
                <a:cubicBezTo>
                  <a:pt x="1582668" y="28858"/>
                  <a:pt x="1581923" y="32161"/>
                  <a:pt x="1580434" y="35202"/>
                </a:cubicBezTo>
                <a:cubicBezTo>
                  <a:pt x="1578945" y="38243"/>
                  <a:pt x="1575369" y="42448"/>
                  <a:pt x="1569707" y="47817"/>
                </a:cubicBezTo>
                <a:cubicBezTo>
                  <a:pt x="1565261" y="52053"/>
                  <a:pt x="1556599" y="59645"/>
                  <a:pt x="1543722" y="70592"/>
                </a:cubicBezTo>
                <a:close/>
                <a:moveTo>
                  <a:pt x="1638588" y="52189"/>
                </a:moveTo>
                <a:cubicBezTo>
                  <a:pt x="1638588" y="59534"/>
                  <a:pt x="1637372" y="66983"/>
                  <a:pt x="1634939" y="74539"/>
                </a:cubicBezTo>
                <a:cubicBezTo>
                  <a:pt x="1633135" y="80079"/>
                  <a:pt x="1630346" y="86228"/>
                  <a:pt x="1626571" y="92985"/>
                </a:cubicBezTo>
                <a:cubicBezTo>
                  <a:pt x="1623845" y="97853"/>
                  <a:pt x="1621831" y="100853"/>
                  <a:pt x="1620531" y="101986"/>
                </a:cubicBezTo>
                <a:cubicBezTo>
                  <a:pt x="1619231" y="103120"/>
                  <a:pt x="1617784" y="103687"/>
                  <a:pt x="1616190" y="103687"/>
                </a:cubicBezTo>
                <a:cubicBezTo>
                  <a:pt x="1614344" y="103687"/>
                  <a:pt x="1612792" y="103057"/>
                  <a:pt x="1611534" y="101797"/>
                </a:cubicBezTo>
                <a:cubicBezTo>
                  <a:pt x="1610276" y="100539"/>
                  <a:pt x="1609646" y="99028"/>
                  <a:pt x="1609646" y="97265"/>
                </a:cubicBezTo>
                <a:cubicBezTo>
                  <a:pt x="1609646" y="96006"/>
                  <a:pt x="1610150" y="94558"/>
                  <a:pt x="1611156" y="92922"/>
                </a:cubicBezTo>
                <a:cubicBezTo>
                  <a:pt x="1615686" y="85493"/>
                  <a:pt x="1618989" y="78525"/>
                  <a:pt x="1621066" y="72020"/>
                </a:cubicBezTo>
                <a:cubicBezTo>
                  <a:pt x="1623142" y="65515"/>
                  <a:pt x="1624180" y="58904"/>
                  <a:pt x="1624180" y="52189"/>
                </a:cubicBezTo>
                <a:cubicBezTo>
                  <a:pt x="1624180" y="45516"/>
                  <a:pt x="1623142" y="38927"/>
                  <a:pt x="1621066" y="32422"/>
                </a:cubicBezTo>
                <a:cubicBezTo>
                  <a:pt x="1618989" y="25916"/>
                  <a:pt x="1615686" y="18949"/>
                  <a:pt x="1611156" y="11520"/>
                </a:cubicBezTo>
                <a:cubicBezTo>
                  <a:pt x="1610150" y="9842"/>
                  <a:pt x="1609646" y="8394"/>
                  <a:pt x="1609646" y="7176"/>
                </a:cubicBezTo>
                <a:cubicBezTo>
                  <a:pt x="1609646" y="5413"/>
                  <a:pt x="1610276" y="3903"/>
                  <a:pt x="1611534" y="2644"/>
                </a:cubicBezTo>
                <a:cubicBezTo>
                  <a:pt x="1612792" y="1385"/>
                  <a:pt x="1614344" y="755"/>
                  <a:pt x="1616190" y="755"/>
                </a:cubicBezTo>
                <a:cubicBezTo>
                  <a:pt x="1617742" y="755"/>
                  <a:pt x="1619105" y="1258"/>
                  <a:pt x="1620279" y="2265"/>
                </a:cubicBezTo>
                <a:cubicBezTo>
                  <a:pt x="1621957" y="3692"/>
                  <a:pt x="1624180" y="6988"/>
                  <a:pt x="1626948" y="12151"/>
                </a:cubicBezTo>
                <a:cubicBezTo>
                  <a:pt x="1630933" y="19579"/>
                  <a:pt x="1633660" y="25685"/>
                  <a:pt x="1635128" y="30469"/>
                </a:cubicBezTo>
                <a:cubicBezTo>
                  <a:pt x="1637435" y="37899"/>
                  <a:pt x="1638588" y="45139"/>
                  <a:pt x="1638588" y="521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v1=v0.getString(arg2)">
            <a:extLst xmlns:a="http://schemas.openxmlformats.org/drawingml/2006/main">
              <a:ext uri="{FF2B5EF4-FFF2-40B4-BE49-F238E27FC236}">
                <a16:creationId xmlns:a16="http://schemas.microsoft.com/office/drawing/2014/main" id="{D5090801-2C9D-43C0-9071-97F8B6BB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465" y="3953106"/>
            <a:ext cx="1737355" cy="105952"/>
          </a:xfrm>
          <a:custGeom xmlns:a="http://schemas.openxmlformats.org/drawingml/2006/main">
            <a:pathLst>
              <a:path w="1737355" h="105952">
                <a:moveTo>
                  <a:pt x="39575" y="81666"/>
                </a:moveTo>
                <a:lnTo>
                  <a:pt x="30640" y="81666"/>
                </a:lnTo>
                <a:lnTo>
                  <a:pt x="8934" y="32339"/>
                </a:lnTo>
                <a:lnTo>
                  <a:pt x="3523" y="32339"/>
                </a:lnTo>
                <a:cubicBezTo>
                  <a:pt x="2265" y="32339"/>
                  <a:pt x="1363" y="32087"/>
                  <a:pt x="818" y="31584"/>
                </a:cubicBezTo>
                <a:cubicBezTo>
                  <a:pt x="273" y="31081"/>
                  <a:pt x="0" y="30431"/>
                  <a:pt x="0" y="29634"/>
                </a:cubicBezTo>
                <a:cubicBezTo>
                  <a:pt x="0" y="28897"/>
                  <a:pt x="273" y="28283"/>
                  <a:pt x="818" y="27791"/>
                </a:cubicBezTo>
                <a:cubicBezTo>
                  <a:pt x="1363" y="27300"/>
                  <a:pt x="2265" y="27054"/>
                  <a:pt x="3523" y="27054"/>
                </a:cubicBezTo>
                <a:lnTo>
                  <a:pt x="23342" y="27054"/>
                </a:lnTo>
                <a:cubicBezTo>
                  <a:pt x="24600" y="27054"/>
                  <a:pt x="25502" y="27300"/>
                  <a:pt x="26047" y="27791"/>
                </a:cubicBezTo>
                <a:cubicBezTo>
                  <a:pt x="26593" y="28283"/>
                  <a:pt x="26865" y="28918"/>
                  <a:pt x="26865" y="29697"/>
                </a:cubicBezTo>
                <a:cubicBezTo>
                  <a:pt x="26865" y="30452"/>
                  <a:pt x="26593" y="31081"/>
                  <a:pt x="26047" y="31584"/>
                </a:cubicBezTo>
                <a:cubicBezTo>
                  <a:pt x="25502" y="32087"/>
                  <a:pt x="24600" y="32339"/>
                  <a:pt x="23342" y="32339"/>
                </a:cubicBezTo>
                <a:lnTo>
                  <a:pt x="14597" y="32339"/>
                </a:lnTo>
                <a:lnTo>
                  <a:pt x="33975" y="76381"/>
                </a:lnTo>
                <a:lnTo>
                  <a:pt x="36303" y="76381"/>
                </a:lnTo>
                <a:lnTo>
                  <a:pt x="55304" y="32339"/>
                </a:lnTo>
                <a:lnTo>
                  <a:pt x="46495" y="32339"/>
                </a:lnTo>
                <a:cubicBezTo>
                  <a:pt x="45237" y="32339"/>
                  <a:pt x="44335" y="32087"/>
                  <a:pt x="43790" y="31584"/>
                </a:cubicBezTo>
                <a:cubicBezTo>
                  <a:pt x="43245" y="31081"/>
                  <a:pt x="42972" y="30431"/>
                  <a:pt x="42972" y="29634"/>
                </a:cubicBezTo>
                <a:cubicBezTo>
                  <a:pt x="42972" y="28897"/>
                  <a:pt x="43245" y="28283"/>
                  <a:pt x="43790" y="27791"/>
                </a:cubicBezTo>
                <a:cubicBezTo>
                  <a:pt x="44335" y="27300"/>
                  <a:pt x="45237" y="27054"/>
                  <a:pt x="46495" y="27054"/>
                </a:cubicBezTo>
                <a:lnTo>
                  <a:pt x="66377" y="27054"/>
                </a:lnTo>
                <a:cubicBezTo>
                  <a:pt x="67677" y="27054"/>
                  <a:pt x="68590" y="27300"/>
                  <a:pt x="69114" y="27791"/>
                </a:cubicBezTo>
                <a:cubicBezTo>
                  <a:pt x="69638" y="28283"/>
                  <a:pt x="69900" y="28918"/>
                  <a:pt x="69900" y="29697"/>
                </a:cubicBezTo>
                <a:cubicBezTo>
                  <a:pt x="69900" y="30452"/>
                  <a:pt x="69638" y="31081"/>
                  <a:pt x="69114" y="31584"/>
                </a:cubicBezTo>
                <a:cubicBezTo>
                  <a:pt x="68590" y="32087"/>
                  <a:pt x="67677" y="32339"/>
                  <a:pt x="66377" y="32339"/>
                </a:cubicBezTo>
                <a:lnTo>
                  <a:pt x="61029" y="32339"/>
                </a:lnTo>
                <a:lnTo>
                  <a:pt x="39575" y="81666"/>
                </a:lnTo>
                <a:close/>
                <a:moveTo>
                  <a:pt x="114873" y="1636"/>
                </a:moveTo>
                <a:lnTo>
                  <a:pt x="114873" y="76381"/>
                </a:lnTo>
                <a:lnTo>
                  <a:pt x="132993" y="76381"/>
                </a:lnTo>
                <a:cubicBezTo>
                  <a:pt x="134251" y="76381"/>
                  <a:pt x="135153" y="76622"/>
                  <a:pt x="135698" y="77104"/>
                </a:cubicBezTo>
                <a:cubicBezTo>
                  <a:pt x="136244" y="77587"/>
                  <a:pt x="136516" y="78226"/>
                  <a:pt x="136516" y="79023"/>
                </a:cubicBezTo>
                <a:cubicBezTo>
                  <a:pt x="136516" y="79778"/>
                  <a:pt x="136244" y="80407"/>
                  <a:pt x="135698" y="80911"/>
                </a:cubicBezTo>
                <a:cubicBezTo>
                  <a:pt x="135153" y="81414"/>
                  <a:pt x="134251" y="81666"/>
                  <a:pt x="132993" y="81666"/>
                </a:cubicBezTo>
                <a:lnTo>
                  <a:pt x="91468" y="81666"/>
                </a:lnTo>
                <a:cubicBezTo>
                  <a:pt x="90210" y="81666"/>
                  <a:pt x="89308" y="81414"/>
                  <a:pt x="88762" y="80911"/>
                </a:cubicBezTo>
                <a:cubicBezTo>
                  <a:pt x="88217" y="80407"/>
                  <a:pt x="87945" y="79778"/>
                  <a:pt x="87945" y="79023"/>
                </a:cubicBezTo>
                <a:cubicBezTo>
                  <a:pt x="87945" y="78226"/>
                  <a:pt x="88217" y="77587"/>
                  <a:pt x="88762" y="77104"/>
                </a:cubicBezTo>
                <a:cubicBezTo>
                  <a:pt x="89308" y="76622"/>
                  <a:pt x="90210" y="76381"/>
                  <a:pt x="91468" y="76381"/>
                </a:cubicBezTo>
                <a:lnTo>
                  <a:pt x="109588" y="76381"/>
                </a:lnTo>
                <a:lnTo>
                  <a:pt x="109588" y="8934"/>
                </a:lnTo>
                <a:lnTo>
                  <a:pt x="92349" y="14345"/>
                </a:lnTo>
                <a:cubicBezTo>
                  <a:pt x="91510" y="14597"/>
                  <a:pt x="90902" y="14722"/>
                  <a:pt x="90524" y="14722"/>
                </a:cubicBezTo>
                <a:cubicBezTo>
                  <a:pt x="89895" y="14722"/>
                  <a:pt x="89318" y="14460"/>
                  <a:pt x="88794" y="13936"/>
                </a:cubicBezTo>
                <a:cubicBezTo>
                  <a:pt x="88270" y="13412"/>
                  <a:pt x="88007" y="12793"/>
                  <a:pt x="88007" y="12080"/>
                </a:cubicBezTo>
                <a:cubicBezTo>
                  <a:pt x="88007" y="11451"/>
                  <a:pt x="88217" y="10864"/>
                  <a:pt x="88637" y="10318"/>
                </a:cubicBezTo>
                <a:cubicBezTo>
                  <a:pt x="88972" y="9983"/>
                  <a:pt x="89664" y="9626"/>
                  <a:pt x="90713" y="9249"/>
                </a:cubicBezTo>
                <a:lnTo>
                  <a:pt x="114873" y="1636"/>
                </a:lnTo>
                <a:close/>
                <a:moveTo>
                  <a:pt x="295733" y="37876"/>
                </a:moveTo>
                <a:lnTo>
                  <a:pt x="238102" y="37876"/>
                </a:lnTo>
                <a:cubicBezTo>
                  <a:pt x="236843" y="37876"/>
                  <a:pt x="235942" y="37627"/>
                  <a:pt x="235396" y="37131"/>
                </a:cubicBezTo>
                <a:cubicBezTo>
                  <a:pt x="234851" y="36633"/>
                  <a:pt x="234578" y="35990"/>
                  <a:pt x="234578" y="35202"/>
                </a:cubicBezTo>
                <a:cubicBezTo>
                  <a:pt x="234578" y="34456"/>
                  <a:pt x="234851" y="33835"/>
                  <a:pt x="235396" y="33338"/>
                </a:cubicBezTo>
                <a:cubicBezTo>
                  <a:pt x="235942" y="32840"/>
                  <a:pt x="236843" y="32591"/>
                  <a:pt x="238102" y="32591"/>
                </a:cubicBezTo>
                <a:lnTo>
                  <a:pt x="295733" y="32591"/>
                </a:lnTo>
                <a:cubicBezTo>
                  <a:pt x="296992" y="32591"/>
                  <a:pt x="297893" y="32840"/>
                  <a:pt x="298439" y="33338"/>
                </a:cubicBezTo>
                <a:cubicBezTo>
                  <a:pt x="298984" y="33835"/>
                  <a:pt x="299257" y="34477"/>
                  <a:pt x="299257" y="35265"/>
                </a:cubicBezTo>
                <a:cubicBezTo>
                  <a:pt x="299257" y="36011"/>
                  <a:pt x="298984" y="36633"/>
                  <a:pt x="298439" y="37131"/>
                </a:cubicBezTo>
                <a:cubicBezTo>
                  <a:pt x="297893" y="37627"/>
                  <a:pt x="296992" y="37876"/>
                  <a:pt x="295733" y="37876"/>
                </a:cubicBezTo>
                <a:moveTo>
                  <a:pt x="295733" y="56877"/>
                </a:moveTo>
                <a:lnTo>
                  <a:pt x="238102" y="56877"/>
                </a:lnTo>
                <a:cubicBezTo>
                  <a:pt x="236843" y="56877"/>
                  <a:pt x="235942" y="56635"/>
                  <a:pt x="235396" y="56153"/>
                </a:cubicBezTo>
                <a:cubicBezTo>
                  <a:pt x="234851" y="55671"/>
                  <a:pt x="234578" y="55031"/>
                  <a:pt x="234578" y="54234"/>
                </a:cubicBezTo>
                <a:cubicBezTo>
                  <a:pt x="234578" y="53437"/>
                  <a:pt x="234851" y="52798"/>
                  <a:pt x="235396" y="52315"/>
                </a:cubicBezTo>
                <a:cubicBezTo>
                  <a:pt x="235942" y="51833"/>
                  <a:pt x="236843" y="51592"/>
                  <a:pt x="238102" y="51592"/>
                </a:cubicBezTo>
                <a:lnTo>
                  <a:pt x="295733" y="51592"/>
                </a:lnTo>
                <a:cubicBezTo>
                  <a:pt x="296992" y="51592"/>
                  <a:pt x="297893" y="51833"/>
                  <a:pt x="298439" y="52315"/>
                </a:cubicBezTo>
                <a:cubicBezTo>
                  <a:pt x="298984" y="52798"/>
                  <a:pt x="299257" y="53437"/>
                  <a:pt x="299257" y="54234"/>
                </a:cubicBezTo>
                <a:cubicBezTo>
                  <a:pt x="299257" y="55031"/>
                  <a:pt x="298984" y="55671"/>
                  <a:pt x="298439" y="56153"/>
                </a:cubicBezTo>
                <a:cubicBezTo>
                  <a:pt x="297893" y="56635"/>
                  <a:pt x="296992" y="56877"/>
                  <a:pt x="295733" y="56877"/>
                </a:cubicBezTo>
                <a:close/>
                <a:moveTo>
                  <a:pt x="426134" y="81666"/>
                </a:moveTo>
                <a:lnTo>
                  <a:pt x="417200" y="81666"/>
                </a:lnTo>
                <a:lnTo>
                  <a:pt x="395494" y="32339"/>
                </a:lnTo>
                <a:lnTo>
                  <a:pt x="390083" y="32339"/>
                </a:lnTo>
                <a:cubicBezTo>
                  <a:pt x="388825" y="32339"/>
                  <a:pt x="387923" y="32087"/>
                  <a:pt x="387378" y="31584"/>
                </a:cubicBezTo>
                <a:cubicBezTo>
                  <a:pt x="386832" y="31081"/>
                  <a:pt x="386560" y="30431"/>
                  <a:pt x="386560" y="29634"/>
                </a:cubicBezTo>
                <a:cubicBezTo>
                  <a:pt x="386560" y="28897"/>
                  <a:pt x="386832" y="28283"/>
                  <a:pt x="387378" y="27791"/>
                </a:cubicBezTo>
                <a:cubicBezTo>
                  <a:pt x="387923" y="27300"/>
                  <a:pt x="388825" y="27054"/>
                  <a:pt x="390083" y="27054"/>
                </a:cubicBezTo>
                <a:lnTo>
                  <a:pt x="409902" y="27054"/>
                </a:lnTo>
                <a:cubicBezTo>
                  <a:pt x="411160" y="27054"/>
                  <a:pt x="412062" y="27300"/>
                  <a:pt x="412607" y="27791"/>
                </a:cubicBezTo>
                <a:cubicBezTo>
                  <a:pt x="413153" y="28283"/>
                  <a:pt x="413425" y="28918"/>
                  <a:pt x="413425" y="29697"/>
                </a:cubicBezTo>
                <a:cubicBezTo>
                  <a:pt x="413425" y="30452"/>
                  <a:pt x="413153" y="31081"/>
                  <a:pt x="412607" y="31584"/>
                </a:cubicBezTo>
                <a:cubicBezTo>
                  <a:pt x="412062" y="32087"/>
                  <a:pt x="411160" y="32339"/>
                  <a:pt x="409902" y="32339"/>
                </a:cubicBezTo>
                <a:lnTo>
                  <a:pt x="401156" y="32339"/>
                </a:lnTo>
                <a:lnTo>
                  <a:pt x="420535" y="76381"/>
                </a:lnTo>
                <a:lnTo>
                  <a:pt x="422863" y="76381"/>
                </a:lnTo>
                <a:lnTo>
                  <a:pt x="441863" y="32339"/>
                </a:lnTo>
                <a:lnTo>
                  <a:pt x="433055" y="32339"/>
                </a:lnTo>
                <a:cubicBezTo>
                  <a:pt x="431797" y="32339"/>
                  <a:pt x="430895" y="32087"/>
                  <a:pt x="430350" y="31584"/>
                </a:cubicBezTo>
                <a:cubicBezTo>
                  <a:pt x="429804" y="31081"/>
                  <a:pt x="429532" y="30431"/>
                  <a:pt x="429532" y="29634"/>
                </a:cubicBezTo>
                <a:cubicBezTo>
                  <a:pt x="429532" y="28897"/>
                  <a:pt x="429804" y="28283"/>
                  <a:pt x="430350" y="27791"/>
                </a:cubicBezTo>
                <a:cubicBezTo>
                  <a:pt x="430895" y="27300"/>
                  <a:pt x="431797" y="27054"/>
                  <a:pt x="433055" y="27054"/>
                </a:cubicBezTo>
                <a:lnTo>
                  <a:pt x="452937" y="27054"/>
                </a:lnTo>
                <a:cubicBezTo>
                  <a:pt x="454237" y="27054"/>
                  <a:pt x="455149" y="27300"/>
                  <a:pt x="455674" y="27791"/>
                </a:cubicBezTo>
                <a:cubicBezTo>
                  <a:pt x="456198" y="28283"/>
                  <a:pt x="456460" y="28918"/>
                  <a:pt x="456460" y="29697"/>
                </a:cubicBezTo>
                <a:cubicBezTo>
                  <a:pt x="456460" y="30452"/>
                  <a:pt x="456198" y="31081"/>
                  <a:pt x="455674" y="31584"/>
                </a:cubicBezTo>
                <a:cubicBezTo>
                  <a:pt x="455149" y="32087"/>
                  <a:pt x="454237" y="32339"/>
                  <a:pt x="452937" y="32339"/>
                </a:cubicBezTo>
                <a:lnTo>
                  <a:pt x="447589" y="32339"/>
                </a:lnTo>
                <a:lnTo>
                  <a:pt x="426134" y="81666"/>
                </a:lnTo>
                <a:close/>
                <a:moveTo>
                  <a:pt x="523077" y="35636"/>
                </a:moveTo>
                <a:lnTo>
                  <a:pt x="523077" y="48735"/>
                </a:lnTo>
                <a:cubicBezTo>
                  <a:pt x="523077" y="60110"/>
                  <a:pt x="520371" y="69113"/>
                  <a:pt x="514960" y="75746"/>
                </a:cubicBezTo>
                <a:cubicBezTo>
                  <a:pt x="510724" y="80951"/>
                  <a:pt x="505376" y="83553"/>
                  <a:pt x="498917" y="83553"/>
                </a:cubicBezTo>
                <a:cubicBezTo>
                  <a:pt x="495813" y="83553"/>
                  <a:pt x="492887" y="82934"/>
                  <a:pt x="490140" y="81695"/>
                </a:cubicBezTo>
                <a:cubicBezTo>
                  <a:pt x="487392" y="80458"/>
                  <a:pt x="485054" y="78726"/>
                  <a:pt x="483124" y="76501"/>
                </a:cubicBezTo>
                <a:cubicBezTo>
                  <a:pt x="481908" y="75115"/>
                  <a:pt x="480576" y="72891"/>
                  <a:pt x="479129" y="69828"/>
                </a:cubicBezTo>
                <a:cubicBezTo>
                  <a:pt x="477682" y="66763"/>
                  <a:pt x="476644" y="63950"/>
                  <a:pt x="476015" y="61389"/>
                </a:cubicBezTo>
                <a:cubicBezTo>
                  <a:pt x="475050" y="57779"/>
                  <a:pt x="474568" y="53561"/>
                  <a:pt x="474568" y="48735"/>
                </a:cubicBezTo>
                <a:lnTo>
                  <a:pt x="474568" y="35636"/>
                </a:lnTo>
                <a:cubicBezTo>
                  <a:pt x="474568" y="24220"/>
                  <a:pt x="477273" y="15195"/>
                  <a:pt x="482684" y="8563"/>
                </a:cubicBezTo>
                <a:cubicBezTo>
                  <a:pt x="486920" y="3358"/>
                  <a:pt x="492268" y="755"/>
                  <a:pt x="498728" y="755"/>
                </a:cubicBezTo>
                <a:cubicBezTo>
                  <a:pt x="501874" y="755"/>
                  <a:pt x="504810" y="1374"/>
                  <a:pt x="507536" y="2613"/>
                </a:cubicBezTo>
                <a:cubicBezTo>
                  <a:pt x="510263" y="3850"/>
                  <a:pt x="512590" y="5582"/>
                  <a:pt x="514520" y="7808"/>
                </a:cubicBezTo>
                <a:cubicBezTo>
                  <a:pt x="515778" y="9235"/>
                  <a:pt x="517120" y="11481"/>
                  <a:pt x="518547" y="14546"/>
                </a:cubicBezTo>
                <a:cubicBezTo>
                  <a:pt x="519973" y="17609"/>
                  <a:pt x="521021" y="20400"/>
                  <a:pt x="521692" y="22919"/>
                </a:cubicBezTo>
                <a:cubicBezTo>
                  <a:pt x="522615" y="26529"/>
                  <a:pt x="523077" y="30768"/>
                  <a:pt x="523077" y="35636"/>
                </a:cubicBezTo>
                <a:moveTo>
                  <a:pt x="517792" y="36346"/>
                </a:moveTo>
                <a:cubicBezTo>
                  <a:pt x="517792" y="31351"/>
                  <a:pt x="517089" y="26702"/>
                  <a:pt x="515684" y="22400"/>
                </a:cubicBezTo>
                <a:cubicBezTo>
                  <a:pt x="514279" y="18097"/>
                  <a:pt x="512695" y="14664"/>
                  <a:pt x="510934" y="12100"/>
                </a:cubicBezTo>
                <a:cubicBezTo>
                  <a:pt x="509885" y="10629"/>
                  <a:pt x="508522" y="9358"/>
                  <a:pt x="506844" y="8287"/>
                </a:cubicBezTo>
                <a:cubicBezTo>
                  <a:pt x="504453" y="6789"/>
                  <a:pt x="501769" y="6040"/>
                  <a:pt x="498791" y="6040"/>
                </a:cubicBezTo>
                <a:cubicBezTo>
                  <a:pt x="492877" y="6088"/>
                  <a:pt x="488242" y="9139"/>
                  <a:pt x="484886" y="15190"/>
                </a:cubicBezTo>
                <a:cubicBezTo>
                  <a:pt x="481531" y="21241"/>
                  <a:pt x="479853" y="28295"/>
                  <a:pt x="479853" y="36352"/>
                </a:cubicBezTo>
                <a:lnTo>
                  <a:pt x="479853" y="47996"/>
                </a:lnTo>
                <a:cubicBezTo>
                  <a:pt x="479853" y="52990"/>
                  <a:pt x="480555" y="57648"/>
                  <a:pt x="481961" y="61971"/>
                </a:cubicBezTo>
                <a:cubicBezTo>
                  <a:pt x="483366" y="66292"/>
                  <a:pt x="484970" y="69733"/>
                  <a:pt x="486774" y="72291"/>
                </a:cubicBezTo>
                <a:cubicBezTo>
                  <a:pt x="487780" y="73717"/>
                  <a:pt x="489123" y="74955"/>
                  <a:pt x="490800" y="76003"/>
                </a:cubicBezTo>
                <a:cubicBezTo>
                  <a:pt x="493191" y="77513"/>
                  <a:pt x="495897" y="78268"/>
                  <a:pt x="498917" y="78268"/>
                </a:cubicBezTo>
                <a:cubicBezTo>
                  <a:pt x="504789" y="78268"/>
                  <a:pt x="509403" y="75238"/>
                  <a:pt x="512758" y="69177"/>
                </a:cubicBezTo>
                <a:cubicBezTo>
                  <a:pt x="516114" y="63116"/>
                  <a:pt x="517792" y="56055"/>
                  <a:pt x="517792" y="47996"/>
                </a:cubicBezTo>
                <a:lnTo>
                  <a:pt x="517792" y="36346"/>
                </a:lnTo>
                <a:close/>
                <a:moveTo>
                  <a:pt x="575033" y="66566"/>
                </a:moveTo>
                <a:lnTo>
                  <a:pt x="577298" y="66566"/>
                </a:lnTo>
                <a:cubicBezTo>
                  <a:pt x="579647" y="66566"/>
                  <a:pt x="581660" y="67397"/>
                  <a:pt x="583338" y="69061"/>
                </a:cubicBezTo>
                <a:cubicBezTo>
                  <a:pt x="585016" y="70723"/>
                  <a:pt x="585855" y="72733"/>
                  <a:pt x="585855" y="75091"/>
                </a:cubicBezTo>
                <a:cubicBezTo>
                  <a:pt x="585855" y="77533"/>
                  <a:pt x="585005" y="79575"/>
                  <a:pt x="583307" y="81217"/>
                </a:cubicBezTo>
                <a:cubicBezTo>
                  <a:pt x="581608" y="82859"/>
                  <a:pt x="579605" y="83679"/>
                  <a:pt x="577298" y="83679"/>
                </a:cubicBezTo>
                <a:lnTo>
                  <a:pt x="575033" y="83679"/>
                </a:lnTo>
                <a:cubicBezTo>
                  <a:pt x="572684" y="83679"/>
                  <a:pt x="570671" y="82848"/>
                  <a:pt x="568993" y="81186"/>
                </a:cubicBezTo>
                <a:cubicBezTo>
                  <a:pt x="567315" y="79523"/>
                  <a:pt x="566476" y="77512"/>
                  <a:pt x="566476" y="75154"/>
                </a:cubicBezTo>
                <a:cubicBezTo>
                  <a:pt x="566476" y="72712"/>
                  <a:pt x="567326" y="70670"/>
                  <a:pt x="569025" y="69029"/>
                </a:cubicBezTo>
                <a:cubicBezTo>
                  <a:pt x="570723" y="67387"/>
                  <a:pt x="572726" y="66566"/>
                  <a:pt x="575033" y="66566"/>
                </a:cubicBezTo>
                <a:close/>
                <a:moveTo>
                  <a:pt x="671220" y="36706"/>
                </a:moveTo>
                <a:lnTo>
                  <a:pt x="671220" y="27054"/>
                </a:lnTo>
                <a:lnTo>
                  <a:pt x="683615" y="27054"/>
                </a:lnTo>
                <a:cubicBezTo>
                  <a:pt x="684873" y="27054"/>
                  <a:pt x="685775" y="27300"/>
                  <a:pt x="686320" y="27791"/>
                </a:cubicBezTo>
                <a:cubicBezTo>
                  <a:pt x="686865" y="28283"/>
                  <a:pt x="687138" y="28918"/>
                  <a:pt x="687138" y="29697"/>
                </a:cubicBezTo>
                <a:cubicBezTo>
                  <a:pt x="687138" y="30452"/>
                  <a:pt x="686865" y="31081"/>
                  <a:pt x="686320" y="31584"/>
                </a:cubicBezTo>
                <a:cubicBezTo>
                  <a:pt x="685775" y="32087"/>
                  <a:pt x="684873" y="32339"/>
                  <a:pt x="683615" y="32339"/>
                </a:cubicBezTo>
                <a:lnTo>
                  <a:pt x="676505" y="32339"/>
                </a:lnTo>
                <a:lnTo>
                  <a:pt x="676505" y="85262"/>
                </a:lnTo>
                <a:cubicBezTo>
                  <a:pt x="676505" y="88794"/>
                  <a:pt x="675750" y="91948"/>
                  <a:pt x="674240" y="94723"/>
                </a:cubicBezTo>
                <a:cubicBezTo>
                  <a:pt x="673233" y="96574"/>
                  <a:pt x="671556" y="98487"/>
                  <a:pt x="669207" y="100464"/>
                </a:cubicBezTo>
                <a:cubicBezTo>
                  <a:pt x="666858" y="102441"/>
                  <a:pt x="664719" y="103849"/>
                  <a:pt x="662789" y="104689"/>
                </a:cubicBezTo>
                <a:cubicBezTo>
                  <a:pt x="660860" y="105531"/>
                  <a:pt x="658280" y="105952"/>
                  <a:pt x="655050" y="105952"/>
                </a:cubicBezTo>
                <a:lnTo>
                  <a:pt x="640076" y="105952"/>
                </a:lnTo>
                <a:cubicBezTo>
                  <a:pt x="638818" y="105952"/>
                  <a:pt x="637916" y="105713"/>
                  <a:pt x="637371" y="105236"/>
                </a:cubicBezTo>
                <a:cubicBezTo>
                  <a:pt x="636826" y="104760"/>
                  <a:pt x="636553" y="104128"/>
                  <a:pt x="636553" y="103341"/>
                </a:cubicBezTo>
                <a:cubicBezTo>
                  <a:pt x="636553" y="102553"/>
                  <a:pt x="636826" y="101910"/>
                  <a:pt x="637371" y="101412"/>
                </a:cubicBezTo>
                <a:cubicBezTo>
                  <a:pt x="637916" y="100915"/>
                  <a:pt x="638818" y="100667"/>
                  <a:pt x="640076" y="100667"/>
                </a:cubicBezTo>
                <a:lnTo>
                  <a:pt x="655239" y="100667"/>
                </a:lnTo>
                <a:cubicBezTo>
                  <a:pt x="658343" y="100667"/>
                  <a:pt x="661143" y="99869"/>
                  <a:pt x="663639" y="98274"/>
                </a:cubicBezTo>
                <a:cubicBezTo>
                  <a:pt x="666134" y="96679"/>
                  <a:pt x="668200" y="94349"/>
                  <a:pt x="669836" y="91284"/>
                </a:cubicBezTo>
                <a:cubicBezTo>
                  <a:pt x="670759" y="89521"/>
                  <a:pt x="671220" y="87275"/>
                  <a:pt x="671220" y="84546"/>
                </a:cubicBezTo>
                <a:lnTo>
                  <a:pt x="671220" y="68677"/>
                </a:lnTo>
                <a:cubicBezTo>
                  <a:pt x="665558" y="76414"/>
                  <a:pt x="658259" y="80282"/>
                  <a:pt x="649325" y="80282"/>
                </a:cubicBezTo>
                <a:cubicBezTo>
                  <a:pt x="642069" y="80282"/>
                  <a:pt x="635808" y="77584"/>
                  <a:pt x="630544" y="72189"/>
                </a:cubicBezTo>
                <a:cubicBezTo>
                  <a:pt x="625280" y="66793"/>
                  <a:pt x="622648" y="60294"/>
                  <a:pt x="622648" y="52693"/>
                </a:cubicBezTo>
                <a:cubicBezTo>
                  <a:pt x="622648" y="45092"/>
                  <a:pt x="625280" y="38604"/>
                  <a:pt x="630544" y="33230"/>
                </a:cubicBezTo>
                <a:cubicBezTo>
                  <a:pt x="635808" y="27854"/>
                  <a:pt x="642069" y="25167"/>
                  <a:pt x="649325" y="25167"/>
                </a:cubicBezTo>
                <a:cubicBezTo>
                  <a:pt x="658259" y="25167"/>
                  <a:pt x="665558" y="29013"/>
                  <a:pt x="671220" y="36706"/>
                </a:cubicBezTo>
                <a:moveTo>
                  <a:pt x="671220" y="52693"/>
                </a:moveTo>
                <a:cubicBezTo>
                  <a:pt x="671220" y="46459"/>
                  <a:pt x="669091" y="41193"/>
                  <a:pt x="664834" y="36897"/>
                </a:cubicBezTo>
                <a:cubicBezTo>
                  <a:pt x="660577" y="32600"/>
                  <a:pt x="655491" y="30452"/>
                  <a:pt x="649577" y="30452"/>
                </a:cubicBezTo>
                <a:cubicBezTo>
                  <a:pt x="643663" y="30452"/>
                  <a:pt x="638587" y="32610"/>
                  <a:pt x="634351" y="36928"/>
                </a:cubicBezTo>
                <a:cubicBezTo>
                  <a:pt x="630114" y="41246"/>
                  <a:pt x="627996" y="46501"/>
                  <a:pt x="627996" y="52693"/>
                </a:cubicBezTo>
                <a:cubicBezTo>
                  <a:pt x="627996" y="58927"/>
                  <a:pt x="630114" y="64202"/>
                  <a:pt x="634351" y="68520"/>
                </a:cubicBezTo>
                <a:cubicBezTo>
                  <a:pt x="638587" y="72838"/>
                  <a:pt x="643663" y="74997"/>
                  <a:pt x="649577" y="74997"/>
                </a:cubicBezTo>
                <a:cubicBezTo>
                  <a:pt x="655491" y="74997"/>
                  <a:pt x="660577" y="72838"/>
                  <a:pt x="664834" y="68520"/>
                </a:cubicBezTo>
                <a:cubicBezTo>
                  <a:pt x="669091" y="64202"/>
                  <a:pt x="671220" y="58927"/>
                  <a:pt x="671220" y="52693"/>
                </a:cubicBezTo>
                <a:close/>
                <a:moveTo>
                  <a:pt x="759353" y="55618"/>
                </a:moveTo>
                <a:lnTo>
                  <a:pt x="705497" y="55618"/>
                </a:lnTo>
                <a:cubicBezTo>
                  <a:pt x="706419" y="62455"/>
                  <a:pt x="709282" y="67960"/>
                  <a:pt x="714085" y="72134"/>
                </a:cubicBezTo>
                <a:cubicBezTo>
                  <a:pt x="718887" y="76307"/>
                  <a:pt x="724833" y="78394"/>
                  <a:pt x="731922" y="78394"/>
                </a:cubicBezTo>
                <a:cubicBezTo>
                  <a:pt x="735864" y="78394"/>
                  <a:pt x="739996" y="77744"/>
                  <a:pt x="744316" y="76444"/>
                </a:cubicBezTo>
                <a:cubicBezTo>
                  <a:pt x="748637" y="75143"/>
                  <a:pt x="752160" y="73424"/>
                  <a:pt x="754886" y="71285"/>
                </a:cubicBezTo>
                <a:cubicBezTo>
                  <a:pt x="755683" y="70655"/>
                  <a:pt x="756375" y="70341"/>
                  <a:pt x="756962" y="70341"/>
                </a:cubicBezTo>
                <a:cubicBezTo>
                  <a:pt x="757634" y="70341"/>
                  <a:pt x="758221" y="70603"/>
                  <a:pt x="758724" y="71127"/>
                </a:cubicBezTo>
                <a:cubicBezTo>
                  <a:pt x="759227" y="71652"/>
                  <a:pt x="759479" y="72270"/>
                  <a:pt x="759479" y="72983"/>
                </a:cubicBezTo>
                <a:cubicBezTo>
                  <a:pt x="759479" y="73696"/>
                  <a:pt x="759144" y="74388"/>
                  <a:pt x="758472" y="75060"/>
                </a:cubicBezTo>
                <a:cubicBezTo>
                  <a:pt x="756459" y="77157"/>
                  <a:pt x="752883" y="79118"/>
                  <a:pt x="747745" y="80942"/>
                </a:cubicBezTo>
                <a:cubicBezTo>
                  <a:pt x="742607" y="82767"/>
                  <a:pt x="737333" y="83679"/>
                  <a:pt x="731922" y="83679"/>
                </a:cubicBezTo>
                <a:cubicBezTo>
                  <a:pt x="722862" y="83679"/>
                  <a:pt x="715301" y="80708"/>
                  <a:pt x="709240" y="74767"/>
                </a:cubicBezTo>
                <a:cubicBezTo>
                  <a:pt x="703179" y="68825"/>
                  <a:pt x="700149" y="61634"/>
                  <a:pt x="700149" y="53194"/>
                </a:cubicBezTo>
                <a:cubicBezTo>
                  <a:pt x="700149" y="45510"/>
                  <a:pt x="702991" y="38919"/>
                  <a:pt x="708674" y="33419"/>
                </a:cubicBezTo>
                <a:cubicBezTo>
                  <a:pt x="714357" y="27917"/>
                  <a:pt x="721394" y="25167"/>
                  <a:pt x="729783" y="25167"/>
                </a:cubicBezTo>
                <a:cubicBezTo>
                  <a:pt x="738423" y="25167"/>
                  <a:pt x="745533" y="27993"/>
                  <a:pt x="751111" y="33647"/>
                </a:cubicBezTo>
                <a:cubicBezTo>
                  <a:pt x="756690" y="39300"/>
                  <a:pt x="759437" y="46624"/>
                  <a:pt x="759353" y="55618"/>
                </a:cubicBezTo>
                <a:moveTo>
                  <a:pt x="754005" y="50333"/>
                </a:moveTo>
                <a:cubicBezTo>
                  <a:pt x="752957" y="44447"/>
                  <a:pt x="750199" y="39662"/>
                  <a:pt x="745732" y="35978"/>
                </a:cubicBezTo>
                <a:cubicBezTo>
                  <a:pt x="741265" y="32294"/>
                  <a:pt x="735948" y="30452"/>
                  <a:pt x="729783" y="30452"/>
                </a:cubicBezTo>
                <a:cubicBezTo>
                  <a:pt x="723617" y="30452"/>
                  <a:pt x="718311" y="32273"/>
                  <a:pt x="713865" y="35916"/>
                </a:cubicBezTo>
                <a:cubicBezTo>
                  <a:pt x="709419" y="39557"/>
                  <a:pt x="706650" y="44363"/>
                  <a:pt x="705560" y="50333"/>
                </a:cubicBezTo>
                <a:lnTo>
                  <a:pt x="754005" y="50333"/>
                </a:lnTo>
                <a:close/>
                <a:moveTo>
                  <a:pt x="797217" y="27054"/>
                </a:moveTo>
                <a:lnTo>
                  <a:pt x="825907" y="27054"/>
                </a:lnTo>
                <a:cubicBezTo>
                  <a:pt x="827165" y="27054"/>
                  <a:pt x="828067" y="27300"/>
                  <a:pt x="828612" y="27791"/>
                </a:cubicBezTo>
                <a:cubicBezTo>
                  <a:pt x="829157" y="28283"/>
                  <a:pt x="829430" y="28918"/>
                  <a:pt x="829430" y="29697"/>
                </a:cubicBezTo>
                <a:cubicBezTo>
                  <a:pt x="829430" y="30452"/>
                  <a:pt x="829157" y="31081"/>
                  <a:pt x="828612" y="31584"/>
                </a:cubicBezTo>
                <a:cubicBezTo>
                  <a:pt x="828067" y="32087"/>
                  <a:pt x="827165" y="32339"/>
                  <a:pt x="825907" y="32339"/>
                </a:cubicBezTo>
                <a:lnTo>
                  <a:pt x="797217" y="32339"/>
                </a:lnTo>
                <a:lnTo>
                  <a:pt x="797217" y="67606"/>
                </a:lnTo>
                <a:cubicBezTo>
                  <a:pt x="797217" y="70676"/>
                  <a:pt x="798443" y="73242"/>
                  <a:pt x="800897" y="75303"/>
                </a:cubicBezTo>
                <a:cubicBezTo>
                  <a:pt x="803351" y="77364"/>
                  <a:pt x="806948" y="78394"/>
                  <a:pt x="811687" y="78394"/>
                </a:cubicBezTo>
                <a:cubicBezTo>
                  <a:pt x="815253" y="78394"/>
                  <a:pt x="819112" y="77859"/>
                  <a:pt x="823264" y="76790"/>
                </a:cubicBezTo>
                <a:cubicBezTo>
                  <a:pt x="827417" y="75720"/>
                  <a:pt x="830646" y="74514"/>
                  <a:pt x="832953" y="73172"/>
                </a:cubicBezTo>
                <a:cubicBezTo>
                  <a:pt x="833792" y="72627"/>
                  <a:pt x="834484" y="72354"/>
                  <a:pt x="835029" y="72354"/>
                </a:cubicBezTo>
                <a:cubicBezTo>
                  <a:pt x="835701" y="72354"/>
                  <a:pt x="836288" y="72616"/>
                  <a:pt x="836791" y="73141"/>
                </a:cubicBezTo>
                <a:cubicBezTo>
                  <a:pt x="837294" y="73665"/>
                  <a:pt x="837546" y="74284"/>
                  <a:pt x="837546" y="74997"/>
                </a:cubicBezTo>
                <a:cubicBezTo>
                  <a:pt x="837546" y="75626"/>
                  <a:pt x="837273" y="76213"/>
                  <a:pt x="836728" y="76758"/>
                </a:cubicBezTo>
                <a:cubicBezTo>
                  <a:pt x="835386" y="78142"/>
                  <a:pt x="832125" y="79642"/>
                  <a:pt x="826945" y="81257"/>
                </a:cubicBezTo>
                <a:cubicBezTo>
                  <a:pt x="821765" y="82872"/>
                  <a:pt x="816805" y="83679"/>
                  <a:pt x="812065" y="83679"/>
                </a:cubicBezTo>
                <a:cubicBezTo>
                  <a:pt x="805899" y="83679"/>
                  <a:pt x="800992" y="82229"/>
                  <a:pt x="797342" y="79328"/>
                </a:cubicBezTo>
                <a:cubicBezTo>
                  <a:pt x="793693" y="76426"/>
                  <a:pt x="791869" y="72515"/>
                  <a:pt x="791869" y="67596"/>
                </a:cubicBezTo>
                <a:lnTo>
                  <a:pt x="791869" y="32339"/>
                </a:lnTo>
                <a:lnTo>
                  <a:pt x="782117" y="32339"/>
                </a:lnTo>
                <a:cubicBezTo>
                  <a:pt x="780858" y="32339"/>
                  <a:pt x="779956" y="32091"/>
                  <a:pt x="779411" y="31594"/>
                </a:cubicBezTo>
                <a:cubicBezTo>
                  <a:pt x="778866" y="31096"/>
                  <a:pt x="778593" y="30453"/>
                  <a:pt x="778593" y="29665"/>
                </a:cubicBezTo>
                <a:cubicBezTo>
                  <a:pt x="778593" y="28919"/>
                  <a:pt x="778866" y="28298"/>
                  <a:pt x="779411" y="27801"/>
                </a:cubicBezTo>
                <a:cubicBezTo>
                  <a:pt x="779956" y="27303"/>
                  <a:pt x="780858" y="27054"/>
                  <a:pt x="782117" y="27054"/>
                </a:cubicBezTo>
                <a:lnTo>
                  <a:pt x="791869" y="27054"/>
                </a:lnTo>
                <a:lnTo>
                  <a:pt x="791869" y="11349"/>
                </a:lnTo>
                <a:cubicBezTo>
                  <a:pt x="791869" y="10081"/>
                  <a:pt x="792120" y="9173"/>
                  <a:pt x="792624" y="8625"/>
                </a:cubicBezTo>
                <a:cubicBezTo>
                  <a:pt x="793127" y="8076"/>
                  <a:pt x="793756" y="7802"/>
                  <a:pt x="794511" y="7802"/>
                </a:cubicBezTo>
                <a:cubicBezTo>
                  <a:pt x="795308" y="7802"/>
                  <a:pt x="795958" y="8076"/>
                  <a:pt x="796462" y="8625"/>
                </a:cubicBezTo>
                <a:cubicBezTo>
                  <a:pt x="796965" y="9173"/>
                  <a:pt x="797217" y="10081"/>
                  <a:pt x="797217" y="11349"/>
                </a:cubicBezTo>
                <a:lnTo>
                  <a:pt x="797217" y="27054"/>
                </a:lnTo>
                <a:close/>
                <a:moveTo>
                  <a:pt x="904288" y="13395"/>
                </a:moveTo>
                <a:lnTo>
                  <a:pt x="904288" y="11614"/>
                </a:lnTo>
                <a:cubicBezTo>
                  <a:pt x="904288" y="10343"/>
                  <a:pt x="904529" y="9432"/>
                  <a:pt x="905011" y="8881"/>
                </a:cubicBezTo>
                <a:cubicBezTo>
                  <a:pt x="905494" y="8329"/>
                  <a:pt x="906133" y="8053"/>
                  <a:pt x="906930" y="8053"/>
                </a:cubicBezTo>
                <a:cubicBezTo>
                  <a:pt x="907727" y="8053"/>
                  <a:pt x="908367" y="8326"/>
                  <a:pt x="908849" y="8871"/>
                </a:cubicBezTo>
                <a:cubicBezTo>
                  <a:pt x="909332" y="9417"/>
                  <a:pt x="909573" y="10318"/>
                  <a:pt x="909573" y="11577"/>
                </a:cubicBezTo>
                <a:lnTo>
                  <a:pt x="909573" y="25041"/>
                </a:lnTo>
                <a:cubicBezTo>
                  <a:pt x="909573" y="26299"/>
                  <a:pt x="909332" y="27201"/>
                  <a:pt x="908849" y="27746"/>
                </a:cubicBezTo>
                <a:cubicBezTo>
                  <a:pt x="908367" y="28292"/>
                  <a:pt x="907727" y="28564"/>
                  <a:pt x="906930" y="28564"/>
                </a:cubicBezTo>
                <a:cubicBezTo>
                  <a:pt x="906175" y="28564"/>
                  <a:pt x="905557" y="28314"/>
                  <a:pt x="905074" y="27813"/>
                </a:cubicBezTo>
                <a:cubicBezTo>
                  <a:pt x="904592" y="27311"/>
                  <a:pt x="904330" y="26496"/>
                  <a:pt x="904288" y="25367"/>
                </a:cubicBezTo>
                <a:cubicBezTo>
                  <a:pt x="904078" y="21857"/>
                  <a:pt x="902264" y="18702"/>
                  <a:pt x="898845" y="15902"/>
                </a:cubicBezTo>
                <a:cubicBezTo>
                  <a:pt x="895427" y="13102"/>
                  <a:pt x="890949" y="11702"/>
                  <a:pt x="885413" y="11702"/>
                </a:cubicBezTo>
                <a:cubicBezTo>
                  <a:pt x="879583" y="11702"/>
                  <a:pt x="874948" y="13193"/>
                  <a:pt x="871508" y="16174"/>
                </a:cubicBezTo>
                <a:cubicBezTo>
                  <a:pt x="868069" y="19153"/>
                  <a:pt x="866349" y="22664"/>
                  <a:pt x="866349" y="26706"/>
                </a:cubicBezTo>
                <a:cubicBezTo>
                  <a:pt x="866349" y="28790"/>
                  <a:pt x="866831" y="30687"/>
                  <a:pt x="867796" y="32396"/>
                </a:cubicBezTo>
                <a:cubicBezTo>
                  <a:pt x="868761" y="34104"/>
                  <a:pt x="870040" y="35490"/>
                  <a:pt x="871634" y="36553"/>
                </a:cubicBezTo>
                <a:cubicBezTo>
                  <a:pt x="873228" y="37616"/>
                  <a:pt x="875032" y="38470"/>
                  <a:pt x="877045" y="39116"/>
                </a:cubicBezTo>
                <a:cubicBezTo>
                  <a:pt x="879058" y="39761"/>
                  <a:pt x="882204" y="40438"/>
                  <a:pt x="886482" y="41147"/>
                </a:cubicBezTo>
                <a:cubicBezTo>
                  <a:pt x="893655" y="42323"/>
                  <a:pt x="898604" y="43521"/>
                  <a:pt x="901331" y="44740"/>
                </a:cubicBezTo>
                <a:cubicBezTo>
                  <a:pt x="904980" y="46378"/>
                  <a:pt x="907738" y="48646"/>
                  <a:pt x="909604" y="51544"/>
                </a:cubicBezTo>
                <a:cubicBezTo>
                  <a:pt x="911471" y="54443"/>
                  <a:pt x="912404" y="57866"/>
                  <a:pt x="912404" y="61816"/>
                </a:cubicBezTo>
                <a:cubicBezTo>
                  <a:pt x="912404" y="67863"/>
                  <a:pt x="909992" y="73019"/>
                  <a:pt x="905169" y="77283"/>
                </a:cubicBezTo>
                <a:cubicBezTo>
                  <a:pt x="900345" y="81547"/>
                  <a:pt x="893844" y="83679"/>
                  <a:pt x="885664" y="83679"/>
                </a:cubicBezTo>
                <a:cubicBezTo>
                  <a:pt x="876479" y="83679"/>
                  <a:pt x="869138" y="80806"/>
                  <a:pt x="863644" y="75060"/>
                </a:cubicBezTo>
                <a:lnTo>
                  <a:pt x="863644" y="78109"/>
                </a:lnTo>
                <a:cubicBezTo>
                  <a:pt x="863644" y="79379"/>
                  <a:pt x="863402" y="80289"/>
                  <a:pt x="862920" y="80840"/>
                </a:cubicBezTo>
                <a:cubicBezTo>
                  <a:pt x="862438" y="81391"/>
                  <a:pt x="861798" y="81666"/>
                  <a:pt x="861001" y="81666"/>
                </a:cubicBezTo>
                <a:cubicBezTo>
                  <a:pt x="860246" y="81666"/>
                  <a:pt x="859617" y="81392"/>
                  <a:pt x="859114" y="80846"/>
                </a:cubicBezTo>
                <a:cubicBezTo>
                  <a:pt x="858610" y="80299"/>
                  <a:pt x="858359" y="79395"/>
                  <a:pt x="858359" y="78133"/>
                </a:cubicBezTo>
                <a:lnTo>
                  <a:pt x="858359" y="63493"/>
                </a:lnTo>
                <a:cubicBezTo>
                  <a:pt x="858359" y="62188"/>
                  <a:pt x="858600" y="61263"/>
                  <a:pt x="859082" y="60717"/>
                </a:cubicBezTo>
                <a:cubicBezTo>
                  <a:pt x="859565" y="60170"/>
                  <a:pt x="860204" y="59897"/>
                  <a:pt x="861001" y="59897"/>
                </a:cubicBezTo>
                <a:cubicBezTo>
                  <a:pt x="861756" y="59897"/>
                  <a:pt x="862375" y="60148"/>
                  <a:pt x="862857" y="60652"/>
                </a:cubicBezTo>
                <a:cubicBezTo>
                  <a:pt x="863340" y="61155"/>
                  <a:pt x="863602" y="61973"/>
                  <a:pt x="863644" y="63105"/>
                </a:cubicBezTo>
                <a:cubicBezTo>
                  <a:pt x="863853" y="66964"/>
                  <a:pt x="865919" y="70477"/>
                  <a:pt x="869841" y="73644"/>
                </a:cubicBezTo>
                <a:cubicBezTo>
                  <a:pt x="873763" y="76811"/>
                  <a:pt x="879037" y="78394"/>
                  <a:pt x="885664" y="78394"/>
                </a:cubicBezTo>
                <a:cubicBezTo>
                  <a:pt x="892292" y="78394"/>
                  <a:pt x="897524" y="76737"/>
                  <a:pt x="901362" y="73424"/>
                </a:cubicBezTo>
                <a:cubicBezTo>
                  <a:pt x="905200" y="70110"/>
                  <a:pt x="907119" y="66188"/>
                  <a:pt x="907119" y="61658"/>
                </a:cubicBezTo>
                <a:cubicBezTo>
                  <a:pt x="907119" y="58890"/>
                  <a:pt x="906385" y="56426"/>
                  <a:pt x="904917" y="54266"/>
                </a:cubicBezTo>
                <a:cubicBezTo>
                  <a:pt x="903449" y="52105"/>
                  <a:pt x="901268" y="50396"/>
                  <a:pt x="898374" y="49138"/>
                </a:cubicBezTo>
                <a:cubicBezTo>
                  <a:pt x="896360" y="48257"/>
                  <a:pt x="892166" y="47271"/>
                  <a:pt x="885790" y="46181"/>
                </a:cubicBezTo>
                <a:cubicBezTo>
                  <a:pt x="877024" y="44718"/>
                  <a:pt x="870711" y="42481"/>
                  <a:pt x="866852" y="39470"/>
                </a:cubicBezTo>
                <a:cubicBezTo>
                  <a:pt x="862993" y="36460"/>
                  <a:pt x="861064" y="32173"/>
                  <a:pt x="861064" y="26612"/>
                </a:cubicBezTo>
                <a:cubicBezTo>
                  <a:pt x="861064" y="21093"/>
                  <a:pt x="863277" y="16348"/>
                  <a:pt x="867702" y="12377"/>
                </a:cubicBezTo>
                <a:cubicBezTo>
                  <a:pt x="872127" y="8404"/>
                  <a:pt x="877968" y="6417"/>
                  <a:pt x="885224" y="6417"/>
                </a:cubicBezTo>
                <a:cubicBezTo>
                  <a:pt x="892606" y="6417"/>
                  <a:pt x="898961" y="8743"/>
                  <a:pt x="904288" y="13395"/>
                </a:cubicBezTo>
                <a:close/>
                <a:moveTo>
                  <a:pt x="951840" y="27054"/>
                </a:moveTo>
                <a:lnTo>
                  <a:pt x="980530" y="27054"/>
                </a:lnTo>
                <a:cubicBezTo>
                  <a:pt x="981789" y="27054"/>
                  <a:pt x="982691" y="27300"/>
                  <a:pt x="983236" y="27791"/>
                </a:cubicBezTo>
                <a:cubicBezTo>
                  <a:pt x="983781" y="28283"/>
                  <a:pt x="984054" y="28918"/>
                  <a:pt x="984054" y="29697"/>
                </a:cubicBezTo>
                <a:cubicBezTo>
                  <a:pt x="984054" y="30452"/>
                  <a:pt x="983781" y="31081"/>
                  <a:pt x="983236" y="31584"/>
                </a:cubicBezTo>
                <a:cubicBezTo>
                  <a:pt x="982691" y="32087"/>
                  <a:pt x="981789" y="32339"/>
                  <a:pt x="980530" y="32339"/>
                </a:cubicBezTo>
                <a:lnTo>
                  <a:pt x="951840" y="32339"/>
                </a:lnTo>
                <a:lnTo>
                  <a:pt x="951840" y="67606"/>
                </a:lnTo>
                <a:cubicBezTo>
                  <a:pt x="951840" y="70676"/>
                  <a:pt x="953067" y="73242"/>
                  <a:pt x="955521" y="75303"/>
                </a:cubicBezTo>
                <a:cubicBezTo>
                  <a:pt x="957975" y="77364"/>
                  <a:pt x="961572" y="78394"/>
                  <a:pt x="966311" y="78394"/>
                </a:cubicBezTo>
                <a:cubicBezTo>
                  <a:pt x="969877" y="78394"/>
                  <a:pt x="973735" y="77859"/>
                  <a:pt x="977888" y="76790"/>
                </a:cubicBezTo>
                <a:cubicBezTo>
                  <a:pt x="982040" y="75720"/>
                  <a:pt x="985270" y="74514"/>
                  <a:pt x="987577" y="73172"/>
                </a:cubicBezTo>
                <a:cubicBezTo>
                  <a:pt x="988416" y="72627"/>
                  <a:pt x="989108" y="72354"/>
                  <a:pt x="989653" y="72354"/>
                </a:cubicBezTo>
                <a:cubicBezTo>
                  <a:pt x="990324" y="72354"/>
                  <a:pt x="990912" y="72616"/>
                  <a:pt x="991415" y="73141"/>
                </a:cubicBezTo>
                <a:cubicBezTo>
                  <a:pt x="991918" y="73665"/>
                  <a:pt x="992170" y="74284"/>
                  <a:pt x="992170" y="74997"/>
                </a:cubicBezTo>
                <a:cubicBezTo>
                  <a:pt x="992170" y="75626"/>
                  <a:pt x="991897" y="76213"/>
                  <a:pt x="991352" y="76758"/>
                </a:cubicBezTo>
                <a:cubicBezTo>
                  <a:pt x="990010" y="78142"/>
                  <a:pt x="986749" y="79642"/>
                  <a:pt x="981569" y="81257"/>
                </a:cubicBezTo>
                <a:cubicBezTo>
                  <a:pt x="976388" y="82872"/>
                  <a:pt x="971428" y="83679"/>
                  <a:pt x="966689" y="83679"/>
                </a:cubicBezTo>
                <a:cubicBezTo>
                  <a:pt x="960523" y="83679"/>
                  <a:pt x="955615" y="82229"/>
                  <a:pt x="951966" y="79328"/>
                </a:cubicBezTo>
                <a:cubicBezTo>
                  <a:pt x="948317" y="76426"/>
                  <a:pt x="946493" y="72515"/>
                  <a:pt x="946493" y="67596"/>
                </a:cubicBezTo>
                <a:lnTo>
                  <a:pt x="946493" y="32339"/>
                </a:lnTo>
                <a:lnTo>
                  <a:pt x="936740" y="32339"/>
                </a:lnTo>
                <a:cubicBezTo>
                  <a:pt x="935482" y="32339"/>
                  <a:pt x="934580" y="32091"/>
                  <a:pt x="934035" y="31594"/>
                </a:cubicBezTo>
                <a:cubicBezTo>
                  <a:pt x="933490" y="31096"/>
                  <a:pt x="933217" y="30453"/>
                  <a:pt x="933217" y="29665"/>
                </a:cubicBezTo>
                <a:cubicBezTo>
                  <a:pt x="933217" y="28919"/>
                  <a:pt x="933490" y="28298"/>
                  <a:pt x="934035" y="27801"/>
                </a:cubicBezTo>
                <a:cubicBezTo>
                  <a:pt x="934580" y="27303"/>
                  <a:pt x="935482" y="27054"/>
                  <a:pt x="936740" y="27054"/>
                </a:cubicBezTo>
                <a:lnTo>
                  <a:pt x="946493" y="27054"/>
                </a:lnTo>
                <a:lnTo>
                  <a:pt x="946493" y="11349"/>
                </a:lnTo>
                <a:cubicBezTo>
                  <a:pt x="946493" y="10081"/>
                  <a:pt x="946744" y="9173"/>
                  <a:pt x="947248" y="8625"/>
                </a:cubicBezTo>
                <a:cubicBezTo>
                  <a:pt x="947751" y="8076"/>
                  <a:pt x="948380" y="7802"/>
                  <a:pt x="949135" y="7802"/>
                </a:cubicBezTo>
                <a:cubicBezTo>
                  <a:pt x="949932" y="7802"/>
                  <a:pt x="950582" y="8076"/>
                  <a:pt x="951085" y="8625"/>
                </a:cubicBezTo>
                <a:cubicBezTo>
                  <a:pt x="951589" y="9173"/>
                  <a:pt x="951840" y="10081"/>
                  <a:pt x="951840" y="11349"/>
                </a:cubicBezTo>
                <a:lnTo>
                  <a:pt x="951840" y="27054"/>
                </a:lnTo>
                <a:close/>
                <a:moveTo>
                  <a:pt x="1033682" y="27054"/>
                </a:moveTo>
                <a:lnTo>
                  <a:pt x="1033682" y="40426"/>
                </a:lnTo>
                <a:cubicBezTo>
                  <a:pt x="1040561" y="34231"/>
                  <a:pt x="1045710" y="30245"/>
                  <a:pt x="1049128" y="28466"/>
                </a:cubicBezTo>
                <a:cubicBezTo>
                  <a:pt x="1052547" y="26686"/>
                  <a:pt x="1055703" y="25796"/>
                  <a:pt x="1058597" y="25796"/>
                </a:cubicBezTo>
                <a:cubicBezTo>
                  <a:pt x="1061743" y="25796"/>
                  <a:pt x="1064669" y="26862"/>
                  <a:pt x="1067374" y="28995"/>
                </a:cubicBezTo>
                <a:cubicBezTo>
                  <a:pt x="1070080" y="31127"/>
                  <a:pt x="1071432" y="32743"/>
                  <a:pt x="1071432" y="33841"/>
                </a:cubicBezTo>
                <a:cubicBezTo>
                  <a:pt x="1071432" y="34643"/>
                  <a:pt x="1071170" y="35307"/>
                  <a:pt x="1070646" y="35831"/>
                </a:cubicBezTo>
                <a:cubicBezTo>
                  <a:pt x="1070122" y="36355"/>
                  <a:pt x="1069461" y="36617"/>
                  <a:pt x="1068664" y="36617"/>
                </a:cubicBezTo>
                <a:cubicBezTo>
                  <a:pt x="1068245" y="36617"/>
                  <a:pt x="1067888" y="36544"/>
                  <a:pt x="1067594" y="36397"/>
                </a:cubicBezTo>
                <a:cubicBezTo>
                  <a:pt x="1067301" y="36250"/>
                  <a:pt x="1066756" y="35773"/>
                  <a:pt x="1065959" y="34966"/>
                </a:cubicBezTo>
                <a:cubicBezTo>
                  <a:pt x="1064491" y="33480"/>
                  <a:pt x="1063211" y="32460"/>
                  <a:pt x="1062121" y="31909"/>
                </a:cubicBezTo>
                <a:cubicBezTo>
                  <a:pt x="1061030" y="31357"/>
                  <a:pt x="1059961" y="31081"/>
                  <a:pt x="1058912" y="31081"/>
                </a:cubicBezTo>
                <a:cubicBezTo>
                  <a:pt x="1056605" y="31081"/>
                  <a:pt x="1053826" y="32003"/>
                  <a:pt x="1050576" y="33847"/>
                </a:cubicBezTo>
                <a:cubicBezTo>
                  <a:pt x="1047325" y="35691"/>
                  <a:pt x="1041694" y="40197"/>
                  <a:pt x="1033682" y="47364"/>
                </a:cubicBezTo>
                <a:lnTo>
                  <a:pt x="1033682" y="76381"/>
                </a:lnTo>
                <a:lnTo>
                  <a:pt x="1057087" y="76381"/>
                </a:lnTo>
                <a:cubicBezTo>
                  <a:pt x="1058388" y="76381"/>
                  <a:pt x="1059310" y="76622"/>
                  <a:pt x="1059856" y="77104"/>
                </a:cubicBezTo>
                <a:cubicBezTo>
                  <a:pt x="1060401" y="77587"/>
                  <a:pt x="1060674" y="78226"/>
                  <a:pt x="1060674" y="79023"/>
                </a:cubicBezTo>
                <a:cubicBezTo>
                  <a:pt x="1060674" y="79778"/>
                  <a:pt x="1060401" y="80407"/>
                  <a:pt x="1059856" y="80911"/>
                </a:cubicBezTo>
                <a:cubicBezTo>
                  <a:pt x="1059310" y="81414"/>
                  <a:pt x="1058388" y="81666"/>
                  <a:pt x="1057087" y="81666"/>
                </a:cubicBezTo>
                <a:lnTo>
                  <a:pt x="1015625" y="81666"/>
                </a:lnTo>
                <a:cubicBezTo>
                  <a:pt x="1014367" y="81666"/>
                  <a:pt x="1013465" y="81419"/>
                  <a:pt x="1012920" y="80925"/>
                </a:cubicBezTo>
                <a:cubicBezTo>
                  <a:pt x="1012375" y="80430"/>
                  <a:pt x="1012102" y="79797"/>
                  <a:pt x="1012102" y="79023"/>
                </a:cubicBezTo>
                <a:cubicBezTo>
                  <a:pt x="1012102" y="78310"/>
                  <a:pt x="1012364" y="77713"/>
                  <a:pt x="1012888" y="77230"/>
                </a:cubicBezTo>
                <a:cubicBezTo>
                  <a:pt x="1013413" y="76748"/>
                  <a:pt x="1014325" y="76507"/>
                  <a:pt x="1015625" y="76507"/>
                </a:cubicBezTo>
                <a:lnTo>
                  <a:pt x="1028397" y="76507"/>
                </a:lnTo>
                <a:lnTo>
                  <a:pt x="1028397" y="32339"/>
                </a:lnTo>
                <a:lnTo>
                  <a:pt x="1018645" y="32339"/>
                </a:lnTo>
                <a:cubicBezTo>
                  <a:pt x="1017387" y="32339"/>
                  <a:pt x="1016485" y="32087"/>
                  <a:pt x="1015940" y="31584"/>
                </a:cubicBezTo>
                <a:cubicBezTo>
                  <a:pt x="1015395" y="31081"/>
                  <a:pt x="1015122" y="30431"/>
                  <a:pt x="1015122" y="29634"/>
                </a:cubicBezTo>
                <a:cubicBezTo>
                  <a:pt x="1015122" y="28897"/>
                  <a:pt x="1015384" y="28283"/>
                  <a:pt x="1015908" y="27791"/>
                </a:cubicBezTo>
                <a:cubicBezTo>
                  <a:pt x="1016433" y="27300"/>
                  <a:pt x="1017345" y="27054"/>
                  <a:pt x="1018645" y="27054"/>
                </a:cubicBezTo>
                <a:lnTo>
                  <a:pt x="1033682" y="27054"/>
                </a:lnTo>
                <a:close/>
                <a:moveTo>
                  <a:pt x="1119929" y="0"/>
                </a:moveTo>
                <a:lnTo>
                  <a:pt x="1119929" y="13590"/>
                </a:lnTo>
                <a:lnTo>
                  <a:pt x="1112127" y="13590"/>
                </a:lnTo>
                <a:lnTo>
                  <a:pt x="1112127" y="0"/>
                </a:lnTo>
                <a:lnTo>
                  <a:pt x="1119929" y="0"/>
                </a:lnTo>
                <a:moveTo>
                  <a:pt x="1120117" y="27054"/>
                </a:moveTo>
                <a:lnTo>
                  <a:pt x="1120117" y="76381"/>
                </a:lnTo>
                <a:lnTo>
                  <a:pt x="1140880" y="76381"/>
                </a:lnTo>
                <a:cubicBezTo>
                  <a:pt x="1142180" y="76381"/>
                  <a:pt x="1143103" y="76622"/>
                  <a:pt x="1143648" y="77104"/>
                </a:cubicBezTo>
                <a:cubicBezTo>
                  <a:pt x="1144193" y="77587"/>
                  <a:pt x="1144466" y="78226"/>
                  <a:pt x="1144466" y="79023"/>
                </a:cubicBezTo>
                <a:cubicBezTo>
                  <a:pt x="1144466" y="79778"/>
                  <a:pt x="1144193" y="80407"/>
                  <a:pt x="1143648" y="80911"/>
                </a:cubicBezTo>
                <a:cubicBezTo>
                  <a:pt x="1143103" y="81414"/>
                  <a:pt x="1142180" y="81666"/>
                  <a:pt x="1140880" y="81666"/>
                </a:cubicBezTo>
                <a:lnTo>
                  <a:pt x="1094070" y="81666"/>
                </a:lnTo>
                <a:cubicBezTo>
                  <a:pt x="1092811" y="81666"/>
                  <a:pt x="1091910" y="81414"/>
                  <a:pt x="1091364" y="80911"/>
                </a:cubicBezTo>
                <a:cubicBezTo>
                  <a:pt x="1090819" y="80407"/>
                  <a:pt x="1090546" y="79778"/>
                  <a:pt x="1090546" y="79023"/>
                </a:cubicBezTo>
                <a:cubicBezTo>
                  <a:pt x="1090546" y="78226"/>
                  <a:pt x="1090819" y="77587"/>
                  <a:pt x="1091364" y="77104"/>
                </a:cubicBezTo>
                <a:cubicBezTo>
                  <a:pt x="1091910" y="76622"/>
                  <a:pt x="1092811" y="76381"/>
                  <a:pt x="1094070" y="76381"/>
                </a:cubicBezTo>
                <a:lnTo>
                  <a:pt x="1114832" y="76381"/>
                </a:lnTo>
                <a:lnTo>
                  <a:pt x="1114832" y="32339"/>
                </a:lnTo>
                <a:lnTo>
                  <a:pt x="1099418" y="32339"/>
                </a:lnTo>
                <a:cubicBezTo>
                  <a:pt x="1098159" y="32339"/>
                  <a:pt x="1097247" y="32091"/>
                  <a:pt x="1096681" y="31594"/>
                </a:cubicBezTo>
                <a:cubicBezTo>
                  <a:pt x="1096115" y="31096"/>
                  <a:pt x="1095831" y="30474"/>
                  <a:pt x="1095831" y="29728"/>
                </a:cubicBezTo>
                <a:cubicBezTo>
                  <a:pt x="1095831" y="28940"/>
                  <a:pt x="1096104" y="28298"/>
                  <a:pt x="1096649" y="27801"/>
                </a:cubicBezTo>
                <a:cubicBezTo>
                  <a:pt x="1097195" y="27303"/>
                  <a:pt x="1098117" y="27054"/>
                  <a:pt x="1099418" y="27054"/>
                </a:cubicBezTo>
                <a:lnTo>
                  <a:pt x="1120117" y="27054"/>
                </a:lnTo>
                <a:close/>
                <a:moveTo>
                  <a:pt x="1177548" y="27054"/>
                </a:moveTo>
                <a:lnTo>
                  <a:pt x="1177548" y="34982"/>
                </a:lnTo>
                <a:cubicBezTo>
                  <a:pt x="1181239" y="31272"/>
                  <a:pt x="1184574" y="28709"/>
                  <a:pt x="1187552" y="27292"/>
                </a:cubicBezTo>
                <a:cubicBezTo>
                  <a:pt x="1190530" y="25875"/>
                  <a:pt x="1193885" y="25167"/>
                  <a:pt x="1197618" y="25167"/>
                </a:cubicBezTo>
                <a:cubicBezTo>
                  <a:pt x="1201645" y="25167"/>
                  <a:pt x="1205315" y="26028"/>
                  <a:pt x="1208629" y="27752"/>
                </a:cubicBezTo>
                <a:cubicBezTo>
                  <a:pt x="1210978" y="29014"/>
                  <a:pt x="1213106" y="31107"/>
                  <a:pt x="1215015" y="34030"/>
                </a:cubicBezTo>
                <a:cubicBezTo>
                  <a:pt x="1216923" y="36952"/>
                  <a:pt x="1217877" y="39947"/>
                  <a:pt x="1217877" y="43015"/>
                </a:cubicBezTo>
                <a:lnTo>
                  <a:pt x="1217877" y="76381"/>
                </a:lnTo>
                <a:lnTo>
                  <a:pt x="1222344" y="76381"/>
                </a:lnTo>
                <a:cubicBezTo>
                  <a:pt x="1223603" y="76381"/>
                  <a:pt x="1224505" y="76622"/>
                  <a:pt x="1225050" y="77104"/>
                </a:cubicBezTo>
                <a:cubicBezTo>
                  <a:pt x="1225595" y="77587"/>
                  <a:pt x="1225868" y="78226"/>
                  <a:pt x="1225868" y="79023"/>
                </a:cubicBezTo>
                <a:cubicBezTo>
                  <a:pt x="1225868" y="79778"/>
                  <a:pt x="1225595" y="80407"/>
                  <a:pt x="1225050" y="80911"/>
                </a:cubicBezTo>
                <a:cubicBezTo>
                  <a:pt x="1224505" y="81414"/>
                  <a:pt x="1223603" y="81666"/>
                  <a:pt x="1222344" y="81666"/>
                </a:cubicBezTo>
                <a:lnTo>
                  <a:pt x="1208188" y="81666"/>
                </a:lnTo>
                <a:cubicBezTo>
                  <a:pt x="1206888" y="81666"/>
                  <a:pt x="1205965" y="81414"/>
                  <a:pt x="1205420" y="80911"/>
                </a:cubicBezTo>
                <a:cubicBezTo>
                  <a:pt x="1204875" y="80407"/>
                  <a:pt x="1204602" y="79778"/>
                  <a:pt x="1204602" y="79023"/>
                </a:cubicBezTo>
                <a:cubicBezTo>
                  <a:pt x="1204602" y="78226"/>
                  <a:pt x="1204875" y="77587"/>
                  <a:pt x="1205420" y="77104"/>
                </a:cubicBezTo>
                <a:cubicBezTo>
                  <a:pt x="1205965" y="76622"/>
                  <a:pt x="1206888" y="76381"/>
                  <a:pt x="1208188" y="76381"/>
                </a:cubicBezTo>
                <a:lnTo>
                  <a:pt x="1212592" y="76381"/>
                </a:lnTo>
                <a:lnTo>
                  <a:pt x="1212592" y="43845"/>
                </a:lnTo>
                <a:cubicBezTo>
                  <a:pt x="1212592" y="40096"/>
                  <a:pt x="1211229" y="36927"/>
                  <a:pt x="1208503" y="34337"/>
                </a:cubicBezTo>
                <a:cubicBezTo>
                  <a:pt x="1205776" y="31747"/>
                  <a:pt x="1202127" y="30452"/>
                  <a:pt x="1197555" y="30452"/>
                </a:cubicBezTo>
                <a:cubicBezTo>
                  <a:pt x="1194074" y="30452"/>
                  <a:pt x="1191054" y="31154"/>
                  <a:pt x="1188495" y="32559"/>
                </a:cubicBezTo>
                <a:cubicBezTo>
                  <a:pt x="1185937" y="33964"/>
                  <a:pt x="1182288" y="37456"/>
                  <a:pt x="1177548" y="43035"/>
                </a:cubicBezTo>
                <a:lnTo>
                  <a:pt x="1177548" y="76381"/>
                </a:lnTo>
                <a:lnTo>
                  <a:pt x="1183525" y="76381"/>
                </a:lnTo>
                <a:cubicBezTo>
                  <a:pt x="1184783" y="76381"/>
                  <a:pt x="1185685" y="76622"/>
                  <a:pt x="1186230" y="77104"/>
                </a:cubicBezTo>
                <a:cubicBezTo>
                  <a:pt x="1186776" y="77587"/>
                  <a:pt x="1187048" y="78226"/>
                  <a:pt x="1187048" y="79023"/>
                </a:cubicBezTo>
                <a:cubicBezTo>
                  <a:pt x="1187048" y="79778"/>
                  <a:pt x="1186776" y="80407"/>
                  <a:pt x="1186230" y="80911"/>
                </a:cubicBezTo>
                <a:cubicBezTo>
                  <a:pt x="1185685" y="81414"/>
                  <a:pt x="1184783" y="81666"/>
                  <a:pt x="1183525" y="81666"/>
                </a:cubicBezTo>
                <a:lnTo>
                  <a:pt x="1166286" y="81666"/>
                </a:lnTo>
                <a:cubicBezTo>
                  <a:pt x="1165027" y="81666"/>
                  <a:pt x="1164126" y="81414"/>
                  <a:pt x="1163580" y="80911"/>
                </a:cubicBezTo>
                <a:cubicBezTo>
                  <a:pt x="1163035" y="80407"/>
                  <a:pt x="1162762" y="79778"/>
                  <a:pt x="1162762" y="79023"/>
                </a:cubicBezTo>
                <a:cubicBezTo>
                  <a:pt x="1162762" y="78226"/>
                  <a:pt x="1163035" y="77587"/>
                  <a:pt x="1163580" y="77104"/>
                </a:cubicBezTo>
                <a:cubicBezTo>
                  <a:pt x="1164126" y="76622"/>
                  <a:pt x="1165027" y="76381"/>
                  <a:pt x="1166286" y="76381"/>
                </a:cubicBezTo>
                <a:lnTo>
                  <a:pt x="1172263" y="76381"/>
                </a:lnTo>
                <a:lnTo>
                  <a:pt x="1172263" y="32339"/>
                </a:lnTo>
                <a:lnTo>
                  <a:pt x="1167796" y="32339"/>
                </a:lnTo>
                <a:cubicBezTo>
                  <a:pt x="1166537" y="32339"/>
                  <a:pt x="1165636" y="32087"/>
                  <a:pt x="1165090" y="31584"/>
                </a:cubicBezTo>
                <a:cubicBezTo>
                  <a:pt x="1164545" y="31081"/>
                  <a:pt x="1164272" y="30431"/>
                  <a:pt x="1164272" y="29634"/>
                </a:cubicBezTo>
                <a:cubicBezTo>
                  <a:pt x="1164272" y="28897"/>
                  <a:pt x="1164545" y="28283"/>
                  <a:pt x="1165090" y="27791"/>
                </a:cubicBezTo>
                <a:cubicBezTo>
                  <a:pt x="1165636" y="27300"/>
                  <a:pt x="1166537" y="27054"/>
                  <a:pt x="1167796" y="27054"/>
                </a:cubicBezTo>
                <a:lnTo>
                  <a:pt x="1177548" y="27054"/>
                </a:lnTo>
                <a:close/>
                <a:moveTo>
                  <a:pt x="1289716" y="36706"/>
                </a:moveTo>
                <a:lnTo>
                  <a:pt x="1289716" y="27054"/>
                </a:lnTo>
                <a:lnTo>
                  <a:pt x="1302110" y="27054"/>
                </a:lnTo>
                <a:cubicBezTo>
                  <a:pt x="1303368" y="27054"/>
                  <a:pt x="1304270" y="27300"/>
                  <a:pt x="1304816" y="27791"/>
                </a:cubicBezTo>
                <a:cubicBezTo>
                  <a:pt x="1305361" y="28283"/>
                  <a:pt x="1305634" y="28918"/>
                  <a:pt x="1305634" y="29697"/>
                </a:cubicBezTo>
                <a:cubicBezTo>
                  <a:pt x="1305634" y="30452"/>
                  <a:pt x="1305361" y="31081"/>
                  <a:pt x="1304816" y="31584"/>
                </a:cubicBezTo>
                <a:cubicBezTo>
                  <a:pt x="1304270" y="32087"/>
                  <a:pt x="1303368" y="32339"/>
                  <a:pt x="1302110" y="32339"/>
                </a:cubicBezTo>
                <a:lnTo>
                  <a:pt x="1295001" y="32339"/>
                </a:lnTo>
                <a:lnTo>
                  <a:pt x="1295001" y="85262"/>
                </a:lnTo>
                <a:cubicBezTo>
                  <a:pt x="1295001" y="88794"/>
                  <a:pt x="1294246" y="91948"/>
                  <a:pt x="1292736" y="94723"/>
                </a:cubicBezTo>
                <a:cubicBezTo>
                  <a:pt x="1291729" y="96574"/>
                  <a:pt x="1290051" y="98487"/>
                  <a:pt x="1287702" y="100464"/>
                </a:cubicBezTo>
                <a:cubicBezTo>
                  <a:pt x="1285353" y="102441"/>
                  <a:pt x="1283214" y="103849"/>
                  <a:pt x="1281285" y="104689"/>
                </a:cubicBezTo>
                <a:cubicBezTo>
                  <a:pt x="1279355" y="105531"/>
                  <a:pt x="1276776" y="105952"/>
                  <a:pt x="1273546" y="105952"/>
                </a:cubicBezTo>
                <a:lnTo>
                  <a:pt x="1258572" y="105952"/>
                </a:lnTo>
                <a:cubicBezTo>
                  <a:pt x="1257314" y="105952"/>
                  <a:pt x="1256412" y="105713"/>
                  <a:pt x="1255866" y="105236"/>
                </a:cubicBezTo>
                <a:cubicBezTo>
                  <a:pt x="1255321" y="104760"/>
                  <a:pt x="1255049" y="104128"/>
                  <a:pt x="1255049" y="103341"/>
                </a:cubicBezTo>
                <a:cubicBezTo>
                  <a:pt x="1255049" y="102553"/>
                  <a:pt x="1255321" y="101910"/>
                  <a:pt x="1255866" y="101412"/>
                </a:cubicBezTo>
                <a:cubicBezTo>
                  <a:pt x="1256412" y="100915"/>
                  <a:pt x="1257314" y="100667"/>
                  <a:pt x="1258572" y="100667"/>
                </a:cubicBezTo>
                <a:lnTo>
                  <a:pt x="1273735" y="100667"/>
                </a:lnTo>
                <a:cubicBezTo>
                  <a:pt x="1276839" y="100667"/>
                  <a:pt x="1279638" y="99869"/>
                  <a:pt x="1282134" y="98274"/>
                </a:cubicBezTo>
                <a:cubicBezTo>
                  <a:pt x="1284630" y="96679"/>
                  <a:pt x="1286696" y="94349"/>
                  <a:pt x="1288331" y="91284"/>
                </a:cubicBezTo>
                <a:cubicBezTo>
                  <a:pt x="1289254" y="89521"/>
                  <a:pt x="1289716" y="87275"/>
                  <a:pt x="1289716" y="84546"/>
                </a:cubicBezTo>
                <a:lnTo>
                  <a:pt x="1289716" y="68677"/>
                </a:lnTo>
                <a:cubicBezTo>
                  <a:pt x="1284053" y="76414"/>
                  <a:pt x="1276755" y="80282"/>
                  <a:pt x="1267821" y="80282"/>
                </a:cubicBezTo>
                <a:cubicBezTo>
                  <a:pt x="1260564" y="80282"/>
                  <a:pt x="1254304" y="77584"/>
                  <a:pt x="1249040" y="72189"/>
                </a:cubicBezTo>
                <a:cubicBezTo>
                  <a:pt x="1243776" y="66793"/>
                  <a:pt x="1241144" y="60294"/>
                  <a:pt x="1241144" y="52693"/>
                </a:cubicBezTo>
                <a:cubicBezTo>
                  <a:pt x="1241144" y="45092"/>
                  <a:pt x="1243776" y="38604"/>
                  <a:pt x="1249040" y="33230"/>
                </a:cubicBezTo>
                <a:cubicBezTo>
                  <a:pt x="1254304" y="27854"/>
                  <a:pt x="1260564" y="25167"/>
                  <a:pt x="1267821" y="25167"/>
                </a:cubicBezTo>
                <a:cubicBezTo>
                  <a:pt x="1276755" y="25167"/>
                  <a:pt x="1284053" y="29013"/>
                  <a:pt x="1289716" y="36706"/>
                </a:cubicBezTo>
                <a:moveTo>
                  <a:pt x="1289716" y="52693"/>
                </a:moveTo>
                <a:cubicBezTo>
                  <a:pt x="1289716" y="46459"/>
                  <a:pt x="1287587" y="41193"/>
                  <a:pt x="1283330" y="36897"/>
                </a:cubicBezTo>
                <a:cubicBezTo>
                  <a:pt x="1279072" y="32600"/>
                  <a:pt x="1273986" y="30452"/>
                  <a:pt x="1268072" y="30452"/>
                </a:cubicBezTo>
                <a:cubicBezTo>
                  <a:pt x="1262158" y="30452"/>
                  <a:pt x="1257083" y="32610"/>
                  <a:pt x="1252846" y="36928"/>
                </a:cubicBezTo>
                <a:cubicBezTo>
                  <a:pt x="1248610" y="41246"/>
                  <a:pt x="1246492" y="46501"/>
                  <a:pt x="1246492" y="52693"/>
                </a:cubicBezTo>
                <a:cubicBezTo>
                  <a:pt x="1246492" y="58927"/>
                  <a:pt x="1248610" y="64202"/>
                  <a:pt x="1252846" y="68520"/>
                </a:cubicBezTo>
                <a:cubicBezTo>
                  <a:pt x="1257083" y="72838"/>
                  <a:pt x="1262158" y="74997"/>
                  <a:pt x="1268072" y="74997"/>
                </a:cubicBezTo>
                <a:cubicBezTo>
                  <a:pt x="1273986" y="74997"/>
                  <a:pt x="1279072" y="72838"/>
                  <a:pt x="1283330" y="68520"/>
                </a:cubicBezTo>
                <a:cubicBezTo>
                  <a:pt x="1287587" y="64202"/>
                  <a:pt x="1289716" y="58927"/>
                  <a:pt x="1289716" y="52693"/>
                </a:cubicBezTo>
                <a:close/>
                <a:moveTo>
                  <a:pt x="1348656" y="50302"/>
                </a:moveTo>
                <a:cubicBezTo>
                  <a:pt x="1348656" y="45476"/>
                  <a:pt x="1349285" y="40355"/>
                  <a:pt x="1350543" y="34940"/>
                </a:cubicBezTo>
                <a:cubicBezTo>
                  <a:pt x="1351802" y="29526"/>
                  <a:pt x="1354214" y="23272"/>
                  <a:pt x="1357779" y="16179"/>
                </a:cubicBezTo>
                <a:cubicBezTo>
                  <a:pt x="1361344" y="9086"/>
                  <a:pt x="1363945" y="4804"/>
                  <a:pt x="1365580" y="3335"/>
                </a:cubicBezTo>
                <a:cubicBezTo>
                  <a:pt x="1366084" y="2873"/>
                  <a:pt x="1366629" y="2642"/>
                  <a:pt x="1367216" y="2642"/>
                </a:cubicBezTo>
                <a:cubicBezTo>
                  <a:pt x="1367971" y="2642"/>
                  <a:pt x="1368611" y="2894"/>
                  <a:pt x="1369135" y="3397"/>
                </a:cubicBezTo>
                <a:cubicBezTo>
                  <a:pt x="1369660" y="3901"/>
                  <a:pt x="1369922" y="4510"/>
                  <a:pt x="1369922" y="5224"/>
                </a:cubicBezTo>
                <a:cubicBezTo>
                  <a:pt x="1369922" y="5643"/>
                  <a:pt x="1369775" y="6105"/>
                  <a:pt x="1369481" y="6608"/>
                </a:cubicBezTo>
                <a:cubicBezTo>
                  <a:pt x="1364867" y="15088"/>
                  <a:pt x="1361575" y="22769"/>
                  <a:pt x="1359603" y="29653"/>
                </a:cubicBezTo>
                <a:cubicBezTo>
                  <a:pt x="1357632" y="36536"/>
                  <a:pt x="1356646" y="43419"/>
                  <a:pt x="1356646" y="50302"/>
                </a:cubicBezTo>
                <a:cubicBezTo>
                  <a:pt x="1356646" y="57228"/>
                  <a:pt x="1357632" y="64132"/>
                  <a:pt x="1359603" y="71015"/>
                </a:cubicBezTo>
                <a:cubicBezTo>
                  <a:pt x="1361575" y="77898"/>
                  <a:pt x="1364867" y="85558"/>
                  <a:pt x="1369481" y="93995"/>
                </a:cubicBezTo>
                <a:cubicBezTo>
                  <a:pt x="1369775" y="94499"/>
                  <a:pt x="1369922" y="94960"/>
                  <a:pt x="1369922" y="95380"/>
                </a:cubicBezTo>
                <a:cubicBezTo>
                  <a:pt x="1369922" y="96094"/>
                  <a:pt x="1369660" y="96713"/>
                  <a:pt x="1369135" y="97238"/>
                </a:cubicBezTo>
                <a:cubicBezTo>
                  <a:pt x="1368611" y="97762"/>
                  <a:pt x="1367971" y="98024"/>
                  <a:pt x="1367216" y="98024"/>
                </a:cubicBezTo>
                <a:cubicBezTo>
                  <a:pt x="1366629" y="98024"/>
                  <a:pt x="1366084" y="97793"/>
                  <a:pt x="1365580" y="97332"/>
                </a:cubicBezTo>
                <a:cubicBezTo>
                  <a:pt x="1364029" y="95905"/>
                  <a:pt x="1361491" y="91728"/>
                  <a:pt x="1357968" y="84802"/>
                </a:cubicBezTo>
                <a:cubicBezTo>
                  <a:pt x="1354444" y="77877"/>
                  <a:pt x="1352011" y="71750"/>
                  <a:pt x="1350669" y="66420"/>
                </a:cubicBezTo>
                <a:cubicBezTo>
                  <a:pt x="1349327" y="61089"/>
                  <a:pt x="1348656" y="55717"/>
                  <a:pt x="1348656" y="50302"/>
                </a:cubicBezTo>
                <a:close/>
                <a:moveTo>
                  <a:pt x="1441760" y="81666"/>
                </a:moveTo>
                <a:lnTo>
                  <a:pt x="1441760" y="73990"/>
                </a:lnTo>
                <a:cubicBezTo>
                  <a:pt x="1434084" y="80449"/>
                  <a:pt x="1425884" y="83679"/>
                  <a:pt x="1417159" y="83679"/>
                </a:cubicBezTo>
                <a:cubicBezTo>
                  <a:pt x="1410826" y="83679"/>
                  <a:pt x="1405876" y="82075"/>
                  <a:pt x="1402311" y="78866"/>
                </a:cubicBezTo>
                <a:cubicBezTo>
                  <a:pt x="1398746" y="75657"/>
                  <a:pt x="1396963" y="71725"/>
                  <a:pt x="1396963" y="67069"/>
                </a:cubicBezTo>
                <a:cubicBezTo>
                  <a:pt x="1396963" y="61952"/>
                  <a:pt x="1399312" y="57485"/>
                  <a:pt x="1404010" y="53668"/>
                </a:cubicBezTo>
                <a:cubicBezTo>
                  <a:pt x="1408707" y="49851"/>
                  <a:pt x="1415565" y="47942"/>
                  <a:pt x="1424583" y="47942"/>
                </a:cubicBezTo>
                <a:cubicBezTo>
                  <a:pt x="1427016" y="47942"/>
                  <a:pt x="1429659" y="48100"/>
                  <a:pt x="1432511" y="48414"/>
                </a:cubicBezTo>
                <a:cubicBezTo>
                  <a:pt x="1435363" y="48729"/>
                  <a:pt x="1438446" y="49222"/>
                  <a:pt x="1441760" y="49893"/>
                </a:cubicBezTo>
                <a:lnTo>
                  <a:pt x="1441760" y="41281"/>
                </a:lnTo>
                <a:cubicBezTo>
                  <a:pt x="1441760" y="38367"/>
                  <a:pt x="1440417" y="35834"/>
                  <a:pt x="1437733" y="33682"/>
                </a:cubicBezTo>
                <a:cubicBezTo>
                  <a:pt x="1435049" y="31528"/>
                  <a:pt x="1431022" y="30452"/>
                  <a:pt x="1425653" y="30452"/>
                </a:cubicBezTo>
                <a:cubicBezTo>
                  <a:pt x="1421542" y="30452"/>
                  <a:pt x="1415775" y="31665"/>
                  <a:pt x="1408351" y="34091"/>
                </a:cubicBezTo>
                <a:cubicBezTo>
                  <a:pt x="1407009" y="34517"/>
                  <a:pt x="1406149" y="34730"/>
                  <a:pt x="1405771" y="34730"/>
                </a:cubicBezTo>
                <a:cubicBezTo>
                  <a:pt x="1405100" y="34730"/>
                  <a:pt x="1404523" y="34478"/>
                  <a:pt x="1404041" y="33975"/>
                </a:cubicBezTo>
                <a:cubicBezTo>
                  <a:pt x="1403559" y="33472"/>
                  <a:pt x="1403318" y="32842"/>
                  <a:pt x="1403318" y="32087"/>
                </a:cubicBezTo>
                <a:cubicBezTo>
                  <a:pt x="1403318" y="31374"/>
                  <a:pt x="1403527" y="30808"/>
                  <a:pt x="1403947" y="30389"/>
                </a:cubicBezTo>
                <a:cubicBezTo>
                  <a:pt x="1404534" y="29760"/>
                  <a:pt x="1406904" y="28900"/>
                  <a:pt x="1411056" y="27809"/>
                </a:cubicBezTo>
                <a:cubicBezTo>
                  <a:pt x="1417600" y="26047"/>
                  <a:pt x="1422549" y="25167"/>
                  <a:pt x="1425905" y="25167"/>
                </a:cubicBezTo>
                <a:cubicBezTo>
                  <a:pt x="1432574" y="25167"/>
                  <a:pt x="1437775" y="26817"/>
                  <a:pt x="1441508" y="30117"/>
                </a:cubicBezTo>
                <a:cubicBezTo>
                  <a:pt x="1445241" y="33418"/>
                  <a:pt x="1447108" y="37150"/>
                  <a:pt x="1447108" y="41313"/>
                </a:cubicBezTo>
                <a:lnTo>
                  <a:pt x="1447108" y="76381"/>
                </a:lnTo>
                <a:lnTo>
                  <a:pt x="1454154" y="76381"/>
                </a:lnTo>
                <a:cubicBezTo>
                  <a:pt x="1455454" y="76381"/>
                  <a:pt x="1456377" y="76622"/>
                  <a:pt x="1456923" y="77104"/>
                </a:cubicBezTo>
                <a:cubicBezTo>
                  <a:pt x="1457468" y="77587"/>
                  <a:pt x="1457740" y="78226"/>
                  <a:pt x="1457740" y="79023"/>
                </a:cubicBezTo>
                <a:cubicBezTo>
                  <a:pt x="1457740" y="79778"/>
                  <a:pt x="1457468" y="80407"/>
                  <a:pt x="1456923" y="80911"/>
                </a:cubicBezTo>
                <a:cubicBezTo>
                  <a:pt x="1456377" y="81414"/>
                  <a:pt x="1455454" y="81666"/>
                  <a:pt x="1454154" y="81666"/>
                </a:cubicBezTo>
                <a:lnTo>
                  <a:pt x="1441760" y="81666"/>
                </a:lnTo>
                <a:moveTo>
                  <a:pt x="1441760" y="55304"/>
                </a:moveTo>
                <a:cubicBezTo>
                  <a:pt x="1439285" y="54591"/>
                  <a:pt x="1436663" y="54066"/>
                  <a:pt x="1433895" y="53731"/>
                </a:cubicBezTo>
                <a:cubicBezTo>
                  <a:pt x="1431127" y="53395"/>
                  <a:pt x="1428212" y="53227"/>
                  <a:pt x="1425150" y="53227"/>
                </a:cubicBezTo>
                <a:cubicBezTo>
                  <a:pt x="1417474" y="53227"/>
                  <a:pt x="1411476" y="54884"/>
                  <a:pt x="1407155" y="58198"/>
                </a:cubicBezTo>
                <a:cubicBezTo>
                  <a:pt x="1403884" y="60673"/>
                  <a:pt x="1402248" y="63630"/>
                  <a:pt x="1402248" y="67069"/>
                </a:cubicBezTo>
                <a:cubicBezTo>
                  <a:pt x="1402248" y="70257"/>
                  <a:pt x="1403496" y="72941"/>
                  <a:pt x="1405992" y="75122"/>
                </a:cubicBezTo>
                <a:cubicBezTo>
                  <a:pt x="1408487" y="77304"/>
                  <a:pt x="1412126" y="78394"/>
                  <a:pt x="1416908" y="78394"/>
                </a:cubicBezTo>
                <a:cubicBezTo>
                  <a:pt x="1421479" y="78394"/>
                  <a:pt x="1425726" y="77482"/>
                  <a:pt x="1429648" y="75657"/>
                </a:cubicBezTo>
                <a:cubicBezTo>
                  <a:pt x="1433570" y="73833"/>
                  <a:pt x="1437607" y="70928"/>
                  <a:pt x="1441760" y="66943"/>
                </a:cubicBezTo>
                <a:lnTo>
                  <a:pt x="1441760" y="55304"/>
                </a:lnTo>
                <a:close/>
                <a:moveTo>
                  <a:pt x="1497554" y="27054"/>
                </a:moveTo>
                <a:lnTo>
                  <a:pt x="1497554" y="40426"/>
                </a:lnTo>
                <a:cubicBezTo>
                  <a:pt x="1504433" y="34231"/>
                  <a:pt x="1509582" y="30245"/>
                  <a:pt x="1513000" y="28466"/>
                </a:cubicBezTo>
                <a:cubicBezTo>
                  <a:pt x="1516419" y="26686"/>
                  <a:pt x="1519575" y="25796"/>
                  <a:pt x="1522469" y="25796"/>
                </a:cubicBezTo>
                <a:cubicBezTo>
                  <a:pt x="1525615" y="25796"/>
                  <a:pt x="1528541" y="26862"/>
                  <a:pt x="1531246" y="28995"/>
                </a:cubicBezTo>
                <a:cubicBezTo>
                  <a:pt x="1533952" y="31127"/>
                  <a:pt x="1535304" y="32743"/>
                  <a:pt x="1535304" y="33841"/>
                </a:cubicBezTo>
                <a:cubicBezTo>
                  <a:pt x="1535304" y="34643"/>
                  <a:pt x="1535042" y="35307"/>
                  <a:pt x="1534518" y="35831"/>
                </a:cubicBezTo>
                <a:cubicBezTo>
                  <a:pt x="1533994" y="36355"/>
                  <a:pt x="1533333" y="36617"/>
                  <a:pt x="1532536" y="36617"/>
                </a:cubicBezTo>
                <a:cubicBezTo>
                  <a:pt x="1532117" y="36617"/>
                  <a:pt x="1531760" y="36544"/>
                  <a:pt x="1531466" y="36397"/>
                </a:cubicBezTo>
                <a:cubicBezTo>
                  <a:pt x="1531173" y="36250"/>
                  <a:pt x="1530628" y="35773"/>
                  <a:pt x="1529831" y="34966"/>
                </a:cubicBezTo>
                <a:cubicBezTo>
                  <a:pt x="1528363" y="33480"/>
                  <a:pt x="1527083" y="32460"/>
                  <a:pt x="1525993" y="31909"/>
                </a:cubicBezTo>
                <a:cubicBezTo>
                  <a:pt x="1524902" y="31357"/>
                  <a:pt x="1523833" y="31081"/>
                  <a:pt x="1522784" y="31081"/>
                </a:cubicBezTo>
                <a:cubicBezTo>
                  <a:pt x="1520477" y="31081"/>
                  <a:pt x="1517698" y="32003"/>
                  <a:pt x="1514447" y="33847"/>
                </a:cubicBezTo>
                <a:cubicBezTo>
                  <a:pt x="1511197" y="35691"/>
                  <a:pt x="1505566" y="40197"/>
                  <a:pt x="1497554" y="47364"/>
                </a:cubicBezTo>
                <a:lnTo>
                  <a:pt x="1497554" y="76381"/>
                </a:lnTo>
                <a:lnTo>
                  <a:pt x="1520959" y="76381"/>
                </a:lnTo>
                <a:cubicBezTo>
                  <a:pt x="1522260" y="76381"/>
                  <a:pt x="1523182" y="76622"/>
                  <a:pt x="1523728" y="77104"/>
                </a:cubicBezTo>
                <a:cubicBezTo>
                  <a:pt x="1524273" y="77587"/>
                  <a:pt x="1524546" y="78226"/>
                  <a:pt x="1524546" y="79023"/>
                </a:cubicBezTo>
                <a:cubicBezTo>
                  <a:pt x="1524546" y="79778"/>
                  <a:pt x="1524273" y="80407"/>
                  <a:pt x="1523728" y="80911"/>
                </a:cubicBezTo>
                <a:cubicBezTo>
                  <a:pt x="1523182" y="81414"/>
                  <a:pt x="1522260" y="81666"/>
                  <a:pt x="1520959" y="81666"/>
                </a:cubicBezTo>
                <a:lnTo>
                  <a:pt x="1479497" y="81666"/>
                </a:lnTo>
                <a:cubicBezTo>
                  <a:pt x="1478239" y="81666"/>
                  <a:pt x="1477337" y="81419"/>
                  <a:pt x="1476792" y="80925"/>
                </a:cubicBezTo>
                <a:cubicBezTo>
                  <a:pt x="1476247" y="80430"/>
                  <a:pt x="1475974" y="79797"/>
                  <a:pt x="1475974" y="79023"/>
                </a:cubicBezTo>
                <a:cubicBezTo>
                  <a:pt x="1475974" y="78310"/>
                  <a:pt x="1476236" y="77713"/>
                  <a:pt x="1476760" y="77230"/>
                </a:cubicBezTo>
                <a:cubicBezTo>
                  <a:pt x="1477285" y="76748"/>
                  <a:pt x="1478197" y="76507"/>
                  <a:pt x="1479497" y="76507"/>
                </a:cubicBezTo>
                <a:lnTo>
                  <a:pt x="1492269" y="76507"/>
                </a:lnTo>
                <a:lnTo>
                  <a:pt x="1492269" y="32339"/>
                </a:lnTo>
                <a:lnTo>
                  <a:pt x="1482517" y="32339"/>
                </a:lnTo>
                <a:cubicBezTo>
                  <a:pt x="1481259" y="32339"/>
                  <a:pt x="1480357" y="32087"/>
                  <a:pt x="1479812" y="31584"/>
                </a:cubicBezTo>
                <a:cubicBezTo>
                  <a:pt x="1479267" y="31081"/>
                  <a:pt x="1478994" y="30431"/>
                  <a:pt x="1478994" y="29634"/>
                </a:cubicBezTo>
                <a:cubicBezTo>
                  <a:pt x="1478994" y="28897"/>
                  <a:pt x="1479256" y="28283"/>
                  <a:pt x="1479780" y="27791"/>
                </a:cubicBezTo>
                <a:cubicBezTo>
                  <a:pt x="1480305" y="27300"/>
                  <a:pt x="1481217" y="27054"/>
                  <a:pt x="1482517" y="27054"/>
                </a:cubicBezTo>
                <a:lnTo>
                  <a:pt x="1497554" y="27054"/>
                </a:lnTo>
                <a:close/>
                <a:moveTo>
                  <a:pt x="1598963" y="36706"/>
                </a:moveTo>
                <a:lnTo>
                  <a:pt x="1598963" y="27054"/>
                </a:lnTo>
                <a:lnTo>
                  <a:pt x="1611358" y="27054"/>
                </a:lnTo>
                <a:cubicBezTo>
                  <a:pt x="1612616" y="27054"/>
                  <a:pt x="1613518" y="27300"/>
                  <a:pt x="1614063" y="27791"/>
                </a:cubicBezTo>
                <a:cubicBezTo>
                  <a:pt x="1614608" y="28283"/>
                  <a:pt x="1614881" y="28918"/>
                  <a:pt x="1614881" y="29697"/>
                </a:cubicBezTo>
                <a:cubicBezTo>
                  <a:pt x="1614881" y="30452"/>
                  <a:pt x="1614608" y="31081"/>
                  <a:pt x="1614063" y="31584"/>
                </a:cubicBezTo>
                <a:cubicBezTo>
                  <a:pt x="1613518" y="32087"/>
                  <a:pt x="1612616" y="32339"/>
                  <a:pt x="1611358" y="32339"/>
                </a:cubicBezTo>
                <a:lnTo>
                  <a:pt x="1604248" y="32339"/>
                </a:lnTo>
                <a:lnTo>
                  <a:pt x="1604248" y="85262"/>
                </a:lnTo>
                <a:cubicBezTo>
                  <a:pt x="1604248" y="88794"/>
                  <a:pt x="1603493" y="91948"/>
                  <a:pt x="1601983" y="94723"/>
                </a:cubicBezTo>
                <a:cubicBezTo>
                  <a:pt x="1600976" y="96574"/>
                  <a:pt x="1599299" y="98487"/>
                  <a:pt x="1596950" y="100464"/>
                </a:cubicBezTo>
                <a:cubicBezTo>
                  <a:pt x="1594601" y="102441"/>
                  <a:pt x="1592462" y="103849"/>
                  <a:pt x="1590532" y="104689"/>
                </a:cubicBezTo>
                <a:cubicBezTo>
                  <a:pt x="1588603" y="105531"/>
                  <a:pt x="1586023" y="105952"/>
                  <a:pt x="1582794" y="105952"/>
                </a:cubicBezTo>
                <a:lnTo>
                  <a:pt x="1567819" y="105952"/>
                </a:lnTo>
                <a:cubicBezTo>
                  <a:pt x="1566561" y="105952"/>
                  <a:pt x="1565659" y="105713"/>
                  <a:pt x="1565114" y="105236"/>
                </a:cubicBezTo>
                <a:cubicBezTo>
                  <a:pt x="1564569" y="104760"/>
                  <a:pt x="1564296" y="104128"/>
                  <a:pt x="1564296" y="103341"/>
                </a:cubicBezTo>
                <a:cubicBezTo>
                  <a:pt x="1564296" y="102553"/>
                  <a:pt x="1564569" y="101910"/>
                  <a:pt x="1565114" y="101412"/>
                </a:cubicBezTo>
                <a:cubicBezTo>
                  <a:pt x="1565659" y="100915"/>
                  <a:pt x="1566561" y="100667"/>
                  <a:pt x="1567819" y="100667"/>
                </a:cubicBezTo>
                <a:lnTo>
                  <a:pt x="1582982" y="100667"/>
                </a:lnTo>
                <a:cubicBezTo>
                  <a:pt x="1586086" y="100667"/>
                  <a:pt x="1588886" y="99869"/>
                  <a:pt x="1591382" y="98274"/>
                </a:cubicBezTo>
                <a:cubicBezTo>
                  <a:pt x="1593877" y="96679"/>
                  <a:pt x="1595943" y="94349"/>
                  <a:pt x="1597579" y="91284"/>
                </a:cubicBezTo>
                <a:cubicBezTo>
                  <a:pt x="1598502" y="89521"/>
                  <a:pt x="1598963" y="87275"/>
                  <a:pt x="1598963" y="84546"/>
                </a:cubicBezTo>
                <a:lnTo>
                  <a:pt x="1598963" y="68677"/>
                </a:lnTo>
                <a:cubicBezTo>
                  <a:pt x="1593301" y="76414"/>
                  <a:pt x="1586002" y="80282"/>
                  <a:pt x="1577068" y="80282"/>
                </a:cubicBezTo>
                <a:cubicBezTo>
                  <a:pt x="1569812" y="80282"/>
                  <a:pt x="1563552" y="77584"/>
                  <a:pt x="1558288" y="72189"/>
                </a:cubicBezTo>
                <a:cubicBezTo>
                  <a:pt x="1553023" y="66793"/>
                  <a:pt x="1550391" y="60294"/>
                  <a:pt x="1550391" y="52693"/>
                </a:cubicBezTo>
                <a:cubicBezTo>
                  <a:pt x="1550391" y="45092"/>
                  <a:pt x="1553023" y="38604"/>
                  <a:pt x="1558288" y="33230"/>
                </a:cubicBezTo>
                <a:cubicBezTo>
                  <a:pt x="1563552" y="27854"/>
                  <a:pt x="1569812" y="25167"/>
                  <a:pt x="1577068" y="25167"/>
                </a:cubicBezTo>
                <a:cubicBezTo>
                  <a:pt x="1586002" y="25167"/>
                  <a:pt x="1593301" y="29013"/>
                  <a:pt x="1598963" y="36706"/>
                </a:cubicBezTo>
                <a:moveTo>
                  <a:pt x="1598963" y="52693"/>
                </a:moveTo>
                <a:cubicBezTo>
                  <a:pt x="1598963" y="46459"/>
                  <a:pt x="1596834" y="41193"/>
                  <a:pt x="1592577" y="36897"/>
                </a:cubicBezTo>
                <a:cubicBezTo>
                  <a:pt x="1588320" y="32600"/>
                  <a:pt x="1583234" y="30452"/>
                  <a:pt x="1577320" y="30452"/>
                </a:cubicBezTo>
                <a:cubicBezTo>
                  <a:pt x="1571406" y="30452"/>
                  <a:pt x="1566330" y="32610"/>
                  <a:pt x="1562094" y="36928"/>
                </a:cubicBezTo>
                <a:cubicBezTo>
                  <a:pt x="1557858" y="41246"/>
                  <a:pt x="1555739" y="46501"/>
                  <a:pt x="1555739" y="52693"/>
                </a:cubicBezTo>
                <a:cubicBezTo>
                  <a:pt x="1555739" y="58927"/>
                  <a:pt x="1557858" y="64202"/>
                  <a:pt x="1562094" y="68520"/>
                </a:cubicBezTo>
                <a:cubicBezTo>
                  <a:pt x="1566330" y="72838"/>
                  <a:pt x="1571406" y="74997"/>
                  <a:pt x="1577320" y="74997"/>
                </a:cubicBezTo>
                <a:cubicBezTo>
                  <a:pt x="1583234" y="74997"/>
                  <a:pt x="1588320" y="72838"/>
                  <a:pt x="1592577" y="68520"/>
                </a:cubicBezTo>
                <a:cubicBezTo>
                  <a:pt x="1596834" y="64202"/>
                  <a:pt x="1598963" y="58927"/>
                  <a:pt x="1598963" y="52693"/>
                </a:cubicBezTo>
                <a:close/>
                <a:moveTo>
                  <a:pt x="1635757" y="76381"/>
                </a:moveTo>
                <a:lnTo>
                  <a:pt x="1676338" y="76381"/>
                </a:lnTo>
                <a:lnTo>
                  <a:pt x="1676338" y="74242"/>
                </a:lnTo>
                <a:cubicBezTo>
                  <a:pt x="1676338" y="72983"/>
                  <a:pt x="1676590" y="72081"/>
                  <a:pt x="1677093" y="71536"/>
                </a:cubicBezTo>
                <a:cubicBezTo>
                  <a:pt x="1677596" y="70991"/>
                  <a:pt x="1678246" y="70718"/>
                  <a:pt x="1679043" y="70718"/>
                </a:cubicBezTo>
                <a:cubicBezTo>
                  <a:pt x="1679798" y="70718"/>
                  <a:pt x="1680428" y="70991"/>
                  <a:pt x="1680931" y="71536"/>
                </a:cubicBezTo>
                <a:cubicBezTo>
                  <a:pt x="1681434" y="72081"/>
                  <a:pt x="1681686" y="72983"/>
                  <a:pt x="1681686" y="74242"/>
                </a:cubicBezTo>
                <a:lnTo>
                  <a:pt x="1681686" y="81666"/>
                </a:lnTo>
                <a:lnTo>
                  <a:pt x="1630598" y="81666"/>
                </a:lnTo>
                <a:lnTo>
                  <a:pt x="1630598" y="73738"/>
                </a:lnTo>
                <a:cubicBezTo>
                  <a:pt x="1641335" y="64091"/>
                  <a:pt x="1651780" y="54276"/>
                  <a:pt x="1661930" y="44293"/>
                </a:cubicBezTo>
                <a:cubicBezTo>
                  <a:pt x="1666670" y="39637"/>
                  <a:pt x="1669920" y="36219"/>
                  <a:pt x="1671682" y="34038"/>
                </a:cubicBezTo>
                <a:cubicBezTo>
                  <a:pt x="1673444" y="31857"/>
                  <a:pt x="1674650" y="29938"/>
                  <a:pt x="1675300" y="28281"/>
                </a:cubicBezTo>
                <a:cubicBezTo>
                  <a:pt x="1675950" y="26624"/>
                  <a:pt x="1676275" y="24957"/>
                  <a:pt x="1676275" y="23279"/>
                </a:cubicBezTo>
                <a:cubicBezTo>
                  <a:pt x="1676275" y="18749"/>
                  <a:pt x="1674450" y="14743"/>
                  <a:pt x="1670801" y="11262"/>
                </a:cubicBezTo>
                <a:cubicBezTo>
                  <a:pt x="1667152" y="7781"/>
                  <a:pt x="1662748" y="6040"/>
                  <a:pt x="1657589" y="6040"/>
                </a:cubicBezTo>
                <a:cubicBezTo>
                  <a:pt x="1652975" y="6040"/>
                  <a:pt x="1648885" y="7372"/>
                  <a:pt x="1645320" y="10035"/>
                </a:cubicBezTo>
                <a:cubicBezTo>
                  <a:pt x="1641755" y="12697"/>
                  <a:pt x="1639448" y="15994"/>
                  <a:pt x="1638399" y="19925"/>
                </a:cubicBezTo>
                <a:cubicBezTo>
                  <a:pt x="1638148" y="20939"/>
                  <a:pt x="1637833" y="21595"/>
                  <a:pt x="1637455" y="21891"/>
                </a:cubicBezTo>
                <a:cubicBezTo>
                  <a:pt x="1636952" y="22313"/>
                  <a:pt x="1636365" y="22524"/>
                  <a:pt x="1635694" y="22524"/>
                </a:cubicBezTo>
                <a:cubicBezTo>
                  <a:pt x="1634981" y="22524"/>
                  <a:pt x="1634383" y="22282"/>
                  <a:pt x="1633901" y="21799"/>
                </a:cubicBezTo>
                <a:cubicBezTo>
                  <a:pt x="1633418" y="21315"/>
                  <a:pt x="1633177" y="20736"/>
                  <a:pt x="1633177" y="20063"/>
                </a:cubicBezTo>
                <a:cubicBezTo>
                  <a:pt x="1633177" y="18044"/>
                  <a:pt x="1634278" y="15310"/>
                  <a:pt x="1636480" y="11862"/>
                </a:cubicBezTo>
                <a:cubicBezTo>
                  <a:pt x="1638682" y="8412"/>
                  <a:pt x="1641723" y="5699"/>
                  <a:pt x="1645603" y="3722"/>
                </a:cubicBezTo>
                <a:cubicBezTo>
                  <a:pt x="1649483" y="1744"/>
                  <a:pt x="1653457" y="755"/>
                  <a:pt x="1657526" y="755"/>
                </a:cubicBezTo>
                <a:cubicBezTo>
                  <a:pt x="1664111" y="755"/>
                  <a:pt x="1669774" y="3043"/>
                  <a:pt x="1674513" y="7619"/>
                </a:cubicBezTo>
                <a:cubicBezTo>
                  <a:pt x="1679253" y="12195"/>
                  <a:pt x="1681623" y="17379"/>
                  <a:pt x="1681623" y="23171"/>
                </a:cubicBezTo>
                <a:cubicBezTo>
                  <a:pt x="1681623" y="25606"/>
                  <a:pt x="1681224" y="27843"/>
                  <a:pt x="1680428" y="29879"/>
                </a:cubicBezTo>
                <a:cubicBezTo>
                  <a:pt x="1679631" y="31915"/>
                  <a:pt x="1678278" y="34140"/>
                  <a:pt x="1676369" y="36555"/>
                </a:cubicBezTo>
                <a:cubicBezTo>
                  <a:pt x="1674461" y="38968"/>
                  <a:pt x="1671032" y="42609"/>
                  <a:pt x="1666083" y="47478"/>
                </a:cubicBezTo>
                <a:cubicBezTo>
                  <a:pt x="1653667" y="59737"/>
                  <a:pt x="1643558" y="69245"/>
                  <a:pt x="1635757" y="76003"/>
                </a:cubicBezTo>
                <a:lnTo>
                  <a:pt x="1635757" y="76381"/>
                </a:lnTo>
                <a:close/>
                <a:moveTo>
                  <a:pt x="1737355" y="50365"/>
                </a:moveTo>
                <a:cubicBezTo>
                  <a:pt x="1737355" y="55191"/>
                  <a:pt x="1736725" y="60301"/>
                  <a:pt x="1735467" y="65695"/>
                </a:cubicBezTo>
                <a:cubicBezTo>
                  <a:pt x="1734209" y="71089"/>
                  <a:pt x="1731797" y="77342"/>
                  <a:pt x="1728232" y="84456"/>
                </a:cubicBezTo>
                <a:cubicBezTo>
                  <a:pt x="1724666" y="91571"/>
                  <a:pt x="1722066" y="95842"/>
                  <a:pt x="1720430" y="97269"/>
                </a:cubicBezTo>
                <a:cubicBezTo>
                  <a:pt x="1719927" y="97772"/>
                  <a:pt x="1719381" y="98024"/>
                  <a:pt x="1718794" y="98024"/>
                </a:cubicBezTo>
                <a:cubicBezTo>
                  <a:pt x="1718039" y="98024"/>
                  <a:pt x="1717399" y="97761"/>
                  <a:pt x="1716875" y="97236"/>
                </a:cubicBezTo>
                <a:cubicBezTo>
                  <a:pt x="1716351" y="96711"/>
                  <a:pt x="1716089" y="96093"/>
                  <a:pt x="1716089" y="95380"/>
                </a:cubicBezTo>
                <a:cubicBezTo>
                  <a:pt x="1716089" y="94960"/>
                  <a:pt x="1716235" y="94499"/>
                  <a:pt x="1716529" y="93995"/>
                </a:cubicBezTo>
                <a:cubicBezTo>
                  <a:pt x="1721143" y="85558"/>
                  <a:pt x="1724436" y="77898"/>
                  <a:pt x="1726407" y="71015"/>
                </a:cubicBezTo>
                <a:cubicBezTo>
                  <a:pt x="1728378" y="64131"/>
                  <a:pt x="1729364" y="57248"/>
                  <a:pt x="1729364" y="50365"/>
                </a:cubicBezTo>
                <a:cubicBezTo>
                  <a:pt x="1729364" y="43439"/>
                  <a:pt x="1728378" y="36534"/>
                  <a:pt x="1726407" y="29651"/>
                </a:cubicBezTo>
                <a:cubicBezTo>
                  <a:pt x="1724436" y="22769"/>
                  <a:pt x="1721143" y="15088"/>
                  <a:pt x="1716529" y="6608"/>
                </a:cubicBezTo>
                <a:cubicBezTo>
                  <a:pt x="1716235" y="6105"/>
                  <a:pt x="1716089" y="5643"/>
                  <a:pt x="1716089" y="5224"/>
                </a:cubicBezTo>
                <a:cubicBezTo>
                  <a:pt x="1716089" y="4510"/>
                  <a:pt x="1716351" y="3901"/>
                  <a:pt x="1716875" y="3397"/>
                </a:cubicBezTo>
                <a:cubicBezTo>
                  <a:pt x="1717399" y="2894"/>
                  <a:pt x="1718039" y="2642"/>
                  <a:pt x="1718794" y="2642"/>
                </a:cubicBezTo>
                <a:cubicBezTo>
                  <a:pt x="1719381" y="2642"/>
                  <a:pt x="1719927" y="2873"/>
                  <a:pt x="1720430" y="3335"/>
                </a:cubicBezTo>
                <a:cubicBezTo>
                  <a:pt x="1721982" y="4762"/>
                  <a:pt x="1724520" y="8939"/>
                  <a:pt x="1728043" y="15865"/>
                </a:cubicBezTo>
                <a:cubicBezTo>
                  <a:pt x="1731566" y="22790"/>
                  <a:pt x="1733999" y="28917"/>
                  <a:pt x="1735341" y="34248"/>
                </a:cubicBezTo>
                <a:cubicBezTo>
                  <a:pt x="1736683" y="39578"/>
                  <a:pt x="1737355" y="44950"/>
                  <a:pt x="1737355" y="503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returnv1">
            <a:extLst xmlns:a="http://schemas.openxmlformats.org/drawingml/2006/main">
              <a:ext uri="{FF2B5EF4-FFF2-40B4-BE49-F238E27FC236}">
                <a16:creationId xmlns:a16="http://schemas.microsoft.com/office/drawing/2014/main" id="{20145B99-80E6-426F-B7F0-48B9C948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511" y="4302646"/>
            <a:ext cx="670654" cy="82043"/>
          </a:xfrm>
          <a:custGeom xmlns:a="http://schemas.openxmlformats.org/drawingml/2006/main">
            <a:pathLst>
              <a:path w="670654" h="82043">
                <a:moveTo>
                  <a:pt x="21580" y="25418"/>
                </a:moveTo>
                <a:lnTo>
                  <a:pt x="21580" y="38790"/>
                </a:lnTo>
                <a:cubicBezTo>
                  <a:pt x="28459" y="32595"/>
                  <a:pt x="33608" y="28609"/>
                  <a:pt x="37026" y="26830"/>
                </a:cubicBezTo>
                <a:cubicBezTo>
                  <a:pt x="40445" y="25050"/>
                  <a:pt x="43601" y="24160"/>
                  <a:pt x="46495" y="24160"/>
                </a:cubicBezTo>
                <a:cubicBezTo>
                  <a:pt x="49641" y="24160"/>
                  <a:pt x="52567" y="25226"/>
                  <a:pt x="55272" y="27359"/>
                </a:cubicBezTo>
                <a:cubicBezTo>
                  <a:pt x="57978" y="29492"/>
                  <a:pt x="59330" y="31107"/>
                  <a:pt x="59330" y="32205"/>
                </a:cubicBezTo>
                <a:cubicBezTo>
                  <a:pt x="59330" y="33008"/>
                  <a:pt x="59068" y="33671"/>
                  <a:pt x="58544" y="34195"/>
                </a:cubicBezTo>
                <a:cubicBezTo>
                  <a:pt x="58020" y="34719"/>
                  <a:pt x="57359" y="34982"/>
                  <a:pt x="56562" y="34982"/>
                </a:cubicBezTo>
                <a:cubicBezTo>
                  <a:pt x="56143" y="34982"/>
                  <a:pt x="55786" y="34908"/>
                  <a:pt x="55492" y="34761"/>
                </a:cubicBezTo>
                <a:cubicBezTo>
                  <a:pt x="55199" y="34615"/>
                  <a:pt x="54654" y="34138"/>
                  <a:pt x="53857" y="33330"/>
                </a:cubicBezTo>
                <a:cubicBezTo>
                  <a:pt x="52389" y="31844"/>
                  <a:pt x="51109" y="30825"/>
                  <a:pt x="50019" y="30273"/>
                </a:cubicBezTo>
                <a:cubicBezTo>
                  <a:pt x="48928" y="29721"/>
                  <a:pt x="47859" y="29445"/>
                  <a:pt x="46810" y="29445"/>
                </a:cubicBezTo>
                <a:cubicBezTo>
                  <a:pt x="44503" y="29445"/>
                  <a:pt x="41724" y="30367"/>
                  <a:pt x="38474" y="32211"/>
                </a:cubicBezTo>
                <a:cubicBezTo>
                  <a:pt x="35223" y="34056"/>
                  <a:pt x="29592" y="38561"/>
                  <a:pt x="21580" y="45729"/>
                </a:cubicBezTo>
                <a:lnTo>
                  <a:pt x="21580" y="74745"/>
                </a:lnTo>
                <a:lnTo>
                  <a:pt x="44985" y="74745"/>
                </a:lnTo>
                <a:cubicBezTo>
                  <a:pt x="46286" y="74745"/>
                  <a:pt x="47208" y="74986"/>
                  <a:pt x="47754" y="75468"/>
                </a:cubicBezTo>
                <a:cubicBezTo>
                  <a:pt x="48299" y="75951"/>
                  <a:pt x="48572" y="76591"/>
                  <a:pt x="48572" y="77387"/>
                </a:cubicBezTo>
                <a:cubicBezTo>
                  <a:pt x="48572" y="78142"/>
                  <a:pt x="48299" y="78772"/>
                  <a:pt x="47754" y="79275"/>
                </a:cubicBezTo>
                <a:cubicBezTo>
                  <a:pt x="47208" y="79778"/>
                  <a:pt x="46286" y="80030"/>
                  <a:pt x="44985" y="80030"/>
                </a:cubicBezTo>
                <a:lnTo>
                  <a:pt x="3523" y="80030"/>
                </a:lnTo>
                <a:cubicBezTo>
                  <a:pt x="2265" y="80030"/>
                  <a:pt x="1363" y="79783"/>
                  <a:pt x="818" y="79289"/>
                </a:cubicBezTo>
                <a:cubicBezTo>
                  <a:pt x="273" y="78795"/>
                  <a:pt x="0" y="78161"/>
                  <a:pt x="0" y="77387"/>
                </a:cubicBezTo>
                <a:cubicBezTo>
                  <a:pt x="0" y="76674"/>
                  <a:pt x="262" y="76077"/>
                  <a:pt x="786" y="75594"/>
                </a:cubicBezTo>
                <a:cubicBezTo>
                  <a:pt x="1311" y="75112"/>
                  <a:pt x="2223" y="74871"/>
                  <a:pt x="3523" y="74871"/>
                </a:cubicBezTo>
                <a:lnTo>
                  <a:pt x="16295" y="74871"/>
                </a:lnTo>
                <a:lnTo>
                  <a:pt x="16295" y="30703"/>
                </a:lnTo>
                <a:lnTo>
                  <a:pt x="6543" y="30703"/>
                </a:lnTo>
                <a:cubicBezTo>
                  <a:pt x="5285" y="30703"/>
                  <a:pt x="4383" y="30452"/>
                  <a:pt x="3838" y="29948"/>
                </a:cubicBezTo>
                <a:cubicBezTo>
                  <a:pt x="3293" y="29445"/>
                  <a:pt x="3020" y="28795"/>
                  <a:pt x="3020" y="27998"/>
                </a:cubicBezTo>
                <a:cubicBezTo>
                  <a:pt x="3020" y="27261"/>
                  <a:pt x="3282" y="26647"/>
                  <a:pt x="3806" y="26156"/>
                </a:cubicBezTo>
                <a:cubicBezTo>
                  <a:pt x="4331" y="25664"/>
                  <a:pt x="5243" y="25418"/>
                  <a:pt x="6543" y="25418"/>
                </a:cubicBezTo>
                <a:lnTo>
                  <a:pt x="21580" y="25418"/>
                </a:lnTo>
                <a:close/>
                <a:moveTo>
                  <a:pt x="133811" y="53982"/>
                </a:moveTo>
                <a:lnTo>
                  <a:pt x="79954" y="53982"/>
                </a:lnTo>
                <a:cubicBezTo>
                  <a:pt x="80877" y="60819"/>
                  <a:pt x="83740" y="66325"/>
                  <a:pt x="88542" y="70498"/>
                </a:cubicBezTo>
                <a:cubicBezTo>
                  <a:pt x="93345" y="74672"/>
                  <a:pt x="99291" y="76758"/>
                  <a:pt x="106379" y="76758"/>
                </a:cubicBezTo>
                <a:cubicBezTo>
                  <a:pt x="110322" y="76758"/>
                  <a:pt x="114453" y="76108"/>
                  <a:pt x="118774" y="74808"/>
                </a:cubicBezTo>
                <a:cubicBezTo>
                  <a:pt x="123094" y="73508"/>
                  <a:pt x="126617" y="71788"/>
                  <a:pt x="129344" y="69649"/>
                </a:cubicBezTo>
                <a:cubicBezTo>
                  <a:pt x="130141" y="69020"/>
                  <a:pt x="130833" y="68705"/>
                  <a:pt x="131420" y="68705"/>
                </a:cubicBezTo>
                <a:cubicBezTo>
                  <a:pt x="132091" y="68705"/>
                  <a:pt x="132678" y="68967"/>
                  <a:pt x="133182" y="69491"/>
                </a:cubicBezTo>
                <a:cubicBezTo>
                  <a:pt x="133685" y="70016"/>
                  <a:pt x="133937" y="70634"/>
                  <a:pt x="133937" y="71347"/>
                </a:cubicBezTo>
                <a:cubicBezTo>
                  <a:pt x="133937" y="72061"/>
                  <a:pt x="133601" y="72753"/>
                  <a:pt x="132930" y="73424"/>
                </a:cubicBezTo>
                <a:cubicBezTo>
                  <a:pt x="130917" y="75521"/>
                  <a:pt x="127341" y="77482"/>
                  <a:pt x="122203" y="79306"/>
                </a:cubicBezTo>
                <a:cubicBezTo>
                  <a:pt x="117064" y="81131"/>
                  <a:pt x="111790" y="82043"/>
                  <a:pt x="106379" y="82043"/>
                </a:cubicBezTo>
                <a:cubicBezTo>
                  <a:pt x="97319" y="82043"/>
                  <a:pt x="89759" y="79072"/>
                  <a:pt x="83698" y="73131"/>
                </a:cubicBezTo>
                <a:cubicBezTo>
                  <a:pt x="77637" y="67189"/>
                  <a:pt x="74606" y="59998"/>
                  <a:pt x="74606" y="51558"/>
                </a:cubicBezTo>
                <a:cubicBezTo>
                  <a:pt x="74606" y="43875"/>
                  <a:pt x="77448" y="37283"/>
                  <a:pt x="83131" y="31783"/>
                </a:cubicBezTo>
                <a:cubicBezTo>
                  <a:pt x="88815" y="26281"/>
                  <a:pt x="95851" y="23531"/>
                  <a:pt x="104240" y="23531"/>
                </a:cubicBezTo>
                <a:cubicBezTo>
                  <a:pt x="112881" y="23531"/>
                  <a:pt x="119990" y="26357"/>
                  <a:pt x="125569" y="32011"/>
                </a:cubicBezTo>
                <a:cubicBezTo>
                  <a:pt x="131147" y="37664"/>
                  <a:pt x="133895" y="44988"/>
                  <a:pt x="133811" y="53982"/>
                </a:cubicBezTo>
                <a:moveTo>
                  <a:pt x="128463" y="48697"/>
                </a:moveTo>
                <a:cubicBezTo>
                  <a:pt x="127414" y="42811"/>
                  <a:pt x="124656" y="38026"/>
                  <a:pt x="120189" y="34343"/>
                </a:cubicBezTo>
                <a:cubicBezTo>
                  <a:pt x="115722" y="30658"/>
                  <a:pt x="110406" y="28816"/>
                  <a:pt x="104240" y="28816"/>
                </a:cubicBezTo>
                <a:cubicBezTo>
                  <a:pt x="98074" y="28816"/>
                  <a:pt x="92768" y="30637"/>
                  <a:pt x="88322" y="34280"/>
                </a:cubicBezTo>
                <a:cubicBezTo>
                  <a:pt x="83876" y="37921"/>
                  <a:pt x="81108" y="42727"/>
                  <a:pt x="80017" y="48697"/>
                </a:cubicBezTo>
                <a:lnTo>
                  <a:pt x="128463" y="48697"/>
                </a:lnTo>
                <a:close/>
                <a:moveTo>
                  <a:pt x="171674" y="25418"/>
                </a:moveTo>
                <a:lnTo>
                  <a:pt x="200364" y="25418"/>
                </a:lnTo>
                <a:cubicBezTo>
                  <a:pt x="201623" y="25418"/>
                  <a:pt x="202524" y="25664"/>
                  <a:pt x="203070" y="26156"/>
                </a:cubicBezTo>
                <a:cubicBezTo>
                  <a:pt x="203615" y="26647"/>
                  <a:pt x="203888" y="27282"/>
                  <a:pt x="203888" y="28061"/>
                </a:cubicBezTo>
                <a:cubicBezTo>
                  <a:pt x="203888" y="28816"/>
                  <a:pt x="203615" y="29445"/>
                  <a:pt x="203070" y="29948"/>
                </a:cubicBezTo>
                <a:cubicBezTo>
                  <a:pt x="202524" y="30452"/>
                  <a:pt x="201623" y="30703"/>
                  <a:pt x="200364" y="30703"/>
                </a:cubicBezTo>
                <a:lnTo>
                  <a:pt x="171674" y="30703"/>
                </a:lnTo>
                <a:lnTo>
                  <a:pt x="171674" y="65970"/>
                </a:lnTo>
                <a:cubicBezTo>
                  <a:pt x="171674" y="69040"/>
                  <a:pt x="172901" y="71606"/>
                  <a:pt x="175355" y="73668"/>
                </a:cubicBezTo>
                <a:cubicBezTo>
                  <a:pt x="177809" y="75728"/>
                  <a:pt x="181405" y="76758"/>
                  <a:pt x="186145" y="76758"/>
                </a:cubicBezTo>
                <a:cubicBezTo>
                  <a:pt x="189710" y="76758"/>
                  <a:pt x="193569" y="76223"/>
                  <a:pt x="197722" y="75154"/>
                </a:cubicBezTo>
                <a:cubicBezTo>
                  <a:pt x="201874" y="74084"/>
                  <a:pt x="205104" y="72878"/>
                  <a:pt x="207411" y="71536"/>
                </a:cubicBezTo>
                <a:cubicBezTo>
                  <a:pt x="208250" y="70991"/>
                  <a:pt x="208942" y="70718"/>
                  <a:pt x="209487" y="70718"/>
                </a:cubicBezTo>
                <a:cubicBezTo>
                  <a:pt x="210158" y="70718"/>
                  <a:pt x="210746" y="70980"/>
                  <a:pt x="211249" y="71505"/>
                </a:cubicBezTo>
                <a:cubicBezTo>
                  <a:pt x="211752" y="72029"/>
                  <a:pt x="212004" y="72648"/>
                  <a:pt x="212004" y="73361"/>
                </a:cubicBezTo>
                <a:cubicBezTo>
                  <a:pt x="212004" y="73990"/>
                  <a:pt x="211731" y="74577"/>
                  <a:pt x="211186" y="75122"/>
                </a:cubicBezTo>
                <a:cubicBezTo>
                  <a:pt x="209844" y="76507"/>
                  <a:pt x="206583" y="78006"/>
                  <a:pt x="201402" y="79621"/>
                </a:cubicBezTo>
                <a:cubicBezTo>
                  <a:pt x="196222" y="81236"/>
                  <a:pt x="191262" y="82043"/>
                  <a:pt x="186523" y="82043"/>
                </a:cubicBezTo>
                <a:cubicBezTo>
                  <a:pt x="180357" y="82043"/>
                  <a:pt x="175449" y="80593"/>
                  <a:pt x="171800" y="77692"/>
                </a:cubicBezTo>
                <a:cubicBezTo>
                  <a:pt x="168151" y="74790"/>
                  <a:pt x="166326" y="70880"/>
                  <a:pt x="166326" y="65960"/>
                </a:cubicBezTo>
                <a:lnTo>
                  <a:pt x="166326" y="30703"/>
                </a:lnTo>
                <a:lnTo>
                  <a:pt x="156574" y="30703"/>
                </a:lnTo>
                <a:cubicBezTo>
                  <a:pt x="155316" y="30703"/>
                  <a:pt x="154414" y="30455"/>
                  <a:pt x="153869" y="29958"/>
                </a:cubicBezTo>
                <a:cubicBezTo>
                  <a:pt x="153324" y="29460"/>
                  <a:pt x="153051" y="28817"/>
                  <a:pt x="153051" y="28029"/>
                </a:cubicBezTo>
                <a:cubicBezTo>
                  <a:pt x="153051" y="27284"/>
                  <a:pt x="153324" y="26662"/>
                  <a:pt x="153869" y="26165"/>
                </a:cubicBezTo>
                <a:cubicBezTo>
                  <a:pt x="154414" y="25667"/>
                  <a:pt x="155316" y="25418"/>
                  <a:pt x="156574" y="25418"/>
                </a:cubicBezTo>
                <a:lnTo>
                  <a:pt x="166326" y="25418"/>
                </a:lnTo>
                <a:lnTo>
                  <a:pt x="166326" y="9713"/>
                </a:lnTo>
                <a:cubicBezTo>
                  <a:pt x="166326" y="8445"/>
                  <a:pt x="166578" y="7538"/>
                  <a:pt x="167081" y="6990"/>
                </a:cubicBezTo>
                <a:cubicBezTo>
                  <a:pt x="167585" y="6440"/>
                  <a:pt x="168214" y="6166"/>
                  <a:pt x="168969" y="6166"/>
                </a:cubicBezTo>
                <a:cubicBezTo>
                  <a:pt x="169766" y="6166"/>
                  <a:pt x="170416" y="6440"/>
                  <a:pt x="170919" y="6990"/>
                </a:cubicBezTo>
                <a:cubicBezTo>
                  <a:pt x="171423" y="7538"/>
                  <a:pt x="171674" y="8445"/>
                  <a:pt x="171674" y="9713"/>
                </a:cubicBezTo>
                <a:lnTo>
                  <a:pt x="171674" y="25418"/>
                </a:lnTo>
                <a:close/>
                <a:moveTo>
                  <a:pt x="277928" y="80030"/>
                </a:moveTo>
                <a:lnTo>
                  <a:pt x="277928" y="72222"/>
                </a:lnTo>
                <a:cubicBezTo>
                  <a:pt x="270713" y="78770"/>
                  <a:pt x="262912" y="82043"/>
                  <a:pt x="254523" y="82043"/>
                </a:cubicBezTo>
                <a:cubicBezTo>
                  <a:pt x="249364" y="82043"/>
                  <a:pt x="245442" y="80635"/>
                  <a:pt x="242758" y="77818"/>
                </a:cubicBezTo>
                <a:cubicBezTo>
                  <a:pt x="239276" y="74118"/>
                  <a:pt x="237535" y="69808"/>
                  <a:pt x="237535" y="64889"/>
                </a:cubicBezTo>
                <a:lnTo>
                  <a:pt x="237535" y="30703"/>
                </a:lnTo>
                <a:lnTo>
                  <a:pt x="230426" y="30703"/>
                </a:lnTo>
                <a:cubicBezTo>
                  <a:pt x="229168" y="30703"/>
                  <a:pt x="228266" y="30452"/>
                  <a:pt x="227720" y="29948"/>
                </a:cubicBezTo>
                <a:cubicBezTo>
                  <a:pt x="227175" y="29445"/>
                  <a:pt x="226903" y="28795"/>
                  <a:pt x="226903" y="27998"/>
                </a:cubicBezTo>
                <a:cubicBezTo>
                  <a:pt x="226903" y="27261"/>
                  <a:pt x="227175" y="26647"/>
                  <a:pt x="227720" y="26156"/>
                </a:cubicBezTo>
                <a:cubicBezTo>
                  <a:pt x="228266" y="25664"/>
                  <a:pt x="229168" y="25418"/>
                  <a:pt x="230426" y="25418"/>
                </a:cubicBezTo>
                <a:lnTo>
                  <a:pt x="242820" y="25418"/>
                </a:lnTo>
                <a:lnTo>
                  <a:pt x="242820" y="64916"/>
                </a:lnTo>
                <a:cubicBezTo>
                  <a:pt x="242820" y="68360"/>
                  <a:pt x="243911" y="71194"/>
                  <a:pt x="246092" y="73420"/>
                </a:cubicBezTo>
                <a:cubicBezTo>
                  <a:pt x="248273" y="75645"/>
                  <a:pt x="251000" y="76758"/>
                  <a:pt x="254271" y="76758"/>
                </a:cubicBezTo>
                <a:cubicBezTo>
                  <a:pt x="262870" y="76758"/>
                  <a:pt x="270755" y="72811"/>
                  <a:pt x="277928" y="64916"/>
                </a:cubicBezTo>
                <a:lnTo>
                  <a:pt x="277928" y="30703"/>
                </a:lnTo>
                <a:lnTo>
                  <a:pt x="268176" y="30703"/>
                </a:lnTo>
                <a:cubicBezTo>
                  <a:pt x="266917" y="30703"/>
                  <a:pt x="266016" y="30452"/>
                  <a:pt x="265470" y="29948"/>
                </a:cubicBezTo>
                <a:cubicBezTo>
                  <a:pt x="264925" y="29445"/>
                  <a:pt x="264652" y="28795"/>
                  <a:pt x="264652" y="27998"/>
                </a:cubicBezTo>
                <a:cubicBezTo>
                  <a:pt x="264652" y="27261"/>
                  <a:pt x="264925" y="26647"/>
                  <a:pt x="265470" y="26156"/>
                </a:cubicBezTo>
                <a:cubicBezTo>
                  <a:pt x="266016" y="25664"/>
                  <a:pt x="266917" y="25418"/>
                  <a:pt x="268176" y="25418"/>
                </a:cubicBezTo>
                <a:lnTo>
                  <a:pt x="283213" y="25418"/>
                </a:lnTo>
                <a:lnTo>
                  <a:pt x="283213" y="74745"/>
                </a:lnTo>
                <a:lnTo>
                  <a:pt x="287680" y="74745"/>
                </a:lnTo>
                <a:cubicBezTo>
                  <a:pt x="288938" y="74745"/>
                  <a:pt x="289840" y="74986"/>
                  <a:pt x="290385" y="75468"/>
                </a:cubicBezTo>
                <a:cubicBezTo>
                  <a:pt x="290931" y="75951"/>
                  <a:pt x="291203" y="76591"/>
                  <a:pt x="291203" y="77387"/>
                </a:cubicBezTo>
                <a:cubicBezTo>
                  <a:pt x="291203" y="78142"/>
                  <a:pt x="290931" y="78772"/>
                  <a:pt x="290385" y="79275"/>
                </a:cubicBezTo>
                <a:cubicBezTo>
                  <a:pt x="289840" y="79778"/>
                  <a:pt x="288938" y="80030"/>
                  <a:pt x="287680" y="80030"/>
                </a:cubicBezTo>
                <a:lnTo>
                  <a:pt x="277928" y="80030"/>
                </a:lnTo>
                <a:close/>
                <a:moveTo>
                  <a:pt x="330828" y="25418"/>
                </a:moveTo>
                <a:lnTo>
                  <a:pt x="330828" y="38790"/>
                </a:lnTo>
                <a:cubicBezTo>
                  <a:pt x="337707" y="32595"/>
                  <a:pt x="342856" y="28609"/>
                  <a:pt x="346274" y="26830"/>
                </a:cubicBezTo>
                <a:cubicBezTo>
                  <a:pt x="349693" y="25050"/>
                  <a:pt x="352849" y="24160"/>
                  <a:pt x="355743" y="24160"/>
                </a:cubicBezTo>
                <a:cubicBezTo>
                  <a:pt x="358889" y="24160"/>
                  <a:pt x="361815" y="25226"/>
                  <a:pt x="364520" y="27359"/>
                </a:cubicBezTo>
                <a:cubicBezTo>
                  <a:pt x="367225" y="29492"/>
                  <a:pt x="368578" y="31107"/>
                  <a:pt x="368578" y="32205"/>
                </a:cubicBezTo>
                <a:cubicBezTo>
                  <a:pt x="368578" y="33008"/>
                  <a:pt x="368316" y="33671"/>
                  <a:pt x="367792" y="34195"/>
                </a:cubicBezTo>
                <a:cubicBezTo>
                  <a:pt x="367267" y="34719"/>
                  <a:pt x="366607" y="34982"/>
                  <a:pt x="365810" y="34982"/>
                </a:cubicBezTo>
                <a:cubicBezTo>
                  <a:pt x="365390" y="34982"/>
                  <a:pt x="365034" y="34908"/>
                  <a:pt x="364740" y="34761"/>
                </a:cubicBezTo>
                <a:cubicBezTo>
                  <a:pt x="364447" y="34615"/>
                  <a:pt x="363901" y="34138"/>
                  <a:pt x="363104" y="33330"/>
                </a:cubicBezTo>
                <a:cubicBezTo>
                  <a:pt x="361636" y="31844"/>
                  <a:pt x="360357" y="30825"/>
                  <a:pt x="359267" y="30273"/>
                </a:cubicBezTo>
                <a:cubicBezTo>
                  <a:pt x="358176" y="29721"/>
                  <a:pt x="357106" y="29445"/>
                  <a:pt x="356058" y="29445"/>
                </a:cubicBezTo>
                <a:cubicBezTo>
                  <a:pt x="353751" y="29445"/>
                  <a:pt x="350972" y="30367"/>
                  <a:pt x="347721" y="32211"/>
                </a:cubicBezTo>
                <a:cubicBezTo>
                  <a:pt x="344471" y="34056"/>
                  <a:pt x="338840" y="38561"/>
                  <a:pt x="330828" y="45729"/>
                </a:cubicBezTo>
                <a:lnTo>
                  <a:pt x="330828" y="74745"/>
                </a:lnTo>
                <a:lnTo>
                  <a:pt x="354233" y="74745"/>
                </a:lnTo>
                <a:cubicBezTo>
                  <a:pt x="355533" y="74745"/>
                  <a:pt x="356456" y="74986"/>
                  <a:pt x="357002" y="75468"/>
                </a:cubicBezTo>
                <a:cubicBezTo>
                  <a:pt x="357547" y="75951"/>
                  <a:pt x="357819" y="76591"/>
                  <a:pt x="357819" y="77387"/>
                </a:cubicBezTo>
                <a:cubicBezTo>
                  <a:pt x="357819" y="78142"/>
                  <a:pt x="357547" y="78772"/>
                  <a:pt x="357002" y="79275"/>
                </a:cubicBezTo>
                <a:cubicBezTo>
                  <a:pt x="356456" y="79778"/>
                  <a:pt x="355533" y="80030"/>
                  <a:pt x="354233" y="80030"/>
                </a:cubicBezTo>
                <a:lnTo>
                  <a:pt x="312771" y="80030"/>
                </a:lnTo>
                <a:cubicBezTo>
                  <a:pt x="311513" y="80030"/>
                  <a:pt x="310611" y="79783"/>
                  <a:pt x="310066" y="79289"/>
                </a:cubicBezTo>
                <a:cubicBezTo>
                  <a:pt x="309520" y="78795"/>
                  <a:pt x="309248" y="78161"/>
                  <a:pt x="309248" y="77387"/>
                </a:cubicBezTo>
                <a:cubicBezTo>
                  <a:pt x="309248" y="76674"/>
                  <a:pt x="309510" y="76077"/>
                  <a:pt x="310034" y="75594"/>
                </a:cubicBezTo>
                <a:cubicBezTo>
                  <a:pt x="310559" y="75112"/>
                  <a:pt x="311471" y="74871"/>
                  <a:pt x="312771" y="74871"/>
                </a:cubicBezTo>
                <a:lnTo>
                  <a:pt x="325543" y="74871"/>
                </a:lnTo>
                <a:lnTo>
                  <a:pt x="325543" y="30703"/>
                </a:lnTo>
                <a:lnTo>
                  <a:pt x="315791" y="30703"/>
                </a:lnTo>
                <a:cubicBezTo>
                  <a:pt x="314533" y="30703"/>
                  <a:pt x="313631" y="30452"/>
                  <a:pt x="313086" y="29948"/>
                </a:cubicBezTo>
                <a:cubicBezTo>
                  <a:pt x="312540" y="29445"/>
                  <a:pt x="312268" y="28795"/>
                  <a:pt x="312268" y="27998"/>
                </a:cubicBezTo>
                <a:cubicBezTo>
                  <a:pt x="312268" y="27261"/>
                  <a:pt x="312530" y="26647"/>
                  <a:pt x="313054" y="26156"/>
                </a:cubicBezTo>
                <a:cubicBezTo>
                  <a:pt x="313579" y="25664"/>
                  <a:pt x="314491" y="25418"/>
                  <a:pt x="315791" y="25418"/>
                </a:cubicBezTo>
                <a:lnTo>
                  <a:pt x="330828" y="25418"/>
                </a:lnTo>
                <a:close/>
                <a:moveTo>
                  <a:pt x="397381" y="25418"/>
                </a:moveTo>
                <a:lnTo>
                  <a:pt x="397381" y="33346"/>
                </a:lnTo>
                <a:cubicBezTo>
                  <a:pt x="401073" y="29636"/>
                  <a:pt x="404407" y="27073"/>
                  <a:pt x="407385" y="25656"/>
                </a:cubicBezTo>
                <a:cubicBezTo>
                  <a:pt x="410363" y="24239"/>
                  <a:pt x="413719" y="23531"/>
                  <a:pt x="417452" y="23531"/>
                </a:cubicBezTo>
                <a:cubicBezTo>
                  <a:pt x="421478" y="23531"/>
                  <a:pt x="425149" y="24393"/>
                  <a:pt x="428462" y="26116"/>
                </a:cubicBezTo>
                <a:cubicBezTo>
                  <a:pt x="430811" y="27379"/>
                  <a:pt x="432940" y="29471"/>
                  <a:pt x="434848" y="32394"/>
                </a:cubicBezTo>
                <a:cubicBezTo>
                  <a:pt x="436757" y="35316"/>
                  <a:pt x="437711" y="38311"/>
                  <a:pt x="437711" y="41379"/>
                </a:cubicBezTo>
                <a:lnTo>
                  <a:pt x="437711" y="74745"/>
                </a:lnTo>
                <a:lnTo>
                  <a:pt x="442178" y="74745"/>
                </a:lnTo>
                <a:cubicBezTo>
                  <a:pt x="443436" y="74745"/>
                  <a:pt x="444338" y="74986"/>
                  <a:pt x="444883" y="75468"/>
                </a:cubicBezTo>
                <a:cubicBezTo>
                  <a:pt x="445429" y="75951"/>
                  <a:pt x="445701" y="76591"/>
                  <a:pt x="445701" y="77387"/>
                </a:cubicBezTo>
                <a:cubicBezTo>
                  <a:pt x="445701" y="78142"/>
                  <a:pt x="445429" y="78772"/>
                  <a:pt x="444883" y="79275"/>
                </a:cubicBezTo>
                <a:cubicBezTo>
                  <a:pt x="444338" y="79778"/>
                  <a:pt x="443436" y="80030"/>
                  <a:pt x="442178" y="80030"/>
                </a:cubicBezTo>
                <a:lnTo>
                  <a:pt x="428022" y="80030"/>
                </a:lnTo>
                <a:cubicBezTo>
                  <a:pt x="426722" y="80030"/>
                  <a:pt x="425799" y="79778"/>
                  <a:pt x="425253" y="79275"/>
                </a:cubicBezTo>
                <a:cubicBezTo>
                  <a:pt x="424708" y="78772"/>
                  <a:pt x="424436" y="78142"/>
                  <a:pt x="424436" y="77387"/>
                </a:cubicBezTo>
                <a:cubicBezTo>
                  <a:pt x="424436" y="76591"/>
                  <a:pt x="424708" y="75951"/>
                  <a:pt x="425253" y="75468"/>
                </a:cubicBezTo>
                <a:cubicBezTo>
                  <a:pt x="425799" y="74986"/>
                  <a:pt x="426722" y="74745"/>
                  <a:pt x="428022" y="74745"/>
                </a:cubicBezTo>
                <a:lnTo>
                  <a:pt x="432426" y="74745"/>
                </a:lnTo>
                <a:lnTo>
                  <a:pt x="432426" y="42209"/>
                </a:lnTo>
                <a:cubicBezTo>
                  <a:pt x="432426" y="38460"/>
                  <a:pt x="431063" y="35291"/>
                  <a:pt x="428336" y="32701"/>
                </a:cubicBezTo>
                <a:cubicBezTo>
                  <a:pt x="425610" y="30111"/>
                  <a:pt x="421961" y="28816"/>
                  <a:pt x="417389" y="28816"/>
                </a:cubicBezTo>
                <a:cubicBezTo>
                  <a:pt x="413908" y="28816"/>
                  <a:pt x="410888" y="29518"/>
                  <a:pt x="408329" y="30924"/>
                </a:cubicBezTo>
                <a:cubicBezTo>
                  <a:pt x="405770" y="32329"/>
                  <a:pt x="402121" y="35821"/>
                  <a:pt x="397381" y="41399"/>
                </a:cubicBezTo>
                <a:lnTo>
                  <a:pt x="397381" y="74745"/>
                </a:lnTo>
                <a:lnTo>
                  <a:pt x="403358" y="74745"/>
                </a:lnTo>
                <a:cubicBezTo>
                  <a:pt x="404617" y="74745"/>
                  <a:pt x="405519" y="74986"/>
                  <a:pt x="406064" y="75468"/>
                </a:cubicBezTo>
                <a:cubicBezTo>
                  <a:pt x="406609" y="75951"/>
                  <a:pt x="406882" y="76591"/>
                  <a:pt x="406882" y="77387"/>
                </a:cubicBezTo>
                <a:cubicBezTo>
                  <a:pt x="406882" y="78142"/>
                  <a:pt x="406609" y="78772"/>
                  <a:pt x="406064" y="79275"/>
                </a:cubicBezTo>
                <a:cubicBezTo>
                  <a:pt x="405519" y="79778"/>
                  <a:pt x="404617" y="80030"/>
                  <a:pt x="403358" y="80030"/>
                </a:cubicBezTo>
                <a:lnTo>
                  <a:pt x="386119" y="80030"/>
                </a:lnTo>
                <a:cubicBezTo>
                  <a:pt x="384861" y="80030"/>
                  <a:pt x="383959" y="79778"/>
                  <a:pt x="383414" y="79275"/>
                </a:cubicBezTo>
                <a:cubicBezTo>
                  <a:pt x="382869" y="78772"/>
                  <a:pt x="382596" y="78142"/>
                  <a:pt x="382596" y="77387"/>
                </a:cubicBezTo>
                <a:cubicBezTo>
                  <a:pt x="382596" y="76591"/>
                  <a:pt x="382869" y="75951"/>
                  <a:pt x="383414" y="75468"/>
                </a:cubicBezTo>
                <a:cubicBezTo>
                  <a:pt x="383959" y="74986"/>
                  <a:pt x="384861" y="74745"/>
                  <a:pt x="386119" y="74745"/>
                </a:cubicBezTo>
                <a:lnTo>
                  <a:pt x="392096" y="74745"/>
                </a:lnTo>
                <a:lnTo>
                  <a:pt x="392096" y="30703"/>
                </a:lnTo>
                <a:lnTo>
                  <a:pt x="387629" y="30703"/>
                </a:lnTo>
                <a:cubicBezTo>
                  <a:pt x="386371" y="30703"/>
                  <a:pt x="385469" y="30452"/>
                  <a:pt x="384924" y="29948"/>
                </a:cubicBezTo>
                <a:cubicBezTo>
                  <a:pt x="384379" y="29445"/>
                  <a:pt x="384106" y="28795"/>
                  <a:pt x="384106" y="27998"/>
                </a:cubicBezTo>
                <a:cubicBezTo>
                  <a:pt x="384106" y="27261"/>
                  <a:pt x="384379" y="26647"/>
                  <a:pt x="384924" y="26156"/>
                </a:cubicBezTo>
                <a:cubicBezTo>
                  <a:pt x="385469" y="25664"/>
                  <a:pt x="386371" y="25418"/>
                  <a:pt x="387629" y="25418"/>
                </a:cubicBezTo>
                <a:lnTo>
                  <a:pt x="397381" y="25418"/>
                </a:lnTo>
                <a:close/>
                <a:moveTo>
                  <a:pt x="573712" y="80030"/>
                </a:moveTo>
                <a:lnTo>
                  <a:pt x="564778" y="80030"/>
                </a:lnTo>
                <a:lnTo>
                  <a:pt x="543071" y="30703"/>
                </a:lnTo>
                <a:lnTo>
                  <a:pt x="537661" y="30703"/>
                </a:lnTo>
                <a:cubicBezTo>
                  <a:pt x="536402" y="30703"/>
                  <a:pt x="535500" y="30452"/>
                  <a:pt x="534955" y="29948"/>
                </a:cubicBezTo>
                <a:cubicBezTo>
                  <a:pt x="534410" y="29445"/>
                  <a:pt x="534137" y="28795"/>
                  <a:pt x="534137" y="27998"/>
                </a:cubicBezTo>
                <a:cubicBezTo>
                  <a:pt x="534137" y="27261"/>
                  <a:pt x="534410" y="26647"/>
                  <a:pt x="534955" y="26156"/>
                </a:cubicBezTo>
                <a:cubicBezTo>
                  <a:pt x="535500" y="25664"/>
                  <a:pt x="536402" y="25418"/>
                  <a:pt x="537661" y="25418"/>
                </a:cubicBezTo>
                <a:lnTo>
                  <a:pt x="557479" y="25418"/>
                </a:lnTo>
                <a:cubicBezTo>
                  <a:pt x="558738" y="25418"/>
                  <a:pt x="559639" y="25664"/>
                  <a:pt x="560185" y="26156"/>
                </a:cubicBezTo>
                <a:cubicBezTo>
                  <a:pt x="560730" y="26647"/>
                  <a:pt x="561003" y="27282"/>
                  <a:pt x="561003" y="28061"/>
                </a:cubicBezTo>
                <a:cubicBezTo>
                  <a:pt x="561003" y="28816"/>
                  <a:pt x="560730" y="29445"/>
                  <a:pt x="560185" y="29948"/>
                </a:cubicBezTo>
                <a:cubicBezTo>
                  <a:pt x="559639" y="30452"/>
                  <a:pt x="558738" y="30703"/>
                  <a:pt x="557479" y="30703"/>
                </a:cubicBezTo>
                <a:lnTo>
                  <a:pt x="548734" y="30703"/>
                </a:lnTo>
                <a:lnTo>
                  <a:pt x="568112" y="74745"/>
                </a:lnTo>
                <a:lnTo>
                  <a:pt x="570440" y="74745"/>
                </a:lnTo>
                <a:lnTo>
                  <a:pt x="589441" y="30703"/>
                </a:lnTo>
                <a:lnTo>
                  <a:pt x="580633" y="30703"/>
                </a:lnTo>
                <a:cubicBezTo>
                  <a:pt x="579374" y="30703"/>
                  <a:pt x="578473" y="30452"/>
                  <a:pt x="577927" y="29948"/>
                </a:cubicBezTo>
                <a:cubicBezTo>
                  <a:pt x="577382" y="29445"/>
                  <a:pt x="577109" y="28795"/>
                  <a:pt x="577109" y="27998"/>
                </a:cubicBezTo>
                <a:cubicBezTo>
                  <a:pt x="577109" y="27261"/>
                  <a:pt x="577382" y="26647"/>
                  <a:pt x="577927" y="26156"/>
                </a:cubicBezTo>
                <a:cubicBezTo>
                  <a:pt x="578473" y="25664"/>
                  <a:pt x="579374" y="25418"/>
                  <a:pt x="580633" y="25418"/>
                </a:cubicBezTo>
                <a:lnTo>
                  <a:pt x="600514" y="25418"/>
                </a:lnTo>
                <a:cubicBezTo>
                  <a:pt x="601815" y="25418"/>
                  <a:pt x="602727" y="25664"/>
                  <a:pt x="603251" y="26156"/>
                </a:cubicBezTo>
                <a:cubicBezTo>
                  <a:pt x="603775" y="26647"/>
                  <a:pt x="604038" y="27282"/>
                  <a:pt x="604038" y="28061"/>
                </a:cubicBezTo>
                <a:cubicBezTo>
                  <a:pt x="604038" y="28816"/>
                  <a:pt x="603775" y="29445"/>
                  <a:pt x="603251" y="29948"/>
                </a:cubicBezTo>
                <a:cubicBezTo>
                  <a:pt x="602727" y="30452"/>
                  <a:pt x="601815" y="30703"/>
                  <a:pt x="600514" y="30703"/>
                </a:cubicBezTo>
                <a:lnTo>
                  <a:pt x="595166" y="30703"/>
                </a:lnTo>
                <a:lnTo>
                  <a:pt x="573712" y="80030"/>
                </a:lnTo>
                <a:close/>
                <a:moveTo>
                  <a:pt x="649010" y="0"/>
                </a:moveTo>
                <a:lnTo>
                  <a:pt x="649010" y="74745"/>
                </a:lnTo>
                <a:lnTo>
                  <a:pt x="667130" y="74745"/>
                </a:lnTo>
                <a:cubicBezTo>
                  <a:pt x="668389" y="74745"/>
                  <a:pt x="669291" y="74986"/>
                  <a:pt x="669836" y="75468"/>
                </a:cubicBezTo>
                <a:cubicBezTo>
                  <a:pt x="670381" y="75951"/>
                  <a:pt x="670654" y="76591"/>
                  <a:pt x="670654" y="77387"/>
                </a:cubicBezTo>
                <a:cubicBezTo>
                  <a:pt x="670654" y="78142"/>
                  <a:pt x="670381" y="78772"/>
                  <a:pt x="669836" y="79275"/>
                </a:cubicBezTo>
                <a:cubicBezTo>
                  <a:pt x="669291" y="79778"/>
                  <a:pt x="668389" y="80030"/>
                  <a:pt x="667130" y="80030"/>
                </a:cubicBezTo>
                <a:lnTo>
                  <a:pt x="625605" y="80030"/>
                </a:lnTo>
                <a:cubicBezTo>
                  <a:pt x="624347" y="80030"/>
                  <a:pt x="623445" y="79778"/>
                  <a:pt x="622900" y="79275"/>
                </a:cubicBezTo>
                <a:cubicBezTo>
                  <a:pt x="622355" y="78772"/>
                  <a:pt x="622082" y="78142"/>
                  <a:pt x="622082" y="77387"/>
                </a:cubicBezTo>
                <a:cubicBezTo>
                  <a:pt x="622082" y="76591"/>
                  <a:pt x="622355" y="75951"/>
                  <a:pt x="622900" y="75468"/>
                </a:cubicBezTo>
                <a:cubicBezTo>
                  <a:pt x="623445" y="74986"/>
                  <a:pt x="624347" y="74745"/>
                  <a:pt x="625605" y="74745"/>
                </a:cubicBezTo>
                <a:lnTo>
                  <a:pt x="643725" y="74745"/>
                </a:lnTo>
                <a:lnTo>
                  <a:pt x="643725" y="7298"/>
                </a:lnTo>
                <a:lnTo>
                  <a:pt x="626486" y="12709"/>
                </a:lnTo>
                <a:cubicBezTo>
                  <a:pt x="625647" y="12961"/>
                  <a:pt x="625039" y="13087"/>
                  <a:pt x="624662" y="13087"/>
                </a:cubicBezTo>
                <a:cubicBezTo>
                  <a:pt x="624033" y="13087"/>
                  <a:pt x="623456" y="12825"/>
                  <a:pt x="622931" y="12300"/>
                </a:cubicBezTo>
                <a:cubicBezTo>
                  <a:pt x="622407" y="11776"/>
                  <a:pt x="622145" y="11157"/>
                  <a:pt x="622145" y="10444"/>
                </a:cubicBezTo>
                <a:cubicBezTo>
                  <a:pt x="622145" y="9815"/>
                  <a:pt x="622355" y="9228"/>
                  <a:pt x="622774" y="8682"/>
                </a:cubicBezTo>
                <a:cubicBezTo>
                  <a:pt x="623110" y="8347"/>
                  <a:pt x="623802" y="7990"/>
                  <a:pt x="624850" y="7613"/>
                </a:cubicBezTo>
                <a:lnTo>
                  <a:pt x="6490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BA621-2D8C-4C71-9A35-0F560096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504" y="3544044"/>
            <a:ext cx="397517" cy="194497"/>
          </a:xfrm>
          <a:custGeom xmlns:a="http://schemas.openxmlformats.org/drawingml/2006/main">
            <a:pathLst>
              <a:path w="397517" h="194497">
                <a:moveTo>
                  <a:pt x="0" y="32417"/>
                </a:moveTo>
                <a:lnTo>
                  <a:pt x="0" y="32417"/>
                </a:lnTo>
                <a:cubicBezTo>
                  <a:pt x="0" y="14514"/>
                  <a:pt x="14513" y="0"/>
                  <a:pt x="32417" y="0"/>
                </a:cubicBezTo>
                <a:lnTo>
                  <a:pt x="365100" y="0"/>
                </a:lnTo>
                <a:cubicBezTo>
                  <a:pt x="373698" y="0"/>
                  <a:pt x="381943" y="3415"/>
                  <a:pt x="388023" y="9495"/>
                </a:cubicBezTo>
                <a:cubicBezTo>
                  <a:pt x="394102" y="15574"/>
                  <a:pt x="397517" y="23819"/>
                  <a:pt x="397517" y="32417"/>
                </a:cubicBezTo>
                <a:lnTo>
                  <a:pt x="397517" y="162081"/>
                </a:lnTo>
                <a:cubicBezTo>
                  <a:pt x="397517" y="179984"/>
                  <a:pt x="383004" y="194497"/>
                  <a:pt x="365100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1"/>
                </a:cubicBezTo>
                <a:lnTo>
                  <a:pt x="0" y="324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FF79E-4FDE-45B1-A80F-20B0B15E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504" y="3544044"/>
            <a:ext cx="397517" cy="194497"/>
          </a:xfrm>
          <a:custGeom xmlns:a="http://schemas.openxmlformats.org/drawingml/2006/main">
            <a:pathLst>
              <a:path w="397517" h="194497" fill="none">
                <a:moveTo>
                  <a:pt x="0" y="32417"/>
                </a:moveTo>
                <a:lnTo>
                  <a:pt x="0" y="32417"/>
                </a:lnTo>
                <a:cubicBezTo>
                  <a:pt x="0" y="14514"/>
                  <a:pt x="14513" y="0"/>
                  <a:pt x="32417" y="0"/>
                </a:cubicBezTo>
                <a:lnTo>
                  <a:pt x="365100" y="0"/>
                </a:lnTo>
                <a:cubicBezTo>
                  <a:pt x="373698" y="0"/>
                  <a:pt x="381943" y="3415"/>
                  <a:pt x="388023" y="9495"/>
                </a:cubicBezTo>
                <a:cubicBezTo>
                  <a:pt x="394102" y="15574"/>
                  <a:pt x="397517" y="23819"/>
                  <a:pt x="397517" y="32417"/>
                </a:cubicBezTo>
                <a:lnTo>
                  <a:pt x="397517" y="162081"/>
                </a:lnTo>
                <a:cubicBezTo>
                  <a:pt x="397517" y="179984"/>
                  <a:pt x="383004" y="194497"/>
                  <a:pt x="365100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1"/>
                </a:cubicBezTo>
                <a:lnTo>
                  <a:pt x="0" y="32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FF"/>
            </a:solidFill>
            <a:round/>
          </a:ln>
        </p:spPr>
      </p:sp>
      <p:sp>
        <p:nvSpPr>
          <p:cNvPr id="134" name="Text arg2">
            <a:extLst xmlns:a="http://schemas.openxmlformats.org/drawingml/2006/main">
              <a:ext uri="{FF2B5EF4-FFF2-40B4-BE49-F238E27FC236}">
                <a16:creationId xmlns:a16="http://schemas.microsoft.com/office/drawing/2014/main" id="{ABCDEA5C-AFB5-4103-B5D5-0853C8DD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540" y="3597105"/>
            <a:ext cx="284723" cy="105197"/>
          </a:xfrm>
          <a:custGeom xmlns:a="http://schemas.openxmlformats.org/drawingml/2006/main">
            <a:pathLst>
              <a:path w="284723" h="105197">
                <a:moveTo>
                  <a:pt x="44797" y="80911"/>
                </a:moveTo>
                <a:lnTo>
                  <a:pt x="44797" y="73235"/>
                </a:lnTo>
                <a:cubicBezTo>
                  <a:pt x="37121" y="79694"/>
                  <a:pt x="28921" y="82924"/>
                  <a:pt x="20196" y="82924"/>
                </a:cubicBezTo>
                <a:cubicBezTo>
                  <a:pt x="13863" y="82924"/>
                  <a:pt x="8913" y="81320"/>
                  <a:pt x="5348" y="78111"/>
                </a:cubicBezTo>
                <a:cubicBezTo>
                  <a:pt x="1783" y="74902"/>
                  <a:pt x="0" y="70970"/>
                  <a:pt x="0" y="66314"/>
                </a:cubicBezTo>
                <a:cubicBezTo>
                  <a:pt x="0" y="61197"/>
                  <a:pt x="2349" y="56730"/>
                  <a:pt x="7047" y="52913"/>
                </a:cubicBezTo>
                <a:cubicBezTo>
                  <a:pt x="11744" y="49096"/>
                  <a:pt x="18602" y="47187"/>
                  <a:pt x="27620" y="47187"/>
                </a:cubicBezTo>
                <a:cubicBezTo>
                  <a:pt x="30053" y="47187"/>
                  <a:pt x="32696" y="47345"/>
                  <a:pt x="35548" y="47659"/>
                </a:cubicBezTo>
                <a:cubicBezTo>
                  <a:pt x="38400" y="47974"/>
                  <a:pt x="41483" y="48467"/>
                  <a:pt x="44797" y="49138"/>
                </a:cubicBezTo>
                <a:lnTo>
                  <a:pt x="44797" y="40526"/>
                </a:lnTo>
                <a:cubicBezTo>
                  <a:pt x="44797" y="37612"/>
                  <a:pt x="43454" y="35079"/>
                  <a:pt x="40770" y="32927"/>
                </a:cubicBezTo>
                <a:cubicBezTo>
                  <a:pt x="38086" y="30773"/>
                  <a:pt x="34059" y="29697"/>
                  <a:pt x="28690" y="29697"/>
                </a:cubicBezTo>
                <a:cubicBezTo>
                  <a:pt x="24579" y="29697"/>
                  <a:pt x="18812" y="30910"/>
                  <a:pt x="11388" y="33336"/>
                </a:cubicBezTo>
                <a:cubicBezTo>
                  <a:pt x="10046" y="33762"/>
                  <a:pt x="9186" y="33975"/>
                  <a:pt x="8808" y="33975"/>
                </a:cubicBezTo>
                <a:cubicBezTo>
                  <a:pt x="8137" y="33975"/>
                  <a:pt x="7560" y="33723"/>
                  <a:pt x="7078" y="33220"/>
                </a:cubicBezTo>
                <a:cubicBezTo>
                  <a:pt x="6596" y="32717"/>
                  <a:pt x="6355" y="32087"/>
                  <a:pt x="6355" y="31332"/>
                </a:cubicBezTo>
                <a:cubicBezTo>
                  <a:pt x="6355" y="30619"/>
                  <a:pt x="6564" y="30053"/>
                  <a:pt x="6984" y="29634"/>
                </a:cubicBezTo>
                <a:cubicBezTo>
                  <a:pt x="7571" y="29005"/>
                  <a:pt x="9941" y="28145"/>
                  <a:pt x="14093" y="27054"/>
                </a:cubicBezTo>
                <a:cubicBezTo>
                  <a:pt x="20637" y="25292"/>
                  <a:pt x="25586" y="24412"/>
                  <a:pt x="28942" y="24412"/>
                </a:cubicBezTo>
                <a:cubicBezTo>
                  <a:pt x="35611" y="24412"/>
                  <a:pt x="40812" y="26062"/>
                  <a:pt x="44545" y="29362"/>
                </a:cubicBezTo>
                <a:cubicBezTo>
                  <a:pt x="48278" y="32663"/>
                  <a:pt x="50145" y="36395"/>
                  <a:pt x="50145" y="40558"/>
                </a:cubicBezTo>
                <a:lnTo>
                  <a:pt x="50145" y="75626"/>
                </a:lnTo>
                <a:lnTo>
                  <a:pt x="57191" y="75626"/>
                </a:lnTo>
                <a:cubicBezTo>
                  <a:pt x="58491" y="75626"/>
                  <a:pt x="59414" y="75867"/>
                  <a:pt x="59960" y="76349"/>
                </a:cubicBezTo>
                <a:cubicBezTo>
                  <a:pt x="60505" y="76832"/>
                  <a:pt x="60777" y="77471"/>
                  <a:pt x="60777" y="78268"/>
                </a:cubicBezTo>
                <a:cubicBezTo>
                  <a:pt x="60777" y="79023"/>
                  <a:pt x="60505" y="79652"/>
                  <a:pt x="59960" y="80156"/>
                </a:cubicBezTo>
                <a:cubicBezTo>
                  <a:pt x="59414" y="80659"/>
                  <a:pt x="58491" y="80911"/>
                  <a:pt x="57191" y="80911"/>
                </a:cubicBezTo>
                <a:lnTo>
                  <a:pt x="44797" y="80911"/>
                </a:lnTo>
                <a:moveTo>
                  <a:pt x="44797" y="54549"/>
                </a:moveTo>
                <a:cubicBezTo>
                  <a:pt x="42322" y="53836"/>
                  <a:pt x="39700" y="53311"/>
                  <a:pt x="36932" y="52976"/>
                </a:cubicBezTo>
                <a:cubicBezTo>
                  <a:pt x="34164" y="52640"/>
                  <a:pt x="31249" y="52472"/>
                  <a:pt x="28187" y="52472"/>
                </a:cubicBezTo>
                <a:cubicBezTo>
                  <a:pt x="20511" y="52472"/>
                  <a:pt x="14513" y="54129"/>
                  <a:pt x="10192" y="57443"/>
                </a:cubicBezTo>
                <a:cubicBezTo>
                  <a:pt x="6921" y="59918"/>
                  <a:pt x="5285" y="62875"/>
                  <a:pt x="5285" y="66314"/>
                </a:cubicBezTo>
                <a:cubicBezTo>
                  <a:pt x="5285" y="69502"/>
                  <a:pt x="6533" y="72186"/>
                  <a:pt x="9029" y="74367"/>
                </a:cubicBezTo>
                <a:cubicBezTo>
                  <a:pt x="11524" y="76549"/>
                  <a:pt x="15163" y="77639"/>
                  <a:pt x="19945" y="77639"/>
                </a:cubicBezTo>
                <a:cubicBezTo>
                  <a:pt x="24517" y="77639"/>
                  <a:pt x="28763" y="76727"/>
                  <a:pt x="32685" y="74902"/>
                </a:cubicBezTo>
                <a:cubicBezTo>
                  <a:pt x="36607" y="73078"/>
                  <a:pt x="40644" y="70173"/>
                  <a:pt x="44797" y="66188"/>
                </a:cubicBezTo>
                <a:lnTo>
                  <a:pt x="44797" y="54549"/>
                </a:lnTo>
                <a:close/>
                <a:moveTo>
                  <a:pt x="100591" y="26299"/>
                </a:moveTo>
                <a:lnTo>
                  <a:pt x="100591" y="39671"/>
                </a:lnTo>
                <a:cubicBezTo>
                  <a:pt x="107470" y="33476"/>
                  <a:pt x="112619" y="29490"/>
                  <a:pt x="116037" y="27711"/>
                </a:cubicBezTo>
                <a:cubicBezTo>
                  <a:pt x="119456" y="25931"/>
                  <a:pt x="122612" y="25041"/>
                  <a:pt x="125506" y="25041"/>
                </a:cubicBezTo>
                <a:cubicBezTo>
                  <a:pt x="128652" y="25041"/>
                  <a:pt x="131578" y="26107"/>
                  <a:pt x="134283" y="28240"/>
                </a:cubicBezTo>
                <a:cubicBezTo>
                  <a:pt x="136989" y="30372"/>
                  <a:pt x="138341" y="31988"/>
                  <a:pt x="138341" y="33086"/>
                </a:cubicBezTo>
                <a:cubicBezTo>
                  <a:pt x="138341" y="33888"/>
                  <a:pt x="138079" y="34552"/>
                  <a:pt x="137555" y="35076"/>
                </a:cubicBezTo>
                <a:cubicBezTo>
                  <a:pt x="137031" y="35600"/>
                  <a:pt x="136370" y="35862"/>
                  <a:pt x="135573" y="35862"/>
                </a:cubicBezTo>
                <a:cubicBezTo>
                  <a:pt x="135154" y="35862"/>
                  <a:pt x="134797" y="35789"/>
                  <a:pt x="134503" y="35642"/>
                </a:cubicBezTo>
                <a:cubicBezTo>
                  <a:pt x="134210" y="35495"/>
                  <a:pt x="133665" y="35018"/>
                  <a:pt x="132868" y="34211"/>
                </a:cubicBezTo>
                <a:cubicBezTo>
                  <a:pt x="131400" y="32725"/>
                  <a:pt x="130120" y="31705"/>
                  <a:pt x="129030" y="31154"/>
                </a:cubicBezTo>
                <a:cubicBezTo>
                  <a:pt x="127939" y="30602"/>
                  <a:pt x="126870" y="30326"/>
                  <a:pt x="125821" y="30326"/>
                </a:cubicBezTo>
                <a:cubicBezTo>
                  <a:pt x="123514" y="30326"/>
                  <a:pt x="120735" y="31248"/>
                  <a:pt x="117484" y="33092"/>
                </a:cubicBezTo>
                <a:cubicBezTo>
                  <a:pt x="114234" y="34936"/>
                  <a:pt x="108603" y="39442"/>
                  <a:pt x="100591" y="46609"/>
                </a:cubicBezTo>
                <a:lnTo>
                  <a:pt x="100591" y="75626"/>
                </a:lnTo>
                <a:lnTo>
                  <a:pt x="123996" y="75626"/>
                </a:lnTo>
                <a:cubicBezTo>
                  <a:pt x="125297" y="75626"/>
                  <a:pt x="126219" y="75867"/>
                  <a:pt x="126765" y="76349"/>
                </a:cubicBezTo>
                <a:cubicBezTo>
                  <a:pt x="127310" y="76832"/>
                  <a:pt x="127583" y="77471"/>
                  <a:pt x="127583" y="78268"/>
                </a:cubicBezTo>
                <a:cubicBezTo>
                  <a:pt x="127583" y="79023"/>
                  <a:pt x="127310" y="79652"/>
                  <a:pt x="126765" y="80156"/>
                </a:cubicBezTo>
                <a:cubicBezTo>
                  <a:pt x="126219" y="80659"/>
                  <a:pt x="125297" y="80911"/>
                  <a:pt x="123996" y="80911"/>
                </a:cubicBezTo>
                <a:lnTo>
                  <a:pt x="82534" y="80911"/>
                </a:lnTo>
                <a:cubicBezTo>
                  <a:pt x="81276" y="80911"/>
                  <a:pt x="80374" y="80664"/>
                  <a:pt x="79829" y="80170"/>
                </a:cubicBezTo>
                <a:cubicBezTo>
                  <a:pt x="79284" y="79675"/>
                  <a:pt x="79011" y="79042"/>
                  <a:pt x="79011" y="78268"/>
                </a:cubicBezTo>
                <a:cubicBezTo>
                  <a:pt x="79011" y="77555"/>
                  <a:pt x="79273" y="76958"/>
                  <a:pt x="79797" y="76475"/>
                </a:cubicBezTo>
                <a:cubicBezTo>
                  <a:pt x="80322" y="75993"/>
                  <a:pt x="81234" y="75752"/>
                  <a:pt x="82534" y="75752"/>
                </a:cubicBezTo>
                <a:lnTo>
                  <a:pt x="95306" y="75752"/>
                </a:lnTo>
                <a:lnTo>
                  <a:pt x="95306" y="31584"/>
                </a:lnTo>
                <a:lnTo>
                  <a:pt x="85554" y="31584"/>
                </a:lnTo>
                <a:cubicBezTo>
                  <a:pt x="84296" y="31584"/>
                  <a:pt x="83394" y="31332"/>
                  <a:pt x="82849" y="30829"/>
                </a:cubicBezTo>
                <a:cubicBezTo>
                  <a:pt x="82304" y="30326"/>
                  <a:pt x="82031" y="29676"/>
                  <a:pt x="82031" y="28879"/>
                </a:cubicBezTo>
                <a:cubicBezTo>
                  <a:pt x="82031" y="28142"/>
                  <a:pt x="82293" y="27528"/>
                  <a:pt x="82817" y="27036"/>
                </a:cubicBezTo>
                <a:cubicBezTo>
                  <a:pt x="83342" y="26545"/>
                  <a:pt x="84254" y="26299"/>
                  <a:pt x="85554" y="26299"/>
                </a:cubicBezTo>
                <a:lnTo>
                  <a:pt x="100591" y="26299"/>
                </a:lnTo>
                <a:close/>
                <a:moveTo>
                  <a:pt x="202000" y="35951"/>
                </a:moveTo>
                <a:lnTo>
                  <a:pt x="202000" y="26299"/>
                </a:lnTo>
                <a:lnTo>
                  <a:pt x="214395" y="26299"/>
                </a:lnTo>
                <a:cubicBezTo>
                  <a:pt x="215653" y="26299"/>
                  <a:pt x="216555" y="26545"/>
                  <a:pt x="217100" y="27036"/>
                </a:cubicBezTo>
                <a:cubicBezTo>
                  <a:pt x="217646" y="27528"/>
                  <a:pt x="217918" y="28163"/>
                  <a:pt x="217918" y="28942"/>
                </a:cubicBezTo>
                <a:cubicBezTo>
                  <a:pt x="217918" y="29697"/>
                  <a:pt x="217646" y="30326"/>
                  <a:pt x="217100" y="30829"/>
                </a:cubicBezTo>
                <a:cubicBezTo>
                  <a:pt x="216555" y="31332"/>
                  <a:pt x="215653" y="31584"/>
                  <a:pt x="214395" y="31584"/>
                </a:cubicBezTo>
                <a:lnTo>
                  <a:pt x="207285" y="31584"/>
                </a:lnTo>
                <a:lnTo>
                  <a:pt x="207285" y="84507"/>
                </a:lnTo>
                <a:cubicBezTo>
                  <a:pt x="207285" y="88039"/>
                  <a:pt x="206530" y="91193"/>
                  <a:pt x="205020" y="93968"/>
                </a:cubicBezTo>
                <a:cubicBezTo>
                  <a:pt x="204014" y="95819"/>
                  <a:pt x="202336" y="97732"/>
                  <a:pt x="199987" y="99709"/>
                </a:cubicBezTo>
                <a:cubicBezTo>
                  <a:pt x="197638" y="101686"/>
                  <a:pt x="195499" y="103094"/>
                  <a:pt x="193570" y="103934"/>
                </a:cubicBezTo>
                <a:cubicBezTo>
                  <a:pt x="191640" y="104776"/>
                  <a:pt x="189061" y="105197"/>
                  <a:pt x="185831" y="105197"/>
                </a:cubicBezTo>
                <a:lnTo>
                  <a:pt x="170857" y="105197"/>
                </a:lnTo>
                <a:cubicBezTo>
                  <a:pt x="169598" y="105197"/>
                  <a:pt x="168697" y="104958"/>
                  <a:pt x="168151" y="104481"/>
                </a:cubicBezTo>
                <a:cubicBezTo>
                  <a:pt x="167606" y="104005"/>
                  <a:pt x="167333" y="103373"/>
                  <a:pt x="167333" y="102586"/>
                </a:cubicBezTo>
                <a:cubicBezTo>
                  <a:pt x="167333" y="101798"/>
                  <a:pt x="167606" y="101155"/>
                  <a:pt x="168151" y="100657"/>
                </a:cubicBezTo>
                <a:cubicBezTo>
                  <a:pt x="168697" y="100160"/>
                  <a:pt x="169598" y="99912"/>
                  <a:pt x="170857" y="99912"/>
                </a:cubicBezTo>
                <a:lnTo>
                  <a:pt x="186020" y="99912"/>
                </a:lnTo>
                <a:cubicBezTo>
                  <a:pt x="189123" y="99912"/>
                  <a:pt x="191923" y="99114"/>
                  <a:pt x="194419" y="97519"/>
                </a:cubicBezTo>
                <a:cubicBezTo>
                  <a:pt x="196915" y="95924"/>
                  <a:pt x="198980" y="93594"/>
                  <a:pt x="200616" y="90529"/>
                </a:cubicBezTo>
                <a:cubicBezTo>
                  <a:pt x="201539" y="88766"/>
                  <a:pt x="202000" y="86520"/>
                  <a:pt x="202000" y="83791"/>
                </a:cubicBezTo>
                <a:lnTo>
                  <a:pt x="202000" y="67922"/>
                </a:lnTo>
                <a:cubicBezTo>
                  <a:pt x="196338" y="75659"/>
                  <a:pt x="189040" y="79527"/>
                  <a:pt x="180105" y="79527"/>
                </a:cubicBezTo>
                <a:cubicBezTo>
                  <a:pt x="172849" y="79527"/>
                  <a:pt x="166589" y="76829"/>
                  <a:pt x="161325" y="71434"/>
                </a:cubicBezTo>
                <a:cubicBezTo>
                  <a:pt x="156061" y="66038"/>
                  <a:pt x="153429" y="59539"/>
                  <a:pt x="153429" y="51938"/>
                </a:cubicBezTo>
                <a:cubicBezTo>
                  <a:pt x="153429" y="44337"/>
                  <a:pt x="156061" y="37849"/>
                  <a:pt x="161325" y="32475"/>
                </a:cubicBezTo>
                <a:cubicBezTo>
                  <a:pt x="166589" y="27099"/>
                  <a:pt x="172849" y="24412"/>
                  <a:pt x="180105" y="24412"/>
                </a:cubicBezTo>
                <a:cubicBezTo>
                  <a:pt x="189040" y="24412"/>
                  <a:pt x="196338" y="28258"/>
                  <a:pt x="202000" y="35951"/>
                </a:cubicBezTo>
                <a:moveTo>
                  <a:pt x="202000" y="51938"/>
                </a:moveTo>
                <a:cubicBezTo>
                  <a:pt x="202000" y="45704"/>
                  <a:pt x="199872" y="40438"/>
                  <a:pt x="195614" y="36142"/>
                </a:cubicBezTo>
                <a:cubicBezTo>
                  <a:pt x="191357" y="31845"/>
                  <a:pt x="186271" y="29697"/>
                  <a:pt x="180357" y="29697"/>
                </a:cubicBezTo>
                <a:cubicBezTo>
                  <a:pt x="174443" y="29697"/>
                  <a:pt x="169368" y="31855"/>
                  <a:pt x="165131" y="36173"/>
                </a:cubicBezTo>
                <a:cubicBezTo>
                  <a:pt x="160895" y="40491"/>
                  <a:pt x="158777" y="45746"/>
                  <a:pt x="158777" y="51938"/>
                </a:cubicBezTo>
                <a:cubicBezTo>
                  <a:pt x="158777" y="58172"/>
                  <a:pt x="160895" y="63447"/>
                  <a:pt x="165131" y="67765"/>
                </a:cubicBezTo>
                <a:cubicBezTo>
                  <a:pt x="169368" y="72083"/>
                  <a:pt x="174443" y="74242"/>
                  <a:pt x="180357" y="74242"/>
                </a:cubicBezTo>
                <a:cubicBezTo>
                  <a:pt x="186271" y="74242"/>
                  <a:pt x="191357" y="72083"/>
                  <a:pt x="195614" y="67765"/>
                </a:cubicBezTo>
                <a:cubicBezTo>
                  <a:pt x="199872" y="63447"/>
                  <a:pt x="202000" y="58172"/>
                  <a:pt x="202000" y="51938"/>
                </a:cubicBezTo>
                <a:close/>
                <a:moveTo>
                  <a:pt x="238793" y="75626"/>
                </a:moveTo>
                <a:lnTo>
                  <a:pt x="279375" y="75626"/>
                </a:lnTo>
                <a:lnTo>
                  <a:pt x="279375" y="73487"/>
                </a:lnTo>
                <a:cubicBezTo>
                  <a:pt x="279375" y="72228"/>
                  <a:pt x="279626" y="71326"/>
                  <a:pt x="280130" y="70781"/>
                </a:cubicBezTo>
                <a:cubicBezTo>
                  <a:pt x="280633" y="70236"/>
                  <a:pt x="281283" y="69963"/>
                  <a:pt x="282080" y="69963"/>
                </a:cubicBezTo>
                <a:cubicBezTo>
                  <a:pt x="282835" y="69963"/>
                  <a:pt x="283464" y="70236"/>
                  <a:pt x="283968" y="70781"/>
                </a:cubicBezTo>
                <a:cubicBezTo>
                  <a:pt x="284471" y="71326"/>
                  <a:pt x="284723" y="72228"/>
                  <a:pt x="284723" y="73487"/>
                </a:cubicBezTo>
                <a:lnTo>
                  <a:pt x="284723" y="80911"/>
                </a:lnTo>
                <a:lnTo>
                  <a:pt x="233634" y="80911"/>
                </a:lnTo>
                <a:lnTo>
                  <a:pt x="233634" y="72983"/>
                </a:lnTo>
                <a:cubicBezTo>
                  <a:pt x="244372" y="63336"/>
                  <a:pt x="254816" y="53521"/>
                  <a:pt x="264967" y="43538"/>
                </a:cubicBezTo>
                <a:cubicBezTo>
                  <a:pt x="269707" y="38882"/>
                  <a:pt x="272957" y="35464"/>
                  <a:pt x="274719" y="33283"/>
                </a:cubicBezTo>
                <a:cubicBezTo>
                  <a:pt x="276481" y="31102"/>
                  <a:pt x="277686" y="29183"/>
                  <a:pt x="278337" y="27526"/>
                </a:cubicBezTo>
                <a:cubicBezTo>
                  <a:pt x="278987" y="25869"/>
                  <a:pt x="279312" y="24202"/>
                  <a:pt x="279312" y="22524"/>
                </a:cubicBezTo>
                <a:cubicBezTo>
                  <a:pt x="279312" y="17994"/>
                  <a:pt x="277487" y="13988"/>
                  <a:pt x="273838" y="10507"/>
                </a:cubicBezTo>
                <a:cubicBezTo>
                  <a:pt x="270189" y="7026"/>
                  <a:pt x="265785" y="5285"/>
                  <a:pt x="260626" y="5285"/>
                </a:cubicBezTo>
                <a:cubicBezTo>
                  <a:pt x="256012" y="5285"/>
                  <a:pt x="251922" y="6617"/>
                  <a:pt x="248357" y="9280"/>
                </a:cubicBezTo>
                <a:cubicBezTo>
                  <a:pt x="244792" y="11942"/>
                  <a:pt x="242485" y="15239"/>
                  <a:pt x="241436" y="19170"/>
                </a:cubicBezTo>
                <a:cubicBezTo>
                  <a:pt x="241184" y="20184"/>
                  <a:pt x="240870" y="20840"/>
                  <a:pt x="240492" y="21136"/>
                </a:cubicBezTo>
                <a:cubicBezTo>
                  <a:pt x="239989" y="21558"/>
                  <a:pt x="239402" y="21769"/>
                  <a:pt x="238731" y="21769"/>
                </a:cubicBezTo>
                <a:cubicBezTo>
                  <a:pt x="238017" y="21769"/>
                  <a:pt x="237420" y="21527"/>
                  <a:pt x="236937" y="21044"/>
                </a:cubicBezTo>
                <a:cubicBezTo>
                  <a:pt x="236455" y="20560"/>
                  <a:pt x="236214" y="19981"/>
                  <a:pt x="236214" y="19308"/>
                </a:cubicBezTo>
                <a:cubicBezTo>
                  <a:pt x="236214" y="17289"/>
                  <a:pt x="237315" y="14555"/>
                  <a:pt x="239517" y="11107"/>
                </a:cubicBezTo>
                <a:cubicBezTo>
                  <a:pt x="241719" y="7657"/>
                  <a:pt x="244760" y="4944"/>
                  <a:pt x="248640" y="2967"/>
                </a:cubicBezTo>
                <a:cubicBezTo>
                  <a:pt x="252520" y="989"/>
                  <a:pt x="256494" y="0"/>
                  <a:pt x="260563" y="0"/>
                </a:cubicBezTo>
                <a:cubicBezTo>
                  <a:pt x="267148" y="0"/>
                  <a:pt x="272810" y="2288"/>
                  <a:pt x="277550" y="6864"/>
                </a:cubicBezTo>
                <a:cubicBezTo>
                  <a:pt x="282290" y="11440"/>
                  <a:pt x="284660" y="16624"/>
                  <a:pt x="284660" y="22416"/>
                </a:cubicBezTo>
                <a:cubicBezTo>
                  <a:pt x="284660" y="24851"/>
                  <a:pt x="284261" y="27088"/>
                  <a:pt x="283464" y="29124"/>
                </a:cubicBezTo>
                <a:cubicBezTo>
                  <a:pt x="282667" y="31160"/>
                  <a:pt x="281315" y="33385"/>
                  <a:pt x="279406" y="35800"/>
                </a:cubicBezTo>
                <a:cubicBezTo>
                  <a:pt x="277498" y="38213"/>
                  <a:pt x="274069" y="41854"/>
                  <a:pt x="269119" y="46723"/>
                </a:cubicBezTo>
                <a:cubicBezTo>
                  <a:pt x="256704" y="58982"/>
                  <a:pt x="246595" y="68490"/>
                  <a:pt x="238793" y="75248"/>
                </a:cubicBezTo>
                <a:lnTo>
                  <a:pt x="238793" y="756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0A513-FAB2-469E-B8CE-5C4B4D66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263" y="2984141"/>
            <a:ext cx="10" cy="560055"/>
          </a:xfrm>
          <a:custGeom xmlns:a="http://schemas.openxmlformats.org/drawingml/2006/main">
            <a:pathLst>
              <a:path w="1" h="560055">
                <a:moveTo>
                  <a:pt x="0" y="0"/>
                </a:moveTo>
                <a:lnTo>
                  <a:pt x="0" y="56005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0A45A-603B-4332-9599-9F63CC00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263" y="2984141"/>
            <a:ext cx="10" cy="493816"/>
          </a:xfrm>
          <a:custGeom xmlns:a="http://schemas.openxmlformats.org/drawingml/2006/main">
            <a:pathLst>
              <a:path w="1" h="493816" fill="none">
                <a:moveTo>
                  <a:pt x="0" y="0"/>
                </a:moveTo>
                <a:lnTo>
                  <a:pt x="0" y="493816"/>
                </a:ln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round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35551-8A2E-49F7-9FE9-21E4D728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27" y="3456222"/>
            <a:ext cx="43472" cy="59719"/>
          </a:xfrm>
          <a:custGeom xmlns:a="http://schemas.openxmlformats.org/drawingml/2006/main">
            <a:pathLst>
              <a:path w="43472" h="59719">
                <a:moveTo>
                  <a:pt x="21736" y="21736"/>
                </a:moveTo>
                <a:lnTo>
                  <a:pt x="43472" y="0"/>
                </a:lnTo>
                <a:lnTo>
                  <a:pt x="21736" y="59719"/>
                </a:lnTo>
                <a:lnTo>
                  <a:pt x="0" y="0"/>
                </a:lnTo>
                <a:lnTo>
                  <a:pt x="21736" y="21736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30BFF-E13E-4C49-B304-E21942A7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27" y="3456222"/>
            <a:ext cx="43472" cy="59719"/>
          </a:xfrm>
          <a:custGeom xmlns:a="http://schemas.openxmlformats.org/drawingml/2006/main">
            <a:pathLst>
              <a:path w="43472" h="59719" fill="none">
                <a:moveTo>
                  <a:pt x="21736" y="21736"/>
                </a:moveTo>
                <a:lnTo>
                  <a:pt x="0" y="0"/>
                </a:lnTo>
                <a:lnTo>
                  <a:pt x="21736" y="59719"/>
                </a:lnTo>
                <a:lnTo>
                  <a:pt x="43472" y="0"/>
                </a:lnTo>
                <a:lnTo>
                  <a:pt x="21736" y="217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221ED-FC98-41D7-AB06-7AB079F6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504" y="3905163"/>
            <a:ext cx="397517" cy="194497"/>
          </a:xfrm>
          <a:custGeom xmlns:a="http://schemas.openxmlformats.org/drawingml/2006/main">
            <a:pathLst>
              <a:path w="397517" h="194497">
                <a:moveTo>
                  <a:pt x="0" y="32417"/>
                </a:moveTo>
                <a:lnTo>
                  <a:pt x="0" y="32417"/>
                </a:lnTo>
                <a:cubicBezTo>
                  <a:pt x="0" y="14513"/>
                  <a:pt x="14513" y="0"/>
                  <a:pt x="32417" y="0"/>
                </a:cubicBezTo>
                <a:lnTo>
                  <a:pt x="365100" y="0"/>
                </a:lnTo>
                <a:cubicBezTo>
                  <a:pt x="373698" y="0"/>
                  <a:pt x="381943" y="3416"/>
                  <a:pt x="388023" y="9495"/>
                </a:cubicBezTo>
                <a:cubicBezTo>
                  <a:pt x="394102" y="15574"/>
                  <a:pt x="397517" y="23820"/>
                  <a:pt x="397517" y="32417"/>
                </a:cubicBezTo>
                <a:lnTo>
                  <a:pt x="397517" y="162080"/>
                </a:lnTo>
                <a:cubicBezTo>
                  <a:pt x="397517" y="179984"/>
                  <a:pt x="383004" y="194497"/>
                  <a:pt x="365100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0"/>
                </a:cubicBezTo>
                <a:lnTo>
                  <a:pt x="0" y="324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20B10-CCA5-47FE-A5A4-E2DC6628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504" y="3905163"/>
            <a:ext cx="397517" cy="194497"/>
          </a:xfrm>
          <a:custGeom xmlns:a="http://schemas.openxmlformats.org/drawingml/2006/main">
            <a:pathLst>
              <a:path w="397517" h="194497" fill="none">
                <a:moveTo>
                  <a:pt x="0" y="32417"/>
                </a:moveTo>
                <a:lnTo>
                  <a:pt x="0" y="32417"/>
                </a:lnTo>
                <a:cubicBezTo>
                  <a:pt x="0" y="14513"/>
                  <a:pt x="14513" y="0"/>
                  <a:pt x="32417" y="0"/>
                </a:cubicBezTo>
                <a:lnTo>
                  <a:pt x="365100" y="0"/>
                </a:lnTo>
                <a:cubicBezTo>
                  <a:pt x="373698" y="0"/>
                  <a:pt x="381943" y="3416"/>
                  <a:pt x="388023" y="9495"/>
                </a:cubicBezTo>
                <a:cubicBezTo>
                  <a:pt x="394102" y="15574"/>
                  <a:pt x="397517" y="23820"/>
                  <a:pt x="397517" y="32417"/>
                </a:cubicBezTo>
                <a:lnTo>
                  <a:pt x="397517" y="162080"/>
                </a:lnTo>
                <a:cubicBezTo>
                  <a:pt x="397517" y="179984"/>
                  <a:pt x="383004" y="194497"/>
                  <a:pt x="365100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0"/>
                </a:cubicBezTo>
                <a:lnTo>
                  <a:pt x="0" y="32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FF"/>
            </a:solidFill>
            <a:round/>
          </a:ln>
        </p:spPr>
      </p:sp>
      <p:sp>
        <p:nvSpPr>
          <p:cNvPr id="141" name="Text arg2">
            <a:extLst xmlns:a="http://schemas.openxmlformats.org/drawingml/2006/main">
              <a:ext uri="{FF2B5EF4-FFF2-40B4-BE49-F238E27FC236}">
                <a16:creationId xmlns:a16="http://schemas.microsoft.com/office/drawing/2014/main" id="{7052BA6E-96A1-489D-BE37-CEF8E7F1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540" y="3958224"/>
            <a:ext cx="284723" cy="105197"/>
          </a:xfrm>
          <a:custGeom xmlns:a="http://schemas.openxmlformats.org/drawingml/2006/main">
            <a:pathLst>
              <a:path w="284723" h="105197">
                <a:moveTo>
                  <a:pt x="44797" y="80911"/>
                </a:moveTo>
                <a:lnTo>
                  <a:pt x="44797" y="73235"/>
                </a:lnTo>
                <a:cubicBezTo>
                  <a:pt x="37121" y="79694"/>
                  <a:pt x="28921" y="82924"/>
                  <a:pt x="20196" y="82924"/>
                </a:cubicBezTo>
                <a:cubicBezTo>
                  <a:pt x="13863" y="82924"/>
                  <a:pt x="8913" y="81320"/>
                  <a:pt x="5348" y="78111"/>
                </a:cubicBezTo>
                <a:cubicBezTo>
                  <a:pt x="1783" y="74902"/>
                  <a:pt x="0" y="70970"/>
                  <a:pt x="0" y="66314"/>
                </a:cubicBezTo>
                <a:cubicBezTo>
                  <a:pt x="0" y="61197"/>
                  <a:pt x="2349" y="56730"/>
                  <a:pt x="7047" y="52913"/>
                </a:cubicBezTo>
                <a:cubicBezTo>
                  <a:pt x="11744" y="49096"/>
                  <a:pt x="18602" y="47187"/>
                  <a:pt x="27620" y="47187"/>
                </a:cubicBezTo>
                <a:cubicBezTo>
                  <a:pt x="30053" y="47187"/>
                  <a:pt x="32696" y="47345"/>
                  <a:pt x="35548" y="47659"/>
                </a:cubicBezTo>
                <a:cubicBezTo>
                  <a:pt x="38400" y="47974"/>
                  <a:pt x="41483" y="48467"/>
                  <a:pt x="44797" y="49138"/>
                </a:cubicBezTo>
                <a:lnTo>
                  <a:pt x="44797" y="40526"/>
                </a:lnTo>
                <a:cubicBezTo>
                  <a:pt x="44797" y="37612"/>
                  <a:pt x="43454" y="35079"/>
                  <a:pt x="40770" y="32927"/>
                </a:cubicBezTo>
                <a:cubicBezTo>
                  <a:pt x="38086" y="30773"/>
                  <a:pt x="34059" y="29697"/>
                  <a:pt x="28690" y="29697"/>
                </a:cubicBezTo>
                <a:cubicBezTo>
                  <a:pt x="24579" y="29697"/>
                  <a:pt x="18812" y="30910"/>
                  <a:pt x="11388" y="33336"/>
                </a:cubicBezTo>
                <a:cubicBezTo>
                  <a:pt x="10046" y="33762"/>
                  <a:pt x="9186" y="33975"/>
                  <a:pt x="8808" y="33975"/>
                </a:cubicBezTo>
                <a:cubicBezTo>
                  <a:pt x="8137" y="33975"/>
                  <a:pt x="7560" y="33723"/>
                  <a:pt x="7078" y="33220"/>
                </a:cubicBezTo>
                <a:cubicBezTo>
                  <a:pt x="6596" y="32717"/>
                  <a:pt x="6355" y="32087"/>
                  <a:pt x="6355" y="31332"/>
                </a:cubicBezTo>
                <a:cubicBezTo>
                  <a:pt x="6355" y="30619"/>
                  <a:pt x="6564" y="30053"/>
                  <a:pt x="6984" y="29634"/>
                </a:cubicBezTo>
                <a:cubicBezTo>
                  <a:pt x="7571" y="29005"/>
                  <a:pt x="9941" y="28145"/>
                  <a:pt x="14093" y="27054"/>
                </a:cubicBezTo>
                <a:cubicBezTo>
                  <a:pt x="20637" y="25292"/>
                  <a:pt x="25586" y="24412"/>
                  <a:pt x="28942" y="24412"/>
                </a:cubicBezTo>
                <a:cubicBezTo>
                  <a:pt x="35611" y="24412"/>
                  <a:pt x="40812" y="26062"/>
                  <a:pt x="44545" y="29362"/>
                </a:cubicBezTo>
                <a:cubicBezTo>
                  <a:pt x="48278" y="32663"/>
                  <a:pt x="50145" y="36395"/>
                  <a:pt x="50145" y="40558"/>
                </a:cubicBezTo>
                <a:lnTo>
                  <a:pt x="50145" y="75626"/>
                </a:lnTo>
                <a:lnTo>
                  <a:pt x="57191" y="75626"/>
                </a:lnTo>
                <a:cubicBezTo>
                  <a:pt x="58491" y="75626"/>
                  <a:pt x="59414" y="75867"/>
                  <a:pt x="59960" y="76349"/>
                </a:cubicBezTo>
                <a:cubicBezTo>
                  <a:pt x="60505" y="76832"/>
                  <a:pt x="60777" y="77471"/>
                  <a:pt x="60777" y="78268"/>
                </a:cubicBezTo>
                <a:cubicBezTo>
                  <a:pt x="60777" y="79023"/>
                  <a:pt x="60505" y="79652"/>
                  <a:pt x="59960" y="80156"/>
                </a:cubicBezTo>
                <a:cubicBezTo>
                  <a:pt x="59414" y="80659"/>
                  <a:pt x="58491" y="80911"/>
                  <a:pt x="57191" y="80911"/>
                </a:cubicBezTo>
                <a:lnTo>
                  <a:pt x="44797" y="80911"/>
                </a:lnTo>
                <a:moveTo>
                  <a:pt x="44797" y="54549"/>
                </a:moveTo>
                <a:cubicBezTo>
                  <a:pt x="42322" y="53836"/>
                  <a:pt x="39700" y="53311"/>
                  <a:pt x="36932" y="52976"/>
                </a:cubicBezTo>
                <a:cubicBezTo>
                  <a:pt x="34164" y="52640"/>
                  <a:pt x="31249" y="52472"/>
                  <a:pt x="28187" y="52472"/>
                </a:cubicBezTo>
                <a:cubicBezTo>
                  <a:pt x="20511" y="52472"/>
                  <a:pt x="14513" y="54129"/>
                  <a:pt x="10192" y="57443"/>
                </a:cubicBezTo>
                <a:cubicBezTo>
                  <a:pt x="6921" y="59918"/>
                  <a:pt x="5285" y="62875"/>
                  <a:pt x="5285" y="66314"/>
                </a:cubicBezTo>
                <a:cubicBezTo>
                  <a:pt x="5285" y="69502"/>
                  <a:pt x="6533" y="72186"/>
                  <a:pt x="9029" y="74367"/>
                </a:cubicBezTo>
                <a:cubicBezTo>
                  <a:pt x="11524" y="76549"/>
                  <a:pt x="15163" y="77639"/>
                  <a:pt x="19945" y="77639"/>
                </a:cubicBezTo>
                <a:cubicBezTo>
                  <a:pt x="24517" y="77639"/>
                  <a:pt x="28763" y="76727"/>
                  <a:pt x="32685" y="74902"/>
                </a:cubicBezTo>
                <a:cubicBezTo>
                  <a:pt x="36607" y="73078"/>
                  <a:pt x="40644" y="70173"/>
                  <a:pt x="44797" y="66188"/>
                </a:cubicBezTo>
                <a:lnTo>
                  <a:pt x="44797" y="54549"/>
                </a:lnTo>
                <a:close/>
                <a:moveTo>
                  <a:pt x="100591" y="26299"/>
                </a:moveTo>
                <a:lnTo>
                  <a:pt x="100591" y="39671"/>
                </a:lnTo>
                <a:cubicBezTo>
                  <a:pt x="107470" y="33476"/>
                  <a:pt x="112619" y="29490"/>
                  <a:pt x="116037" y="27711"/>
                </a:cubicBezTo>
                <a:cubicBezTo>
                  <a:pt x="119456" y="25931"/>
                  <a:pt x="122612" y="25041"/>
                  <a:pt x="125506" y="25041"/>
                </a:cubicBezTo>
                <a:cubicBezTo>
                  <a:pt x="128652" y="25041"/>
                  <a:pt x="131578" y="26107"/>
                  <a:pt x="134283" y="28240"/>
                </a:cubicBezTo>
                <a:cubicBezTo>
                  <a:pt x="136989" y="30372"/>
                  <a:pt x="138341" y="31988"/>
                  <a:pt x="138341" y="33086"/>
                </a:cubicBezTo>
                <a:cubicBezTo>
                  <a:pt x="138341" y="33888"/>
                  <a:pt x="138079" y="34552"/>
                  <a:pt x="137555" y="35076"/>
                </a:cubicBezTo>
                <a:cubicBezTo>
                  <a:pt x="137031" y="35600"/>
                  <a:pt x="136370" y="35862"/>
                  <a:pt x="135573" y="35862"/>
                </a:cubicBezTo>
                <a:cubicBezTo>
                  <a:pt x="135154" y="35862"/>
                  <a:pt x="134797" y="35789"/>
                  <a:pt x="134503" y="35642"/>
                </a:cubicBezTo>
                <a:cubicBezTo>
                  <a:pt x="134210" y="35495"/>
                  <a:pt x="133665" y="35018"/>
                  <a:pt x="132868" y="34211"/>
                </a:cubicBezTo>
                <a:cubicBezTo>
                  <a:pt x="131400" y="32725"/>
                  <a:pt x="130120" y="31705"/>
                  <a:pt x="129030" y="31154"/>
                </a:cubicBezTo>
                <a:cubicBezTo>
                  <a:pt x="127939" y="30602"/>
                  <a:pt x="126870" y="30326"/>
                  <a:pt x="125821" y="30326"/>
                </a:cubicBezTo>
                <a:cubicBezTo>
                  <a:pt x="123514" y="30326"/>
                  <a:pt x="120735" y="31248"/>
                  <a:pt x="117484" y="33092"/>
                </a:cubicBezTo>
                <a:cubicBezTo>
                  <a:pt x="114234" y="34936"/>
                  <a:pt x="108603" y="39442"/>
                  <a:pt x="100591" y="46609"/>
                </a:cubicBezTo>
                <a:lnTo>
                  <a:pt x="100591" y="75626"/>
                </a:lnTo>
                <a:lnTo>
                  <a:pt x="123996" y="75626"/>
                </a:lnTo>
                <a:cubicBezTo>
                  <a:pt x="125297" y="75626"/>
                  <a:pt x="126219" y="75867"/>
                  <a:pt x="126765" y="76349"/>
                </a:cubicBezTo>
                <a:cubicBezTo>
                  <a:pt x="127310" y="76832"/>
                  <a:pt x="127583" y="77471"/>
                  <a:pt x="127583" y="78268"/>
                </a:cubicBezTo>
                <a:cubicBezTo>
                  <a:pt x="127583" y="79023"/>
                  <a:pt x="127310" y="79652"/>
                  <a:pt x="126765" y="80156"/>
                </a:cubicBezTo>
                <a:cubicBezTo>
                  <a:pt x="126219" y="80659"/>
                  <a:pt x="125297" y="80911"/>
                  <a:pt x="123996" y="80911"/>
                </a:cubicBezTo>
                <a:lnTo>
                  <a:pt x="82534" y="80911"/>
                </a:lnTo>
                <a:cubicBezTo>
                  <a:pt x="81276" y="80911"/>
                  <a:pt x="80374" y="80664"/>
                  <a:pt x="79829" y="80170"/>
                </a:cubicBezTo>
                <a:cubicBezTo>
                  <a:pt x="79284" y="79675"/>
                  <a:pt x="79011" y="79042"/>
                  <a:pt x="79011" y="78268"/>
                </a:cubicBezTo>
                <a:cubicBezTo>
                  <a:pt x="79011" y="77555"/>
                  <a:pt x="79273" y="76958"/>
                  <a:pt x="79797" y="76475"/>
                </a:cubicBezTo>
                <a:cubicBezTo>
                  <a:pt x="80322" y="75993"/>
                  <a:pt x="81234" y="75752"/>
                  <a:pt x="82534" y="75752"/>
                </a:cubicBezTo>
                <a:lnTo>
                  <a:pt x="95306" y="75752"/>
                </a:lnTo>
                <a:lnTo>
                  <a:pt x="95306" y="31584"/>
                </a:lnTo>
                <a:lnTo>
                  <a:pt x="85554" y="31584"/>
                </a:lnTo>
                <a:cubicBezTo>
                  <a:pt x="84296" y="31584"/>
                  <a:pt x="83394" y="31332"/>
                  <a:pt x="82849" y="30829"/>
                </a:cubicBezTo>
                <a:cubicBezTo>
                  <a:pt x="82304" y="30326"/>
                  <a:pt x="82031" y="29676"/>
                  <a:pt x="82031" y="28879"/>
                </a:cubicBezTo>
                <a:cubicBezTo>
                  <a:pt x="82031" y="28142"/>
                  <a:pt x="82293" y="27528"/>
                  <a:pt x="82817" y="27036"/>
                </a:cubicBezTo>
                <a:cubicBezTo>
                  <a:pt x="83342" y="26545"/>
                  <a:pt x="84254" y="26299"/>
                  <a:pt x="85554" y="26299"/>
                </a:cubicBezTo>
                <a:lnTo>
                  <a:pt x="100591" y="26299"/>
                </a:lnTo>
                <a:close/>
                <a:moveTo>
                  <a:pt x="202000" y="35951"/>
                </a:moveTo>
                <a:lnTo>
                  <a:pt x="202000" y="26299"/>
                </a:lnTo>
                <a:lnTo>
                  <a:pt x="214395" y="26299"/>
                </a:lnTo>
                <a:cubicBezTo>
                  <a:pt x="215653" y="26299"/>
                  <a:pt x="216555" y="26545"/>
                  <a:pt x="217100" y="27036"/>
                </a:cubicBezTo>
                <a:cubicBezTo>
                  <a:pt x="217646" y="27528"/>
                  <a:pt x="217918" y="28163"/>
                  <a:pt x="217918" y="28942"/>
                </a:cubicBezTo>
                <a:cubicBezTo>
                  <a:pt x="217918" y="29697"/>
                  <a:pt x="217646" y="30326"/>
                  <a:pt x="217100" y="30829"/>
                </a:cubicBezTo>
                <a:cubicBezTo>
                  <a:pt x="216555" y="31332"/>
                  <a:pt x="215653" y="31584"/>
                  <a:pt x="214395" y="31584"/>
                </a:cubicBezTo>
                <a:lnTo>
                  <a:pt x="207285" y="31584"/>
                </a:lnTo>
                <a:lnTo>
                  <a:pt x="207285" y="84507"/>
                </a:lnTo>
                <a:cubicBezTo>
                  <a:pt x="207285" y="88039"/>
                  <a:pt x="206530" y="91193"/>
                  <a:pt x="205020" y="93968"/>
                </a:cubicBezTo>
                <a:cubicBezTo>
                  <a:pt x="204014" y="95819"/>
                  <a:pt x="202336" y="97732"/>
                  <a:pt x="199987" y="99709"/>
                </a:cubicBezTo>
                <a:cubicBezTo>
                  <a:pt x="197638" y="101686"/>
                  <a:pt x="195499" y="103094"/>
                  <a:pt x="193570" y="103934"/>
                </a:cubicBezTo>
                <a:cubicBezTo>
                  <a:pt x="191640" y="104776"/>
                  <a:pt x="189061" y="105197"/>
                  <a:pt x="185831" y="105197"/>
                </a:cubicBezTo>
                <a:lnTo>
                  <a:pt x="170857" y="105197"/>
                </a:lnTo>
                <a:cubicBezTo>
                  <a:pt x="169598" y="105197"/>
                  <a:pt x="168697" y="104958"/>
                  <a:pt x="168151" y="104481"/>
                </a:cubicBezTo>
                <a:cubicBezTo>
                  <a:pt x="167606" y="104005"/>
                  <a:pt x="167333" y="103373"/>
                  <a:pt x="167333" y="102586"/>
                </a:cubicBezTo>
                <a:cubicBezTo>
                  <a:pt x="167333" y="101798"/>
                  <a:pt x="167606" y="101155"/>
                  <a:pt x="168151" y="100657"/>
                </a:cubicBezTo>
                <a:cubicBezTo>
                  <a:pt x="168697" y="100160"/>
                  <a:pt x="169598" y="99912"/>
                  <a:pt x="170857" y="99912"/>
                </a:cubicBezTo>
                <a:lnTo>
                  <a:pt x="186020" y="99912"/>
                </a:lnTo>
                <a:cubicBezTo>
                  <a:pt x="189123" y="99912"/>
                  <a:pt x="191923" y="99114"/>
                  <a:pt x="194419" y="97519"/>
                </a:cubicBezTo>
                <a:cubicBezTo>
                  <a:pt x="196915" y="95924"/>
                  <a:pt x="198980" y="93594"/>
                  <a:pt x="200616" y="90529"/>
                </a:cubicBezTo>
                <a:cubicBezTo>
                  <a:pt x="201539" y="88766"/>
                  <a:pt x="202000" y="86520"/>
                  <a:pt x="202000" y="83791"/>
                </a:cubicBezTo>
                <a:lnTo>
                  <a:pt x="202000" y="67922"/>
                </a:lnTo>
                <a:cubicBezTo>
                  <a:pt x="196338" y="75659"/>
                  <a:pt x="189040" y="79527"/>
                  <a:pt x="180105" y="79527"/>
                </a:cubicBezTo>
                <a:cubicBezTo>
                  <a:pt x="172849" y="79527"/>
                  <a:pt x="166589" y="76829"/>
                  <a:pt x="161325" y="71434"/>
                </a:cubicBezTo>
                <a:cubicBezTo>
                  <a:pt x="156061" y="66038"/>
                  <a:pt x="153429" y="59539"/>
                  <a:pt x="153429" y="51938"/>
                </a:cubicBezTo>
                <a:cubicBezTo>
                  <a:pt x="153429" y="44337"/>
                  <a:pt x="156061" y="37849"/>
                  <a:pt x="161325" y="32475"/>
                </a:cubicBezTo>
                <a:cubicBezTo>
                  <a:pt x="166589" y="27099"/>
                  <a:pt x="172849" y="24412"/>
                  <a:pt x="180105" y="24412"/>
                </a:cubicBezTo>
                <a:cubicBezTo>
                  <a:pt x="189040" y="24412"/>
                  <a:pt x="196338" y="28258"/>
                  <a:pt x="202000" y="35951"/>
                </a:cubicBezTo>
                <a:moveTo>
                  <a:pt x="202000" y="51938"/>
                </a:moveTo>
                <a:cubicBezTo>
                  <a:pt x="202000" y="45704"/>
                  <a:pt x="199872" y="40438"/>
                  <a:pt x="195614" y="36142"/>
                </a:cubicBezTo>
                <a:cubicBezTo>
                  <a:pt x="191357" y="31845"/>
                  <a:pt x="186271" y="29697"/>
                  <a:pt x="180357" y="29697"/>
                </a:cubicBezTo>
                <a:cubicBezTo>
                  <a:pt x="174443" y="29697"/>
                  <a:pt x="169368" y="31855"/>
                  <a:pt x="165131" y="36173"/>
                </a:cubicBezTo>
                <a:cubicBezTo>
                  <a:pt x="160895" y="40491"/>
                  <a:pt x="158777" y="45746"/>
                  <a:pt x="158777" y="51938"/>
                </a:cubicBezTo>
                <a:cubicBezTo>
                  <a:pt x="158777" y="58172"/>
                  <a:pt x="160895" y="63447"/>
                  <a:pt x="165131" y="67765"/>
                </a:cubicBezTo>
                <a:cubicBezTo>
                  <a:pt x="169368" y="72083"/>
                  <a:pt x="174443" y="74242"/>
                  <a:pt x="180357" y="74242"/>
                </a:cubicBezTo>
                <a:cubicBezTo>
                  <a:pt x="186271" y="74242"/>
                  <a:pt x="191357" y="72083"/>
                  <a:pt x="195614" y="67765"/>
                </a:cubicBezTo>
                <a:cubicBezTo>
                  <a:pt x="199872" y="63447"/>
                  <a:pt x="202000" y="58172"/>
                  <a:pt x="202000" y="51938"/>
                </a:cubicBezTo>
                <a:close/>
                <a:moveTo>
                  <a:pt x="238793" y="75626"/>
                </a:moveTo>
                <a:lnTo>
                  <a:pt x="279375" y="75626"/>
                </a:lnTo>
                <a:lnTo>
                  <a:pt x="279375" y="73487"/>
                </a:lnTo>
                <a:cubicBezTo>
                  <a:pt x="279375" y="72228"/>
                  <a:pt x="279626" y="71326"/>
                  <a:pt x="280130" y="70781"/>
                </a:cubicBezTo>
                <a:cubicBezTo>
                  <a:pt x="280633" y="70236"/>
                  <a:pt x="281283" y="69963"/>
                  <a:pt x="282080" y="69963"/>
                </a:cubicBezTo>
                <a:cubicBezTo>
                  <a:pt x="282835" y="69963"/>
                  <a:pt x="283464" y="70236"/>
                  <a:pt x="283968" y="70781"/>
                </a:cubicBezTo>
                <a:cubicBezTo>
                  <a:pt x="284471" y="71326"/>
                  <a:pt x="284723" y="72228"/>
                  <a:pt x="284723" y="73487"/>
                </a:cubicBezTo>
                <a:lnTo>
                  <a:pt x="284723" y="80911"/>
                </a:lnTo>
                <a:lnTo>
                  <a:pt x="233634" y="80911"/>
                </a:lnTo>
                <a:lnTo>
                  <a:pt x="233634" y="72983"/>
                </a:lnTo>
                <a:cubicBezTo>
                  <a:pt x="244372" y="63336"/>
                  <a:pt x="254816" y="53521"/>
                  <a:pt x="264967" y="43538"/>
                </a:cubicBezTo>
                <a:cubicBezTo>
                  <a:pt x="269707" y="38882"/>
                  <a:pt x="272957" y="35464"/>
                  <a:pt x="274719" y="33283"/>
                </a:cubicBezTo>
                <a:cubicBezTo>
                  <a:pt x="276481" y="31102"/>
                  <a:pt x="277686" y="29183"/>
                  <a:pt x="278337" y="27526"/>
                </a:cubicBezTo>
                <a:cubicBezTo>
                  <a:pt x="278987" y="25869"/>
                  <a:pt x="279312" y="24202"/>
                  <a:pt x="279312" y="22524"/>
                </a:cubicBezTo>
                <a:cubicBezTo>
                  <a:pt x="279312" y="17994"/>
                  <a:pt x="277487" y="13988"/>
                  <a:pt x="273838" y="10507"/>
                </a:cubicBezTo>
                <a:cubicBezTo>
                  <a:pt x="270189" y="7026"/>
                  <a:pt x="265785" y="5285"/>
                  <a:pt x="260626" y="5285"/>
                </a:cubicBezTo>
                <a:cubicBezTo>
                  <a:pt x="256012" y="5285"/>
                  <a:pt x="251922" y="6617"/>
                  <a:pt x="248357" y="9280"/>
                </a:cubicBezTo>
                <a:cubicBezTo>
                  <a:pt x="244792" y="11942"/>
                  <a:pt x="242485" y="15239"/>
                  <a:pt x="241436" y="19170"/>
                </a:cubicBezTo>
                <a:cubicBezTo>
                  <a:pt x="241184" y="20184"/>
                  <a:pt x="240870" y="20840"/>
                  <a:pt x="240492" y="21136"/>
                </a:cubicBezTo>
                <a:cubicBezTo>
                  <a:pt x="239989" y="21558"/>
                  <a:pt x="239402" y="21769"/>
                  <a:pt x="238731" y="21769"/>
                </a:cubicBezTo>
                <a:cubicBezTo>
                  <a:pt x="238017" y="21769"/>
                  <a:pt x="237420" y="21527"/>
                  <a:pt x="236937" y="21044"/>
                </a:cubicBezTo>
                <a:cubicBezTo>
                  <a:pt x="236455" y="20560"/>
                  <a:pt x="236214" y="19981"/>
                  <a:pt x="236214" y="19308"/>
                </a:cubicBezTo>
                <a:cubicBezTo>
                  <a:pt x="236214" y="17289"/>
                  <a:pt x="237315" y="14555"/>
                  <a:pt x="239517" y="11107"/>
                </a:cubicBezTo>
                <a:cubicBezTo>
                  <a:pt x="241719" y="7657"/>
                  <a:pt x="244760" y="4944"/>
                  <a:pt x="248640" y="2967"/>
                </a:cubicBezTo>
                <a:cubicBezTo>
                  <a:pt x="252520" y="989"/>
                  <a:pt x="256494" y="0"/>
                  <a:pt x="260563" y="0"/>
                </a:cubicBezTo>
                <a:cubicBezTo>
                  <a:pt x="267148" y="0"/>
                  <a:pt x="272810" y="2288"/>
                  <a:pt x="277550" y="6864"/>
                </a:cubicBezTo>
                <a:cubicBezTo>
                  <a:pt x="282290" y="11440"/>
                  <a:pt x="284660" y="16624"/>
                  <a:pt x="284660" y="22416"/>
                </a:cubicBezTo>
                <a:cubicBezTo>
                  <a:pt x="284660" y="24851"/>
                  <a:pt x="284261" y="27088"/>
                  <a:pt x="283464" y="29124"/>
                </a:cubicBezTo>
                <a:cubicBezTo>
                  <a:pt x="282667" y="31160"/>
                  <a:pt x="281315" y="33385"/>
                  <a:pt x="279406" y="35800"/>
                </a:cubicBezTo>
                <a:cubicBezTo>
                  <a:pt x="277498" y="38213"/>
                  <a:pt x="274069" y="41854"/>
                  <a:pt x="269119" y="46723"/>
                </a:cubicBezTo>
                <a:cubicBezTo>
                  <a:pt x="256704" y="58982"/>
                  <a:pt x="246595" y="68490"/>
                  <a:pt x="238793" y="75248"/>
                </a:cubicBezTo>
                <a:lnTo>
                  <a:pt x="238793" y="756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5ED1B6-C1CD-4DC7-AEE9-B30242D4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350" y="3736652"/>
            <a:ext cx="1826" cy="162233"/>
          </a:xfrm>
          <a:custGeom xmlns:a="http://schemas.openxmlformats.org/drawingml/2006/main">
            <a:pathLst>
              <a:path w="1826" h="162233">
                <a:moveTo>
                  <a:pt x="0" y="0"/>
                </a:moveTo>
                <a:lnTo>
                  <a:pt x="1826" y="162233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A7B38-4F12-43F1-9825-ECEC96BC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350" y="3736652"/>
            <a:ext cx="1081" cy="95999"/>
          </a:xfrm>
          <a:custGeom xmlns:a="http://schemas.openxmlformats.org/drawingml/2006/main">
            <a:pathLst>
              <a:path w="1081" h="95999" fill="none">
                <a:moveTo>
                  <a:pt x="0" y="0"/>
                </a:moveTo>
                <a:lnTo>
                  <a:pt x="1081" y="95999"/>
                </a:ln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round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40DF5-B936-4A91-8B25-8F0D383A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451" y="3810672"/>
            <a:ext cx="43469" cy="59960"/>
          </a:xfrm>
          <a:custGeom xmlns:a="http://schemas.openxmlformats.org/drawingml/2006/main">
            <a:pathLst>
              <a:path w="43469" h="59960">
                <a:moveTo>
                  <a:pt x="21979" y="21979"/>
                </a:moveTo>
                <a:lnTo>
                  <a:pt x="43469" y="0"/>
                </a:lnTo>
                <a:lnTo>
                  <a:pt x="22407" y="59960"/>
                </a:lnTo>
                <a:lnTo>
                  <a:pt x="0" y="490"/>
                </a:lnTo>
                <a:lnTo>
                  <a:pt x="21979" y="21979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0A116-273D-4BF8-AC0A-9C09FADA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451" y="3810672"/>
            <a:ext cx="43469" cy="59960"/>
          </a:xfrm>
          <a:custGeom xmlns:a="http://schemas.openxmlformats.org/drawingml/2006/main">
            <a:pathLst>
              <a:path w="43469" h="59960" fill="none">
                <a:moveTo>
                  <a:pt x="21979" y="21979"/>
                </a:moveTo>
                <a:lnTo>
                  <a:pt x="0" y="490"/>
                </a:lnTo>
                <a:lnTo>
                  <a:pt x="22407" y="59960"/>
                </a:lnTo>
                <a:lnTo>
                  <a:pt x="43469" y="0"/>
                </a:lnTo>
                <a:lnTo>
                  <a:pt x="21979" y="219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BEEBC2-1954-4F6B-A322-4923618F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58" y="3905163"/>
            <a:ext cx="397517" cy="194497"/>
          </a:xfrm>
          <a:custGeom xmlns:a="http://schemas.openxmlformats.org/drawingml/2006/main">
            <a:pathLst>
              <a:path w="397517" h="194497">
                <a:moveTo>
                  <a:pt x="0" y="32417"/>
                </a:moveTo>
                <a:lnTo>
                  <a:pt x="0" y="32417"/>
                </a:lnTo>
                <a:cubicBezTo>
                  <a:pt x="0" y="14513"/>
                  <a:pt x="14513" y="0"/>
                  <a:pt x="32417" y="0"/>
                </a:cubicBezTo>
                <a:lnTo>
                  <a:pt x="365101" y="0"/>
                </a:lnTo>
                <a:cubicBezTo>
                  <a:pt x="373699" y="0"/>
                  <a:pt x="381943" y="3416"/>
                  <a:pt x="388023" y="9495"/>
                </a:cubicBezTo>
                <a:cubicBezTo>
                  <a:pt x="394102" y="15574"/>
                  <a:pt x="397517" y="23820"/>
                  <a:pt x="397517" y="32417"/>
                </a:cubicBezTo>
                <a:lnTo>
                  <a:pt x="397517" y="162080"/>
                </a:lnTo>
                <a:cubicBezTo>
                  <a:pt x="397517" y="179984"/>
                  <a:pt x="383004" y="194497"/>
                  <a:pt x="365101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0"/>
                </a:cubicBezTo>
                <a:lnTo>
                  <a:pt x="0" y="324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7705F-6731-4117-81D5-51935222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58" y="3905163"/>
            <a:ext cx="397517" cy="194497"/>
          </a:xfrm>
          <a:custGeom xmlns:a="http://schemas.openxmlformats.org/drawingml/2006/main">
            <a:pathLst>
              <a:path w="397517" h="194497" fill="none">
                <a:moveTo>
                  <a:pt x="0" y="32417"/>
                </a:moveTo>
                <a:lnTo>
                  <a:pt x="0" y="32417"/>
                </a:lnTo>
                <a:cubicBezTo>
                  <a:pt x="0" y="14513"/>
                  <a:pt x="14513" y="0"/>
                  <a:pt x="32417" y="0"/>
                </a:cubicBezTo>
                <a:lnTo>
                  <a:pt x="365101" y="0"/>
                </a:lnTo>
                <a:cubicBezTo>
                  <a:pt x="373699" y="0"/>
                  <a:pt x="381943" y="3416"/>
                  <a:pt x="388023" y="9495"/>
                </a:cubicBezTo>
                <a:cubicBezTo>
                  <a:pt x="394102" y="15574"/>
                  <a:pt x="397517" y="23820"/>
                  <a:pt x="397517" y="32417"/>
                </a:cubicBezTo>
                <a:lnTo>
                  <a:pt x="397517" y="162080"/>
                </a:lnTo>
                <a:cubicBezTo>
                  <a:pt x="397517" y="179984"/>
                  <a:pt x="383004" y="194497"/>
                  <a:pt x="365101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0"/>
                </a:cubicBezTo>
                <a:lnTo>
                  <a:pt x="0" y="32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00"/>
            </a:solidFill>
            <a:round/>
          </a:ln>
        </p:spPr>
      </p:sp>
      <p:sp>
        <p:nvSpPr>
          <p:cNvPr id="148" name="Text v1">
            <a:extLst xmlns:a="http://schemas.openxmlformats.org/drawingml/2006/main">
              <a:ext uri="{FF2B5EF4-FFF2-40B4-BE49-F238E27FC236}">
                <a16:creationId xmlns:a16="http://schemas.microsoft.com/office/drawing/2014/main" id="{3E01CB10-B7AC-4E2D-8B60-907059BB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37" y="3959105"/>
            <a:ext cx="136517" cy="80030"/>
          </a:xfrm>
          <a:custGeom xmlns:a="http://schemas.openxmlformats.org/drawingml/2006/main">
            <a:pathLst>
              <a:path w="136517" h="80030">
                <a:moveTo>
                  <a:pt x="39575" y="80030"/>
                </a:moveTo>
                <a:lnTo>
                  <a:pt x="30640" y="80030"/>
                </a:lnTo>
                <a:lnTo>
                  <a:pt x="8934" y="30703"/>
                </a:lnTo>
                <a:lnTo>
                  <a:pt x="3523" y="30703"/>
                </a:lnTo>
                <a:cubicBezTo>
                  <a:pt x="2265" y="30703"/>
                  <a:pt x="1363" y="30452"/>
                  <a:pt x="818" y="29948"/>
                </a:cubicBezTo>
                <a:cubicBezTo>
                  <a:pt x="273" y="29445"/>
                  <a:pt x="0" y="28795"/>
                  <a:pt x="0" y="27998"/>
                </a:cubicBezTo>
                <a:cubicBezTo>
                  <a:pt x="0" y="27261"/>
                  <a:pt x="273" y="26647"/>
                  <a:pt x="818" y="26156"/>
                </a:cubicBezTo>
                <a:cubicBezTo>
                  <a:pt x="1363" y="25664"/>
                  <a:pt x="2265" y="25418"/>
                  <a:pt x="3523" y="25418"/>
                </a:cubicBezTo>
                <a:lnTo>
                  <a:pt x="23342" y="25418"/>
                </a:lnTo>
                <a:cubicBezTo>
                  <a:pt x="24600" y="25418"/>
                  <a:pt x="25502" y="25664"/>
                  <a:pt x="26047" y="26156"/>
                </a:cubicBezTo>
                <a:cubicBezTo>
                  <a:pt x="26593" y="26647"/>
                  <a:pt x="26865" y="27282"/>
                  <a:pt x="26865" y="28061"/>
                </a:cubicBezTo>
                <a:cubicBezTo>
                  <a:pt x="26865" y="28816"/>
                  <a:pt x="26593" y="29445"/>
                  <a:pt x="26047" y="29948"/>
                </a:cubicBezTo>
                <a:cubicBezTo>
                  <a:pt x="25502" y="30452"/>
                  <a:pt x="24600" y="30703"/>
                  <a:pt x="23342" y="30703"/>
                </a:cubicBezTo>
                <a:lnTo>
                  <a:pt x="14597" y="30703"/>
                </a:lnTo>
                <a:lnTo>
                  <a:pt x="33975" y="74745"/>
                </a:lnTo>
                <a:lnTo>
                  <a:pt x="36303" y="74745"/>
                </a:lnTo>
                <a:lnTo>
                  <a:pt x="55304" y="30703"/>
                </a:lnTo>
                <a:lnTo>
                  <a:pt x="46495" y="30703"/>
                </a:lnTo>
                <a:cubicBezTo>
                  <a:pt x="45237" y="30703"/>
                  <a:pt x="44335" y="30452"/>
                  <a:pt x="43790" y="29948"/>
                </a:cubicBezTo>
                <a:cubicBezTo>
                  <a:pt x="43245" y="29445"/>
                  <a:pt x="42972" y="28795"/>
                  <a:pt x="42972" y="27998"/>
                </a:cubicBezTo>
                <a:cubicBezTo>
                  <a:pt x="42972" y="27261"/>
                  <a:pt x="43245" y="26647"/>
                  <a:pt x="43790" y="26156"/>
                </a:cubicBezTo>
                <a:cubicBezTo>
                  <a:pt x="44335" y="25664"/>
                  <a:pt x="45237" y="25418"/>
                  <a:pt x="46495" y="25418"/>
                </a:cubicBezTo>
                <a:lnTo>
                  <a:pt x="66377" y="25418"/>
                </a:lnTo>
                <a:cubicBezTo>
                  <a:pt x="67677" y="25418"/>
                  <a:pt x="68590" y="25664"/>
                  <a:pt x="69114" y="26156"/>
                </a:cubicBezTo>
                <a:cubicBezTo>
                  <a:pt x="69638" y="26647"/>
                  <a:pt x="69900" y="27282"/>
                  <a:pt x="69900" y="28061"/>
                </a:cubicBezTo>
                <a:cubicBezTo>
                  <a:pt x="69900" y="28816"/>
                  <a:pt x="69638" y="29445"/>
                  <a:pt x="69114" y="29948"/>
                </a:cubicBezTo>
                <a:cubicBezTo>
                  <a:pt x="68590" y="30452"/>
                  <a:pt x="67677" y="30703"/>
                  <a:pt x="66377" y="30703"/>
                </a:cubicBezTo>
                <a:lnTo>
                  <a:pt x="61029" y="30703"/>
                </a:lnTo>
                <a:lnTo>
                  <a:pt x="39575" y="80030"/>
                </a:lnTo>
                <a:close/>
                <a:moveTo>
                  <a:pt x="114873" y="0"/>
                </a:moveTo>
                <a:lnTo>
                  <a:pt x="114873" y="74745"/>
                </a:lnTo>
                <a:lnTo>
                  <a:pt x="132993" y="74745"/>
                </a:lnTo>
                <a:cubicBezTo>
                  <a:pt x="134252" y="74745"/>
                  <a:pt x="135154" y="74986"/>
                  <a:pt x="135699" y="75468"/>
                </a:cubicBezTo>
                <a:cubicBezTo>
                  <a:pt x="136244" y="75951"/>
                  <a:pt x="136517" y="76591"/>
                  <a:pt x="136517" y="77387"/>
                </a:cubicBezTo>
                <a:cubicBezTo>
                  <a:pt x="136517" y="78142"/>
                  <a:pt x="136244" y="78772"/>
                  <a:pt x="135699" y="79275"/>
                </a:cubicBezTo>
                <a:cubicBezTo>
                  <a:pt x="135154" y="79778"/>
                  <a:pt x="134252" y="80030"/>
                  <a:pt x="132993" y="80030"/>
                </a:cubicBezTo>
                <a:lnTo>
                  <a:pt x="91468" y="80030"/>
                </a:lnTo>
                <a:cubicBezTo>
                  <a:pt x="90210" y="80030"/>
                  <a:pt x="89308" y="79778"/>
                  <a:pt x="88763" y="79275"/>
                </a:cubicBezTo>
                <a:cubicBezTo>
                  <a:pt x="88218" y="78772"/>
                  <a:pt x="87945" y="78142"/>
                  <a:pt x="87945" y="77387"/>
                </a:cubicBezTo>
                <a:cubicBezTo>
                  <a:pt x="87945" y="76591"/>
                  <a:pt x="88218" y="75951"/>
                  <a:pt x="88763" y="75468"/>
                </a:cubicBezTo>
                <a:cubicBezTo>
                  <a:pt x="89308" y="74986"/>
                  <a:pt x="90210" y="74745"/>
                  <a:pt x="91468" y="74745"/>
                </a:cubicBezTo>
                <a:lnTo>
                  <a:pt x="109588" y="74745"/>
                </a:lnTo>
                <a:lnTo>
                  <a:pt x="109588" y="7298"/>
                </a:lnTo>
                <a:lnTo>
                  <a:pt x="92349" y="12709"/>
                </a:lnTo>
                <a:cubicBezTo>
                  <a:pt x="91510" y="12961"/>
                  <a:pt x="90902" y="13087"/>
                  <a:pt x="90525" y="13087"/>
                </a:cubicBezTo>
                <a:cubicBezTo>
                  <a:pt x="89896" y="13087"/>
                  <a:pt x="89319" y="12825"/>
                  <a:pt x="88795" y="12300"/>
                </a:cubicBezTo>
                <a:cubicBezTo>
                  <a:pt x="88270" y="11776"/>
                  <a:pt x="88008" y="11157"/>
                  <a:pt x="88008" y="10444"/>
                </a:cubicBezTo>
                <a:cubicBezTo>
                  <a:pt x="88008" y="9815"/>
                  <a:pt x="88218" y="9228"/>
                  <a:pt x="88637" y="8682"/>
                </a:cubicBezTo>
                <a:cubicBezTo>
                  <a:pt x="88973" y="8347"/>
                  <a:pt x="89665" y="7990"/>
                  <a:pt x="90713" y="7613"/>
                </a:cubicBezTo>
                <a:lnTo>
                  <a:pt x="1148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42673-3AE8-4EB0-9D05-FCEF083B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58" y="4232192"/>
            <a:ext cx="397517" cy="194497"/>
          </a:xfrm>
          <a:custGeom xmlns:a="http://schemas.openxmlformats.org/drawingml/2006/main">
            <a:pathLst>
              <a:path w="397517" h="194497">
                <a:moveTo>
                  <a:pt x="0" y="32417"/>
                </a:moveTo>
                <a:lnTo>
                  <a:pt x="0" y="32417"/>
                </a:lnTo>
                <a:cubicBezTo>
                  <a:pt x="0" y="14513"/>
                  <a:pt x="14513" y="0"/>
                  <a:pt x="32417" y="0"/>
                </a:cubicBezTo>
                <a:lnTo>
                  <a:pt x="365101" y="0"/>
                </a:lnTo>
                <a:cubicBezTo>
                  <a:pt x="373699" y="0"/>
                  <a:pt x="381943" y="3416"/>
                  <a:pt x="388023" y="9495"/>
                </a:cubicBezTo>
                <a:cubicBezTo>
                  <a:pt x="394102" y="15574"/>
                  <a:pt x="397517" y="23820"/>
                  <a:pt x="397517" y="32417"/>
                </a:cubicBezTo>
                <a:lnTo>
                  <a:pt x="397517" y="162080"/>
                </a:lnTo>
                <a:cubicBezTo>
                  <a:pt x="397517" y="179984"/>
                  <a:pt x="383004" y="194497"/>
                  <a:pt x="365101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0"/>
                </a:cubicBezTo>
                <a:lnTo>
                  <a:pt x="0" y="324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03702-FCA0-4393-A11A-9DFBA780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58" y="4232192"/>
            <a:ext cx="397517" cy="194497"/>
          </a:xfrm>
          <a:custGeom xmlns:a="http://schemas.openxmlformats.org/drawingml/2006/main">
            <a:pathLst>
              <a:path w="397517" h="194497" fill="none">
                <a:moveTo>
                  <a:pt x="0" y="32417"/>
                </a:moveTo>
                <a:lnTo>
                  <a:pt x="0" y="32417"/>
                </a:lnTo>
                <a:cubicBezTo>
                  <a:pt x="0" y="14513"/>
                  <a:pt x="14513" y="0"/>
                  <a:pt x="32417" y="0"/>
                </a:cubicBezTo>
                <a:lnTo>
                  <a:pt x="365101" y="0"/>
                </a:lnTo>
                <a:cubicBezTo>
                  <a:pt x="373699" y="0"/>
                  <a:pt x="381943" y="3416"/>
                  <a:pt x="388023" y="9495"/>
                </a:cubicBezTo>
                <a:cubicBezTo>
                  <a:pt x="394102" y="15574"/>
                  <a:pt x="397517" y="23820"/>
                  <a:pt x="397517" y="32417"/>
                </a:cubicBezTo>
                <a:lnTo>
                  <a:pt x="397517" y="162080"/>
                </a:lnTo>
                <a:cubicBezTo>
                  <a:pt x="397517" y="179984"/>
                  <a:pt x="383004" y="194497"/>
                  <a:pt x="365101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0"/>
                </a:cubicBezTo>
                <a:lnTo>
                  <a:pt x="0" y="32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00"/>
            </a:solidFill>
            <a:round/>
          </a:ln>
        </p:spPr>
      </p:sp>
      <p:sp>
        <p:nvSpPr>
          <p:cNvPr id="151" name="Text v1">
            <a:extLst xmlns:a="http://schemas.openxmlformats.org/drawingml/2006/main">
              <a:ext uri="{FF2B5EF4-FFF2-40B4-BE49-F238E27FC236}">
                <a16:creationId xmlns:a16="http://schemas.microsoft.com/office/drawing/2014/main" id="{1F94ED6B-23A8-4AF3-ACB4-FEF1277D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37" y="4286133"/>
            <a:ext cx="136517" cy="80030"/>
          </a:xfrm>
          <a:custGeom xmlns:a="http://schemas.openxmlformats.org/drawingml/2006/main">
            <a:pathLst>
              <a:path w="136517" h="80030">
                <a:moveTo>
                  <a:pt x="39575" y="80030"/>
                </a:moveTo>
                <a:lnTo>
                  <a:pt x="30640" y="80030"/>
                </a:lnTo>
                <a:lnTo>
                  <a:pt x="8934" y="30703"/>
                </a:lnTo>
                <a:lnTo>
                  <a:pt x="3523" y="30703"/>
                </a:lnTo>
                <a:cubicBezTo>
                  <a:pt x="2265" y="30703"/>
                  <a:pt x="1363" y="30452"/>
                  <a:pt x="818" y="29948"/>
                </a:cubicBezTo>
                <a:cubicBezTo>
                  <a:pt x="273" y="29445"/>
                  <a:pt x="0" y="28795"/>
                  <a:pt x="0" y="27998"/>
                </a:cubicBezTo>
                <a:cubicBezTo>
                  <a:pt x="0" y="27261"/>
                  <a:pt x="273" y="26647"/>
                  <a:pt x="818" y="26156"/>
                </a:cubicBezTo>
                <a:cubicBezTo>
                  <a:pt x="1363" y="25664"/>
                  <a:pt x="2265" y="25418"/>
                  <a:pt x="3523" y="25418"/>
                </a:cubicBezTo>
                <a:lnTo>
                  <a:pt x="23342" y="25418"/>
                </a:lnTo>
                <a:cubicBezTo>
                  <a:pt x="24600" y="25418"/>
                  <a:pt x="25502" y="25664"/>
                  <a:pt x="26047" y="26156"/>
                </a:cubicBezTo>
                <a:cubicBezTo>
                  <a:pt x="26593" y="26647"/>
                  <a:pt x="26865" y="27282"/>
                  <a:pt x="26865" y="28061"/>
                </a:cubicBezTo>
                <a:cubicBezTo>
                  <a:pt x="26865" y="28816"/>
                  <a:pt x="26593" y="29445"/>
                  <a:pt x="26047" y="29948"/>
                </a:cubicBezTo>
                <a:cubicBezTo>
                  <a:pt x="25502" y="30452"/>
                  <a:pt x="24600" y="30703"/>
                  <a:pt x="23342" y="30703"/>
                </a:cubicBezTo>
                <a:lnTo>
                  <a:pt x="14597" y="30703"/>
                </a:lnTo>
                <a:lnTo>
                  <a:pt x="33975" y="74745"/>
                </a:lnTo>
                <a:lnTo>
                  <a:pt x="36303" y="74745"/>
                </a:lnTo>
                <a:lnTo>
                  <a:pt x="55304" y="30703"/>
                </a:lnTo>
                <a:lnTo>
                  <a:pt x="46495" y="30703"/>
                </a:lnTo>
                <a:cubicBezTo>
                  <a:pt x="45237" y="30703"/>
                  <a:pt x="44335" y="30452"/>
                  <a:pt x="43790" y="29948"/>
                </a:cubicBezTo>
                <a:cubicBezTo>
                  <a:pt x="43245" y="29445"/>
                  <a:pt x="42972" y="28795"/>
                  <a:pt x="42972" y="27998"/>
                </a:cubicBezTo>
                <a:cubicBezTo>
                  <a:pt x="42972" y="27261"/>
                  <a:pt x="43245" y="26647"/>
                  <a:pt x="43790" y="26156"/>
                </a:cubicBezTo>
                <a:cubicBezTo>
                  <a:pt x="44335" y="25664"/>
                  <a:pt x="45237" y="25418"/>
                  <a:pt x="46495" y="25418"/>
                </a:cubicBezTo>
                <a:lnTo>
                  <a:pt x="66377" y="25418"/>
                </a:lnTo>
                <a:cubicBezTo>
                  <a:pt x="67677" y="25418"/>
                  <a:pt x="68590" y="25664"/>
                  <a:pt x="69114" y="26156"/>
                </a:cubicBezTo>
                <a:cubicBezTo>
                  <a:pt x="69638" y="26647"/>
                  <a:pt x="69900" y="27282"/>
                  <a:pt x="69900" y="28061"/>
                </a:cubicBezTo>
                <a:cubicBezTo>
                  <a:pt x="69900" y="28816"/>
                  <a:pt x="69638" y="29445"/>
                  <a:pt x="69114" y="29948"/>
                </a:cubicBezTo>
                <a:cubicBezTo>
                  <a:pt x="68590" y="30452"/>
                  <a:pt x="67677" y="30703"/>
                  <a:pt x="66377" y="30703"/>
                </a:cubicBezTo>
                <a:lnTo>
                  <a:pt x="61029" y="30703"/>
                </a:lnTo>
                <a:lnTo>
                  <a:pt x="39575" y="80030"/>
                </a:lnTo>
                <a:close/>
                <a:moveTo>
                  <a:pt x="114873" y="0"/>
                </a:moveTo>
                <a:lnTo>
                  <a:pt x="114873" y="74745"/>
                </a:lnTo>
                <a:lnTo>
                  <a:pt x="132993" y="74745"/>
                </a:lnTo>
                <a:cubicBezTo>
                  <a:pt x="134252" y="74745"/>
                  <a:pt x="135154" y="74986"/>
                  <a:pt x="135699" y="75468"/>
                </a:cubicBezTo>
                <a:cubicBezTo>
                  <a:pt x="136244" y="75951"/>
                  <a:pt x="136517" y="76591"/>
                  <a:pt x="136517" y="77387"/>
                </a:cubicBezTo>
                <a:cubicBezTo>
                  <a:pt x="136517" y="78142"/>
                  <a:pt x="136244" y="78772"/>
                  <a:pt x="135699" y="79275"/>
                </a:cubicBezTo>
                <a:cubicBezTo>
                  <a:pt x="135154" y="79778"/>
                  <a:pt x="134252" y="80030"/>
                  <a:pt x="132993" y="80030"/>
                </a:cubicBezTo>
                <a:lnTo>
                  <a:pt x="91468" y="80030"/>
                </a:lnTo>
                <a:cubicBezTo>
                  <a:pt x="90210" y="80030"/>
                  <a:pt x="89308" y="79778"/>
                  <a:pt x="88763" y="79275"/>
                </a:cubicBezTo>
                <a:cubicBezTo>
                  <a:pt x="88218" y="78772"/>
                  <a:pt x="87945" y="78142"/>
                  <a:pt x="87945" y="77387"/>
                </a:cubicBezTo>
                <a:cubicBezTo>
                  <a:pt x="87945" y="76591"/>
                  <a:pt x="88218" y="75951"/>
                  <a:pt x="88763" y="75468"/>
                </a:cubicBezTo>
                <a:cubicBezTo>
                  <a:pt x="89308" y="74986"/>
                  <a:pt x="90210" y="74745"/>
                  <a:pt x="91468" y="74745"/>
                </a:cubicBezTo>
                <a:lnTo>
                  <a:pt x="109588" y="74745"/>
                </a:lnTo>
                <a:lnTo>
                  <a:pt x="109588" y="7298"/>
                </a:lnTo>
                <a:lnTo>
                  <a:pt x="92349" y="12709"/>
                </a:lnTo>
                <a:cubicBezTo>
                  <a:pt x="91510" y="12961"/>
                  <a:pt x="90902" y="13087"/>
                  <a:pt x="90525" y="13087"/>
                </a:cubicBezTo>
                <a:cubicBezTo>
                  <a:pt x="89896" y="13087"/>
                  <a:pt x="89319" y="12825"/>
                  <a:pt x="88795" y="12300"/>
                </a:cubicBezTo>
                <a:cubicBezTo>
                  <a:pt x="88270" y="11776"/>
                  <a:pt x="88008" y="11157"/>
                  <a:pt x="88008" y="10444"/>
                </a:cubicBezTo>
                <a:cubicBezTo>
                  <a:pt x="88008" y="9815"/>
                  <a:pt x="88218" y="9228"/>
                  <a:pt x="88637" y="8682"/>
                </a:cubicBezTo>
                <a:cubicBezTo>
                  <a:pt x="88973" y="8347"/>
                  <a:pt x="89665" y="7990"/>
                  <a:pt x="90713" y="7613"/>
                </a:cubicBezTo>
                <a:lnTo>
                  <a:pt x="1148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7A622-EDA9-4D62-A9B9-AD22C33C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58" y="2789644"/>
            <a:ext cx="397517" cy="194497"/>
          </a:xfrm>
          <a:custGeom xmlns:a="http://schemas.openxmlformats.org/drawingml/2006/main">
            <a:pathLst>
              <a:path w="397517" h="194497">
                <a:moveTo>
                  <a:pt x="0" y="32417"/>
                </a:moveTo>
                <a:lnTo>
                  <a:pt x="0" y="32417"/>
                </a:lnTo>
                <a:cubicBezTo>
                  <a:pt x="0" y="14514"/>
                  <a:pt x="14513" y="0"/>
                  <a:pt x="32417" y="0"/>
                </a:cubicBezTo>
                <a:lnTo>
                  <a:pt x="365101" y="0"/>
                </a:lnTo>
                <a:cubicBezTo>
                  <a:pt x="373699" y="0"/>
                  <a:pt x="381943" y="3415"/>
                  <a:pt x="388023" y="9495"/>
                </a:cubicBezTo>
                <a:cubicBezTo>
                  <a:pt x="394102" y="15574"/>
                  <a:pt x="397517" y="23819"/>
                  <a:pt x="397517" y="32417"/>
                </a:cubicBezTo>
                <a:lnTo>
                  <a:pt x="397517" y="162081"/>
                </a:lnTo>
                <a:cubicBezTo>
                  <a:pt x="397517" y="179984"/>
                  <a:pt x="383004" y="194497"/>
                  <a:pt x="365101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1"/>
                </a:cubicBezTo>
                <a:lnTo>
                  <a:pt x="0" y="324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676B14-7B50-46AA-ABF5-E11908A2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58" y="2789644"/>
            <a:ext cx="397517" cy="194497"/>
          </a:xfrm>
          <a:custGeom xmlns:a="http://schemas.openxmlformats.org/drawingml/2006/main">
            <a:pathLst>
              <a:path w="397517" h="194497" fill="none">
                <a:moveTo>
                  <a:pt x="0" y="32417"/>
                </a:moveTo>
                <a:lnTo>
                  <a:pt x="0" y="32417"/>
                </a:lnTo>
                <a:cubicBezTo>
                  <a:pt x="0" y="14514"/>
                  <a:pt x="14513" y="0"/>
                  <a:pt x="32417" y="0"/>
                </a:cubicBezTo>
                <a:lnTo>
                  <a:pt x="365101" y="0"/>
                </a:lnTo>
                <a:cubicBezTo>
                  <a:pt x="373699" y="0"/>
                  <a:pt x="381943" y="3415"/>
                  <a:pt x="388023" y="9495"/>
                </a:cubicBezTo>
                <a:cubicBezTo>
                  <a:pt x="394102" y="15574"/>
                  <a:pt x="397517" y="23819"/>
                  <a:pt x="397517" y="32417"/>
                </a:cubicBezTo>
                <a:lnTo>
                  <a:pt x="397517" y="162081"/>
                </a:lnTo>
                <a:cubicBezTo>
                  <a:pt x="397517" y="179984"/>
                  <a:pt x="383004" y="194497"/>
                  <a:pt x="365101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1"/>
                </a:cubicBezTo>
                <a:lnTo>
                  <a:pt x="0" y="32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00"/>
            </a:solidFill>
            <a:round/>
          </a:ln>
        </p:spPr>
      </p:sp>
      <p:sp>
        <p:nvSpPr>
          <p:cNvPr id="154" name="Text v0">
            <a:extLst xmlns:a="http://schemas.openxmlformats.org/drawingml/2006/main">
              <a:ext uri="{FF2B5EF4-FFF2-40B4-BE49-F238E27FC236}">
                <a16:creationId xmlns:a16="http://schemas.microsoft.com/office/drawing/2014/main" id="{88372768-C178-4851-A203-7574CFAD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37" y="2842705"/>
            <a:ext cx="136517" cy="82798"/>
          </a:xfrm>
          <a:custGeom xmlns:a="http://schemas.openxmlformats.org/drawingml/2006/main">
            <a:pathLst>
              <a:path w="136517" h="82798">
                <a:moveTo>
                  <a:pt x="39575" y="80911"/>
                </a:moveTo>
                <a:lnTo>
                  <a:pt x="30640" y="80911"/>
                </a:lnTo>
                <a:lnTo>
                  <a:pt x="8934" y="31584"/>
                </a:lnTo>
                <a:lnTo>
                  <a:pt x="3523" y="31584"/>
                </a:lnTo>
                <a:cubicBezTo>
                  <a:pt x="2265" y="31584"/>
                  <a:pt x="1363" y="31332"/>
                  <a:pt x="818" y="30829"/>
                </a:cubicBezTo>
                <a:cubicBezTo>
                  <a:pt x="273" y="30326"/>
                  <a:pt x="0" y="29676"/>
                  <a:pt x="0" y="28879"/>
                </a:cubicBezTo>
                <a:cubicBezTo>
                  <a:pt x="0" y="28142"/>
                  <a:pt x="273" y="27528"/>
                  <a:pt x="818" y="27036"/>
                </a:cubicBezTo>
                <a:cubicBezTo>
                  <a:pt x="1363" y="26545"/>
                  <a:pt x="2265" y="26299"/>
                  <a:pt x="3523" y="26299"/>
                </a:cubicBezTo>
                <a:lnTo>
                  <a:pt x="23342" y="26299"/>
                </a:lnTo>
                <a:cubicBezTo>
                  <a:pt x="24600" y="26299"/>
                  <a:pt x="25502" y="26545"/>
                  <a:pt x="26047" y="27036"/>
                </a:cubicBezTo>
                <a:cubicBezTo>
                  <a:pt x="26593" y="27528"/>
                  <a:pt x="26865" y="28163"/>
                  <a:pt x="26865" y="28942"/>
                </a:cubicBezTo>
                <a:cubicBezTo>
                  <a:pt x="26865" y="29697"/>
                  <a:pt x="26593" y="30326"/>
                  <a:pt x="26047" y="30829"/>
                </a:cubicBezTo>
                <a:cubicBezTo>
                  <a:pt x="25502" y="31332"/>
                  <a:pt x="24600" y="31584"/>
                  <a:pt x="23342" y="31584"/>
                </a:cubicBezTo>
                <a:lnTo>
                  <a:pt x="14597" y="31584"/>
                </a:lnTo>
                <a:lnTo>
                  <a:pt x="33975" y="75626"/>
                </a:lnTo>
                <a:lnTo>
                  <a:pt x="36303" y="75626"/>
                </a:lnTo>
                <a:lnTo>
                  <a:pt x="55304" y="31584"/>
                </a:lnTo>
                <a:lnTo>
                  <a:pt x="46495" y="31584"/>
                </a:lnTo>
                <a:cubicBezTo>
                  <a:pt x="45237" y="31584"/>
                  <a:pt x="44335" y="31332"/>
                  <a:pt x="43790" y="30829"/>
                </a:cubicBezTo>
                <a:cubicBezTo>
                  <a:pt x="43245" y="30326"/>
                  <a:pt x="42972" y="29676"/>
                  <a:pt x="42972" y="28879"/>
                </a:cubicBezTo>
                <a:cubicBezTo>
                  <a:pt x="42972" y="28142"/>
                  <a:pt x="43245" y="27528"/>
                  <a:pt x="43790" y="27036"/>
                </a:cubicBezTo>
                <a:cubicBezTo>
                  <a:pt x="44335" y="26545"/>
                  <a:pt x="45237" y="26299"/>
                  <a:pt x="46495" y="26299"/>
                </a:cubicBezTo>
                <a:lnTo>
                  <a:pt x="66377" y="26299"/>
                </a:lnTo>
                <a:cubicBezTo>
                  <a:pt x="67677" y="26299"/>
                  <a:pt x="68590" y="26545"/>
                  <a:pt x="69114" y="27036"/>
                </a:cubicBezTo>
                <a:cubicBezTo>
                  <a:pt x="69638" y="27528"/>
                  <a:pt x="69900" y="28163"/>
                  <a:pt x="69900" y="28942"/>
                </a:cubicBezTo>
                <a:cubicBezTo>
                  <a:pt x="69900" y="29697"/>
                  <a:pt x="69638" y="30326"/>
                  <a:pt x="69114" y="30829"/>
                </a:cubicBezTo>
                <a:cubicBezTo>
                  <a:pt x="68590" y="31332"/>
                  <a:pt x="67677" y="31584"/>
                  <a:pt x="66377" y="31584"/>
                </a:cubicBezTo>
                <a:lnTo>
                  <a:pt x="61029" y="31584"/>
                </a:lnTo>
                <a:lnTo>
                  <a:pt x="39575" y="80911"/>
                </a:lnTo>
                <a:close/>
                <a:moveTo>
                  <a:pt x="136517" y="34881"/>
                </a:moveTo>
                <a:lnTo>
                  <a:pt x="136517" y="47980"/>
                </a:lnTo>
                <a:cubicBezTo>
                  <a:pt x="136517" y="59355"/>
                  <a:pt x="133811" y="68358"/>
                  <a:pt x="128401" y="74991"/>
                </a:cubicBezTo>
                <a:cubicBezTo>
                  <a:pt x="124164" y="80196"/>
                  <a:pt x="118816" y="82798"/>
                  <a:pt x="112357" y="82798"/>
                </a:cubicBezTo>
                <a:cubicBezTo>
                  <a:pt x="109253" y="82798"/>
                  <a:pt x="106327" y="82179"/>
                  <a:pt x="103580" y="80940"/>
                </a:cubicBezTo>
                <a:cubicBezTo>
                  <a:pt x="100833" y="79703"/>
                  <a:pt x="98494" y="77971"/>
                  <a:pt x="96565" y="75746"/>
                </a:cubicBezTo>
                <a:cubicBezTo>
                  <a:pt x="95348" y="74360"/>
                  <a:pt x="94017" y="72136"/>
                  <a:pt x="92570" y="69073"/>
                </a:cubicBezTo>
                <a:cubicBezTo>
                  <a:pt x="91122" y="66008"/>
                  <a:pt x="90084" y="63195"/>
                  <a:pt x="89455" y="60634"/>
                </a:cubicBezTo>
                <a:cubicBezTo>
                  <a:pt x="88490" y="57024"/>
                  <a:pt x="88008" y="52806"/>
                  <a:pt x="88008" y="47980"/>
                </a:cubicBezTo>
                <a:lnTo>
                  <a:pt x="88008" y="34881"/>
                </a:lnTo>
                <a:cubicBezTo>
                  <a:pt x="88008" y="23465"/>
                  <a:pt x="90713" y="14440"/>
                  <a:pt x="96124" y="7808"/>
                </a:cubicBezTo>
                <a:cubicBezTo>
                  <a:pt x="100361" y="2603"/>
                  <a:pt x="105709" y="0"/>
                  <a:pt x="112168" y="0"/>
                </a:cubicBezTo>
                <a:cubicBezTo>
                  <a:pt x="115314" y="0"/>
                  <a:pt x="118250" y="619"/>
                  <a:pt x="120976" y="1858"/>
                </a:cubicBezTo>
                <a:cubicBezTo>
                  <a:pt x="123703" y="3095"/>
                  <a:pt x="126031" y="4827"/>
                  <a:pt x="127960" y="7053"/>
                </a:cubicBezTo>
                <a:cubicBezTo>
                  <a:pt x="129218" y="8480"/>
                  <a:pt x="130561" y="10726"/>
                  <a:pt x="131987" y="13791"/>
                </a:cubicBezTo>
                <a:cubicBezTo>
                  <a:pt x="133413" y="16854"/>
                  <a:pt x="134462" y="19645"/>
                  <a:pt x="135133" y="22164"/>
                </a:cubicBezTo>
                <a:cubicBezTo>
                  <a:pt x="136055" y="25774"/>
                  <a:pt x="136517" y="30013"/>
                  <a:pt x="136517" y="34881"/>
                </a:cubicBezTo>
                <a:moveTo>
                  <a:pt x="131232" y="35591"/>
                </a:moveTo>
                <a:cubicBezTo>
                  <a:pt x="131232" y="30596"/>
                  <a:pt x="130529" y="25947"/>
                  <a:pt x="129124" y="21645"/>
                </a:cubicBezTo>
                <a:cubicBezTo>
                  <a:pt x="127719" y="17342"/>
                  <a:pt x="126136" y="13909"/>
                  <a:pt x="124374" y="11345"/>
                </a:cubicBezTo>
                <a:cubicBezTo>
                  <a:pt x="123325" y="9874"/>
                  <a:pt x="121962" y="8603"/>
                  <a:pt x="120284" y="7532"/>
                </a:cubicBezTo>
                <a:cubicBezTo>
                  <a:pt x="117893" y="6034"/>
                  <a:pt x="115209" y="5285"/>
                  <a:pt x="112231" y="5285"/>
                </a:cubicBezTo>
                <a:cubicBezTo>
                  <a:pt x="106317" y="5333"/>
                  <a:pt x="101682" y="8384"/>
                  <a:pt x="98326" y="14435"/>
                </a:cubicBezTo>
                <a:cubicBezTo>
                  <a:pt x="94971" y="20486"/>
                  <a:pt x="93293" y="27540"/>
                  <a:pt x="93293" y="35597"/>
                </a:cubicBezTo>
                <a:lnTo>
                  <a:pt x="93293" y="47241"/>
                </a:lnTo>
                <a:cubicBezTo>
                  <a:pt x="93293" y="52235"/>
                  <a:pt x="93996" y="56893"/>
                  <a:pt x="95401" y="61216"/>
                </a:cubicBezTo>
                <a:cubicBezTo>
                  <a:pt x="96806" y="65537"/>
                  <a:pt x="98410" y="68978"/>
                  <a:pt x="100214" y="71536"/>
                </a:cubicBezTo>
                <a:cubicBezTo>
                  <a:pt x="101221" y="72962"/>
                  <a:pt x="102563" y="74200"/>
                  <a:pt x="104241" y="75248"/>
                </a:cubicBezTo>
                <a:cubicBezTo>
                  <a:pt x="106631" y="76758"/>
                  <a:pt x="109337" y="77513"/>
                  <a:pt x="112357" y="77513"/>
                </a:cubicBezTo>
                <a:cubicBezTo>
                  <a:pt x="118229" y="77513"/>
                  <a:pt x="122843" y="74483"/>
                  <a:pt x="126198" y="68422"/>
                </a:cubicBezTo>
                <a:cubicBezTo>
                  <a:pt x="129554" y="62361"/>
                  <a:pt x="131232" y="55300"/>
                  <a:pt x="131232" y="47241"/>
                </a:cubicBezTo>
                <a:lnTo>
                  <a:pt x="131232" y="355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6FD81-8ACE-426E-9252-8033DAAF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45" y="3113375"/>
            <a:ext cx="397517" cy="194497"/>
          </a:xfrm>
          <a:custGeom xmlns:a="http://schemas.openxmlformats.org/drawingml/2006/main">
            <a:pathLst>
              <a:path w="397517" h="194497">
                <a:moveTo>
                  <a:pt x="0" y="32417"/>
                </a:moveTo>
                <a:lnTo>
                  <a:pt x="0" y="32417"/>
                </a:lnTo>
                <a:cubicBezTo>
                  <a:pt x="0" y="14514"/>
                  <a:pt x="14513" y="0"/>
                  <a:pt x="32417" y="0"/>
                </a:cubicBezTo>
                <a:lnTo>
                  <a:pt x="365101" y="0"/>
                </a:lnTo>
                <a:cubicBezTo>
                  <a:pt x="373699" y="0"/>
                  <a:pt x="381943" y="3415"/>
                  <a:pt x="388023" y="9495"/>
                </a:cubicBezTo>
                <a:cubicBezTo>
                  <a:pt x="394102" y="15574"/>
                  <a:pt x="397517" y="23819"/>
                  <a:pt x="397517" y="32417"/>
                </a:cubicBezTo>
                <a:lnTo>
                  <a:pt x="397517" y="162081"/>
                </a:lnTo>
                <a:cubicBezTo>
                  <a:pt x="397517" y="179984"/>
                  <a:pt x="383004" y="194497"/>
                  <a:pt x="365101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1"/>
                </a:cubicBezTo>
                <a:lnTo>
                  <a:pt x="0" y="324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3C7E5-1EB2-48A7-B9C9-A75AE155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45" y="3113375"/>
            <a:ext cx="397517" cy="194497"/>
          </a:xfrm>
          <a:custGeom xmlns:a="http://schemas.openxmlformats.org/drawingml/2006/main">
            <a:pathLst>
              <a:path w="397517" h="194497" fill="none">
                <a:moveTo>
                  <a:pt x="0" y="32417"/>
                </a:moveTo>
                <a:lnTo>
                  <a:pt x="0" y="32417"/>
                </a:lnTo>
                <a:cubicBezTo>
                  <a:pt x="0" y="14514"/>
                  <a:pt x="14513" y="0"/>
                  <a:pt x="32417" y="0"/>
                </a:cubicBezTo>
                <a:lnTo>
                  <a:pt x="365101" y="0"/>
                </a:lnTo>
                <a:cubicBezTo>
                  <a:pt x="373699" y="0"/>
                  <a:pt x="381943" y="3415"/>
                  <a:pt x="388023" y="9495"/>
                </a:cubicBezTo>
                <a:cubicBezTo>
                  <a:pt x="394102" y="15574"/>
                  <a:pt x="397517" y="23819"/>
                  <a:pt x="397517" y="32417"/>
                </a:cubicBezTo>
                <a:lnTo>
                  <a:pt x="397517" y="162081"/>
                </a:lnTo>
                <a:cubicBezTo>
                  <a:pt x="397517" y="179984"/>
                  <a:pt x="383004" y="194497"/>
                  <a:pt x="365101" y="194497"/>
                </a:cubicBezTo>
                <a:lnTo>
                  <a:pt x="32417" y="194497"/>
                </a:lnTo>
                <a:cubicBezTo>
                  <a:pt x="14513" y="194497"/>
                  <a:pt x="0" y="179984"/>
                  <a:pt x="0" y="162081"/>
                </a:cubicBezTo>
                <a:lnTo>
                  <a:pt x="0" y="324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00"/>
            </a:solidFill>
            <a:round/>
          </a:ln>
        </p:spPr>
      </p:sp>
      <p:sp>
        <p:nvSpPr>
          <p:cNvPr id="157" name="Text v1.b">
            <a:extLst xmlns:a="http://schemas.openxmlformats.org/drawingml/2006/main">
              <a:ext uri="{FF2B5EF4-FFF2-40B4-BE49-F238E27FC236}">
                <a16:creationId xmlns:a16="http://schemas.microsoft.com/office/drawing/2014/main" id="{B6D7602A-26AF-4935-8BDE-0A3EF038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32" y="3167317"/>
            <a:ext cx="298124" cy="82043"/>
          </a:xfrm>
          <a:custGeom xmlns:a="http://schemas.openxmlformats.org/drawingml/2006/main">
            <a:pathLst>
              <a:path w="298124" h="82043">
                <a:moveTo>
                  <a:pt x="39575" y="80030"/>
                </a:moveTo>
                <a:lnTo>
                  <a:pt x="30640" y="80030"/>
                </a:lnTo>
                <a:lnTo>
                  <a:pt x="8934" y="30703"/>
                </a:lnTo>
                <a:lnTo>
                  <a:pt x="3523" y="30703"/>
                </a:lnTo>
                <a:cubicBezTo>
                  <a:pt x="2265" y="30703"/>
                  <a:pt x="1363" y="30452"/>
                  <a:pt x="818" y="29948"/>
                </a:cubicBezTo>
                <a:cubicBezTo>
                  <a:pt x="273" y="29445"/>
                  <a:pt x="0" y="28795"/>
                  <a:pt x="0" y="27998"/>
                </a:cubicBezTo>
                <a:cubicBezTo>
                  <a:pt x="0" y="27261"/>
                  <a:pt x="273" y="26647"/>
                  <a:pt x="818" y="26156"/>
                </a:cubicBezTo>
                <a:cubicBezTo>
                  <a:pt x="1363" y="25664"/>
                  <a:pt x="2265" y="25418"/>
                  <a:pt x="3523" y="25418"/>
                </a:cubicBezTo>
                <a:lnTo>
                  <a:pt x="23342" y="25418"/>
                </a:lnTo>
                <a:cubicBezTo>
                  <a:pt x="24600" y="25418"/>
                  <a:pt x="25502" y="25664"/>
                  <a:pt x="26047" y="26156"/>
                </a:cubicBezTo>
                <a:cubicBezTo>
                  <a:pt x="26593" y="26647"/>
                  <a:pt x="26865" y="27282"/>
                  <a:pt x="26865" y="28061"/>
                </a:cubicBezTo>
                <a:cubicBezTo>
                  <a:pt x="26865" y="28816"/>
                  <a:pt x="26593" y="29445"/>
                  <a:pt x="26047" y="29948"/>
                </a:cubicBezTo>
                <a:cubicBezTo>
                  <a:pt x="25502" y="30452"/>
                  <a:pt x="24600" y="30703"/>
                  <a:pt x="23342" y="30703"/>
                </a:cubicBezTo>
                <a:lnTo>
                  <a:pt x="14597" y="30703"/>
                </a:lnTo>
                <a:lnTo>
                  <a:pt x="33975" y="74745"/>
                </a:lnTo>
                <a:lnTo>
                  <a:pt x="36303" y="74745"/>
                </a:lnTo>
                <a:lnTo>
                  <a:pt x="55304" y="30703"/>
                </a:lnTo>
                <a:lnTo>
                  <a:pt x="46495" y="30703"/>
                </a:lnTo>
                <a:cubicBezTo>
                  <a:pt x="45237" y="30703"/>
                  <a:pt x="44335" y="30452"/>
                  <a:pt x="43790" y="29948"/>
                </a:cubicBezTo>
                <a:cubicBezTo>
                  <a:pt x="43245" y="29445"/>
                  <a:pt x="42972" y="28795"/>
                  <a:pt x="42972" y="27998"/>
                </a:cubicBezTo>
                <a:cubicBezTo>
                  <a:pt x="42972" y="27261"/>
                  <a:pt x="43245" y="26647"/>
                  <a:pt x="43790" y="26156"/>
                </a:cubicBezTo>
                <a:cubicBezTo>
                  <a:pt x="44335" y="25664"/>
                  <a:pt x="45237" y="25418"/>
                  <a:pt x="46495" y="25418"/>
                </a:cubicBezTo>
                <a:lnTo>
                  <a:pt x="66377" y="25418"/>
                </a:lnTo>
                <a:cubicBezTo>
                  <a:pt x="67677" y="25418"/>
                  <a:pt x="68590" y="25664"/>
                  <a:pt x="69114" y="26156"/>
                </a:cubicBezTo>
                <a:cubicBezTo>
                  <a:pt x="69638" y="26647"/>
                  <a:pt x="69900" y="27282"/>
                  <a:pt x="69900" y="28061"/>
                </a:cubicBezTo>
                <a:cubicBezTo>
                  <a:pt x="69900" y="28816"/>
                  <a:pt x="69638" y="29445"/>
                  <a:pt x="69114" y="29948"/>
                </a:cubicBezTo>
                <a:cubicBezTo>
                  <a:pt x="68590" y="30452"/>
                  <a:pt x="67677" y="30703"/>
                  <a:pt x="66377" y="30703"/>
                </a:cubicBezTo>
                <a:lnTo>
                  <a:pt x="61029" y="30703"/>
                </a:lnTo>
                <a:lnTo>
                  <a:pt x="39575" y="80030"/>
                </a:lnTo>
                <a:close/>
                <a:moveTo>
                  <a:pt x="114873" y="0"/>
                </a:moveTo>
                <a:lnTo>
                  <a:pt x="114873" y="74745"/>
                </a:lnTo>
                <a:lnTo>
                  <a:pt x="132993" y="74745"/>
                </a:lnTo>
                <a:cubicBezTo>
                  <a:pt x="134252" y="74745"/>
                  <a:pt x="135154" y="74986"/>
                  <a:pt x="135699" y="75468"/>
                </a:cubicBezTo>
                <a:cubicBezTo>
                  <a:pt x="136244" y="75951"/>
                  <a:pt x="136517" y="76591"/>
                  <a:pt x="136517" y="77387"/>
                </a:cubicBezTo>
                <a:cubicBezTo>
                  <a:pt x="136517" y="78142"/>
                  <a:pt x="136244" y="78772"/>
                  <a:pt x="135699" y="79275"/>
                </a:cubicBezTo>
                <a:cubicBezTo>
                  <a:pt x="135154" y="79778"/>
                  <a:pt x="134252" y="80030"/>
                  <a:pt x="132993" y="80030"/>
                </a:cubicBezTo>
                <a:lnTo>
                  <a:pt x="91468" y="80030"/>
                </a:lnTo>
                <a:cubicBezTo>
                  <a:pt x="90210" y="80030"/>
                  <a:pt x="89308" y="79778"/>
                  <a:pt x="88763" y="79275"/>
                </a:cubicBezTo>
                <a:cubicBezTo>
                  <a:pt x="88218" y="78772"/>
                  <a:pt x="87945" y="78142"/>
                  <a:pt x="87945" y="77387"/>
                </a:cubicBezTo>
                <a:cubicBezTo>
                  <a:pt x="87945" y="76591"/>
                  <a:pt x="88218" y="75951"/>
                  <a:pt x="88763" y="75468"/>
                </a:cubicBezTo>
                <a:cubicBezTo>
                  <a:pt x="89308" y="74986"/>
                  <a:pt x="90210" y="74745"/>
                  <a:pt x="91468" y="74745"/>
                </a:cubicBezTo>
                <a:lnTo>
                  <a:pt x="109588" y="74745"/>
                </a:lnTo>
                <a:lnTo>
                  <a:pt x="109588" y="7298"/>
                </a:lnTo>
                <a:lnTo>
                  <a:pt x="92349" y="12709"/>
                </a:lnTo>
                <a:cubicBezTo>
                  <a:pt x="91510" y="12961"/>
                  <a:pt x="90902" y="13087"/>
                  <a:pt x="90525" y="13087"/>
                </a:cubicBezTo>
                <a:cubicBezTo>
                  <a:pt x="89896" y="13087"/>
                  <a:pt x="89319" y="12825"/>
                  <a:pt x="88795" y="12300"/>
                </a:cubicBezTo>
                <a:cubicBezTo>
                  <a:pt x="88270" y="11776"/>
                  <a:pt x="88008" y="11157"/>
                  <a:pt x="88008" y="10444"/>
                </a:cubicBezTo>
                <a:cubicBezTo>
                  <a:pt x="88008" y="9815"/>
                  <a:pt x="88218" y="9228"/>
                  <a:pt x="88637" y="8682"/>
                </a:cubicBezTo>
                <a:cubicBezTo>
                  <a:pt x="88973" y="8347"/>
                  <a:pt x="89665" y="7990"/>
                  <a:pt x="90713" y="7613"/>
                </a:cubicBezTo>
                <a:lnTo>
                  <a:pt x="114873" y="0"/>
                </a:lnTo>
                <a:close/>
                <a:moveTo>
                  <a:pt x="188473" y="64930"/>
                </a:moveTo>
                <a:lnTo>
                  <a:pt x="190738" y="64930"/>
                </a:lnTo>
                <a:cubicBezTo>
                  <a:pt x="193087" y="64930"/>
                  <a:pt x="195100" y="65762"/>
                  <a:pt x="196778" y="67425"/>
                </a:cubicBezTo>
                <a:cubicBezTo>
                  <a:pt x="198456" y="69087"/>
                  <a:pt x="199295" y="71097"/>
                  <a:pt x="199295" y="73455"/>
                </a:cubicBezTo>
                <a:cubicBezTo>
                  <a:pt x="199295" y="75897"/>
                  <a:pt x="198445" y="77939"/>
                  <a:pt x="196747" y="79582"/>
                </a:cubicBezTo>
                <a:cubicBezTo>
                  <a:pt x="195048" y="81223"/>
                  <a:pt x="193045" y="82043"/>
                  <a:pt x="190738" y="82043"/>
                </a:cubicBezTo>
                <a:lnTo>
                  <a:pt x="188473" y="82043"/>
                </a:lnTo>
                <a:cubicBezTo>
                  <a:pt x="186124" y="82043"/>
                  <a:pt x="184111" y="81212"/>
                  <a:pt x="182433" y="79550"/>
                </a:cubicBezTo>
                <a:cubicBezTo>
                  <a:pt x="180755" y="77887"/>
                  <a:pt x="179916" y="75876"/>
                  <a:pt x="179916" y="73518"/>
                </a:cubicBezTo>
                <a:cubicBezTo>
                  <a:pt x="179916" y="71076"/>
                  <a:pt x="180766" y="69035"/>
                  <a:pt x="182465" y="67394"/>
                </a:cubicBezTo>
                <a:cubicBezTo>
                  <a:pt x="184163" y="65751"/>
                  <a:pt x="186166" y="64930"/>
                  <a:pt x="188473" y="64930"/>
                </a:cubicBezTo>
                <a:close/>
                <a:moveTo>
                  <a:pt x="246973" y="1007"/>
                </a:moveTo>
                <a:lnTo>
                  <a:pt x="246973" y="35945"/>
                </a:lnTo>
                <a:cubicBezTo>
                  <a:pt x="253348" y="27669"/>
                  <a:pt x="261045" y="23531"/>
                  <a:pt x="270063" y="23531"/>
                </a:cubicBezTo>
                <a:cubicBezTo>
                  <a:pt x="277781" y="23531"/>
                  <a:pt x="284387" y="26334"/>
                  <a:pt x="289882" y="31940"/>
                </a:cubicBezTo>
                <a:cubicBezTo>
                  <a:pt x="295377" y="37545"/>
                  <a:pt x="298124" y="44420"/>
                  <a:pt x="298124" y="52567"/>
                </a:cubicBezTo>
                <a:cubicBezTo>
                  <a:pt x="298124" y="60797"/>
                  <a:pt x="295345" y="67768"/>
                  <a:pt x="289788" y="73479"/>
                </a:cubicBezTo>
                <a:cubicBezTo>
                  <a:pt x="284230" y="79188"/>
                  <a:pt x="277655" y="82043"/>
                  <a:pt x="270063" y="82043"/>
                </a:cubicBezTo>
                <a:cubicBezTo>
                  <a:pt x="260836" y="82043"/>
                  <a:pt x="253139" y="77884"/>
                  <a:pt x="246973" y="69566"/>
                </a:cubicBezTo>
                <a:lnTo>
                  <a:pt x="246973" y="79904"/>
                </a:lnTo>
                <a:lnTo>
                  <a:pt x="234578" y="79904"/>
                </a:lnTo>
                <a:cubicBezTo>
                  <a:pt x="233320" y="79904"/>
                  <a:pt x="232418" y="79665"/>
                  <a:pt x="231873" y="79186"/>
                </a:cubicBezTo>
                <a:cubicBezTo>
                  <a:pt x="231328" y="78707"/>
                  <a:pt x="231055" y="78107"/>
                  <a:pt x="231055" y="77387"/>
                </a:cubicBezTo>
                <a:cubicBezTo>
                  <a:pt x="231055" y="76591"/>
                  <a:pt x="231328" y="75951"/>
                  <a:pt x="231873" y="75468"/>
                </a:cubicBezTo>
                <a:cubicBezTo>
                  <a:pt x="232418" y="74986"/>
                  <a:pt x="233320" y="74745"/>
                  <a:pt x="234578" y="74745"/>
                </a:cubicBezTo>
                <a:lnTo>
                  <a:pt x="241688" y="74745"/>
                </a:lnTo>
                <a:lnTo>
                  <a:pt x="241688" y="6292"/>
                </a:lnTo>
                <a:lnTo>
                  <a:pt x="234578" y="6292"/>
                </a:lnTo>
                <a:cubicBezTo>
                  <a:pt x="233320" y="6292"/>
                  <a:pt x="232418" y="6046"/>
                  <a:pt x="231873" y="5554"/>
                </a:cubicBezTo>
                <a:cubicBezTo>
                  <a:pt x="231328" y="5063"/>
                  <a:pt x="231055" y="4428"/>
                  <a:pt x="231055" y="3649"/>
                </a:cubicBezTo>
                <a:cubicBezTo>
                  <a:pt x="231055" y="2894"/>
                  <a:pt x="231328" y="2265"/>
                  <a:pt x="231873" y="1762"/>
                </a:cubicBezTo>
                <a:cubicBezTo>
                  <a:pt x="232418" y="1258"/>
                  <a:pt x="233320" y="1007"/>
                  <a:pt x="234578" y="1007"/>
                </a:cubicBezTo>
                <a:lnTo>
                  <a:pt x="246973" y="1007"/>
                </a:lnTo>
                <a:moveTo>
                  <a:pt x="292839" y="52848"/>
                </a:moveTo>
                <a:cubicBezTo>
                  <a:pt x="292839" y="46178"/>
                  <a:pt x="290553" y="40505"/>
                  <a:pt x="285981" y="35829"/>
                </a:cubicBezTo>
                <a:cubicBezTo>
                  <a:pt x="281409" y="31154"/>
                  <a:pt x="276061" y="28816"/>
                  <a:pt x="269937" y="28816"/>
                </a:cubicBezTo>
                <a:cubicBezTo>
                  <a:pt x="263814" y="28816"/>
                  <a:pt x="258466" y="31140"/>
                  <a:pt x="253894" y="35788"/>
                </a:cubicBezTo>
                <a:cubicBezTo>
                  <a:pt x="249322" y="40434"/>
                  <a:pt x="247036" y="46101"/>
                  <a:pt x="247036" y="52787"/>
                </a:cubicBezTo>
                <a:cubicBezTo>
                  <a:pt x="247036" y="59473"/>
                  <a:pt x="249322" y="65140"/>
                  <a:pt x="253894" y="69788"/>
                </a:cubicBezTo>
                <a:cubicBezTo>
                  <a:pt x="258466" y="74435"/>
                  <a:pt x="263814" y="76758"/>
                  <a:pt x="269937" y="76758"/>
                </a:cubicBezTo>
                <a:cubicBezTo>
                  <a:pt x="276061" y="76758"/>
                  <a:pt x="281409" y="74441"/>
                  <a:pt x="285981" y="69806"/>
                </a:cubicBezTo>
                <a:cubicBezTo>
                  <a:pt x="290553" y="65170"/>
                  <a:pt x="292839" y="59517"/>
                  <a:pt x="292839" y="528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FA416-50D7-437C-A045-E64C7A08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322" y="2870976"/>
            <a:ext cx="159469" cy="1483374"/>
          </a:xfrm>
          <a:custGeom xmlns:a="http://schemas.openxmlformats.org/drawingml/2006/main">
            <a:pathLst>
              <a:path w="159469" h="1483374">
                <a:moveTo>
                  <a:pt x="4845" y="8256"/>
                </a:moveTo>
                <a:cubicBezTo>
                  <a:pt x="27394" y="42074"/>
                  <a:pt x="120813" y="0"/>
                  <a:pt x="140141" y="211161"/>
                </a:cubicBezTo>
                <a:cubicBezTo>
                  <a:pt x="159469" y="422322"/>
                  <a:pt x="144170" y="1067072"/>
                  <a:pt x="120813" y="1275223"/>
                </a:cubicBezTo>
                <a:cubicBezTo>
                  <a:pt x="97456" y="1483374"/>
                  <a:pt x="20136" y="1429262"/>
                  <a:pt x="0" y="1460069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777D66-B48B-4ADD-B9C3-1D23DB4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322" y="2908346"/>
            <a:ext cx="159469" cy="1446005"/>
          </a:xfrm>
          <a:custGeom xmlns:a="http://schemas.openxmlformats.org/drawingml/2006/main">
            <a:pathLst>
              <a:path w="159469" h="1446005" fill="none">
                <a:moveTo>
                  <a:pt x="0" y="1422699"/>
                </a:moveTo>
                <a:cubicBezTo>
                  <a:pt x="20136" y="1391892"/>
                  <a:pt x="97456" y="1446005"/>
                  <a:pt x="120813" y="1237853"/>
                </a:cubicBezTo>
                <a:cubicBezTo>
                  <a:pt x="144170" y="1029702"/>
                  <a:pt x="159469" y="384953"/>
                  <a:pt x="140141" y="173792"/>
                </a:cubicBezTo>
                <a:cubicBezTo>
                  <a:pt x="130477" y="68211"/>
                  <a:pt x="102290" y="25939"/>
                  <a:pt x="73701" y="5835"/>
                </a:cubicBezTo>
                <a:cubicBezTo>
                  <a:pt x="71914" y="4579"/>
                  <a:pt x="70126" y="3409"/>
                  <a:pt x="68340" y="2315"/>
                </a:cubicBezTo>
                <a:cubicBezTo>
                  <a:pt x="67448" y="1769"/>
                  <a:pt x="66555" y="1241"/>
                  <a:pt x="65664" y="731"/>
                </a:cubicBezTo>
                <a:lnTo>
                  <a:pt x="643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FF0000"/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965B15-3CE6-4246-8482-2D0CCCC1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546" y="2891652"/>
            <a:ext cx="63195" cy="45772"/>
          </a:xfrm>
          <a:custGeom xmlns:a="http://schemas.openxmlformats.org/drawingml/2006/main">
            <a:pathLst>
              <a:path w="63195" h="45772">
                <a:moveTo>
                  <a:pt x="34118" y="16694"/>
                </a:moveTo>
                <a:lnTo>
                  <a:pt x="44088" y="45772"/>
                </a:lnTo>
                <a:lnTo>
                  <a:pt x="0" y="0"/>
                </a:lnTo>
                <a:lnTo>
                  <a:pt x="63195" y="6724"/>
                </a:lnTo>
                <a:lnTo>
                  <a:pt x="34118" y="16694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E723C-E301-4712-B09D-3AF35DF2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546" y="2891652"/>
            <a:ext cx="63195" cy="45772"/>
          </a:xfrm>
          <a:custGeom xmlns:a="http://schemas.openxmlformats.org/drawingml/2006/main">
            <a:pathLst>
              <a:path w="63195" h="45772" fill="none">
                <a:moveTo>
                  <a:pt x="34118" y="16694"/>
                </a:moveTo>
                <a:lnTo>
                  <a:pt x="63195" y="6724"/>
                </a:lnTo>
                <a:lnTo>
                  <a:pt x="0" y="0"/>
                </a:lnTo>
                <a:lnTo>
                  <a:pt x="44088" y="45772"/>
                </a:lnTo>
                <a:lnTo>
                  <a:pt x="34118" y="166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FF0000"/>
            </a:solidFill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9B2A1-6233-48A3-8CBD-28CE910E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16" y="4099660"/>
            <a:ext cx="10" cy="147014"/>
          </a:xfrm>
          <a:custGeom xmlns:a="http://schemas.openxmlformats.org/drawingml/2006/main">
            <a:pathLst>
              <a:path w="1" h="147014">
                <a:moveTo>
                  <a:pt x="0" y="0"/>
                </a:moveTo>
                <a:lnTo>
                  <a:pt x="0" y="14701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281047-CAAB-40C1-9375-78F53A25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16" y="4099660"/>
            <a:ext cx="10" cy="80776"/>
          </a:xfrm>
          <a:custGeom xmlns:a="http://schemas.openxmlformats.org/drawingml/2006/main">
            <a:pathLst>
              <a:path w="1" h="80776" fill="none">
                <a:moveTo>
                  <a:pt x="0" y="0"/>
                </a:moveTo>
                <a:lnTo>
                  <a:pt x="0" y="80776"/>
                </a:ln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FF0000"/>
            </a:solidFill>
            <a:round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EB2B93-7206-4EC3-8833-5E585BE6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381" y="4158700"/>
            <a:ext cx="43472" cy="59719"/>
          </a:xfrm>
          <a:custGeom xmlns:a="http://schemas.openxmlformats.org/drawingml/2006/main">
            <a:pathLst>
              <a:path w="43472" h="59719">
                <a:moveTo>
                  <a:pt x="21736" y="21736"/>
                </a:moveTo>
                <a:lnTo>
                  <a:pt x="43472" y="0"/>
                </a:lnTo>
                <a:lnTo>
                  <a:pt x="21736" y="59719"/>
                </a:lnTo>
                <a:lnTo>
                  <a:pt x="0" y="0"/>
                </a:lnTo>
                <a:lnTo>
                  <a:pt x="21736" y="21736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D3E82-D22F-4032-BFB7-3F009326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381" y="4158700"/>
            <a:ext cx="43472" cy="59719"/>
          </a:xfrm>
          <a:custGeom xmlns:a="http://schemas.openxmlformats.org/drawingml/2006/main">
            <a:pathLst>
              <a:path w="43472" h="59719" fill="none">
                <a:moveTo>
                  <a:pt x="21736" y="21736"/>
                </a:moveTo>
                <a:lnTo>
                  <a:pt x="0" y="0"/>
                </a:lnTo>
                <a:lnTo>
                  <a:pt x="21736" y="59719"/>
                </a:lnTo>
                <a:lnTo>
                  <a:pt x="43472" y="0"/>
                </a:lnTo>
                <a:lnTo>
                  <a:pt x="21736" y="217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FF0000"/>
            </a:solidFill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D15EB9-A2E0-4BA5-BC35-90348B54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16" y="2984141"/>
            <a:ext cx="10" cy="147014"/>
          </a:xfrm>
          <a:custGeom xmlns:a="http://schemas.openxmlformats.org/drawingml/2006/main">
            <a:pathLst>
              <a:path w="1" h="147014">
                <a:moveTo>
                  <a:pt x="0" y="0"/>
                </a:moveTo>
                <a:lnTo>
                  <a:pt x="0" y="14701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3CB833-1BD6-4201-A031-76A24B23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16" y="2984141"/>
            <a:ext cx="10" cy="80776"/>
          </a:xfrm>
          <a:custGeom xmlns:a="http://schemas.openxmlformats.org/drawingml/2006/main">
            <a:pathLst>
              <a:path w="1" h="80776" fill="none">
                <a:moveTo>
                  <a:pt x="0" y="0"/>
                </a:moveTo>
                <a:lnTo>
                  <a:pt x="0" y="80776"/>
                </a:ln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FF0000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AF3114-90E7-4FEC-954B-119D5B3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381" y="3043181"/>
            <a:ext cx="43472" cy="59719"/>
          </a:xfrm>
          <a:custGeom xmlns:a="http://schemas.openxmlformats.org/drawingml/2006/main">
            <a:pathLst>
              <a:path w="43472" h="59719">
                <a:moveTo>
                  <a:pt x="21736" y="21736"/>
                </a:moveTo>
                <a:lnTo>
                  <a:pt x="43472" y="0"/>
                </a:lnTo>
                <a:lnTo>
                  <a:pt x="21736" y="59719"/>
                </a:lnTo>
                <a:lnTo>
                  <a:pt x="0" y="0"/>
                </a:lnTo>
                <a:lnTo>
                  <a:pt x="21736" y="21736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6538C-A9B1-4FB1-ACB9-A70130BD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381" y="3043181"/>
            <a:ext cx="43472" cy="59719"/>
          </a:xfrm>
          <a:custGeom xmlns:a="http://schemas.openxmlformats.org/drawingml/2006/main">
            <a:pathLst>
              <a:path w="43472" h="59719" fill="none">
                <a:moveTo>
                  <a:pt x="21736" y="21736"/>
                </a:moveTo>
                <a:lnTo>
                  <a:pt x="0" y="0"/>
                </a:lnTo>
                <a:lnTo>
                  <a:pt x="21736" y="59719"/>
                </a:lnTo>
                <a:lnTo>
                  <a:pt x="43472" y="0"/>
                </a:lnTo>
                <a:lnTo>
                  <a:pt x="21736" y="217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FF0000"/>
            </a:solidFill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CB594-A96F-486F-8D41-99664F2F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021" y="4002412"/>
            <a:ext cx="196324" cy="10"/>
          </a:xfrm>
          <a:custGeom xmlns:a="http://schemas.openxmlformats.org/drawingml/2006/main">
            <a:pathLst>
              <a:path w="196324" h="1">
                <a:moveTo>
                  <a:pt x="0" y="0"/>
                </a:moveTo>
                <a:lnTo>
                  <a:pt x="196324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8719F-DE7E-4F77-BC93-CFF7C7F4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021" y="4002412"/>
            <a:ext cx="163204" cy="10"/>
          </a:xfrm>
          <a:custGeom xmlns:a="http://schemas.openxmlformats.org/drawingml/2006/main">
            <a:pathLst>
              <a:path w="163204" h="1" fill="none">
                <a:moveTo>
                  <a:pt x="0" y="0"/>
                </a:moveTo>
                <a:lnTo>
                  <a:pt x="163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00"/>
            </a:solidFill>
            <a:custDash>
              <a:ds d="100000" sp="300000"/>
            </a:custDash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87101-2210-4B30-92F5-D33D6592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358" y="3991544"/>
            <a:ext cx="29859" cy="21736"/>
          </a:xfrm>
          <a:custGeom xmlns:a="http://schemas.openxmlformats.org/drawingml/2006/main">
            <a:pathLst>
              <a:path w="29859" h="21736">
                <a:moveTo>
                  <a:pt x="10868" y="10868"/>
                </a:moveTo>
                <a:lnTo>
                  <a:pt x="0" y="0"/>
                </a:lnTo>
                <a:lnTo>
                  <a:pt x="29859" y="10868"/>
                </a:lnTo>
                <a:lnTo>
                  <a:pt x="0" y="21736"/>
                </a:lnTo>
                <a:lnTo>
                  <a:pt x="10868" y="108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17437-1729-48CC-BBCD-3AC08A81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358" y="3991544"/>
            <a:ext cx="29859" cy="21736"/>
          </a:xfrm>
          <a:custGeom xmlns:a="http://schemas.openxmlformats.org/drawingml/2006/main">
            <a:pathLst>
              <a:path w="29859" h="21736" fill="none">
                <a:moveTo>
                  <a:pt x="10868" y="10868"/>
                </a:moveTo>
                <a:lnTo>
                  <a:pt x="0" y="21736"/>
                </a:lnTo>
                <a:lnTo>
                  <a:pt x="29859" y="10868"/>
                </a:lnTo>
                <a:lnTo>
                  <a:pt x="0" y="0"/>
                </a:lnTo>
                <a:lnTo>
                  <a:pt x="10868" y="108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664" cap="flat">
            <a:solidFill>
              <a:srgbClr val="000000"/>
            </a:solidFill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A3C82-34B8-49EB-8B59-FAB6359C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902" y="2127430"/>
            <a:ext cx="2127470" cy="318689"/>
          </a:xfrm>
          <a:custGeom xmlns:a="http://schemas.openxmlformats.org/drawingml/2006/main">
            <a:pathLst>
              <a:path w="2127470" h="318689">
                <a:moveTo>
                  <a:pt x="0" y="198829"/>
                </a:moveTo>
                <a:cubicBezTo>
                  <a:pt x="147854" y="174093"/>
                  <a:pt x="573103" y="76102"/>
                  <a:pt x="887121" y="50415"/>
                </a:cubicBezTo>
                <a:cubicBezTo>
                  <a:pt x="1201139" y="24729"/>
                  <a:pt x="1677381" y="0"/>
                  <a:pt x="1884106" y="44712"/>
                </a:cubicBezTo>
                <a:cubicBezTo>
                  <a:pt x="2090831" y="89424"/>
                  <a:pt x="2086909" y="273026"/>
                  <a:pt x="2127470" y="318689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8562B-158E-40A3-9044-33187A01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902" y="2127430"/>
            <a:ext cx="2099849" cy="258483"/>
          </a:xfrm>
          <a:custGeom xmlns:a="http://schemas.openxmlformats.org/drawingml/2006/main">
            <a:pathLst>
              <a:path w="2099849" h="258483" fill="none">
                <a:moveTo>
                  <a:pt x="0" y="198829"/>
                </a:moveTo>
                <a:cubicBezTo>
                  <a:pt x="147854" y="174093"/>
                  <a:pt x="573103" y="76102"/>
                  <a:pt x="887121" y="50415"/>
                </a:cubicBezTo>
                <a:cubicBezTo>
                  <a:pt x="1201139" y="24729"/>
                  <a:pt x="1677381" y="0"/>
                  <a:pt x="1884106" y="44712"/>
                </a:cubicBezTo>
                <a:cubicBezTo>
                  <a:pt x="1987469" y="67068"/>
                  <a:pt x="2038169" y="124147"/>
                  <a:pt x="2068100" y="181344"/>
                </a:cubicBezTo>
                <a:cubicBezTo>
                  <a:pt x="2075582" y="195643"/>
                  <a:pt x="2081767" y="209950"/>
                  <a:pt x="2087151" y="223723"/>
                </a:cubicBezTo>
                <a:cubicBezTo>
                  <a:pt x="2089843" y="230610"/>
                  <a:pt x="2092336" y="237364"/>
                  <a:pt x="2094690" y="243916"/>
                </a:cubicBezTo>
                <a:cubicBezTo>
                  <a:pt x="2095868" y="247193"/>
                  <a:pt x="2097011" y="250419"/>
                  <a:pt x="2098127" y="253586"/>
                </a:cubicBezTo>
                <a:lnTo>
                  <a:pt x="2099849" y="258483"/>
                </a:ln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round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D6B47-CDF7-40A2-B763-29CDF099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931" y="2357094"/>
            <a:ext cx="44658" cy="63343"/>
          </a:xfrm>
          <a:custGeom xmlns:a="http://schemas.openxmlformats.org/drawingml/2006/main">
            <a:pathLst>
              <a:path w="44658" h="63343">
                <a:moveTo>
                  <a:pt x="28819" y="28820"/>
                </a:moveTo>
                <a:lnTo>
                  <a:pt x="39512" y="0"/>
                </a:lnTo>
                <a:lnTo>
                  <a:pt x="44658" y="63343"/>
                </a:lnTo>
                <a:lnTo>
                  <a:pt x="0" y="18127"/>
                </a:lnTo>
                <a:lnTo>
                  <a:pt x="28819" y="28820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80D67-4DB1-4FE9-A362-D64D4762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931" y="2357094"/>
            <a:ext cx="44658" cy="63343"/>
          </a:xfrm>
          <a:custGeom xmlns:a="http://schemas.openxmlformats.org/drawingml/2006/main">
            <a:pathLst>
              <a:path w="44658" h="63343" fill="none">
                <a:moveTo>
                  <a:pt x="28819" y="28820"/>
                </a:moveTo>
                <a:lnTo>
                  <a:pt x="0" y="18127"/>
                </a:lnTo>
                <a:lnTo>
                  <a:pt x="44658" y="63343"/>
                </a:lnTo>
                <a:lnTo>
                  <a:pt x="39512" y="0"/>
                </a:lnTo>
                <a:lnTo>
                  <a:pt x="28819" y="288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E9F1B-A645-41CB-9C39-3B3447A4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168" y="2323993"/>
            <a:ext cx="163564" cy="173295"/>
          </a:xfrm>
          <a:custGeom xmlns:a="http://schemas.openxmlformats.org/drawingml/2006/main">
            <a:pathLst>
              <a:path w="163564" h="173295">
                <a:moveTo>
                  <a:pt x="0" y="173295"/>
                </a:moveTo>
                <a:cubicBezTo>
                  <a:pt x="8505" y="154061"/>
                  <a:pt x="23770" y="86775"/>
                  <a:pt x="51030" y="57893"/>
                </a:cubicBezTo>
                <a:cubicBezTo>
                  <a:pt x="78291" y="29010"/>
                  <a:pt x="144809" y="9649"/>
                  <a:pt x="163564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F34B5-4840-483A-89A1-6858DC5A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168" y="2323993"/>
            <a:ext cx="163564" cy="173295"/>
          </a:xfrm>
          <a:custGeom xmlns:a="http://schemas.openxmlformats.org/drawingml/2006/main">
            <a:pathLst>
              <a:path w="163564" h="173295" fill="none">
                <a:moveTo>
                  <a:pt x="0" y="173295"/>
                </a:moveTo>
                <a:cubicBezTo>
                  <a:pt x="8505" y="154061"/>
                  <a:pt x="23770" y="86775"/>
                  <a:pt x="51030" y="57893"/>
                </a:cubicBezTo>
                <a:cubicBezTo>
                  <a:pt x="78291" y="29010"/>
                  <a:pt x="144809" y="9649"/>
                  <a:pt x="16356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328" cap="flat">
            <a:solidFill>
              <a:srgbClr val="0000FF"/>
            </a:solidFill>
            <a:round/>
          </a:ln>
        </p:spPr>
      </p:sp>
      <p:sp>
        <p:nvSpPr>
          <p:cNvPr id="180" name="Text (b)Reconnectingdiscontinuousdatafows.">
            <a:extLst xmlns:a="http://schemas.openxmlformats.org/drawingml/2006/main">
              <a:ext uri="{FF2B5EF4-FFF2-40B4-BE49-F238E27FC236}">
                <a16:creationId xmlns:a16="http://schemas.microsoft.com/office/drawing/2014/main" id="{4B14C7FF-6580-4604-9233-6B652A28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36" y="4786675"/>
            <a:ext cx="4401183" cy="218269"/>
          </a:xfrm>
          <a:custGeom xmlns:a="http://schemas.openxmlformats.org/drawingml/2006/main">
            <a:pathLst>
              <a:path w="4401183" h="218269">
                <a:moveTo>
                  <a:pt x="0" y="106360"/>
                </a:moveTo>
                <a:cubicBezTo>
                  <a:pt x="0" y="116608"/>
                  <a:pt x="1136" y="167848"/>
                  <a:pt x="52836" y="212486"/>
                </a:cubicBezTo>
                <a:lnTo>
                  <a:pt x="59668" y="205199"/>
                </a:lnTo>
                <a:cubicBezTo>
                  <a:pt x="52381" y="197001"/>
                  <a:pt x="26189" y="166483"/>
                  <a:pt x="26189" y="106360"/>
                </a:cubicBezTo>
                <a:cubicBezTo>
                  <a:pt x="26189" y="46233"/>
                  <a:pt x="52836" y="15715"/>
                  <a:pt x="59668" y="7746"/>
                </a:cubicBezTo>
                <a:lnTo>
                  <a:pt x="53291" y="0"/>
                </a:lnTo>
                <a:cubicBezTo>
                  <a:pt x="23457" y="25737"/>
                  <a:pt x="0" y="64908"/>
                  <a:pt x="0" y="106360"/>
                </a:cubicBezTo>
                <a:close/>
                <a:moveTo>
                  <a:pt x="83126" y="135019"/>
                </a:moveTo>
                <a:cubicBezTo>
                  <a:pt x="83126" y="153927"/>
                  <a:pt x="82671" y="156662"/>
                  <a:pt x="81760" y="165315"/>
                </a:cubicBezTo>
                <a:cubicBezTo>
                  <a:pt x="84492" y="166226"/>
                  <a:pt x="86997" y="166910"/>
                  <a:pt x="89503" y="166910"/>
                </a:cubicBezTo>
                <a:cubicBezTo>
                  <a:pt x="92464" y="164405"/>
                  <a:pt x="94744" y="161218"/>
                  <a:pt x="96790" y="157117"/>
                </a:cubicBezTo>
                <a:cubicBezTo>
                  <a:pt x="105673" y="163949"/>
                  <a:pt x="119566" y="166226"/>
                  <a:pt x="130044" y="166226"/>
                </a:cubicBezTo>
                <a:cubicBezTo>
                  <a:pt x="155322" y="166226"/>
                  <a:pt x="181969" y="141170"/>
                  <a:pt x="181969" y="108594"/>
                </a:cubicBezTo>
                <a:cubicBezTo>
                  <a:pt x="181969" y="95608"/>
                  <a:pt x="176958" y="82850"/>
                  <a:pt x="169671" y="74423"/>
                </a:cubicBezTo>
                <a:cubicBezTo>
                  <a:pt x="161473" y="65086"/>
                  <a:pt x="150540" y="62806"/>
                  <a:pt x="138468" y="62806"/>
                </a:cubicBezTo>
                <a:cubicBezTo>
                  <a:pt x="131410" y="62806"/>
                  <a:pt x="119337" y="70778"/>
                  <a:pt x="112734" y="75563"/>
                </a:cubicBezTo>
                <a:lnTo>
                  <a:pt x="112734" y="31106"/>
                </a:lnTo>
                <a:cubicBezTo>
                  <a:pt x="112734" y="16281"/>
                  <a:pt x="113415" y="7899"/>
                  <a:pt x="113415" y="7899"/>
                </a:cubicBezTo>
                <a:cubicBezTo>
                  <a:pt x="113415" y="5880"/>
                  <a:pt x="111824" y="4980"/>
                  <a:pt x="109773" y="4980"/>
                </a:cubicBezTo>
                <a:cubicBezTo>
                  <a:pt x="101346" y="7673"/>
                  <a:pt x="83126" y="10144"/>
                  <a:pt x="66956" y="10815"/>
                </a:cubicBezTo>
                <a:cubicBezTo>
                  <a:pt x="66275" y="13550"/>
                  <a:pt x="66501" y="16055"/>
                  <a:pt x="67641" y="18102"/>
                </a:cubicBezTo>
                <a:cubicBezTo>
                  <a:pt x="81986" y="19245"/>
                  <a:pt x="83126" y="19471"/>
                  <a:pt x="83126" y="35210"/>
                </a:cubicBezTo>
                <a:lnTo>
                  <a:pt x="83126" y="135019"/>
                </a:lnTo>
                <a:moveTo>
                  <a:pt x="112734" y="84671"/>
                </a:moveTo>
                <a:cubicBezTo>
                  <a:pt x="120251" y="79660"/>
                  <a:pt x="125259" y="78979"/>
                  <a:pt x="130499" y="78979"/>
                </a:cubicBezTo>
                <a:cubicBezTo>
                  <a:pt x="141658" y="78979"/>
                  <a:pt x="150085" y="89231"/>
                  <a:pt x="150085" y="111555"/>
                </a:cubicBezTo>
                <a:cubicBezTo>
                  <a:pt x="150085" y="130237"/>
                  <a:pt x="146895" y="156662"/>
                  <a:pt x="128904" y="156662"/>
                </a:cubicBezTo>
                <a:cubicBezTo>
                  <a:pt x="122298" y="156662"/>
                  <a:pt x="117061" y="153927"/>
                  <a:pt x="112734" y="148690"/>
                </a:cubicBezTo>
                <a:lnTo>
                  <a:pt x="112734" y="84671"/>
                </a:lnTo>
                <a:close/>
                <a:moveTo>
                  <a:pt x="253253" y="106797"/>
                </a:moveTo>
                <a:cubicBezTo>
                  <a:pt x="253253" y="96549"/>
                  <a:pt x="252113" y="45305"/>
                  <a:pt x="200417" y="667"/>
                </a:cubicBezTo>
                <a:lnTo>
                  <a:pt x="193585" y="7955"/>
                </a:lnTo>
                <a:cubicBezTo>
                  <a:pt x="200872" y="16156"/>
                  <a:pt x="227061" y="46674"/>
                  <a:pt x="227061" y="106797"/>
                </a:cubicBezTo>
                <a:cubicBezTo>
                  <a:pt x="227061" y="166924"/>
                  <a:pt x="200417" y="197443"/>
                  <a:pt x="193585" y="205411"/>
                </a:cubicBezTo>
                <a:lnTo>
                  <a:pt x="199962" y="213154"/>
                </a:lnTo>
                <a:cubicBezTo>
                  <a:pt x="229795" y="187420"/>
                  <a:pt x="253253" y="148249"/>
                  <a:pt x="253253" y="106797"/>
                </a:cubicBezTo>
                <a:close/>
                <a:moveTo>
                  <a:pt x="422011" y="57590"/>
                </a:moveTo>
                <a:cubicBezTo>
                  <a:pt x="422011" y="85613"/>
                  <a:pt x="405160" y="89940"/>
                  <a:pt x="386030" y="89940"/>
                </a:cubicBezTo>
                <a:lnTo>
                  <a:pt x="376237" y="89940"/>
                </a:lnTo>
                <a:lnTo>
                  <a:pt x="376237" y="44603"/>
                </a:lnTo>
                <a:cubicBezTo>
                  <a:pt x="376237" y="29111"/>
                  <a:pt x="381474" y="24326"/>
                  <a:pt x="393543" y="24326"/>
                </a:cubicBezTo>
                <a:cubicBezTo>
                  <a:pt x="406755" y="24326"/>
                  <a:pt x="422011" y="29796"/>
                  <a:pt x="422011" y="57590"/>
                </a:cubicBezTo>
                <a:moveTo>
                  <a:pt x="400834" y="14953"/>
                </a:moveTo>
                <a:cubicBezTo>
                  <a:pt x="391722" y="14953"/>
                  <a:pt x="334560" y="16545"/>
                  <a:pt x="325448" y="16545"/>
                </a:cubicBezTo>
                <a:cubicBezTo>
                  <a:pt x="323172" y="17914"/>
                  <a:pt x="323172" y="22925"/>
                  <a:pt x="325448" y="24291"/>
                </a:cubicBezTo>
                <a:cubicBezTo>
                  <a:pt x="337976" y="24972"/>
                  <a:pt x="344352" y="25886"/>
                  <a:pt x="344352" y="44805"/>
                </a:cubicBezTo>
                <a:lnTo>
                  <a:pt x="344352" y="136197"/>
                </a:lnTo>
                <a:cubicBezTo>
                  <a:pt x="344352" y="155109"/>
                  <a:pt x="337976" y="156023"/>
                  <a:pt x="325448" y="156704"/>
                </a:cubicBezTo>
                <a:cubicBezTo>
                  <a:pt x="323172" y="158069"/>
                  <a:pt x="323172" y="163081"/>
                  <a:pt x="325448" y="164446"/>
                </a:cubicBezTo>
                <a:cubicBezTo>
                  <a:pt x="334560" y="164220"/>
                  <a:pt x="351410" y="163991"/>
                  <a:pt x="360522" y="163991"/>
                </a:cubicBezTo>
                <a:cubicBezTo>
                  <a:pt x="369631" y="163991"/>
                  <a:pt x="386030" y="164220"/>
                  <a:pt x="395138" y="164446"/>
                </a:cubicBezTo>
                <a:cubicBezTo>
                  <a:pt x="397418" y="163081"/>
                  <a:pt x="397418" y="158069"/>
                  <a:pt x="395138" y="156704"/>
                </a:cubicBezTo>
                <a:cubicBezTo>
                  <a:pt x="382614" y="156023"/>
                  <a:pt x="376237" y="155109"/>
                  <a:pt x="376237" y="136197"/>
                </a:cubicBezTo>
                <a:lnTo>
                  <a:pt x="376237" y="99507"/>
                </a:lnTo>
                <a:cubicBezTo>
                  <a:pt x="394227" y="99507"/>
                  <a:pt x="396278" y="101102"/>
                  <a:pt x="399464" y="106342"/>
                </a:cubicBezTo>
                <a:lnTo>
                  <a:pt x="426112" y="145993"/>
                </a:lnTo>
                <a:cubicBezTo>
                  <a:pt x="433173" y="156207"/>
                  <a:pt x="442511" y="166226"/>
                  <a:pt x="456175" y="166226"/>
                </a:cubicBezTo>
                <a:cubicBezTo>
                  <a:pt x="465283" y="166271"/>
                  <a:pt x="477126" y="165586"/>
                  <a:pt x="479406" y="164446"/>
                </a:cubicBezTo>
                <a:cubicBezTo>
                  <a:pt x="480317" y="162809"/>
                  <a:pt x="480087" y="158483"/>
                  <a:pt x="479177" y="156662"/>
                </a:cubicBezTo>
                <a:cubicBezTo>
                  <a:pt x="468929" y="156662"/>
                  <a:pt x="463692" y="151196"/>
                  <a:pt x="457315" y="141632"/>
                </a:cubicBezTo>
                <a:lnTo>
                  <a:pt x="426341" y="93814"/>
                </a:lnTo>
                <a:cubicBezTo>
                  <a:pt x="438640" y="88803"/>
                  <a:pt x="456401" y="76957"/>
                  <a:pt x="456401" y="53718"/>
                </a:cubicBezTo>
                <a:cubicBezTo>
                  <a:pt x="456401" y="44603"/>
                  <a:pt x="452985" y="30936"/>
                  <a:pt x="438865" y="22505"/>
                </a:cubicBezTo>
                <a:cubicBezTo>
                  <a:pt x="430438" y="17459"/>
                  <a:pt x="417914" y="14953"/>
                  <a:pt x="400834" y="14953"/>
                </a:cubicBezTo>
                <a:close/>
                <a:moveTo>
                  <a:pt x="521764" y="101293"/>
                </a:moveTo>
                <a:cubicBezTo>
                  <a:pt x="521993" y="93324"/>
                  <a:pt x="523133" y="84668"/>
                  <a:pt x="526320" y="80115"/>
                </a:cubicBezTo>
                <a:cubicBezTo>
                  <a:pt x="529965" y="74649"/>
                  <a:pt x="536113" y="72373"/>
                  <a:pt x="538618" y="72373"/>
                </a:cubicBezTo>
                <a:cubicBezTo>
                  <a:pt x="544769" y="72373"/>
                  <a:pt x="553193" y="78295"/>
                  <a:pt x="553193" y="96511"/>
                </a:cubicBezTo>
                <a:cubicBezTo>
                  <a:pt x="553193" y="97877"/>
                  <a:pt x="553193" y="100838"/>
                  <a:pt x="552738" y="101293"/>
                </a:cubicBezTo>
                <a:lnTo>
                  <a:pt x="521764" y="101293"/>
                </a:lnTo>
                <a:moveTo>
                  <a:pt x="579614" y="134560"/>
                </a:moveTo>
                <a:cubicBezTo>
                  <a:pt x="570277" y="144134"/>
                  <a:pt x="557978" y="146640"/>
                  <a:pt x="549322" y="146640"/>
                </a:cubicBezTo>
                <a:cubicBezTo>
                  <a:pt x="531557" y="146640"/>
                  <a:pt x="520628" y="136385"/>
                  <a:pt x="520628" y="114050"/>
                </a:cubicBezTo>
                <a:cubicBezTo>
                  <a:pt x="520628" y="112455"/>
                  <a:pt x="520854" y="111541"/>
                  <a:pt x="520854" y="110401"/>
                </a:cubicBezTo>
                <a:lnTo>
                  <a:pt x="575514" y="110401"/>
                </a:lnTo>
                <a:cubicBezTo>
                  <a:pt x="580980" y="110401"/>
                  <a:pt x="582116" y="106530"/>
                  <a:pt x="582116" y="103343"/>
                </a:cubicBezTo>
                <a:cubicBezTo>
                  <a:pt x="582116" y="83987"/>
                  <a:pt x="574603" y="62806"/>
                  <a:pt x="541124" y="62806"/>
                </a:cubicBezTo>
                <a:cubicBezTo>
                  <a:pt x="517212" y="62806"/>
                  <a:pt x="489880" y="83987"/>
                  <a:pt x="489880" y="118835"/>
                </a:cubicBezTo>
                <a:cubicBezTo>
                  <a:pt x="489880" y="132055"/>
                  <a:pt x="494665" y="145959"/>
                  <a:pt x="504458" y="154841"/>
                </a:cubicBezTo>
                <a:cubicBezTo>
                  <a:pt x="513111" y="162584"/>
                  <a:pt x="524270" y="166226"/>
                  <a:pt x="540439" y="166226"/>
                </a:cubicBezTo>
                <a:cubicBezTo>
                  <a:pt x="556154" y="166226"/>
                  <a:pt x="571642" y="158257"/>
                  <a:pt x="583030" y="141629"/>
                </a:cubicBezTo>
                <a:cubicBezTo>
                  <a:pt x="583030" y="138664"/>
                  <a:pt x="581891" y="134560"/>
                  <a:pt x="579614" y="134560"/>
                </a:cubicBezTo>
                <a:close/>
                <a:moveTo>
                  <a:pt x="690525" y="144134"/>
                </a:moveTo>
                <a:cubicBezTo>
                  <a:pt x="690525" y="141399"/>
                  <a:pt x="690070" y="137073"/>
                  <a:pt x="687565" y="137073"/>
                </a:cubicBezTo>
                <a:cubicBezTo>
                  <a:pt x="678453" y="145500"/>
                  <a:pt x="670710" y="149830"/>
                  <a:pt x="664108" y="149830"/>
                </a:cubicBezTo>
                <a:cubicBezTo>
                  <a:pt x="647024" y="149830"/>
                  <a:pt x="633589" y="137528"/>
                  <a:pt x="633589" y="110189"/>
                </a:cubicBezTo>
                <a:cubicBezTo>
                  <a:pt x="633589" y="84904"/>
                  <a:pt x="639281" y="72373"/>
                  <a:pt x="651354" y="72373"/>
                </a:cubicBezTo>
                <a:cubicBezTo>
                  <a:pt x="659778" y="72373"/>
                  <a:pt x="663194" y="81259"/>
                  <a:pt x="663878" y="88546"/>
                </a:cubicBezTo>
                <a:cubicBezTo>
                  <a:pt x="664563" y="94697"/>
                  <a:pt x="670710" y="99256"/>
                  <a:pt x="677998" y="99256"/>
                </a:cubicBezTo>
                <a:cubicBezTo>
                  <a:pt x="685285" y="99256"/>
                  <a:pt x="690525" y="93561"/>
                  <a:pt x="690525" y="86496"/>
                </a:cubicBezTo>
                <a:cubicBezTo>
                  <a:pt x="690525" y="76244"/>
                  <a:pt x="678227" y="62806"/>
                  <a:pt x="653401" y="62806"/>
                </a:cubicBezTo>
                <a:cubicBezTo>
                  <a:pt x="626528" y="62806"/>
                  <a:pt x="602841" y="84445"/>
                  <a:pt x="602841" y="118165"/>
                </a:cubicBezTo>
                <a:cubicBezTo>
                  <a:pt x="602841" y="132972"/>
                  <a:pt x="608082" y="145955"/>
                  <a:pt x="616964" y="154386"/>
                </a:cubicBezTo>
                <a:cubicBezTo>
                  <a:pt x="625843" y="162809"/>
                  <a:pt x="636321" y="166226"/>
                  <a:pt x="652490" y="166226"/>
                </a:cubicBezTo>
                <a:cubicBezTo>
                  <a:pt x="666154" y="166226"/>
                  <a:pt x="681869" y="156662"/>
                  <a:pt x="690525" y="144134"/>
                </a:cubicBezTo>
                <a:close/>
                <a:moveTo>
                  <a:pt x="757482" y="72373"/>
                </a:moveTo>
                <a:cubicBezTo>
                  <a:pt x="772967" y="72373"/>
                  <a:pt x="783445" y="90826"/>
                  <a:pt x="783445" y="122036"/>
                </a:cubicBezTo>
                <a:cubicBezTo>
                  <a:pt x="783445" y="149371"/>
                  <a:pt x="772741" y="156662"/>
                  <a:pt x="764544" y="156662"/>
                </a:cubicBezTo>
                <a:cubicBezTo>
                  <a:pt x="745868" y="156662"/>
                  <a:pt x="738578" y="128642"/>
                  <a:pt x="738578" y="111784"/>
                </a:cubicBezTo>
                <a:cubicBezTo>
                  <a:pt x="738578" y="90826"/>
                  <a:pt x="742223" y="72373"/>
                  <a:pt x="757482" y="72373"/>
                </a:cubicBezTo>
                <a:moveTo>
                  <a:pt x="706693" y="116795"/>
                </a:moveTo>
                <a:cubicBezTo>
                  <a:pt x="706693" y="146640"/>
                  <a:pt x="730380" y="166226"/>
                  <a:pt x="760898" y="166226"/>
                </a:cubicBezTo>
                <a:cubicBezTo>
                  <a:pt x="777068" y="166226"/>
                  <a:pt x="790506" y="161673"/>
                  <a:pt x="799844" y="153246"/>
                </a:cubicBezTo>
                <a:cubicBezTo>
                  <a:pt x="811458" y="142994"/>
                  <a:pt x="815329" y="127502"/>
                  <a:pt x="815329" y="114745"/>
                </a:cubicBezTo>
                <a:cubicBezTo>
                  <a:pt x="815329" y="84904"/>
                  <a:pt x="795059" y="62806"/>
                  <a:pt x="761124" y="62806"/>
                </a:cubicBezTo>
                <a:cubicBezTo>
                  <a:pt x="742223" y="62806"/>
                  <a:pt x="728104" y="69412"/>
                  <a:pt x="719221" y="79664"/>
                </a:cubicBezTo>
                <a:cubicBezTo>
                  <a:pt x="710565" y="89686"/>
                  <a:pt x="706693" y="103354"/>
                  <a:pt x="706693" y="116795"/>
                </a:cubicBezTo>
                <a:close/>
                <a:moveTo>
                  <a:pt x="875682" y="136190"/>
                </a:moveTo>
                <a:lnTo>
                  <a:pt x="875682" y="90829"/>
                </a:lnTo>
                <a:lnTo>
                  <a:pt x="875682" y="90374"/>
                </a:lnTo>
                <a:cubicBezTo>
                  <a:pt x="884791" y="84220"/>
                  <a:pt x="893902" y="79660"/>
                  <a:pt x="898000" y="79660"/>
                </a:cubicBezTo>
                <a:cubicBezTo>
                  <a:pt x="907111" y="79660"/>
                  <a:pt x="913943" y="83764"/>
                  <a:pt x="913943" y="96758"/>
                </a:cubicBezTo>
                <a:lnTo>
                  <a:pt x="913943" y="134821"/>
                </a:lnTo>
                <a:cubicBezTo>
                  <a:pt x="913943" y="153969"/>
                  <a:pt x="910298" y="156019"/>
                  <a:pt x="900960" y="156704"/>
                </a:cubicBezTo>
                <a:cubicBezTo>
                  <a:pt x="899595" y="158069"/>
                  <a:pt x="899595" y="163081"/>
                  <a:pt x="900960" y="164446"/>
                </a:cubicBezTo>
                <a:cubicBezTo>
                  <a:pt x="910527" y="164220"/>
                  <a:pt x="917815" y="163991"/>
                  <a:pt x="928747" y="163991"/>
                </a:cubicBezTo>
                <a:cubicBezTo>
                  <a:pt x="941272" y="163991"/>
                  <a:pt x="951294" y="164220"/>
                  <a:pt x="961087" y="164446"/>
                </a:cubicBezTo>
                <a:cubicBezTo>
                  <a:pt x="962453" y="163081"/>
                  <a:pt x="962453" y="158069"/>
                  <a:pt x="961087" y="156704"/>
                </a:cubicBezTo>
                <a:cubicBezTo>
                  <a:pt x="947193" y="156019"/>
                  <a:pt x="943551" y="153969"/>
                  <a:pt x="943551" y="134821"/>
                </a:cubicBezTo>
                <a:lnTo>
                  <a:pt x="943551" y="99263"/>
                </a:lnTo>
                <a:cubicBezTo>
                  <a:pt x="943551" y="74194"/>
                  <a:pt x="932845" y="62806"/>
                  <a:pt x="913259" y="62806"/>
                </a:cubicBezTo>
                <a:cubicBezTo>
                  <a:pt x="904151" y="62806"/>
                  <a:pt x="887981" y="72828"/>
                  <a:pt x="875453" y="81485"/>
                </a:cubicBezTo>
                <a:cubicBezTo>
                  <a:pt x="874772" y="73513"/>
                  <a:pt x="873858" y="66681"/>
                  <a:pt x="873858" y="66681"/>
                </a:cubicBezTo>
                <a:cubicBezTo>
                  <a:pt x="873632" y="63946"/>
                  <a:pt x="871811" y="62806"/>
                  <a:pt x="868621" y="62806"/>
                </a:cubicBezTo>
                <a:cubicBezTo>
                  <a:pt x="860194" y="65131"/>
                  <a:pt x="846530" y="68321"/>
                  <a:pt x="830815" y="70368"/>
                </a:cubicBezTo>
                <a:cubicBezTo>
                  <a:pt x="830360" y="71737"/>
                  <a:pt x="830815" y="76289"/>
                  <a:pt x="831270" y="77659"/>
                </a:cubicBezTo>
                <a:cubicBezTo>
                  <a:pt x="843798" y="78798"/>
                  <a:pt x="846074" y="80619"/>
                  <a:pt x="846074" y="93602"/>
                </a:cubicBezTo>
                <a:lnTo>
                  <a:pt x="846074" y="136204"/>
                </a:lnTo>
                <a:cubicBezTo>
                  <a:pt x="846074" y="155109"/>
                  <a:pt x="843569" y="155567"/>
                  <a:pt x="829675" y="156704"/>
                </a:cubicBezTo>
                <a:cubicBezTo>
                  <a:pt x="828309" y="158069"/>
                  <a:pt x="828309" y="163081"/>
                  <a:pt x="829675" y="164446"/>
                </a:cubicBezTo>
                <a:cubicBezTo>
                  <a:pt x="839242" y="164220"/>
                  <a:pt x="848806" y="163991"/>
                  <a:pt x="860878" y="163991"/>
                </a:cubicBezTo>
                <a:cubicBezTo>
                  <a:pt x="871356" y="163991"/>
                  <a:pt x="877733" y="164220"/>
                  <a:pt x="887526" y="164446"/>
                </a:cubicBezTo>
                <a:cubicBezTo>
                  <a:pt x="888891" y="163081"/>
                  <a:pt x="888891" y="158069"/>
                  <a:pt x="887526" y="156704"/>
                </a:cubicBezTo>
                <a:cubicBezTo>
                  <a:pt x="877959" y="155793"/>
                  <a:pt x="875682" y="155109"/>
                  <a:pt x="875682" y="136190"/>
                </a:cubicBezTo>
                <a:close/>
                <a:moveTo>
                  <a:pt x="1015973" y="136190"/>
                </a:moveTo>
                <a:lnTo>
                  <a:pt x="1015973" y="90829"/>
                </a:lnTo>
                <a:lnTo>
                  <a:pt x="1015973" y="90374"/>
                </a:lnTo>
                <a:cubicBezTo>
                  <a:pt x="1025082" y="84220"/>
                  <a:pt x="1034194" y="79660"/>
                  <a:pt x="1038291" y="79660"/>
                </a:cubicBezTo>
                <a:cubicBezTo>
                  <a:pt x="1047402" y="79660"/>
                  <a:pt x="1054235" y="83764"/>
                  <a:pt x="1054235" y="96758"/>
                </a:cubicBezTo>
                <a:lnTo>
                  <a:pt x="1054235" y="134821"/>
                </a:lnTo>
                <a:cubicBezTo>
                  <a:pt x="1054235" y="153969"/>
                  <a:pt x="1050589" y="156019"/>
                  <a:pt x="1041252" y="156704"/>
                </a:cubicBezTo>
                <a:cubicBezTo>
                  <a:pt x="1039886" y="158069"/>
                  <a:pt x="1039886" y="163081"/>
                  <a:pt x="1041252" y="164446"/>
                </a:cubicBezTo>
                <a:cubicBezTo>
                  <a:pt x="1050819" y="164220"/>
                  <a:pt x="1058106" y="163991"/>
                  <a:pt x="1069039" y="163991"/>
                </a:cubicBezTo>
                <a:cubicBezTo>
                  <a:pt x="1081563" y="163991"/>
                  <a:pt x="1091585" y="164220"/>
                  <a:pt x="1101378" y="164446"/>
                </a:cubicBezTo>
                <a:cubicBezTo>
                  <a:pt x="1102744" y="163081"/>
                  <a:pt x="1102744" y="158069"/>
                  <a:pt x="1101378" y="156704"/>
                </a:cubicBezTo>
                <a:cubicBezTo>
                  <a:pt x="1087485" y="156019"/>
                  <a:pt x="1083843" y="153969"/>
                  <a:pt x="1083843" y="134821"/>
                </a:cubicBezTo>
                <a:lnTo>
                  <a:pt x="1083843" y="99263"/>
                </a:lnTo>
                <a:cubicBezTo>
                  <a:pt x="1083843" y="74194"/>
                  <a:pt x="1073136" y="62806"/>
                  <a:pt x="1053550" y="62806"/>
                </a:cubicBezTo>
                <a:cubicBezTo>
                  <a:pt x="1044442" y="62806"/>
                  <a:pt x="1028272" y="72828"/>
                  <a:pt x="1015744" y="81485"/>
                </a:cubicBezTo>
                <a:cubicBezTo>
                  <a:pt x="1015063" y="73513"/>
                  <a:pt x="1014149" y="66681"/>
                  <a:pt x="1014149" y="66681"/>
                </a:cubicBezTo>
                <a:cubicBezTo>
                  <a:pt x="1013923" y="63946"/>
                  <a:pt x="1012102" y="62806"/>
                  <a:pt x="1008912" y="62806"/>
                </a:cubicBezTo>
                <a:cubicBezTo>
                  <a:pt x="1000485" y="65131"/>
                  <a:pt x="986821" y="68321"/>
                  <a:pt x="971106" y="70368"/>
                </a:cubicBezTo>
                <a:cubicBezTo>
                  <a:pt x="970651" y="71737"/>
                  <a:pt x="971106" y="76289"/>
                  <a:pt x="971561" y="77659"/>
                </a:cubicBezTo>
                <a:cubicBezTo>
                  <a:pt x="984089" y="78798"/>
                  <a:pt x="986365" y="80619"/>
                  <a:pt x="986365" y="93602"/>
                </a:cubicBezTo>
                <a:lnTo>
                  <a:pt x="986365" y="136204"/>
                </a:lnTo>
                <a:cubicBezTo>
                  <a:pt x="986365" y="155109"/>
                  <a:pt x="983860" y="155567"/>
                  <a:pt x="969966" y="156704"/>
                </a:cubicBezTo>
                <a:cubicBezTo>
                  <a:pt x="968601" y="158069"/>
                  <a:pt x="968601" y="163081"/>
                  <a:pt x="969966" y="164446"/>
                </a:cubicBezTo>
                <a:cubicBezTo>
                  <a:pt x="979533" y="164220"/>
                  <a:pt x="989097" y="163991"/>
                  <a:pt x="1001169" y="163991"/>
                </a:cubicBezTo>
                <a:cubicBezTo>
                  <a:pt x="1011647" y="163991"/>
                  <a:pt x="1018024" y="164220"/>
                  <a:pt x="1027817" y="164446"/>
                </a:cubicBezTo>
                <a:cubicBezTo>
                  <a:pt x="1029182" y="163081"/>
                  <a:pt x="1029182" y="158069"/>
                  <a:pt x="1027817" y="156704"/>
                </a:cubicBezTo>
                <a:cubicBezTo>
                  <a:pt x="1018250" y="155793"/>
                  <a:pt x="1015973" y="155109"/>
                  <a:pt x="1015973" y="136190"/>
                </a:cubicBezTo>
                <a:close/>
                <a:moveTo>
                  <a:pt x="1144647" y="101293"/>
                </a:moveTo>
                <a:cubicBezTo>
                  <a:pt x="1144877" y="93324"/>
                  <a:pt x="1146016" y="84668"/>
                  <a:pt x="1149203" y="80115"/>
                </a:cubicBezTo>
                <a:cubicBezTo>
                  <a:pt x="1152848" y="74649"/>
                  <a:pt x="1158996" y="72373"/>
                  <a:pt x="1161502" y="72373"/>
                </a:cubicBezTo>
                <a:cubicBezTo>
                  <a:pt x="1167652" y="72373"/>
                  <a:pt x="1176076" y="78295"/>
                  <a:pt x="1176076" y="96511"/>
                </a:cubicBezTo>
                <a:cubicBezTo>
                  <a:pt x="1176076" y="97877"/>
                  <a:pt x="1176076" y="100838"/>
                  <a:pt x="1175621" y="101293"/>
                </a:cubicBezTo>
                <a:lnTo>
                  <a:pt x="1144647" y="101293"/>
                </a:lnTo>
                <a:moveTo>
                  <a:pt x="1202498" y="134560"/>
                </a:moveTo>
                <a:cubicBezTo>
                  <a:pt x="1193160" y="144134"/>
                  <a:pt x="1180861" y="146640"/>
                  <a:pt x="1172205" y="146640"/>
                </a:cubicBezTo>
                <a:cubicBezTo>
                  <a:pt x="1154440" y="146640"/>
                  <a:pt x="1143511" y="136385"/>
                  <a:pt x="1143511" y="114050"/>
                </a:cubicBezTo>
                <a:cubicBezTo>
                  <a:pt x="1143511" y="112455"/>
                  <a:pt x="1143737" y="111541"/>
                  <a:pt x="1143737" y="110401"/>
                </a:cubicBezTo>
                <a:lnTo>
                  <a:pt x="1198397" y="110401"/>
                </a:lnTo>
                <a:cubicBezTo>
                  <a:pt x="1203863" y="110401"/>
                  <a:pt x="1205000" y="106530"/>
                  <a:pt x="1205000" y="103343"/>
                </a:cubicBezTo>
                <a:cubicBezTo>
                  <a:pt x="1205000" y="83987"/>
                  <a:pt x="1197486" y="62806"/>
                  <a:pt x="1164007" y="62806"/>
                </a:cubicBezTo>
                <a:cubicBezTo>
                  <a:pt x="1140095" y="62806"/>
                  <a:pt x="1112763" y="83987"/>
                  <a:pt x="1112763" y="118835"/>
                </a:cubicBezTo>
                <a:cubicBezTo>
                  <a:pt x="1112763" y="132055"/>
                  <a:pt x="1117548" y="145959"/>
                  <a:pt x="1127341" y="154841"/>
                </a:cubicBezTo>
                <a:cubicBezTo>
                  <a:pt x="1135994" y="162584"/>
                  <a:pt x="1147153" y="166226"/>
                  <a:pt x="1163322" y="166226"/>
                </a:cubicBezTo>
                <a:cubicBezTo>
                  <a:pt x="1179037" y="166226"/>
                  <a:pt x="1194526" y="158257"/>
                  <a:pt x="1205914" y="141629"/>
                </a:cubicBezTo>
                <a:cubicBezTo>
                  <a:pt x="1205914" y="138664"/>
                  <a:pt x="1204774" y="134560"/>
                  <a:pt x="1202498" y="134560"/>
                </a:cubicBezTo>
                <a:close/>
                <a:moveTo>
                  <a:pt x="1313409" y="144134"/>
                </a:moveTo>
                <a:cubicBezTo>
                  <a:pt x="1313409" y="141399"/>
                  <a:pt x="1312953" y="137073"/>
                  <a:pt x="1310448" y="137073"/>
                </a:cubicBezTo>
                <a:cubicBezTo>
                  <a:pt x="1301336" y="145500"/>
                  <a:pt x="1293594" y="149830"/>
                  <a:pt x="1286991" y="149830"/>
                </a:cubicBezTo>
                <a:cubicBezTo>
                  <a:pt x="1269907" y="149830"/>
                  <a:pt x="1256472" y="137528"/>
                  <a:pt x="1256472" y="110189"/>
                </a:cubicBezTo>
                <a:cubicBezTo>
                  <a:pt x="1256472" y="84904"/>
                  <a:pt x="1262165" y="72373"/>
                  <a:pt x="1274237" y="72373"/>
                </a:cubicBezTo>
                <a:cubicBezTo>
                  <a:pt x="1282661" y="72373"/>
                  <a:pt x="1286077" y="81259"/>
                  <a:pt x="1286762" y="88546"/>
                </a:cubicBezTo>
                <a:cubicBezTo>
                  <a:pt x="1287446" y="94697"/>
                  <a:pt x="1293594" y="99256"/>
                  <a:pt x="1300881" y="99256"/>
                </a:cubicBezTo>
                <a:cubicBezTo>
                  <a:pt x="1308168" y="99256"/>
                  <a:pt x="1313409" y="93561"/>
                  <a:pt x="1313409" y="86496"/>
                </a:cubicBezTo>
                <a:cubicBezTo>
                  <a:pt x="1313409" y="76244"/>
                  <a:pt x="1301110" y="62806"/>
                  <a:pt x="1276284" y="62806"/>
                </a:cubicBezTo>
                <a:cubicBezTo>
                  <a:pt x="1249411" y="62806"/>
                  <a:pt x="1225724" y="84445"/>
                  <a:pt x="1225724" y="118165"/>
                </a:cubicBezTo>
                <a:cubicBezTo>
                  <a:pt x="1225724" y="132972"/>
                  <a:pt x="1230965" y="145955"/>
                  <a:pt x="1239847" y="154386"/>
                </a:cubicBezTo>
                <a:cubicBezTo>
                  <a:pt x="1248726" y="162809"/>
                  <a:pt x="1259204" y="166226"/>
                  <a:pt x="1275374" y="166226"/>
                </a:cubicBezTo>
                <a:cubicBezTo>
                  <a:pt x="1289038" y="166226"/>
                  <a:pt x="1304752" y="156662"/>
                  <a:pt x="1313409" y="144134"/>
                </a:cubicBezTo>
                <a:close/>
                <a:moveTo>
                  <a:pt x="1335498" y="65252"/>
                </a:moveTo>
                <a:cubicBezTo>
                  <a:pt x="1332311" y="65252"/>
                  <a:pt x="1328895" y="66166"/>
                  <a:pt x="1325935" y="68672"/>
                </a:cubicBezTo>
                <a:lnTo>
                  <a:pt x="1325935" y="75275"/>
                </a:lnTo>
                <a:cubicBezTo>
                  <a:pt x="1325935" y="76414"/>
                  <a:pt x="1326160" y="76640"/>
                  <a:pt x="1327071" y="76640"/>
                </a:cubicBezTo>
                <a:lnTo>
                  <a:pt x="1341875" y="76640"/>
                </a:lnTo>
                <a:cubicBezTo>
                  <a:pt x="1341420" y="99597"/>
                  <a:pt x="1341194" y="128691"/>
                  <a:pt x="1341194" y="140058"/>
                </a:cubicBezTo>
                <a:cubicBezTo>
                  <a:pt x="1341194" y="148012"/>
                  <a:pt x="1343244" y="155752"/>
                  <a:pt x="1348026" y="159849"/>
                </a:cubicBezTo>
                <a:cubicBezTo>
                  <a:pt x="1353263" y="164179"/>
                  <a:pt x="1361461" y="166226"/>
                  <a:pt x="1366927" y="166226"/>
                </a:cubicBezTo>
                <a:cubicBezTo>
                  <a:pt x="1379455" y="166226"/>
                  <a:pt x="1393345" y="159849"/>
                  <a:pt x="1397901" y="153472"/>
                </a:cubicBezTo>
                <a:cubicBezTo>
                  <a:pt x="1397901" y="150740"/>
                  <a:pt x="1396535" y="149375"/>
                  <a:pt x="1393804" y="147102"/>
                </a:cubicBezTo>
                <a:cubicBezTo>
                  <a:pt x="1390843" y="149375"/>
                  <a:pt x="1385147" y="150285"/>
                  <a:pt x="1380821" y="150285"/>
                </a:cubicBezTo>
                <a:cubicBezTo>
                  <a:pt x="1375810" y="150285"/>
                  <a:pt x="1370798" y="146421"/>
                  <a:pt x="1370798" y="135057"/>
                </a:cubicBezTo>
                <a:cubicBezTo>
                  <a:pt x="1370798" y="123690"/>
                  <a:pt x="1370573" y="99371"/>
                  <a:pt x="1370573" y="76640"/>
                </a:cubicBezTo>
                <a:lnTo>
                  <a:pt x="1393574" y="76640"/>
                </a:lnTo>
                <a:cubicBezTo>
                  <a:pt x="1395851" y="76640"/>
                  <a:pt x="1399041" y="75730"/>
                  <a:pt x="1399041" y="73680"/>
                </a:cubicBezTo>
                <a:lnTo>
                  <a:pt x="1399041" y="66622"/>
                </a:lnTo>
                <a:cubicBezTo>
                  <a:pt x="1399041" y="65711"/>
                  <a:pt x="1398356" y="65252"/>
                  <a:pt x="1397220" y="65252"/>
                </a:cubicBezTo>
                <a:lnTo>
                  <a:pt x="1370573" y="65252"/>
                </a:lnTo>
                <a:lnTo>
                  <a:pt x="1370798" y="57510"/>
                </a:lnTo>
                <a:cubicBezTo>
                  <a:pt x="1371254" y="42251"/>
                  <a:pt x="1371938" y="31777"/>
                  <a:pt x="1371938" y="31777"/>
                </a:cubicBezTo>
                <a:cubicBezTo>
                  <a:pt x="1371938" y="30407"/>
                  <a:pt x="1371254" y="29726"/>
                  <a:pt x="1370117" y="29726"/>
                </a:cubicBezTo>
                <a:cubicBezTo>
                  <a:pt x="1368522" y="29726"/>
                  <a:pt x="1360095" y="32232"/>
                  <a:pt x="1356453" y="33827"/>
                </a:cubicBezTo>
                <a:cubicBezTo>
                  <a:pt x="1352578" y="35418"/>
                  <a:pt x="1345976" y="36784"/>
                  <a:pt x="1344381" y="38834"/>
                </a:cubicBezTo>
                <a:cubicBezTo>
                  <a:pt x="1342785" y="40885"/>
                  <a:pt x="1341875" y="47036"/>
                  <a:pt x="1341875" y="65252"/>
                </a:cubicBezTo>
                <a:lnTo>
                  <a:pt x="1335498" y="65252"/>
                </a:lnTo>
                <a:close/>
                <a:moveTo>
                  <a:pt x="1455522" y="136211"/>
                </a:moveTo>
                <a:lnTo>
                  <a:pt x="1455522" y="90892"/>
                </a:lnTo>
                <a:cubicBezTo>
                  <a:pt x="1455522" y="79507"/>
                  <a:pt x="1456432" y="66722"/>
                  <a:pt x="1456432" y="66722"/>
                </a:cubicBezTo>
                <a:cubicBezTo>
                  <a:pt x="1456432" y="64189"/>
                  <a:pt x="1454382" y="62806"/>
                  <a:pt x="1451195" y="62806"/>
                </a:cubicBezTo>
                <a:cubicBezTo>
                  <a:pt x="1444818" y="65343"/>
                  <a:pt x="1426369" y="67185"/>
                  <a:pt x="1410654" y="69256"/>
                </a:cubicBezTo>
                <a:cubicBezTo>
                  <a:pt x="1410199" y="70625"/>
                  <a:pt x="1410654" y="75177"/>
                  <a:pt x="1411110" y="76547"/>
                </a:cubicBezTo>
                <a:cubicBezTo>
                  <a:pt x="1423637" y="77683"/>
                  <a:pt x="1425914" y="79507"/>
                  <a:pt x="1425914" y="92487"/>
                </a:cubicBezTo>
                <a:lnTo>
                  <a:pt x="1425914" y="136211"/>
                </a:lnTo>
                <a:cubicBezTo>
                  <a:pt x="1425914" y="155112"/>
                  <a:pt x="1423408" y="155567"/>
                  <a:pt x="1409518" y="156704"/>
                </a:cubicBezTo>
                <a:cubicBezTo>
                  <a:pt x="1408149" y="158069"/>
                  <a:pt x="1408149" y="163081"/>
                  <a:pt x="1409518" y="164446"/>
                </a:cubicBezTo>
                <a:cubicBezTo>
                  <a:pt x="1419082" y="164220"/>
                  <a:pt x="1428649" y="163991"/>
                  <a:pt x="1440718" y="163991"/>
                </a:cubicBezTo>
                <a:cubicBezTo>
                  <a:pt x="1452787" y="163991"/>
                  <a:pt x="1462124" y="164220"/>
                  <a:pt x="1471917" y="164446"/>
                </a:cubicBezTo>
                <a:cubicBezTo>
                  <a:pt x="1473287" y="163081"/>
                  <a:pt x="1473287" y="158069"/>
                  <a:pt x="1471917" y="156704"/>
                </a:cubicBezTo>
                <a:cubicBezTo>
                  <a:pt x="1458027" y="155793"/>
                  <a:pt x="1455522" y="155112"/>
                  <a:pt x="1455522" y="136211"/>
                </a:cubicBezTo>
                <a:moveTo>
                  <a:pt x="1424777" y="28221"/>
                </a:moveTo>
                <a:cubicBezTo>
                  <a:pt x="1424777" y="35735"/>
                  <a:pt x="1430240" y="43251"/>
                  <a:pt x="1439352" y="43251"/>
                </a:cubicBezTo>
                <a:cubicBezTo>
                  <a:pt x="1449600" y="43251"/>
                  <a:pt x="1455522" y="35054"/>
                  <a:pt x="1455522" y="29132"/>
                </a:cubicBezTo>
                <a:cubicBezTo>
                  <a:pt x="1455522" y="22300"/>
                  <a:pt x="1450285" y="14099"/>
                  <a:pt x="1440718" y="14099"/>
                </a:cubicBezTo>
                <a:cubicBezTo>
                  <a:pt x="1430014" y="14099"/>
                  <a:pt x="1424777" y="21389"/>
                  <a:pt x="1424777" y="28221"/>
                </a:cubicBezTo>
                <a:close/>
                <a:moveTo>
                  <a:pt x="1527945" y="136190"/>
                </a:moveTo>
                <a:lnTo>
                  <a:pt x="1527945" y="90829"/>
                </a:lnTo>
                <a:lnTo>
                  <a:pt x="1527945" y="90374"/>
                </a:lnTo>
                <a:cubicBezTo>
                  <a:pt x="1537054" y="84220"/>
                  <a:pt x="1546165" y="79660"/>
                  <a:pt x="1550262" y="79660"/>
                </a:cubicBezTo>
                <a:cubicBezTo>
                  <a:pt x="1559374" y="79660"/>
                  <a:pt x="1566206" y="83764"/>
                  <a:pt x="1566206" y="96758"/>
                </a:cubicBezTo>
                <a:lnTo>
                  <a:pt x="1566206" y="134821"/>
                </a:lnTo>
                <a:cubicBezTo>
                  <a:pt x="1566206" y="153969"/>
                  <a:pt x="1562561" y="156019"/>
                  <a:pt x="1553223" y="156704"/>
                </a:cubicBezTo>
                <a:cubicBezTo>
                  <a:pt x="1551858" y="158069"/>
                  <a:pt x="1551858" y="163081"/>
                  <a:pt x="1553223" y="164446"/>
                </a:cubicBezTo>
                <a:cubicBezTo>
                  <a:pt x="1562790" y="164220"/>
                  <a:pt x="1570078" y="163991"/>
                  <a:pt x="1581010" y="163991"/>
                </a:cubicBezTo>
                <a:cubicBezTo>
                  <a:pt x="1593535" y="163991"/>
                  <a:pt x="1603557" y="164220"/>
                  <a:pt x="1613350" y="164446"/>
                </a:cubicBezTo>
                <a:cubicBezTo>
                  <a:pt x="1614716" y="163081"/>
                  <a:pt x="1614716" y="158069"/>
                  <a:pt x="1613350" y="156704"/>
                </a:cubicBezTo>
                <a:cubicBezTo>
                  <a:pt x="1599456" y="156019"/>
                  <a:pt x="1595814" y="153969"/>
                  <a:pt x="1595814" y="134821"/>
                </a:cubicBezTo>
                <a:lnTo>
                  <a:pt x="1595814" y="99263"/>
                </a:lnTo>
                <a:cubicBezTo>
                  <a:pt x="1595814" y="74194"/>
                  <a:pt x="1585108" y="62806"/>
                  <a:pt x="1565522" y="62806"/>
                </a:cubicBezTo>
                <a:cubicBezTo>
                  <a:pt x="1556413" y="62806"/>
                  <a:pt x="1540244" y="72828"/>
                  <a:pt x="1527716" y="81485"/>
                </a:cubicBezTo>
                <a:cubicBezTo>
                  <a:pt x="1527035" y="73513"/>
                  <a:pt x="1526121" y="66681"/>
                  <a:pt x="1526121" y="66681"/>
                </a:cubicBezTo>
                <a:cubicBezTo>
                  <a:pt x="1525895" y="63946"/>
                  <a:pt x="1524074" y="62806"/>
                  <a:pt x="1520884" y="62806"/>
                </a:cubicBezTo>
                <a:cubicBezTo>
                  <a:pt x="1512457" y="65131"/>
                  <a:pt x="1498792" y="68321"/>
                  <a:pt x="1483078" y="70368"/>
                </a:cubicBezTo>
                <a:cubicBezTo>
                  <a:pt x="1482623" y="71737"/>
                  <a:pt x="1483078" y="76289"/>
                  <a:pt x="1483533" y="77659"/>
                </a:cubicBezTo>
                <a:cubicBezTo>
                  <a:pt x="1496061" y="78798"/>
                  <a:pt x="1498337" y="80619"/>
                  <a:pt x="1498337" y="93602"/>
                </a:cubicBezTo>
                <a:lnTo>
                  <a:pt x="1498337" y="136204"/>
                </a:lnTo>
                <a:cubicBezTo>
                  <a:pt x="1498337" y="155109"/>
                  <a:pt x="1495832" y="155567"/>
                  <a:pt x="1481938" y="156704"/>
                </a:cubicBezTo>
                <a:cubicBezTo>
                  <a:pt x="1480572" y="158069"/>
                  <a:pt x="1480572" y="163081"/>
                  <a:pt x="1481938" y="164446"/>
                </a:cubicBezTo>
                <a:cubicBezTo>
                  <a:pt x="1491505" y="164220"/>
                  <a:pt x="1501069" y="163991"/>
                  <a:pt x="1513141" y="163991"/>
                </a:cubicBezTo>
                <a:cubicBezTo>
                  <a:pt x="1523619" y="163991"/>
                  <a:pt x="1529996" y="164220"/>
                  <a:pt x="1539788" y="164446"/>
                </a:cubicBezTo>
                <a:cubicBezTo>
                  <a:pt x="1541154" y="163081"/>
                  <a:pt x="1541154" y="158069"/>
                  <a:pt x="1539788" y="156704"/>
                </a:cubicBezTo>
                <a:cubicBezTo>
                  <a:pt x="1530221" y="155793"/>
                  <a:pt x="1527945" y="155109"/>
                  <a:pt x="1527945" y="136190"/>
                </a:cubicBezTo>
                <a:close/>
                <a:moveTo>
                  <a:pt x="1682356" y="98412"/>
                </a:moveTo>
                <a:cubicBezTo>
                  <a:pt x="1682356" y="120340"/>
                  <a:pt x="1675979" y="123078"/>
                  <a:pt x="1670057" y="123078"/>
                </a:cubicBezTo>
                <a:cubicBezTo>
                  <a:pt x="1655938" y="123078"/>
                  <a:pt x="1654114" y="106179"/>
                  <a:pt x="1654114" y="94530"/>
                </a:cubicBezTo>
                <a:cubicBezTo>
                  <a:pt x="1654114" y="77627"/>
                  <a:pt x="1658214" y="71462"/>
                  <a:pt x="1667097" y="71462"/>
                </a:cubicBezTo>
                <a:cubicBezTo>
                  <a:pt x="1677800" y="71462"/>
                  <a:pt x="1682356" y="80369"/>
                  <a:pt x="1682356" y="98412"/>
                </a:cubicBezTo>
                <a:moveTo>
                  <a:pt x="1656164" y="169784"/>
                </a:moveTo>
                <a:cubicBezTo>
                  <a:pt x="1673703" y="169784"/>
                  <a:pt x="1707408" y="170469"/>
                  <a:pt x="1707408" y="182531"/>
                </a:cubicBezTo>
                <a:cubicBezTo>
                  <a:pt x="1707408" y="190725"/>
                  <a:pt x="1703763" y="200056"/>
                  <a:pt x="1696249" y="204153"/>
                </a:cubicBezTo>
                <a:cubicBezTo>
                  <a:pt x="1689188" y="208250"/>
                  <a:pt x="1677574" y="208705"/>
                  <a:pt x="1668918" y="208705"/>
                </a:cubicBezTo>
                <a:cubicBezTo>
                  <a:pt x="1653888" y="208705"/>
                  <a:pt x="1643640" y="197554"/>
                  <a:pt x="1643640" y="185947"/>
                </a:cubicBezTo>
                <a:cubicBezTo>
                  <a:pt x="1643640" y="178208"/>
                  <a:pt x="1643640" y="172971"/>
                  <a:pt x="1646145" y="168418"/>
                </a:cubicBezTo>
                <a:cubicBezTo>
                  <a:pt x="1648421" y="169329"/>
                  <a:pt x="1651382" y="169784"/>
                  <a:pt x="1656164" y="169784"/>
                </a:cubicBezTo>
                <a:moveTo>
                  <a:pt x="1722667" y="74204"/>
                </a:moveTo>
                <a:cubicBezTo>
                  <a:pt x="1729044" y="74204"/>
                  <a:pt x="1732686" y="71462"/>
                  <a:pt x="1732686" y="63035"/>
                </a:cubicBezTo>
                <a:cubicBezTo>
                  <a:pt x="1732686" y="58709"/>
                  <a:pt x="1726768" y="52103"/>
                  <a:pt x="1718111" y="52103"/>
                </a:cubicBezTo>
                <a:cubicBezTo>
                  <a:pt x="1708093" y="52103"/>
                  <a:pt x="1694880" y="59619"/>
                  <a:pt x="1688278" y="65541"/>
                </a:cubicBezTo>
                <a:cubicBezTo>
                  <a:pt x="1684177" y="63265"/>
                  <a:pt x="1679395" y="62806"/>
                  <a:pt x="1669147" y="62806"/>
                </a:cubicBezTo>
                <a:cubicBezTo>
                  <a:pt x="1659354" y="62806"/>
                  <a:pt x="1649787" y="65086"/>
                  <a:pt x="1642274" y="70097"/>
                </a:cubicBezTo>
                <a:cubicBezTo>
                  <a:pt x="1632936" y="76029"/>
                  <a:pt x="1626785" y="84939"/>
                  <a:pt x="1626785" y="96588"/>
                </a:cubicBezTo>
                <a:cubicBezTo>
                  <a:pt x="1626785" y="107777"/>
                  <a:pt x="1633391" y="119881"/>
                  <a:pt x="1644321" y="125813"/>
                </a:cubicBezTo>
                <a:cubicBezTo>
                  <a:pt x="1637263" y="131964"/>
                  <a:pt x="1626330" y="144047"/>
                  <a:pt x="1626330" y="148607"/>
                </a:cubicBezTo>
                <a:cubicBezTo>
                  <a:pt x="1626330" y="152933"/>
                  <a:pt x="1627015" y="155665"/>
                  <a:pt x="1629291" y="159081"/>
                </a:cubicBezTo>
                <a:cubicBezTo>
                  <a:pt x="1631341" y="162271"/>
                  <a:pt x="1634073" y="164092"/>
                  <a:pt x="1638628" y="165458"/>
                </a:cubicBezTo>
                <a:cubicBezTo>
                  <a:pt x="1628836" y="171379"/>
                  <a:pt x="1618813" y="184352"/>
                  <a:pt x="1618813" y="188223"/>
                </a:cubicBezTo>
                <a:cubicBezTo>
                  <a:pt x="1618813" y="196643"/>
                  <a:pt x="1621548" y="206429"/>
                  <a:pt x="1627696" y="210756"/>
                </a:cubicBezTo>
                <a:cubicBezTo>
                  <a:pt x="1636578" y="216903"/>
                  <a:pt x="1651612" y="218269"/>
                  <a:pt x="1662541" y="218269"/>
                </a:cubicBezTo>
                <a:cubicBezTo>
                  <a:pt x="1694199" y="218269"/>
                  <a:pt x="1730410" y="201651"/>
                  <a:pt x="1730410" y="176613"/>
                </a:cubicBezTo>
                <a:cubicBezTo>
                  <a:pt x="1730410" y="171834"/>
                  <a:pt x="1728134" y="162041"/>
                  <a:pt x="1719022" y="155894"/>
                </a:cubicBezTo>
                <a:cubicBezTo>
                  <a:pt x="1710140" y="149972"/>
                  <a:pt x="1675979" y="148377"/>
                  <a:pt x="1659125" y="148377"/>
                </a:cubicBezTo>
                <a:cubicBezTo>
                  <a:pt x="1655028" y="148377"/>
                  <a:pt x="1648877" y="147922"/>
                  <a:pt x="1648877" y="138803"/>
                </a:cubicBezTo>
                <a:cubicBezTo>
                  <a:pt x="1648877" y="135154"/>
                  <a:pt x="1651156" y="131964"/>
                  <a:pt x="1652293" y="129229"/>
                </a:cubicBezTo>
                <a:cubicBezTo>
                  <a:pt x="1657074" y="131506"/>
                  <a:pt x="1661860" y="131735"/>
                  <a:pt x="1668918" y="131735"/>
                </a:cubicBezTo>
                <a:cubicBezTo>
                  <a:pt x="1680535" y="131735"/>
                  <a:pt x="1691238" y="128774"/>
                  <a:pt x="1698981" y="121939"/>
                </a:cubicBezTo>
                <a:cubicBezTo>
                  <a:pt x="1705587" y="116000"/>
                  <a:pt x="1710140" y="108007"/>
                  <a:pt x="1710140" y="97727"/>
                </a:cubicBezTo>
                <a:cubicBezTo>
                  <a:pt x="1710140" y="84939"/>
                  <a:pt x="1703763" y="76487"/>
                  <a:pt x="1696020" y="70097"/>
                </a:cubicBezTo>
                <a:cubicBezTo>
                  <a:pt x="1697841" y="67817"/>
                  <a:pt x="1705358" y="63720"/>
                  <a:pt x="1707634" y="63720"/>
                </a:cubicBezTo>
                <a:cubicBezTo>
                  <a:pt x="1709684" y="63720"/>
                  <a:pt x="1711279" y="65086"/>
                  <a:pt x="1711964" y="66451"/>
                </a:cubicBezTo>
                <a:cubicBezTo>
                  <a:pt x="1712874" y="69412"/>
                  <a:pt x="1716972" y="74204"/>
                  <a:pt x="1722667" y="74204"/>
                </a:cubicBezTo>
                <a:close/>
                <a:moveTo>
                  <a:pt x="1872068" y="142310"/>
                </a:moveTo>
                <a:cubicBezTo>
                  <a:pt x="1867286" y="146184"/>
                  <a:pt x="1855217" y="151196"/>
                  <a:pt x="1852482" y="151196"/>
                </a:cubicBezTo>
                <a:cubicBezTo>
                  <a:pt x="1841094" y="151196"/>
                  <a:pt x="1832211" y="138438"/>
                  <a:pt x="1832211" y="111784"/>
                </a:cubicBezTo>
                <a:cubicBezTo>
                  <a:pt x="1832211" y="99712"/>
                  <a:pt x="1833581" y="89231"/>
                  <a:pt x="1837907" y="82169"/>
                </a:cubicBezTo>
                <a:cubicBezTo>
                  <a:pt x="1841778" y="76018"/>
                  <a:pt x="1847926" y="72373"/>
                  <a:pt x="1854758" y="72373"/>
                </a:cubicBezTo>
                <a:cubicBezTo>
                  <a:pt x="1860680" y="72373"/>
                  <a:pt x="1866375" y="73058"/>
                  <a:pt x="1871842" y="80574"/>
                </a:cubicBezTo>
                <a:lnTo>
                  <a:pt x="1871842" y="136617"/>
                </a:lnTo>
                <a:cubicBezTo>
                  <a:pt x="1871842" y="138438"/>
                  <a:pt x="1871842" y="140489"/>
                  <a:pt x="1872068" y="142310"/>
                </a:cubicBezTo>
                <a:moveTo>
                  <a:pt x="1872752" y="153017"/>
                </a:moveTo>
                <a:cubicBezTo>
                  <a:pt x="1873207" y="158483"/>
                  <a:pt x="1873663" y="162354"/>
                  <a:pt x="1873663" y="162354"/>
                </a:cubicBezTo>
                <a:cubicBezTo>
                  <a:pt x="1873892" y="165089"/>
                  <a:pt x="1875713" y="166226"/>
                  <a:pt x="1878900" y="166226"/>
                </a:cubicBezTo>
                <a:cubicBezTo>
                  <a:pt x="1887327" y="163904"/>
                  <a:pt x="1900991" y="160714"/>
                  <a:pt x="1916706" y="158664"/>
                </a:cubicBezTo>
                <a:cubicBezTo>
                  <a:pt x="1917161" y="157298"/>
                  <a:pt x="1916706" y="152746"/>
                  <a:pt x="1916250" y="151376"/>
                </a:cubicBezTo>
                <a:cubicBezTo>
                  <a:pt x="1903952" y="150240"/>
                  <a:pt x="1901446" y="146595"/>
                  <a:pt x="1901446" y="133618"/>
                </a:cubicBezTo>
                <a:lnTo>
                  <a:pt x="1901446" y="31227"/>
                </a:lnTo>
                <a:cubicBezTo>
                  <a:pt x="1901446" y="16451"/>
                  <a:pt x="1902131" y="7982"/>
                  <a:pt x="1902131" y="7982"/>
                </a:cubicBezTo>
                <a:cubicBezTo>
                  <a:pt x="1902131" y="5904"/>
                  <a:pt x="1900536" y="4980"/>
                  <a:pt x="1898485" y="4980"/>
                </a:cubicBezTo>
                <a:cubicBezTo>
                  <a:pt x="1890062" y="7753"/>
                  <a:pt x="1871842" y="10293"/>
                  <a:pt x="1855672" y="10985"/>
                </a:cubicBezTo>
                <a:cubicBezTo>
                  <a:pt x="1854987" y="13720"/>
                  <a:pt x="1855217" y="16681"/>
                  <a:pt x="1856353" y="18731"/>
                </a:cubicBezTo>
                <a:cubicBezTo>
                  <a:pt x="1870702" y="19867"/>
                  <a:pt x="1871842" y="20093"/>
                  <a:pt x="1871842" y="35769"/>
                </a:cubicBezTo>
                <a:lnTo>
                  <a:pt x="1871842" y="65311"/>
                </a:lnTo>
                <a:cubicBezTo>
                  <a:pt x="1867512" y="63946"/>
                  <a:pt x="1862049" y="62806"/>
                  <a:pt x="1855443" y="62806"/>
                </a:cubicBezTo>
                <a:cubicBezTo>
                  <a:pt x="1826064" y="62806"/>
                  <a:pt x="1800327" y="88539"/>
                  <a:pt x="1800327" y="118818"/>
                </a:cubicBezTo>
                <a:cubicBezTo>
                  <a:pt x="1800327" y="132479"/>
                  <a:pt x="1805112" y="147964"/>
                  <a:pt x="1816271" y="156617"/>
                </a:cubicBezTo>
                <a:cubicBezTo>
                  <a:pt x="1824469" y="163039"/>
                  <a:pt x="1830165" y="166226"/>
                  <a:pt x="1842918" y="166226"/>
                </a:cubicBezTo>
                <a:cubicBezTo>
                  <a:pt x="1849066" y="166226"/>
                  <a:pt x="1865920" y="156207"/>
                  <a:pt x="1870702" y="153017"/>
                </a:cubicBezTo>
                <a:lnTo>
                  <a:pt x="1872752" y="153017"/>
                </a:lnTo>
                <a:close/>
                <a:moveTo>
                  <a:pt x="1972504" y="136211"/>
                </a:moveTo>
                <a:lnTo>
                  <a:pt x="1972504" y="90892"/>
                </a:lnTo>
                <a:cubicBezTo>
                  <a:pt x="1972504" y="79507"/>
                  <a:pt x="1973415" y="66722"/>
                  <a:pt x="1973415" y="66722"/>
                </a:cubicBezTo>
                <a:cubicBezTo>
                  <a:pt x="1973415" y="64189"/>
                  <a:pt x="1971364" y="62806"/>
                  <a:pt x="1968178" y="62806"/>
                </a:cubicBezTo>
                <a:cubicBezTo>
                  <a:pt x="1961801" y="65343"/>
                  <a:pt x="1943352" y="67185"/>
                  <a:pt x="1927637" y="69256"/>
                </a:cubicBezTo>
                <a:cubicBezTo>
                  <a:pt x="1927182" y="70625"/>
                  <a:pt x="1927637" y="75177"/>
                  <a:pt x="1928092" y="76547"/>
                </a:cubicBezTo>
                <a:cubicBezTo>
                  <a:pt x="1940620" y="77683"/>
                  <a:pt x="1942896" y="79507"/>
                  <a:pt x="1942896" y="92487"/>
                </a:cubicBezTo>
                <a:lnTo>
                  <a:pt x="1942896" y="136211"/>
                </a:lnTo>
                <a:cubicBezTo>
                  <a:pt x="1942896" y="155112"/>
                  <a:pt x="1940391" y="155567"/>
                  <a:pt x="1926501" y="156704"/>
                </a:cubicBezTo>
                <a:cubicBezTo>
                  <a:pt x="1925131" y="158069"/>
                  <a:pt x="1925131" y="163081"/>
                  <a:pt x="1926501" y="164446"/>
                </a:cubicBezTo>
                <a:cubicBezTo>
                  <a:pt x="1936064" y="164220"/>
                  <a:pt x="1945631" y="163991"/>
                  <a:pt x="1957700" y="163991"/>
                </a:cubicBezTo>
                <a:cubicBezTo>
                  <a:pt x="1969769" y="163991"/>
                  <a:pt x="1979107" y="164220"/>
                  <a:pt x="1988900" y="164446"/>
                </a:cubicBezTo>
                <a:cubicBezTo>
                  <a:pt x="1990269" y="163081"/>
                  <a:pt x="1990269" y="158069"/>
                  <a:pt x="1988900" y="156704"/>
                </a:cubicBezTo>
                <a:cubicBezTo>
                  <a:pt x="1975010" y="155793"/>
                  <a:pt x="1972504" y="155112"/>
                  <a:pt x="1972504" y="136211"/>
                </a:cubicBezTo>
                <a:moveTo>
                  <a:pt x="1941760" y="28221"/>
                </a:moveTo>
                <a:cubicBezTo>
                  <a:pt x="1941760" y="35735"/>
                  <a:pt x="1947223" y="43251"/>
                  <a:pt x="1956335" y="43251"/>
                </a:cubicBezTo>
                <a:cubicBezTo>
                  <a:pt x="1966583" y="43251"/>
                  <a:pt x="1972504" y="35054"/>
                  <a:pt x="1972504" y="29132"/>
                </a:cubicBezTo>
                <a:cubicBezTo>
                  <a:pt x="1972504" y="22300"/>
                  <a:pt x="1967267" y="14099"/>
                  <a:pt x="1957700" y="14099"/>
                </a:cubicBezTo>
                <a:cubicBezTo>
                  <a:pt x="1946997" y="14099"/>
                  <a:pt x="1941760" y="21389"/>
                  <a:pt x="1941760" y="28221"/>
                </a:cubicBezTo>
                <a:close/>
                <a:moveTo>
                  <a:pt x="2003932" y="130692"/>
                </a:moveTo>
                <a:cubicBezTo>
                  <a:pt x="2004843" y="141854"/>
                  <a:pt x="2005982" y="152561"/>
                  <a:pt x="2007803" y="161218"/>
                </a:cubicBezTo>
                <a:cubicBezTo>
                  <a:pt x="2012133" y="162584"/>
                  <a:pt x="2026708" y="166226"/>
                  <a:pt x="2039462" y="166226"/>
                </a:cubicBezTo>
                <a:cubicBezTo>
                  <a:pt x="2056997" y="166226"/>
                  <a:pt x="2078863" y="156662"/>
                  <a:pt x="2078863" y="136843"/>
                </a:cubicBezTo>
                <a:cubicBezTo>
                  <a:pt x="2078863" y="129097"/>
                  <a:pt x="2077038" y="122946"/>
                  <a:pt x="2071801" y="117251"/>
                </a:cubicBezTo>
                <a:cubicBezTo>
                  <a:pt x="2065195" y="109960"/>
                  <a:pt x="2055857" y="104268"/>
                  <a:pt x="2045383" y="99712"/>
                </a:cubicBezTo>
                <a:cubicBezTo>
                  <a:pt x="2036272" y="95837"/>
                  <a:pt x="2033085" y="88546"/>
                  <a:pt x="2033085" y="81940"/>
                </a:cubicBezTo>
                <a:cubicBezTo>
                  <a:pt x="2033085" y="76703"/>
                  <a:pt x="2037411" y="72373"/>
                  <a:pt x="2044018" y="72373"/>
                </a:cubicBezTo>
                <a:cubicBezTo>
                  <a:pt x="2051986" y="72373"/>
                  <a:pt x="2059732" y="79664"/>
                  <a:pt x="2065424" y="93561"/>
                </a:cubicBezTo>
                <a:cubicBezTo>
                  <a:pt x="2069525" y="94242"/>
                  <a:pt x="2072031" y="94016"/>
                  <a:pt x="2074307" y="92421"/>
                </a:cubicBezTo>
                <a:cubicBezTo>
                  <a:pt x="2074307" y="84220"/>
                  <a:pt x="2073396" y="75563"/>
                  <a:pt x="2071346" y="68272"/>
                </a:cubicBezTo>
                <a:cubicBezTo>
                  <a:pt x="2064059" y="65086"/>
                  <a:pt x="2058363" y="62806"/>
                  <a:pt x="2045839" y="62806"/>
                </a:cubicBezTo>
                <a:cubicBezTo>
                  <a:pt x="2033766" y="62806"/>
                  <a:pt x="2022382" y="67362"/>
                  <a:pt x="2015094" y="74653"/>
                </a:cubicBezTo>
                <a:cubicBezTo>
                  <a:pt x="2009854" y="79890"/>
                  <a:pt x="2007348" y="86270"/>
                  <a:pt x="2007348" y="92421"/>
                </a:cubicBezTo>
                <a:cubicBezTo>
                  <a:pt x="2007348" y="99253"/>
                  <a:pt x="2009854" y="104723"/>
                  <a:pt x="2014410" y="109505"/>
                </a:cubicBezTo>
                <a:cubicBezTo>
                  <a:pt x="2021471" y="117251"/>
                  <a:pt x="2033766" y="125226"/>
                  <a:pt x="2040827" y="128413"/>
                </a:cubicBezTo>
                <a:cubicBezTo>
                  <a:pt x="2049939" y="132513"/>
                  <a:pt x="2052441" y="140715"/>
                  <a:pt x="2052441" y="146181"/>
                </a:cubicBezTo>
                <a:cubicBezTo>
                  <a:pt x="2052441" y="153472"/>
                  <a:pt x="2045154" y="157347"/>
                  <a:pt x="2039006" y="157347"/>
                </a:cubicBezTo>
                <a:cubicBezTo>
                  <a:pt x="2028758" y="157347"/>
                  <a:pt x="2017826" y="147095"/>
                  <a:pt x="2013044" y="130237"/>
                </a:cubicBezTo>
                <a:cubicBezTo>
                  <a:pt x="2009398" y="129553"/>
                  <a:pt x="2007577" y="129782"/>
                  <a:pt x="2003932" y="130692"/>
                </a:cubicBezTo>
                <a:close/>
                <a:moveTo>
                  <a:pt x="2186358" y="144134"/>
                </a:moveTo>
                <a:cubicBezTo>
                  <a:pt x="2186358" y="141399"/>
                  <a:pt x="2185903" y="137073"/>
                  <a:pt x="2183397" y="137073"/>
                </a:cubicBezTo>
                <a:cubicBezTo>
                  <a:pt x="2174285" y="145500"/>
                  <a:pt x="2166543" y="149830"/>
                  <a:pt x="2159940" y="149830"/>
                </a:cubicBezTo>
                <a:cubicBezTo>
                  <a:pt x="2142856" y="149830"/>
                  <a:pt x="2129422" y="137528"/>
                  <a:pt x="2129422" y="110189"/>
                </a:cubicBezTo>
                <a:cubicBezTo>
                  <a:pt x="2129422" y="84904"/>
                  <a:pt x="2135114" y="72373"/>
                  <a:pt x="2147186" y="72373"/>
                </a:cubicBezTo>
                <a:cubicBezTo>
                  <a:pt x="2155610" y="72373"/>
                  <a:pt x="2159026" y="81259"/>
                  <a:pt x="2159711" y="88546"/>
                </a:cubicBezTo>
                <a:cubicBezTo>
                  <a:pt x="2160395" y="94697"/>
                  <a:pt x="2166543" y="99256"/>
                  <a:pt x="2173830" y="99256"/>
                </a:cubicBezTo>
                <a:cubicBezTo>
                  <a:pt x="2181118" y="99256"/>
                  <a:pt x="2186358" y="93561"/>
                  <a:pt x="2186358" y="86496"/>
                </a:cubicBezTo>
                <a:cubicBezTo>
                  <a:pt x="2186358" y="76244"/>
                  <a:pt x="2174060" y="62806"/>
                  <a:pt x="2149233" y="62806"/>
                </a:cubicBezTo>
                <a:cubicBezTo>
                  <a:pt x="2122360" y="62806"/>
                  <a:pt x="2098674" y="84445"/>
                  <a:pt x="2098674" y="118165"/>
                </a:cubicBezTo>
                <a:cubicBezTo>
                  <a:pt x="2098674" y="132972"/>
                  <a:pt x="2103914" y="145955"/>
                  <a:pt x="2112797" y="154386"/>
                </a:cubicBezTo>
                <a:cubicBezTo>
                  <a:pt x="2121676" y="162809"/>
                  <a:pt x="2132153" y="166226"/>
                  <a:pt x="2148323" y="166226"/>
                </a:cubicBezTo>
                <a:cubicBezTo>
                  <a:pt x="2161987" y="166226"/>
                  <a:pt x="2177702" y="156662"/>
                  <a:pt x="2186358" y="144134"/>
                </a:cubicBezTo>
                <a:close/>
                <a:moveTo>
                  <a:pt x="2253315" y="72373"/>
                </a:moveTo>
                <a:cubicBezTo>
                  <a:pt x="2268800" y="72373"/>
                  <a:pt x="2279277" y="90826"/>
                  <a:pt x="2279277" y="122036"/>
                </a:cubicBezTo>
                <a:cubicBezTo>
                  <a:pt x="2279277" y="149371"/>
                  <a:pt x="2268574" y="156662"/>
                  <a:pt x="2260376" y="156662"/>
                </a:cubicBezTo>
                <a:cubicBezTo>
                  <a:pt x="2241701" y="156662"/>
                  <a:pt x="2234410" y="128642"/>
                  <a:pt x="2234410" y="111784"/>
                </a:cubicBezTo>
                <a:cubicBezTo>
                  <a:pt x="2234410" y="90826"/>
                  <a:pt x="2238055" y="72373"/>
                  <a:pt x="2253315" y="72373"/>
                </a:cubicBezTo>
                <a:moveTo>
                  <a:pt x="2202526" y="116795"/>
                </a:moveTo>
                <a:cubicBezTo>
                  <a:pt x="2202526" y="146640"/>
                  <a:pt x="2226212" y="166226"/>
                  <a:pt x="2256731" y="166226"/>
                </a:cubicBezTo>
                <a:cubicBezTo>
                  <a:pt x="2272900" y="166226"/>
                  <a:pt x="2286339" y="161673"/>
                  <a:pt x="2295676" y="153246"/>
                </a:cubicBezTo>
                <a:cubicBezTo>
                  <a:pt x="2307290" y="142994"/>
                  <a:pt x="2311161" y="127502"/>
                  <a:pt x="2311161" y="114745"/>
                </a:cubicBezTo>
                <a:cubicBezTo>
                  <a:pt x="2311161" y="84904"/>
                  <a:pt x="2290891" y="62806"/>
                  <a:pt x="2256957" y="62806"/>
                </a:cubicBezTo>
                <a:cubicBezTo>
                  <a:pt x="2238055" y="62806"/>
                  <a:pt x="2223936" y="69412"/>
                  <a:pt x="2215054" y="79664"/>
                </a:cubicBezTo>
                <a:cubicBezTo>
                  <a:pt x="2206397" y="89686"/>
                  <a:pt x="2202526" y="103354"/>
                  <a:pt x="2202526" y="116795"/>
                </a:cubicBezTo>
                <a:close/>
                <a:moveTo>
                  <a:pt x="2371515" y="136190"/>
                </a:moveTo>
                <a:lnTo>
                  <a:pt x="2371515" y="90829"/>
                </a:lnTo>
                <a:lnTo>
                  <a:pt x="2371515" y="90374"/>
                </a:lnTo>
                <a:cubicBezTo>
                  <a:pt x="2380623" y="84220"/>
                  <a:pt x="2389735" y="79660"/>
                  <a:pt x="2393832" y="79660"/>
                </a:cubicBezTo>
                <a:cubicBezTo>
                  <a:pt x="2402944" y="79660"/>
                  <a:pt x="2409776" y="83764"/>
                  <a:pt x="2409776" y="96758"/>
                </a:cubicBezTo>
                <a:lnTo>
                  <a:pt x="2409776" y="134821"/>
                </a:lnTo>
                <a:cubicBezTo>
                  <a:pt x="2409776" y="153969"/>
                  <a:pt x="2406130" y="156019"/>
                  <a:pt x="2396793" y="156704"/>
                </a:cubicBezTo>
                <a:cubicBezTo>
                  <a:pt x="2395427" y="158069"/>
                  <a:pt x="2395427" y="163081"/>
                  <a:pt x="2396793" y="164446"/>
                </a:cubicBezTo>
                <a:cubicBezTo>
                  <a:pt x="2406360" y="164220"/>
                  <a:pt x="2413647" y="163991"/>
                  <a:pt x="2424580" y="163991"/>
                </a:cubicBezTo>
                <a:cubicBezTo>
                  <a:pt x="2437104" y="163991"/>
                  <a:pt x="2447126" y="164220"/>
                  <a:pt x="2456919" y="164446"/>
                </a:cubicBezTo>
                <a:cubicBezTo>
                  <a:pt x="2458285" y="163081"/>
                  <a:pt x="2458285" y="158069"/>
                  <a:pt x="2456919" y="156704"/>
                </a:cubicBezTo>
                <a:cubicBezTo>
                  <a:pt x="2443026" y="156019"/>
                  <a:pt x="2439384" y="153969"/>
                  <a:pt x="2439384" y="134821"/>
                </a:cubicBezTo>
                <a:lnTo>
                  <a:pt x="2439384" y="99263"/>
                </a:lnTo>
                <a:cubicBezTo>
                  <a:pt x="2439384" y="74194"/>
                  <a:pt x="2428677" y="62806"/>
                  <a:pt x="2409091" y="62806"/>
                </a:cubicBezTo>
                <a:cubicBezTo>
                  <a:pt x="2399983" y="62806"/>
                  <a:pt x="2383813" y="72828"/>
                  <a:pt x="2371285" y="81485"/>
                </a:cubicBezTo>
                <a:cubicBezTo>
                  <a:pt x="2370604" y="73513"/>
                  <a:pt x="2369690" y="66681"/>
                  <a:pt x="2369690" y="66681"/>
                </a:cubicBezTo>
                <a:cubicBezTo>
                  <a:pt x="2369464" y="63946"/>
                  <a:pt x="2367643" y="62806"/>
                  <a:pt x="2364453" y="62806"/>
                </a:cubicBezTo>
                <a:cubicBezTo>
                  <a:pt x="2356026" y="65131"/>
                  <a:pt x="2342362" y="68321"/>
                  <a:pt x="2326647" y="70368"/>
                </a:cubicBezTo>
                <a:cubicBezTo>
                  <a:pt x="2326192" y="71737"/>
                  <a:pt x="2326647" y="76289"/>
                  <a:pt x="2327103" y="77659"/>
                </a:cubicBezTo>
                <a:cubicBezTo>
                  <a:pt x="2339630" y="78798"/>
                  <a:pt x="2341907" y="80619"/>
                  <a:pt x="2341907" y="93602"/>
                </a:cubicBezTo>
                <a:lnTo>
                  <a:pt x="2341907" y="136204"/>
                </a:lnTo>
                <a:cubicBezTo>
                  <a:pt x="2341907" y="155109"/>
                  <a:pt x="2339401" y="155567"/>
                  <a:pt x="2325508" y="156704"/>
                </a:cubicBezTo>
                <a:cubicBezTo>
                  <a:pt x="2324142" y="158069"/>
                  <a:pt x="2324142" y="163081"/>
                  <a:pt x="2325508" y="164446"/>
                </a:cubicBezTo>
                <a:cubicBezTo>
                  <a:pt x="2335075" y="164220"/>
                  <a:pt x="2344638" y="163991"/>
                  <a:pt x="2356711" y="163991"/>
                </a:cubicBezTo>
                <a:cubicBezTo>
                  <a:pt x="2367188" y="163991"/>
                  <a:pt x="2373565" y="164220"/>
                  <a:pt x="2383358" y="164446"/>
                </a:cubicBezTo>
                <a:cubicBezTo>
                  <a:pt x="2384724" y="163081"/>
                  <a:pt x="2384724" y="158069"/>
                  <a:pt x="2383358" y="156704"/>
                </a:cubicBezTo>
                <a:cubicBezTo>
                  <a:pt x="2373791" y="155793"/>
                  <a:pt x="2371515" y="155109"/>
                  <a:pt x="2371515" y="136190"/>
                </a:cubicBezTo>
                <a:close/>
                <a:moveTo>
                  <a:pt x="2474226" y="65252"/>
                </a:moveTo>
                <a:cubicBezTo>
                  <a:pt x="2471039" y="65252"/>
                  <a:pt x="2467623" y="66166"/>
                  <a:pt x="2464662" y="68672"/>
                </a:cubicBezTo>
                <a:lnTo>
                  <a:pt x="2464662" y="75275"/>
                </a:lnTo>
                <a:cubicBezTo>
                  <a:pt x="2464662" y="76414"/>
                  <a:pt x="2464888" y="76640"/>
                  <a:pt x="2465799" y="76640"/>
                </a:cubicBezTo>
                <a:lnTo>
                  <a:pt x="2480603" y="76640"/>
                </a:lnTo>
                <a:cubicBezTo>
                  <a:pt x="2480148" y="99597"/>
                  <a:pt x="2479922" y="128691"/>
                  <a:pt x="2479922" y="140058"/>
                </a:cubicBezTo>
                <a:cubicBezTo>
                  <a:pt x="2479922" y="148012"/>
                  <a:pt x="2481972" y="155752"/>
                  <a:pt x="2486754" y="159849"/>
                </a:cubicBezTo>
                <a:cubicBezTo>
                  <a:pt x="2491991" y="164179"/>
                  <a:pt x="2500189" y="166226"/>
                  <a:pt x="2505655" y="166226"/>
                </a:cubicBezTo>
                <a:cubicBezTo>
                  <a:pt x="2518183" y="166226"/>
                  <a:pt x="2532073" y="159849"/>
                  <a:pt x="2536629" y="153472"/>
                </a:cubicBezTo>
                <a:cubicBezTo>
                  <a:pt x="2536629" y="150740"/>
                  <a:pt x="2535263" y="149375"/>
                  <a:pt x="2532532" y="147102"/>
                </a:cubicBezTo>
                <a:cubicBezTo>
                  <a:pt x="2529571" y="149375"/>
                  <a:pt x="2523875" y="150285"/>
                  <a:pt x="2519549" y="150285"/>
                </a:cubicBezTo>
                <a:cubicBezTo>
                  <a:pt x="2514537" y="150285"/>
                  <a:pt x="2509526" y="146421"/>
                  <a:pt x="2509526" y="135057"/>
                </a:cubicBezTo>
                <a:cubicBezTo>
                  <a:pt x="2509526" y="123690"/>
                  <a:pt x="2509300" y="99371"/>
                  <a:pt x="2509300" y="76640"/>
                </a:cubicBezTo>
                <a:lnTo>
                  <a:pt x="2532302" y="76640"/>
                </a:lnTo>
                <a:cubicBezTo>
                  <a:pt x="2534578" y="76640"/>
                  <a:pt x="2537769" y="75730"/>
                  <a:pt x="2537769" y="73680"/>
                </a:cubicBezTo>
                <a:lnTo>
                  <a:pt x="2537769" y="66622"/>
                </a:lnTo>
                <a:cubicBezTo>
                  <a:pt x="2537769" y="65711"/>
                  <a:pt x="2537084" y="65252"/>
                  <a:pt x="2535948" y="65252"/>
                </a:cubicBezTo>
                <a:lnTo>
                  <a:pt x="2509300" y="65252"/>
                </a:lnTo>
                <a:lnTo>
                  <a:pt x="2509526" y="57510"/>
                </a:lnTo>
                <a:cubicBezTo>
                  <a:pt x="2509981" y="42251"/>
                  <a:pt x="2510666" y="31777"/>
                  <a:pt x="2510666" y="31777"/>
                </a:cubicBezTo>
                <a:cubicBezTo>
                  <a:pt x="2510666" y="30407"/>
                  <a:pt x="2509981" y="29726"/>
                  <a:pt x="2508845" y="29726"/>
                </a:cubicBezTo>
                <a:cubicBezTo>
                  <a:pt x="2507250" y="29726"/>
                  <a:pt x="2498823" y="32232"/>
                  <a:pt x="2495181" y="33827"/>
                </a:cubicBezTo>
                <a:cubicBezTo>
                  <a:pt x="2491306" y="35418"/>
                  <a:pt x="2484703" y="36784"/>
                  <a:pt x="2483108" y="38834"/>
                </a:cubicBezTo>
                <a:cubicBezTo>
                  <a:pt x="2481513" y="40885"/>
                  <a:pt x="2480603" y="47036"/>
                  <a:pt x="2480603" y="65252"/>
                </a:cubicBezTo>
                <a:lnTo>
                  <a:pt x="2474226" y="65252"/>
                </a:lnTo>
                <a:close/>
                <a:moveTo>
                  <a:pt x="2594249" y="136211"/>
                </a:moveTo>
                <a:lnTo>
                  <a:pt x="2594249" y="90892"/>
                </a:lnTo>
                <a:cubicBezTo>
                  <a:pt x="2594249" y="79507"/>
                  <a:pt x="2595160" y="66722"/>
                  <a:pt x="2595160" y="66722"/>
                </a:cubicBezTo>
                <a:cubicBezTo>
                  <a:pt x="2595160" y="64189"/>
                  <a:pt x="2593110" y="62806"/>
                  <a:pt x="2589923" y="62806"/>
                </a:cubicBezTo>
                <a:cubicBezTo>
                  <a:pt x="2583546" y="65343"/>
                  <a:pt x="2565097" y="67185"/>
                  <a:pt x="2549382" y="69256"/>
                </a:cubicBezTo>
                <a:cubicBezTo>
                  <a:pt x="2548927" y="70625"/>
                  <a:pt x="2549382" y="75177"/>
                  <a:pt x="2549837" y="76547"/>
                </a:cubicBezTo>
                <a:cubicBezTo>
                  <a:pt x="2562365" y="77683"/>
                  <a:pt x="2564641" y="79507"/>
                  <a:pt x="2564641" y="92487"/>
                </a:cubicBezTo>
                <a:lnTo>
                  <a:pt x="2564641" y="136211"/>
                </a:lnTo>
                <a:cubicBezTo>
                  <a:pt x="2564641" y="155112"/>
                  <a:pt x="2562136" y="155567"/>
                  <a:pt x="2548246" y="156704"/>
                </a:cubicBezTo>
                <a:cubicBezTo>
                  <a:pt x="2546877" y="158069"/>
                  <a:pt x="2546877" y="163081"/>
                  <a:pt x="2548246" y="164446"/>
                </a:cubicBezTo>
                <a:cubicBezTo>
                  <a:pt x="2557809" y="164220"/>
                  <a:pt x="2567376" y="163991"/>
                  <a:pt x="2579445" y="163991"/>
                </a:cubicBezTo>
                <a:cubicBezTo>
                  <a:pt x="2591515" y="163991"/>
                  <a:pt x="2600852" y="164220"/>
                  <a:pt x="2610645" y="164446"/>
                </a:cubicBezTo>
                <a:cubicBezTo>
                  <a:pt x="2612014" y="163081"/>
                  <a:pt x="2612014" y="158069"/>
                  <a:pt x="2610645" y="156704"/>
                </a:cubicBezTo>
                <a:cubicBezTo>
                  <a:pt x="2596755" y="155793"/>
                  <a:pt x="2594249" y="155112"/>
                  <a:pt x="2594249" y="136211"/>
                </a:cubicBezTo>
                <a:moveTo>
                  <a:pt x="2563505" y="28221"/>
                </a:moveTo>
                <a:cubicBezTo>
                  <a:pt x="2563505" y="35735"/>
                  <a:pt x="2568968" y="43251"/>
                  <a:pt x="2578080" y="43251"/>
                </a:cubicBezTo>
                <a:cubicBezTo>
                  <a:pt x="2588328" y="43251"/>
                  <a:pt x="2594249" y="35054"/>
                  <a:pt x="2594249" y="29132"/>
                </a:cubicBezTo>
                <a:cubicBezTo>
                  <a:pt x="2594249" y="22300"/>
                  <a:pt x="2589012" y="14099"/>
                  <a:pt x="2579445" y="14099"/>
                </a:cubicBezTo>
                <a:cubicBezTo>
                  <a:pt x="2568742" y="14099"/>
                  <a:pt x="2563505" y="21389"/>
                  <a:pt x="2563505" y="28221"/>
                </a:cubicBezTo>
                <a:close/>
                <a:moveTo>
                  <a:pt x="2666673" y="136190"/>
                </a:moveTo>
                <a:lnTo>
                  <a:pt x="2666673" y="90829"/>
                </a:lnTo>
                <a:lnTo>
                  <a:pt x="2666673" y="90374"/>
                </a:lnTo>
                <a:cubicBezTo>
                  <a:pt x="2675782" y="84220"/>
                  <a:pt x="2684893" y="79660"/>
                  <a:pt x="2688991" y="79660"/>
                </a:cubicBezTo>
                <a:cubicBezTo>
                  <a:pt x="2698102" y="79660"/>
                  <a:pt x="2704934" y="83764"/>
                  <a:pt x="2704934" y="96758"/>
                </a:cubicBezTo>
                <a:lnTo>
                  <a:pt x="2704934" y="134821"/>
                </a:lnTo>
                <a:cubicBezTo>
                  <a:pt x="2704934" y="153969"/>
                  <a:pt x="2701289" y="156019"/>
                  <a:pt x="2691951" y="156704"/>
                </a:cubicBezTo>
                <a:cubicBezTo>
                  <a:pt x="2690586" y="158069"/>
                  <a:pt x="2690586" y="163081"/>
                  <a:pt x="2691951" y="164446"/>
                </a:cubicBezTo>
                <a:cubicBezTo>
                  <a:pt x="2701518" y="164220"/>
                  <a:pt x="2708806" y="163991"/>
                  <a:pt x="2719738" y="163991"/>
                </a:cubicBezTo>
                <a:cubicBezTo>
                  <a:pt x="2732263" y="163991"/>
                  <a:pt x="2742285" y="164220"/>
                  <a:pt x="2752078" y="164446"/>
                </a:cubicBezTo>
                <a:cubicBezTo>
                  <a:pt x="2753444" y="163081"/>
                  <a:pt x="2753444" y="158069"/>
                  <a:pt x="2752078" y="156704"/>
                </a:cubicBezTo>
                <a:cubicBezTo>
                  <a:pt x="2738184" y="156019"/>
                  <a:pt x="2734542" y="153969"/>
                  <a:pt x="2734542" y="134821"/>
                </a:cubicBezTo>
                <a:lnTo>
                  <a:pt x="2734542" y="99263"/>
                </a:lnTo>
                <a:cubicBezTo>
                  <a:pt x="2734542" y="74194"/>
                  <a:pt x="2723836" y="62806"/>
                  <a:pt x="2704250" y="62806"/>
                </a:cubicBezTo>
                <a:cubicBezTo>
                  <a:pt x="2695141" y="62806"/>
                  <a:pt x="2678972" y="72828"/>
                  <a:pt x="2666444" y="81485"/>
                </a:cubicBezTo>
                <a:cubicBezTo>
                  <a:pt x="2665763" y="73513"/>
                  <a:pt x="2664849" y="66681"/>
                  <a:pt x="2664849" y="66681"/>
                </a:cubicBezTo>
                <a:cubicBezTo>
                  <a:pt x="2664623" y="63946"/>
                  <a:pt x="2662802" y="62806"/>
                  <a:pt x="2659612" y="62806"/>
                </a:cubicBezTo>
                <a:cubicBezTo>
                  <a:pt x="2651185" y="65131"/>
                  <a:pt x="2637520" y="68321"/>
                  <a:pt x="2621806" y="70368"/>
                </a:cubicBezTo>
                <a:cubicBezTo>
                  <a:pt x="2621351" y="71737"/>
                  <a:pt x="2621806" y="76289"/>
                  <a:pt x="2622261" y="77659"/>
                </a:cubicBezTo>
                <a:cubicBezTo>
                  <a:pt x="2634789" y="78798"/>
                  <a:pt x="2637065" y="80619"/>
                  <a:pt x="2637065" y="93602"/>
                </a:cubicBezTo>
                <a:lnTo>
                  <a:pt x="2637065" y="136204"/>
                </a:lnTo>
                <a:cubicBezTo>
                  <a:pt x="2637065" y="155109"/>
                  <a:pt x="2634560" y="155567"/>
                  <a:pt x="2620666" y="156704"/>
                </a:cubicBezTo>
                <a:cubicBezTo>
                  <a:pt x="2619300" y="158069"/>
                  <a:pt x="2619300" y="163081"/>
                  <a:pt x="2620666" y="164446"/>
                </a:cubicBezTo>
                <a:cubicBezTo>
                  <a:pt x="2630233" y="164220"/>
                  <a:pt x="2639797" y="163991"/>
                  <a:pt x="2651869" y="163991"/>
                </a:cubicBezTo>
                <a:cubicBezTo>
                  <a:pt x="2662347" y="163991"/>
                  <a:pt x="2668724" y="164220"/>
                  <a:pt x="2678517" y="164446"/>
                </a:cubicBezTo>
                <a:cubicBezTo>
                  <a:pt x="2679882" y="163081"/>
                  <a:pt x="2679882" y="158069"/>
                  <a:pt x="2678517" y="156704"/>
                </a:cubicBezTo>
                <a:cubicBezTo>
                  <a:pt x="2668949" y="155793"/>
                  <a:pt x="2666673" y="155109"/>
                  <a:pt x="2666673" y="136190"/>
                </a:cubicBezTo>
                <a:close/>
                <a:moveTo>
                  <a:pt x="2871188" y="133691"/>
                </a:moveTo>
                <a:lnTo>
                  <a:pt x="2871188" y="94370"/>
                </a:lnTo>
                <a:cubicBezTo>
                  <a:pt x="2871188" y="75282"/>
                  <a:pt x="2871644" y="78006"/>
                  <a:pt x="2871644" y="72554"/>
                </a:cubicBezTo>
                <a:cubicBezTo>
                  <a:pt x="2871644" y="68682"/>
                  <a:pt x="2870733" y="66177"/>
                  <a:pt x="2869367" y="64808"/>
                </a:cubicBezTo>
                <a:cubicBezTo>
                  <a:pt x="2865267" y="65037"/>
                  <a:pt x="2860711" y="65266"/>
                  <a:pt x="2856384" y="65266"/>
                </a:cubicBezTo>
                <a:cubicBezTo>
                  <a:pt x="2850007" y="65266"/>
                  <a:pt x="2835203" y="65037"/>
                  <a:pt x="2826321" y="64808"/>
                </a:cubicBezTo>
                <a:cubicBezTo>
                  <a:pt x="2824955" y="66177"/>
                  <a:pt x="2824955" y="71188"/>
                  <a:pt x="2826321" y="72554"/>
                </a:cubicBezTo>
                <a:cubicBezTo>
                  <a:pt x="2837938" y="73690"/>
                  <a:pt x="2841580" y="75282"/>
                  <a:pt x="2841580" y="94370"/>
                </a:cubicBezTo>
                <a:lnTo>
                  <a:pt x="2841580" y="136419"/>
                </a:lnTo>
                <a:cubicBezTo>
                  <a:pt x="2841580" y="138692"/>
                  <a:pt x="2841580" y="140965"/>
                  <a:pt x="2841810" y="143238"/>
                </a:cubicBezTo>
                <a:cubicBezTo>
                  <a:pt x="2832472" y="148919"/>
                  <a:pt x="2824955" y="149375"/>
                  <a:pt x="2820855" y="149375"/>
                </a:cubicBezTo>
                <a:cubicBezTo>
                  <a:pt x="2811746" y="149375"/>
                  <a:pt x="2804914" y="148238"/>
                  <a:pt x="2804914" y="132329"/>
                </a:cubicBezTo>
                <a:lnTo>
                  <a:pt x="2804914" y="94370"/>
                </a:lnTo>
                <a:cubicBezTo>
                  <a:pt x="2804914" y="75282"/>
                  <a:pt x="2805369" y="78006"/>
                  <a:pt x="2805369" y="72554"/>
                </a:cubicBezTo>
                <a:cubicBezTo>
                  <a:pt x="2805369" y="68682"/>
                  <a:pt x="2804459" y="66177"/>
                  <a:pt x="2803093" y="64808"/>
                </a:cubicBezTo>
                <a:cubicBezTo>
                  <a:pt x="2798993" y="65037"/>
                  <a:pt x="2794211" y="65266"/>
                  <a:pt x="2790110" y="65266"/>
                </a:cubicBezTo>
                <a:cubicBezTo>
                  <a:pt x="2778496" y="65266"/>
                  <a:pt x="2769840" y="65037"/>
                  <a:pt x="2760047" y="64808"/>
                </a:cubicBezTo>
                <a:cubicBezTo>
                  <a:pt x="2758681" y="66177"/>
                  <a:pt x="2758681" y="71188"/>
                  <a:pt x="2760047" y="72554"/>
                </a:cubicBezTo>
                <a:cubicBezTo>
                  <a:pt x="2770524" y="73009"/>
                  <a:pt x="2775306" y="75282"/>
                  <a:pt x="2775306" y="94370"/>
                </a:cubicBezTo>
                <a:lnTo>
                  <a:pt x="2775306" y="129827"/>
                </a:lnTo>
                <a:cubicBezTo>
                  <a:pt x="2775306" y="153931"/>
                  <a:pt x="2784873" y="166226"/>
                  <a:pt x="2804459" y="166226"/>
                </a:cubicBezTo>
                <a:cubicBezTo>
                  <a:pt x="2812657" y="166226"/>
                  <a:pt x="2829282" y="159623"/>
                  <a:pt x="2842491" y="152335"/>
                </a:cubicBezTo>
                <a:cubicBezTo>
                  <a:pt x="2842946" y="158028"/>
                  <a:pt x="2843405" y="162354"/>
                  <a:pt x="2843405" y="162354"/>
                </a:cubicBezTo>
                <a:cubicBezTo>
                  <a:pt x="2843631" y="165089"/>
                  <a:pt x="2845452" y="166226"/>
                  <a:pt x="2848642" y="166226"/>
                </a:cubicBezTo>
                <a:cubicBezTo>
                  <a:pt x="2857069" y="163904"/>
                  <a:pt x="2870733" y="160714"/>
                  <a:pt x="2886448" y="158664"/>
                </a:cubicBezTo>
                <a:cubicBezTo>
                  <a:pt x="2886903" y="157298"/>
                  <a:pt x="2886448" y="152746"/>
                  <a:pt x="2885992" y="151376"/>
                </a:cubicBezTo>
                <a:cubicBezTo>
                  <a:pt x="2873694" y="150285"/>
                  <a:pt x="2871188" y="146647"/>
                  <a:pt x="2871188" y="133691"/>
                </a:cubicBezTo>
                <a:close/>
                <a:moveTo>
                  <a:pt x="2950443" y="72373"/>
                </a:moveTo>
                <a:cubicBezTo>
                  <a:pt x="2965929" y="72373"/>
                  <a:pt x="2976406" y="90826"/>
                  <a:pt x="2976406" y="122036"/>
                </a:cubicBezTo>
                <a:cubicBezTo>
                  <a:pt x="2976406" y="149371"/>
                  <a:pt x="2965703" y="156662"/>
                  <a:pt x="2957505" y="156662"/>
                </a:cubicBezTo>
                <a:cubicBezTo>
                  <a:pt x="2938830" y="156662"/>
                  <a:pt x="2931539" y="128642"/>
                  <a:pt x="2931539" y="111784"/>
                </a:cubicBezTo>
                <a:cubicBezTo>
                  <a:pt x="2931539" y="90826"/>
                  <a:pt x="2935184" y="72373"/>
                  <a:pt x="2950443" y="72373"/>
                </a:cubicBezTo>
                <a:moveTo>
                  <a:pt x="2899655" y="116795"/>
                </a:moveTo>
                <a:cubicBezTo>
                  <a:pt x="2899655" y="146640"/>
                  <a:pt x="2923341" y="166226"/>
                  <a:pt x="2953860" y="166226"/>
                </a:cubicBezTo>
                <a:cubicBezTo>
                  <a:pt x="2970029" y="166226"/>
                  <a:pt x="2983468" y="161673"/>
                  <a:pt x="2992805" y="153246"/>
                </a:cubicBezTo>
                <a:cubicBezTo>
                  <a:pt x="3004419" y="142994"/>
                  <a:pt x="3008290" y="127502"/>
                  <a:pt x="3008290" y="114745"/>
                </a:cubicBezTo>
                <a:cubicBezTo>
                  <a:pt x="3008290" y="84904"/>
                  <a:pt x="2988020" y="62806"/>
                  <a:pt x="2954085" y="62806"/>
                </a:cubicBezTo>
                <a:cubicBezTo>
                  <a:pt x="2935184" y="62806"/>
                  <a:pt x="2921065" y="69412"/>
                  <a:pt x="2912182" y="79664"/>
                </a:cubicBezTo>
                <a:cubicBezTo>
                  <a:pt x="2903526" y="89686"/>
                  <a:pt x="2899655" y="103354"/>
                  <a:pt x="2899655" y="116795"/>
                </a:cubicBezTo>
                <a:close/>
                <a:moveTo>
                  <a:pt x="3132868" y="133691"/>
                </a:moveTo>
                <a:lnTo>
                  <a:pt x="3132868" y="94370"/>
                </a:lnTo>
                <a:cubicBezTo>
                  <a:pt x="3132868" y="75282"/>
                  <a:pt x="3133323" y="78006"/>
                  <a:pt x="3133323" y="72554"/>
                </a:cubicBezTo>
                <a:cubicBezTo>
                  <a:pt x="3133323" y="68682"/>
                  <a:pt x="3132413" y="66177"/>
                  <a:pt x="3131047" y="64808"/>
                </a:cubicBezTo>
                <a:cubicBezTo>
                  <a:pt x="3126947" y="65037"/>
                  <a:pt x="3122391" y="65266"/>
                  <a:pt x="3118064" y="65266"/>
                </a:cubicBezTo>
                <a:cubicBezTo>
                  <a:pt x="3111687" y="65266"/>
                  <a:pt x="3096883" y="65037"/>
                  <a:pt x="3088001" y="64808"/>
                </a:cubicBezTo>
                <a:cubicBezTo>
                  <a:pt x="3086635" y="66177"/>
                  <a:pt x="3086635" y="71188"/>
                  <a:pt x="3088001" y="72554"/>
                </a:cubicBezTo>
                <a:cubicBezTo>
                  <a:pt x="3099618" y="73690"/>
                  <a:pt x="3103260" y="75282"/>
                  <a:pt x="3103260" y="94370"/>
                </a:cubicBezTo>
                <a:lnTo>
                  <a:pt x="3103260" y="136419"/>
                </a:lnTo>
                <a:cubicBezTo>
                  <a:pt x="3103260" y="138692"/>
                  <a:pt x="3103260" y="140965"/>
                  <a:pt x="3103489" y="143238"/>
                </a:cubicBezTo>
                <a:cubicBezTo>
                  <a:pt x="3094152" y="148919"/>
                  <a:pt x="3086635" y="149375"/>
                  <a:pt x="3082534" y="149375"/>
                </a:cubicBezTo>
                <a:cubicBezTo>
                  <a:pt x="3073426" y="149375"/>
                  <a:pt x="3066594" y="148238"/>
                  <a:pt x="3066594" y="132329"/>
                </a:cubicBezTo>
                <a:lnTo>
                  <a:pt x="3066594" y="94370"/>
                </a:lnTo>
                <a:cubicBezTo>
                  <a:pt x="3066594" y="75282"/>
                  <a:pt x="3067049" y="78006"/>
                  <a:pt x="3067049" y="72554"/>
                </a:cubicBezTo>
                <a:cubicBezTo>
                  <a:pt x="3067049" y="68682"/>
                  <a:pt x="3066139" y="66177"/>
                  <a:pt x="3064773" y="64808"/>
                </a:cubicBezTo>
                <a:cubicBezTo>
                  <a:pt x="3060672" y="65037"/>
                  <a:pt x="3055891" y="65266"/>
                  <a:pt x="3051790" y="65266"/>
                </a:cubicBezTo>
                <a:cubicBezTo>
                  <a:pt x="3040176" y="65266"/>
                  <a:pt x="3031520" y="65037"/>
                  <a:pt x="3021727" y="64808"/>
                </a:cubicBezTo>
                <a:cubicBezTo>
                  <a:pt x="3020361" y="66177"/>
                  <a:pt x="3020361" y="71188"/>
                  <a:pt x="3021727" y="72554"/>
                </a:cubicBezTo>
                <a:cubicBezTo>
                  <a:pt x="3032204" y="73009"/>
                  <a:pt x="3036986" y="75282"/>
                  <a:pt x="3036986" y="94370"/>
                </a:cubicBezTo>
                <a:lnTo>
                  <a:pt x="3036986" y="129827"/>
                </a:lnTo>
                <a:cubicBezTo>
                  <a:pt x="3036986" y="153931"/>
                  <a:pt x="3046553" y="166226"/>
                  <a:pt x="3066139" y="166226"/>
                </a:cubicBezTo>
                <a:cubicBezTo>
                  <a:pt x="3074337" y="166226"/>
                  <a:pt x="3090962" y="159623"/>
                  <a:pt x="3104171" y="152335"/>
                </a:cubicBezTo>
                <a:cubicBezTo>
                  <a:pt x="3104626" y="158028"/>
                  <a:pt x="3105085" y="162354"/>
                  <a:pt x="3105085" y="162354"/>
                </a:cubicBezTo>
                <a:cubicBezTo>
                  <a:pt x="3105310" y="165089"/>
                  <a:pt x="3107131" y="166226"/>
                  <a:pt x="3110322" y="166226"/>
                </a:cubicBezTo>
                <a:cubicBezTo>
                  <a:pt x="3118749" y="163904"/>
                  <a:pt x="3132413" y="160714"/>
                  <a:pt x="3148127" y="158664"/>
                </a:cubicBezTo>
                <a:cubicBezTo>
                  <a:pt x="3148583" y="157298"/>
                  <a:pt x="3148127" y="152746"/>
                  <a:pt x="3147672" y="151376"/>
                </a:cubicBezTo>
                <a:cubicBezTo>
                  <a:pt x="3135374" y="150285"/>
                  <a:pt x="3132868" y="146647"/>
                  <a:pt x="3132868" y="133691"/>
                </a:cubicBezTo>
                <a:close/>
                <a:moveTo>
                  <a:pt x="3163840" y="130692"/>
                </a:moveTo>
                <a:cubicBezTo>
                  <a:pt x="3164750" y="141854"/>
                  <a:pt x="3165890" y="152561"/>
                  <a:pt x="3167711" y="161218"/>
                </a:cubicBezTo>
                <a:cubicBezTo>
                  <a:pt x="3172041" y="162584"/>
                  <a:pt x="3186616" y="166226"/>
                  <a:pt x="3199370" y="166226"/>
                </a:cubicBezTo>
                <a:cubicBezTo>
                  <a:pt x="3216905" y="166226"/>
                  <a:pt x="3238771" y="156662"/>
                  <a:pt x="3238771" y="136843"/>
                </a:cubicBezTo>
                <a:cubicBezTo>
                  <a:pt x="3238771" y="129097"/>
                  <a:pt x="3236946" y="122946"/>
                  <a:pt x="3231709" y="117251"/>
                </a:cubicBezTo>
                <a:cubicBezTo>
                  <a:pt x="3225103" y="109960"/>
                  <a:pt x="3215765" y="104268"/>
                  <a:pt x="3205291" y="99712"/>
                </a:cubicBezTo>
                <a:cubicBezTo>
                  <a:pt x="3196179" y="95837"/>
                  <a:pt x="3192993" y="88546"/>
                  <a:pt x="3192993" y="81940"/>
                </a:cubicBezTo>
                <a:cubicBezTo>
                  <a:pt x="3192993" y="76703"/>
                  <a:pt x="3197319" y="72373"/>
                  <a:pt x="3203925" y="72373"/>
                </a:cubicBezTo>
                <a:cubicBezTo>
                  <a:pt x="3211894" y="72373"/>
                  <a:pt x="3219640" y="79664"/>
                  <a:pt x="3225332" y="93561"/>
                </a:cubicBezTo>
                <a:cubicBezTo>
                  <a:pt x="3229433" y="94242"/>
                  <a:pt x="3231938" y="94016"/>
                  <a:pt x="3234215" y="92421"/>
                </a:cubicBezTo>
                <a:cubicBezTo>
                  <a:pt x="3234215" y="84220"/>
                  <a:pt x="3233304" y="75563"/>
                  <a:pt x="3231254" y="68272"/>
                </a:cubicBezTo>
                <a:cubicBezTo>
                  <a:pt x="3223967" y="65086"/>
                  <a:pt x="3218271" y="62806"/>
                  <a:pt x="3205746" y="62806"/>
                </a:cubicBezTo>
                <a:cubicBezTo>
                  <a:pt x="3193674" y="62806"/>
                  <a:pt x="3182289" y="67362"/>
                  <a:pt x="3175002" y="74653"/>
                </a:cubicBezTo>
                <a:cubicBezTo>
                  <a:pt x="3169762" y="79890"/>
                  <a:pt x="3167256" y="86270"/>
                  <a:pt x="3167256" y="92421"/>
                </a:cubicBezTo>
                <a:cubicBezTo>
                  <a:pt x="3167256" y="99253"/>
                  <a:pt x="3169762" y="104723"/>
                  <a:pt x="3174317" y="109505"/>
                </a:cubicBezTo>
                <a:cubicBezTo>
                  <a:pt x="3181379" y="117251"/>
                  <a:pt x="3193674" y="125226"/>
                  <a:pt x="3200735" y="128413"/>
                </a:cubicBezTo>
                <a:cubicBezTo>
                  <a:pt x="3209847" y="132513"/>
                  <a:pt x="3212349" y="140715"/>
                  <a:pt x="3212349" y="146181"/>
                </a:cubicBezTo>
                <a:cubicBezTo>
                  <a:pt x="3212349" y="153472"/>
                  <a:pt x="3205062" y="157347"/>
                  <a:pt x="3198914" y="157347"/>
                </a:cubicBezTo>
                <a:cubicBezTo>
                  <a:pt x="3188666" y="157347"/>
                  <a:pt x="3177734" y="147095"/>
                  <a:pt x="3172952" y="130237"/>
                </a:cubicBezTo>
                <a:cubicBezTo>
                  <a:pt x="3169306" y="129553"/>
                  <a:pt x="3167485" y="129782"/>
                  <a:pt x="3163840" y="130692"/>
                </a:cubicBezTo>
                <a:close/>
                <a:moveTo>
                  <a:pt x="3387259" y="142310"/>
                </a:moveTo>
                <a:cubicBezTo>
                  <a:pt x="3382477" y="146184"/>
                  <a:pt x="3370408" y="151196"/>
                  <a:pt x="3367673" y="151196"/>
                </a:cubicBezTo>
                <a:cubicBezTo>
                  <a:pt x="3356285" y="151196"/>
                  <a:pt x="3347402" y="138438"/>
                  <a:pt x="3347402" y="111784"/>
                </a:cubicBezTo>
                <a:cubicBezTo>
                  <a:pt x="3347402" y="99712"/>
                  <a:pt x="3348772" y="89231"/>
                  <a:pt x="3353098" y="82169"/>
                </a:cubicBezTo>
                <a:cubicBezTo>
                  <a:pt x="3356969" y="76018"/>
                  <a:pt x="3363117" y="72373"/>
                  <a:pt x="3369949" y="72373"/>
                </a:cubicBezTo>
                <a:cubicBezTo>
                  <a:pt x="3375871" y="72373"/>
                  <a:pt x="3381566" y="73058"/>
                  <a:pt x="3387033" y="80574"/>
                </a:cubicBezTo>
                <a:lnTo>
                  <a:pt x="3387033" y="136617"/>
                </a:lnTo>
                <a:cubicBezTo>
                  <a:pt x="3387033" y="138438"/>
                  <a:pt x="3387033" y="140489"/>
                  <a:pt x="3387259" y="142310"/>
                </a:cubicBezTo>
                <a:moveTo>
                  <a:pt x="3387943" y="153017"/>
                </a:moveTo>
                <a:cubicBezTo>
                  <a:pt x="3388399" y="158483"/>
                  <a:pt x="3388854" y="162354"/>
                  <a:pt x="3388854" y="162354"/>
                </a:cubicBezTo>
                <a:cubicBezTo>
                  <a:pt x="3389083" y="165089"/>
                  <a:pt x="3390904" y="166226"/>
                  <a:pt x="3394091" y="166226"/>
                </a:cubicBezTo>
                <a:cubicBezTo>
                  <a:pt x="3402518" y="163904"/>
                  <a:pt x="3416182" y="160714"/>
                  <a:pt x="3431897" y="158664"/>
                </a:cubicBezTo>
                <a:cubicBezTo>
                  <a:pt x="3432352" y="157298"/>
                  <a:pt x="3431897" y="152746"/>
                  <a:pt x="3431441" y="151376"/>
                </a:cubicBezTo>
                <a:cubicBezTo>
                  <a:pt x="3419143" y="150240"/>
                  <a:pt x="3416637" y="146595"/>
                  <a:pt x="3416637" y="133618"/>
                </a:cubicBezTo>
                <a:lnTo>
                  <a:pt x="3416637" y="31227"/>
                </a:lnTo>
                <a:cubicBezTo>
                  <a:pt x="3416637" y="16451"/>
                  <a:pt x="3417322" y="7982"/>
                  <a:pt x="3417322" y="7982"/>
                </a:cubicBezTo>
                <a:cubicBezTo>
                  <a:pt x="3417322" y="5904"/>
                  <a:pt x="3415727" y="4980"/>
                  <a:pt x="3413677" y="4980"/>
                </a:cubicBezTo>
                <a:cubicBezTo>
                  <a:pt x="3405253" y="7753"/>
                  <a:pt x="3387033" y="10293"/>
                  <a:pt x="3370863" y="10985"/>
                </a:cubicBezTo>
                <a:cubicBezTo>
                  <a:pt x="3370178" y="13720"/>
                  <a:pt x="3370408" y="16681"/>
                  <a:pt x="3371544" y="18731"/>
                </a:cubicBezTo>
                <a:cubicBezTo>
                  <a:pt x="3385893" y="19867"/>
                  <a:pt x="3387033" y="20093"/>
                  <a:pt x="3387033" y="35769"/>
                </a:cubicBezTo>
                <a:lnTo>
                  <a:pt x="3387033" y="65311"/>
                </a:lnTo>
                <a:cubicBezTo>
                  <a:pt x="3382703" y="63946"/>
                  <a:pt x="3377240" y="62806"/>
                  <a:pt x="3370634" y="62806"/>
                </a:cubicBezTo>
                <a:cubicBezTo>
                  <a:pt x="3341255" y="62806"/>
                  <a:pt x="3315518" y="88539"/>
                  <a:pt x="3315518" y="118818"/>
                </a:cubicBezTo>
                <a:cubicBezTo>
                  <a:pt x="3315518" y="132479"/>
                  <a:pt x="3320303" y="147964"/>
                  <a:pt x="3331462" y="156617"/>
                </a:cubicBezTo>
                <a:cubicBezTo>
                  <a:pt x="3339660" y="163039"/>
                  <a:pt x="3345356" y="166226"/>
                  <a:pt x="3358109" y="166226"/>
                </a:cubicBezTo>
                <a:cubicBezTo>
                  <a:pt x="3364257" y="166226"/>
                  <a:pt x="3381111" y="156207"/>
                  <a:pt x="3385893" y="153017"/>
                </a:cubicBezTo>
                <a:lnTo>
                  <a:pt x="3387943" y="153017"/>
                </a:lnTo>
                <a:close/>
                <a:moveTo>
                  <a:pt x="3502044" y="152791"/>
                </a:moveTo>
                <a:cubicBezTo>
                  <a:pt x="3503636" y="162128"/>
                  <a:pt x="3509787" y="166226"/>
                  <a:pt x="3519806" y="166226"/>
                </a:cubicBezTo>
                <a:cubicBezTo>
                  <a:pt x="3532333" y="166226"/>
                  <a:pt x="3541216" y="161444"/>
                  <a:pt x="3549643" y="153472"/>
                </a:cubicBezTo>
                <a:cubicBezTo>
                  <a:pt x="3549188" y="150740"/>
                  <a:pt x="3548274" y="148919"/>
                  <a:pt x="3545542" y="147095"/>
                </a:cubicBezTo>
                <a:cubicBezTo>
                  <a:pt x="3542581" y="149375"/>
                  <a:pt x="3540305" y="150285"/>
                  <a:pt x="3535979" y="150285"/>
                </a:cubicBezTo>
                <a:cubicBezTo>
                  <a:pt x="3530968" y="150285"/>
                  <a:pt x="3529602" y="146184"/>
                  <a:pt x="3529602" y="135022"/>
                </a:cubicBezTo>
                <a:lnTo>
                  <a:pt x="3530057" y="102217"/>
                </a:lnTo>
                <a:cubicBezTo>
                  <a:pt x="3530057" y="69412"/>
                  <a:pt x="3509787" y="62806"/>
                  <a:pt x="3491111" y="62806"/>
                </a:cubicBezTo>
                <a:cubicBezTo>
                  <a:pt x="3474486" y="62806"/>
                  <a:pt x="3448979" y="72373"/>
                  <a:pt x="3448979" y="87410"/>
                </a:cubicBezTo>
                <a:cubicBezTo>
                  <a:pt x="3448979" y="93787"/>
                  <a:pt x="3451711" y="98798"/>
                  <a:pt x="3460593" y="98798"/>
                </a:cubicBezTo>
                <a:cubicBezTo>
                  <a:pt x="3468791" y="98798"/>
                  <a:pt x="3474712" y="93787"/>
                  <a:pt x="3474712" y="88320"/>
                </a:cubicBezTo>
                <a:cubicBezTo>
                  <a:pt x="3474712" y="85359"/>
                  <a:pt x="3473121" y="81485"/>
                  <a:pt x="3473802" y="77613"/>
                </a:cubicBezTo>
                <a:cubicBezTo>
                  <a:pt x="3474031" y="75108"/>
                  <a:pt x="3475852" y="72373"/>
                  <a:pt x="3483369" y="72373"/>
                </a:cubicBezTo>
                <a:cubicBezTo>
                  <a:pt x="3492932" y="72373"/>
                  <a:pt x="3500904" y="76474"/>
                  <a:pt x="3500904" y="105407"/>
                </a:cubicBezTo>
                <a:lnTo>
                  <a:pt x="3485645" y="110189"/>
                </a:lnTo>
                <a:cubicBezTo>
                  <a:pt x="3461733" y="117706"/>
                  <a:pt x="3444878" y="124316"/>
                  <a:pt x="3444878" y="142310"/>
                </a:cubicBezTo>
                <a:cubicBezTo>
                  <a:pt x="3444878" y="158028"/>
                  <a:pt x="3453531" y="166226"/>
                  <a:pt x="3473347" y="166226"/>
                </a:cubicBezTo>
                <a:cubicBezTo>
                  <a:pt x="3479953" y="166226"/>
                  <a:pt x="3493162" y="158938"/>
                  <a:pt x="3500675" y="153017"/>
                </a:cubicBezTo>
                <a:lnTo>
                  <a:pt x="3502044" y="152791"/>
                </a:lnTo>
                <a:moveTo>
                  <a:pt x="3500904" y="114290"/>
                </a:moveTo>
                <a:lnTo>
                  <a:pt x="3500904" y="144360"/>
                </a:lnTo>
                <a:cubicBezTo>
                  <a:pt x="3495212" y="148916"/>
                  <a:pt x="3489516" y="152561"/>
                  <a:pt x="3485419" y="152561"/>
                </a:cubicBezTo>
                <a:cubicBezTo>
                  <a:pt x="3475623" y="152561"/>
                  <a:pt x="3472207" y="145955"/>
                  <a:pt x="3472207" y="138894"/>
                </a:cubicBezTo>
                <a:cubicBezTo>
                  <a:pt x="3472207" y="130467"/>
                  <a:pt x="3472891" y="123402"/>
                  <a:pt x="3489061" y="118165"/>
                </a:cubicBezTo>
                <a:lnTo>
                  <a:pt x="3500904" y="114290"/>
                </a:lnTo>
                <a:close/>
                <a:moveTo>
                  <a:pt x="3564444" y="65252"/>
                </a:moveTo>
                <a:cubicBezTo>
                  <a:pt x="3561257" y="65252"/>
                  <a:pt x="3557841" y="66166"/>
                  <a:pt x="3554880" y="68672"/>
                </a:cubicBezTo>
                <a:lnTo>
                  <a:pt x="3554880" y="75275"/>
                </a:lnTo>
                <a:cubicBezTo>
                  <a:pt x="3554880" y="76414"/>
                  <a:pt x="3555106" y="76640"/>
                  <a:pt x="3556017" y="76640"/>
                </a:cubicBezTo>
                <a:lnTo>
                  <a:pt x="3570821" y="76640"/>
                </a:lnTo>
                <a:cubicBezTo>
                  <a:pt x="3570366" y="99597"/>
                  <a:pt x="3570140" y="128691"/>
                  <a:pt x="3570140" y="140058"/>
                </a:cubicBezTo>
                <a:cubicBezTo>
                  <a:pt x="3570140" y="148012"/>
                  <a:pt x="3572190" y="155752"/>
                  <a:pt x="3576972" y="159849"/>
                </a:cubicBezTo>
                <a:cubicBezTo>
                  <a:pt x="3582209" y="164179"/>
                  <a:pt x="3590407" y="166226"/>
                  <a:pt x="3595873" y="166226"/>
                </a:cubicBezTo>
                <a:cubicBezTo>
                  <a:pt x="3608401" y="166226"/>
                  <a:pt x="3622291" y="159849"/>
                  <a:pt x="3626847" y="153472"/>
                </a:cubicBezTo>
                <a:cubicBezTo>
                  <a:pt x="3626847" y="150740"/>
                  <a:pt x="3625481" y="149375"/>
                  <a:pt x="3622750" y="147102"/>
                </a:cubicBezTo>
                <a:cubicBezTo>
                  <a:pt x="3619789" y="149375"/>
                  <a:pt x="3614093" y="150285"/>
                  <a:pt x="3609766" y="150285"/>
                </a:cubicBezTo>
                <a:cubicBezTo>
                  <a:pt x="3604755" y="150285"/>
                  <a:pt x="3599744" y="146421"/>
                  <a:pt x="3599744" y="135057"/>
                </a:cubicBezTo>
                <a:cubicBezTo>
                  <a:pt x="3599744" y="123690"/>
                  <a:pt x="3599518" y="99371"/>
                  <a:pt x="3599518" y="76640"/>
                </a:cubicBezTo>
                <a:lnTo>
                  <a:pt x="3622520" y="76640"/>
                </a:lnTo>
                <a:cubicBezTo>
                  <a:pt x="3624796" y="76640"/>
                  <a:pt x="3627987" y="75730"/>
                  <a:pt x="3627987" y="73680"/>
                </a:cubicBezTo>
                <a:lnTo>
                  <a:pt x="3627987" y="66622"/>
                </a:lnTo>
                <a:cubicBezTo>
                  <a:pt x="3627987" y="65711"/>
                  <a:pt x="3627302" y="65252"/>
                  <a:pt x="3626166" y="65252"/>
                </a:cubicBezTo>
                <a:lnTo>
                  <a:pt x="3599518" y="65252"/>
                </a:lnTo>
                <a:lnTo>
                  <a:pt x="3599744" y="57510"/>
                </a:lnTo>
                <a:cubicBezTo>
                  <a:pt x="3600199" y="42251"/>
                  <a:pt x="3600884" y="31777"/>
                  <a:pt x="3600884" y="31777"/>
                </a:cubicBezTo>
                <a:cubicBezTo>
                  <a:pt x="3600884" y="30407"/>
                  <a:pt x="3600199" y="29726"/>
                  <a:pt x="3599063" y="29726"/>
                </a:cubicBezTo>
                <a:cubicBezTo>
                  <a:pt x="3597468" y="29726"/>
                  <a:pt x="3589041" y="32232"/>
                  <a:pt x="3585399" y="33827"/>
                </a:cubicBezTo>
                <a:cubicBezTo>
                  <a:pt x="3581524" y="35418"/>
                  <a:pt x="3574921" y="36784"/>
                  <a:pt x="3573326" y="38834"/>
                </a:cubicBezTo>
                <a:cubicBezTo>
                  <a:pt x="3571731" y="40885"/>
                  <a:pt x="3570821" y="47036"/>
                  <a:pt x="3570821" y="65252"/>
                </a:cubicBezTo>
                <a:lnTo>
                  <a:pt x="3564444" y="65252"/>
                </a:lnTo>
                <a:close/>
                <a:moveTo>
                  <a:pt x="3698817" y="152791"/>
                </a:moveTo>
                <a:cubicBezTo>
                  <a:pt x="3700408" y="162128"/>
                  <a:pt x="3706559" y="166226"/>
                  <a:pt x="3716578" y="166226"/>
                </a:cubicBezTo>
                <a:cubicBezTo>
                  <a:pt x="3729106" y="166226"/>
                  <a:pt x="3737988" y="161444"/>
                  <a:pt x="3746415" y="153472"/>
                </a:cubicBezTo>
                <a:cubicBezTo>
                  <a:pt x="3745960" y="150740"/>
                  <a:pt x="3745046" y="148919"/>
                  <a:pt x="3742315" y="147095"/>
                </a:cubicBezTo>
                <a:cubicBezTo>
                  <a:pt x="3739354" y="149375"/>
                  <a:pt x="3737078" y="150285"/>
                  <a:pt x="3732751" y="150285"/>
                </a:cubicBezTo>
                <a:cubicBezTo>
                  <a:pt x="3727740" y="150285"/>
                  <a:pt x="3726374" y="146184"/>
                  <a:pt x="3726374" y="135022"/>
                </a:cubicBezTo>
                <a:lnTo>
                  <a:pt x="3726829" y="102217"/>
                </a:lnTo>
                <a:cubicBezTo>
                  <a:pt x="3726829" y="69412"/>
                  <a:pt x="3706559" y="62806"/>
                  <a:pt x="3687884" y="62806"/>
                </a:cubicBezTo>
                <a:cubicBezTo>
                  <a:pt x="3671259" y="62806"/>
                  <a:pt x="3645751" y="72373"/>
                  <a:pt x="3645751" y="87410"/>
                </a:cubicBezTo>
                <a:cubicBezTo>
                  <a:pt x="3645751" y="93787"/>
                  <a:pt x="3648483" y="98798"/>
                  <a:pt x="3657365" y="98798"/>
                </a:cubicBezTo>
                <a:cubicBezTo>
                  <a:pt x="3665563" y="98798"/>
                  <a:pt x="3671485" y="93787"/>
                  <a:pt x="3671485" y="88320"/>
                </a:cubicBezTo>
                <a:cubicBezTo>
                  <a:pt x="3671485" y="85359"/>
                  <a:pt x="3669893" y="81485"/>
                  <a:pt x="3670574" y="77613"/>
                </a:cubicBezTo>
                <a:cubicBezTo>
                  <a:pt x="3670804" y="75108"/>
                  <a:pt x="3672625" y="72373"/>
                  <a:pt x="3680141" y="72373"/>
                </a:cubicBezTo>
                <a:cubicBezTo>
                  <a:pt x="3689705" y="72373"/>
                  <a:pt x="3697677" y="76474"/>
                  <a:pt x="3697677" y="105407"/>
                </a:cubicBezTo>
                <a:lnTo>
                  <a:pt x="3682417" y="110189"/>
                </a:lnTo>
                <a:cubicBezTo>
                  <a:pt x="3658505" y="117706"/>
                  <a:pt x="3641651" y="124316"/>
                  <a:pt x="3641651" y="142310"/>
                </a:cubicBezTo>
                <a:cubicBezTo>
                  <a:pt x="3641651" y="158028"/>
                  <a:pt x="3650304" y="166226"/>
                  <a:pt x="3670119" y="166226"/>
                </a:cubicBezTo>
                <a:cubicBezTo>
                  <a:pt x="3676725" y="166226"/>
                  <a:pt x="3689934" y="158938"/>
                  <a:pt x="3697447" y="153017"/>
                </a:cubicBezTo>
                <a:lnTo>
                  <a:pt x="3698817" y="152791"/>
                </a:lnTo>
                <a:moveTo>
                  <a:pt x="3697677" y="114290"/>
                </a:moveTo>
                <a:lnTo>
                  <a:pt x="3697677" y="144360"/>
                </a:lnTo>
                <a:cubicBezTo>
                  <a:pt x="3691984" y="148916"/>
                  <a:pt x="3686289" y="152561"/>
                  <a:pt x="3682192" y="152561"/>
                </a:cubicBezTo>
                <a:cubicBezTo>
                  <a:pt x="3672395" y="152561"/>
                  <a:pt x="3668979" y="145955"/>
                  <a:pt x="3668979" y="138894"/>
                </a:cubicBezTo>
                <a:cubicBezTo>
                  <a:pt x="3668979" y="130467"/>
                  <a:pt x="3669664" y="123402"/>
                  <a:pt x="3685833" y="118165"/>
                </a:cubicBezTo>
                <a:lnTo>
                  <a:pt x="3697677" y="114290"/>
                </a:lnTo>
                <a:close/>
                <a:moveTo>
                  <a:pt x="3857324" y="134869"/>
                </a:moveTo>
                <a:lnTo>
                  <a:pt x="3857324" y="76640"/>
                </a:lnTo>
                <a:lnTo>
                  <a:pt x="3873498" y="76640"/>
                </a:lnTo>
                <a:cubicBezTo>
                  <a:pt x="3877595" y="76640"/>
                  <a:pt x="3881466" y="75504"/>
                  <a:pt x="3881466" y="72769"/>
                </a:cubicBezTo>
                <a:lnTo>
                  <a:pt x="3881466" y="67532"/>
                </a:lnTo>
                <a:cubicBezTo>
                  <a:pt x="3881466" y="66166"/>
                  <a:pt x="3881240" y="65252"/>
                  <a:pt x="3876914" y="65252"/>
                </a:cubicBezTo>
                <a:lnTo>
                  <a:pt x="3857324" y="65252"/>
                </a:lnTo>
                <a:lnTo>
                  <a:pt x="3857324" y="57479"/>
                </a:lnTo>
                <a:cubicBezTo>
                  <a:pt x="3857324" y="23405"/>
                  <a:pt x="3872358" y="16771"/>
                  <a:pt x="3877369" y="16771"/>
                </a:cubicBezTo>
                <a:cubicBezTo>
                  <a:pt x="3881240" y="16771"/>
                  <a:pt x="3887162" y="20889"/>
                  <a:pt x="3890123" y="28663"/>
                </a:cubicBezTo>
                <a:cubicBezTo>
                  <a:pt x="3892399" y="34838"/>
                  <a:pt x="3897181" y="40099"/>
                  <a:pt x="3904242" y="40099"/>
                </a:cubicBezTo>
                <a:cubicBezTo>
                  <a:pt x="3905382" y="40099"/>
                  <a:pt x="3906518" y="39870"/>
                  <a:pt x="3907429" y="39641"/>
                </a:cubicBezTo>
                <a:lnTo>
                  <a:pt x="3907429" y="135095"/>
                </a:lnTo>
                <a:cubicBezTo>
                  <a:pt x="3907429" y="153976"/>
                  <a:pt x="3903787" y="156023"/>
                  <a:pt x="3889893" y="156704"/>
                </a:cubicBezTo>
                <a:cubicBezTo>
                  <a:pt x="3888527" y="158069"/>
                  <a:pt x="3888527" y="163081"/>
                  <a:pt x="3889893" y="164446"/>
                </a:cubicBezTo>
                <a:cubicBezTo>
                  <a:pt x="3899460" y="164220"/>
                  <a:pt x="3909708" y="163991"/>
                  <a:pt x="3922233" y="163991"/>
                </a:cubicBezTo>
                <a:cubicBezTo>
                  <a:pt x="3934761" y="163991"/>
                  <a:pt x="3944779" y="164220"/>
                  <a:pt x="3954572" y="164446"/>
                </a:cubicBezTo>
                <a:cubicBezTo>
                  <a:pt x="3955941" y="163081"/>
                  <a:pt x="3955941" y="158069"/>
                  <a:pt x="3954572" y="156704"/>
                </a:cubicBezTo>
                <a:cubicBezTo>
                  <a:pt x="3940682" y="156023"/>
                  <a:pt x="3937037" y="153976"/>
                  <a:pt x="3937037" y="135095"/>
                </a:cubicBezTo>
                <a:lnTo>
                  <a:pt x="3937037" y="31179"/>
                </a:lnTo>
                <a:cubicBezTo>
                  <a:pt x="3937037" y="16316"/>
                  <a:pt x="3937721" y="7889"/>
                  <a:pt x="3937721" y="7889"/>
                </a:cubicBezTo>
                <a:cubicBezTo>
                  <a:pt x="3937721" y="5894"/>
                  <a:pt x="3936126" y="4980"/>
                  <a:pt x="3934076" y="4980"/>
                </a:cubicBezTo>
                <a:cubicBezTo>
                  <a:pt x="3928384" y="6808"/>
                  <a:pt x="3918361" y="11603"/>
                  <a:pt x="3907429" y="14797"/>
                </a:cubicBezTo>
                <a:cubicBezTo>
                  <a:pt x="3901511" y="10623"/>
                  <a:pt x="3892173" y="7204"/>
                  <a:pt x="3879416" y="7204"/>
                </a:cubicBezTo>
                <a:cubicBezTo>
                  <a:pt x="3868942" y="7204"/>
                  <a:pt x="3856869" y="10623"/>
                  <a:pt x="3846850" y="19972"/>
                </a:cubicBezTo>
                <a:cubicBezTo>
                  <a:pt x="3836147" y="30035"/>
                  <a:pt x="3827720" y="46501"/>
                  <a:pt x="3827720" y="64568"/>
                </a:cubicBezTo>
                <a:lnTo>
                  <a:pt x="3827720" y="65252"/>
                </a:lnTo>
                <a:lnTo>
                  <a:pt x="3826125" y="65252"/>
                </a:lnTo>
                <a:cubicBezTo>
                  <a:pt x="3818382" y="65252"/>
                  <a:pt x="3809955" y="68672"/>
                  <a:pt x="3809955" y="70493"/>
                </a:cubicBezTo>
                <a:lnTo>
                  <a:pt x="3809955" y="74364"/>
                </a:lnTo>
                <a:cubicBezTo>
                  <a:pt x="3809955" y="75959"/>
                  <a:pt x="3810865" y="76640"/>
                  <a:pt x="3816102" y="76640"/>
                </a:cubicBezTo>
                <a:lnTo>
                  <a:pt x="3827720" y="76640"/>
                </a:lnTo>
                <a:lnTo>
                  <a:pt x="3827720" y="135325"/>
                </a:lnTo>
                <a:cubicBezTo>
                  <a:pt x="3827720" y="153976"/>
                  <a:pt x="3824074" y="156023"/>
                  <a:pt x="3810184" y="156704"/>
                </a:cubicBezTo>
                <a:cubicBezTo>
                  <a:pt x="3808815" y="158069"/>
                  <a:pt x="3808815" y="163081"/>
                  <a:pt x="3810184" y="164446"/>
                </a:cubicBezTo>
                <a:cubicBezTo>
                  <a:pt x="3819748" y="164220"/>
                  <a:pt x="3829996" y="163991"/>
                  <a:pt x="3842524" y="163991"/>
                </a:cubicBezTo>
                <a:cubicBezTo>
                  <a:pt x="3855048" y="163991"/>
                  <a:pt x="3865070" y="164220"/>
                  <a:pt x="3874863" y="164446"/>
                </a:cubicBezTo>
                <a:cubicBezTo>
                  <a:pt x="3876229" y="163081"/>
                  <a:pt x="3876229" y="158069"/>
                  <a:pt x="3874863" y="156704"/>
                </a:cubicBezTo>
                <a:cubicBezTo>
                  <a:pt x="3860970" y="156023"/>
                  <a:pt x="3857324" y="153976"/>
                  <a:pt x="3857324" y="134869"/>
                </a:cubicBezTo>
                <a:close/>
                <a:moveTo>
                  <a:pt x="4017887" y="72373"/>
                </a:moveTo>
                <a:cubicBezTo>
                  <a:pt x="4033372" y="72373"/>
                  <a:pt x="4043850" y="90826"/>
                  <a:pt x="4043850" y="122036"/>
                </a:cubicBezTo>
                <a:cubicBezTo>
                  <a:pt x="4043850" y="149371"/>
                  <a:pt x="4033146" y="156662"/>
                  <a:pt x="4024949" y="156662"/>
                </a:cubicBezTo>
                <a:cubicBezTo>
                  <a:pt x="4006273" y="156662"/>
                  <a:pt x="3998982" y="128642"/>
                  <a:pt x="3998982" y="111784"/>
                </a:cubicBezTo>
                <a:cubicBezTo>
                  <a:pt x="3998982" y="90826"/>
                  <a:pt x="4002628" y="72373"/>
                  <a:pt x="4017887" y="72373"/>
                </a:cubicBezTo>
                <a:moveTo>
                  <a:pt x="3967098" y="116795"/>
                </a:moveTo>
                <a:cubicBezTo>
                  <a:pt x="3967098" y="146640"/>
                  <a:pt x="3990785" y="166226"/>
                  <a:pt x="4021303" y="166226"/>
                </a:cubicBezTo>
                <a:cubicBezTo>
                  <a:pt x="4037473" y="166226"/>
                  <a:pt x="4050911" y="161673"/>
                  <a:pt x="4060249" y="153246"/>
                </a:cubicBezTo>
                <a:cubicBezTo>
                  <a:pt x="4071863" y="142994"/>
                  <a:pt x="4075734" y="127502"/>
                  <a:pt x="4075734" y="114745"/>
                </a:cubicBezTo>
                <a:cubicBezTo>
                  <a:pt x="4075734" y="84904"/>
                  <a:pt x="4055464" y="62806"/>
                  <a:pt x="4021529" y="62806"/>
                </a:cubicBezTo>
                <a:cubicBezTo>
                  <a:pt x="4002628" y="62806"/>
                  <a:pt x="3988508" y="69412"/>
                  <a:pt x="3979626" y="79664"/>
                </a:cubicBezTo>
                <a:cubicBezTo>
                  <a:pt x="3970970" y="89686"/>
                  <a:pt x="3967098" y="103354"/>
                  <a:pt x="3967098" y="116795"/>
                </a:cubicBezTo>
                <a:close/>
                <a:moveTo>
                  <a:pt x="4192340" y="88692"/>
                </a:moveTo>
                <a:cubicBezTo>
                  <a:pt x="4188014" y="77780"/>
                  <a:pt x="4185279" y="67768"/>
                  <a:pt x="4185279" y="67768"/>
                </a:cubicBezTo>
                <a:cubicBezTo>
                  <a:pt x="4181182" y="67998"/>
                  <a:pt x="4176852" y="67998"/>
                  <a:pt x="4172525" y="67542"/>
                </a:cubicBezTo>
                <a:lnTo>
                  <a:pt x="4150889" y="127568"/>
                </a:lnTo>
                <a:cubicBezTo>
                  <a:pt x="4150208" y="129160"/>
                  <a:pt x="4149297" y="129615"/>
                  <a:pt x="4148383" y="127342"/>
                </a:cubicBezTo>
                <a:lnTo>
                  <a:pt x="4135404" y="88692"/>
                </a:lnTo>
                <a:cubicBezTo>
                  <a:pt x="4131758" y="77780"/>
                  <a:pt x="4129482" y="73690"/>
                  <a:pt x="4143602" y="72554"/>
                </a:cubicBezTo>
                <a:cubicBezTo>
                  <a:pt x="4144967" y="71188"/>
                  <a:pt x="4144967" y="66177"/>
                  <a:pt x="4143602" y="64808"/>
                </a:cubicBezTo>
                <a:cubicBezTo>
                  <a:pt x="4135174" y="65037"/>
                  <a:pt x="4125382" y="65266"/>
                  <a:pt x="4113768" y="65266"/>
                </a:cubicBezTo>
                <a:cubicBezTo>
                  <a:pt x="4105796" y="65266"/>
                  <a:pt x="4094182" y="65037"/>
                  <a:pt x="4085755" y="64808"/>
                </a:cubicBezTo>
                <a:cubicBezTo>
                  <a:pt x="4084389" y="66177"/>
                  <a:pt x="4084389" y="71188"/>
                  <a:pt x="4085755" y="72554"/>
                </a:cubicBezTo>
                <a:cubicBezTo>
                  <a:pt x="4098964" y="74145"/>
                  <a:pt x="4099648" y="78465"/>
                  <a:pt x="4103975" y="90058"/>
                </a:cubicBezTo>
                <a:lnTo>
                  <a:pt x="4131758" y="161899"/>
                </a:lnTo>
                <a:cubicBezTo>
                  <a:pt x="4133353" y="166219"/>
                  <a:pt x="4136314" y="166670"/>
                  <a:pt x="4139275" y="166670"/>
                </a:cubicBezTo>
                <a:cubicBezTo>
                  <a:pt x="4141551" y="166670"/>
                  <a:pt x="4145881" y="166219"/>
                  <a:pt x="4147702" y="161444"/>
                </a:cubicBezTo>
                <a:lnTo>
                  <a:pt x="4169109" y="105289"/>
                </a:lnTo>
                <a:lnTo>
                  <a:pt x="4190974" y="161899"/>
                </a:lnTo>
                <a:cubicBezTo>
                  <a:pt x="4192566" y="165989"/>
                  <a:pt x="4196896" y="166670"/>
                  <a:pt x="4199857" y="166670"/>
                </a:cubicBezTo>
                <a:cubicBezTo>
                  <a:pt x="4202133" y="166670"/>
                  <a:pt x="4206004" y="165989"/>
                  <a:pt x="4207825" y="161444"/>
                </a:cubicBezTo>
                <a:lnTo>
                  <a:pt x="4235838" y="92105"/>
                </a:lnTo>
                <a:cubicBezTo>
                  <a:pt x="4239710" y="82329"/>
                  <a:pt x="4243584" y="73690"/>
                  <a:pt x="4256338" y="72554"/>
                </a:cubicBezTo>
                <a:cubicBezTo>
                  <a:pt x="4257704" y="71188"/>
                  <a:pt x="4257704" y="66177"/>
                  <a:pt x="4256338" y="64808"/>
                </a:cubicBezTo>
                <a:cubicBezTo>
                  <a:pt x="4251327" y="65037"/>
                  <a:pt x="4247226" y="65266"/>
                  <a:pt x="4241305" y="65266"/>
                </a:cubicBezTo>
                <a:cubicBezTo>
                  <a:pt x="4232877" y="65266"/>
                  <a:pt x="4223085" y="65037"/>
                  <a:pt x="4214657" y="64808"/>
                </a:cubicBezTo>
                <a:cubicBezTo>
                  <a:pt x="4213292" y="66177"/>
                  <a:pt x="4213292" y="71188"/>
                  <a:pt x="4214657" y="72554"/>
                </a:cubicBezTo>
                <a:cubicBezTo>
                  <a:pt x="4226956" y="73461"/>
                  <a:pt x="4228096" y="79372"/>
                  <a:pt x="4223769" y="90513"/>
                </a:cubicBezTo>
                <a:lnTo>
                  <a:pt x="4210560" y="126432"/>
                </a:lnTo>
                <a:cubicBezTo>
                  <a:pt x="4209650" y="129160"/>
                  <a:pt x="4208281" y="128934"/>
                  <a:pt x="4207370" y="126661"/>
                </a:cubicBezTo>
                <a:lnTo>
                  <a:pt x="4192340" y="88692"/>
                </a:lnTo>
                <a:close/>
                <a:moveTo>
                  <a:pt x="4270456" y="130692"/>
                </a:moveTo>
                <a:cubicBezTo>
                  <a:pt x="4271366" y="141854"/>
                  <a:pt x="4272506" y="152561"/>
                  <a:pt x="4274327" y="161218"/>
                </a:cubicBezTo>
                <a:cubicBezTo>
                  <a:pt x="4278657" y="162584"/>
                  <a:pt x="4293232" y="166226"/>
                  <a:pt x="4305986" y="166226"/>
                </a:cubicBezTo>
                <a:cubicBezTo>
                  <a:pt x="4323521" y="166226"/>
                  <a:pt x="4345387" y="156662"/>
                  <a:pt x="4345387" y="136843"/>
                </a:cubicBezTo>
                <a:cubicBezTo>
                  <a:pt x="4345387" y="129097"/>
                  <a:pt x="4343562" y="122946"/>
                  <a:pt x="4338325" y="117251"/>
                </a:cubicBezTo>
                <a:cubicBezTo>
                  <a:pt x="4331719" y="109960"/>
                  <a:pt x="4322381" y="104268"/>
                  <a:pt x="4311907" y="99712"/>
                </a:cubicBezTo>
                <a:cubicBezTo>
                  <a:pt x="4302795" y="95837"/>
                  <a:pt x="4299609" y="88546"/>
                  <a:pt x="4299609" y="81940"/>
                </a:cubicBezTo>
                <a:cubicBezTo>
                  <a:pt x="4299609" y="76703"/>
                  <a:pt x="4303935" y="72373"/>
                  <a:pt x="4310542" y="72373"/>
                </a:cubicBezTo>
                <a:cubicBezTo>
                  <a:pt x="4318510" y="72373"/>
                  <a:pt x="4326256" y="79664"/>
                  <a:pt x="4331948" y="93561"/>
                </a:cubicBezTo>
                <a:cubicBezTo>
                  <a:pt x="4336049" y="94242"/>
                  <a:pt x="4338554" y="94016"/>
                  <a:pt x="4340831" y="92421"/>
                </a:cubicBezTo>
                <a:cubicBezTo>
                  <a:pt x="4340831" y="84220"/>
                  <a:pt x="4339920" y="75563"/>
                  <a:pt x="4337870" y="68272"/>
                </a:cubicBezTo>
                <a:cubicBezTo>
                  <a:pt x="4330583" y="65086"/>
                  <a:pt x="4324887" y="62806"/>
                  <a:pt x="4312362" y="62806"/>
                </a:cubicBezTo>
                <a:cubicBezTo>
                  <a:pt x="4300290" y="62806"/>
                  <a:pt x="4288905" y="67362"/>
                  <a:pt x="4281618" y="74653"/>
                </a:cubicBezTo>
                <a:cubicBezTo>
                  <a:pt x="4276378" y="79890"/>
                  <a:pt x="4273872" y="86270"/>
                  <a:pt x="4273872" y="92421"/>
                </a:cubicBezTo>
                <a:cubicBezTo>
                  <a:pt x="4273872" y="99253"/>
                  <a:pt x="4276378" y="104723"/>
                  <a:pt x="4280933" y="109505"/>
                </a:cubicBezTo>
                <a:cubicBezTo>
                  <a:pt x="4287995" y="117251"/>
                  <a:pt x="4300290" y="125226"/>
                  <a:pt x="4307351" y="128413"/>
                </a:cubicBezTo>
                <a:cubicBezTo>
                  <a:pt x="4316463" y="132513"/>
                  <a:pt x="4318965" y="140715"/>
                  <a:pt x="4318965" y="146181"/>
                </a:cubicBezTo>
                <a:cubicBezTo>
                  <a:pt x="4318965" y="153472"/>
                  <a:pt x="4311678" y="157347"/>
                  <a:pt x="4305530" y="157347"/>
                </a:cubicBezTo>
                <a:cubicBezTo>
                  <a:pt x="4295282" y="157347"/>
                  <a:pt x="4284350" y="147095"/>
                  <a:pt x="4279568" y="130237"/>
                </a:cubicBezTo>
                <a:cubicBezTo>
                  <a:pt x="4275922" y="129553"/>
                  <a:pt x="4274101" y="129782"/>
                  <a:pt x="4270456" y="130692"/>
                </a:cubicBezTo>
                <a:close/>
                <a:moveTo>
                  <a:pt x="4367933" y="150740"/>
                </a:moveTo>
                <a:cubicBezTo>
                  <a:pt x="4367933" y="159393"/>
                  <a:pt x="4375220" y="166226"/>
                  <a:pt x="4384328" y="166226"/>
                </a:cubicBezTo>
                <a:cubicBezTo>
                  <a:pt x="4393440" y="166226"/>
                  <a:pt x="4401183" y="158938"/>
                  <a:pt x="4401183" y="150285"/>
                </a:cubicBezTo>
                <a:cubicBezTo>
                  <a:pt x="4401183" y="141403"/>
                  <a:pt x="4393895" y="134571"/>
                  <a:pt x="4384784" y="134571"/>
                </a:cubicBezTo>
                <a:cubicBezTo>
                  <a:pt x="4375675" y="134571"/>
                  <a:pt x="4367933" y="141858"/>
                  <a:pt x="4367933" y="1507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39304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2026-09-05T18:29:08.1280000Z</dcterms:created>
  <dcterms:modified xsi:type="dcterms:W3CDTF">2026-09-05T18:29:08.1280000Z</dcterms:modified>
</coreProperties>
</file>