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2b20950dff4e20" /><Relationship Type="http://schemas.openxmlformats.org/officeDocument/2006/relationships/extended-properties" Target="/docProps/app.xml" Id="R693761c7da284710" /><Relationship Type="http://schemas.openxmlformats.org/officeDocument/2006/relationships/officeDocument" Target="/ppt/presentation.xml" Id="R4b9b492734934e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d395e392af43e2"/>
  </p:sldMasterIdLst>
  <p:notesMasterIdLst>
    <p:notesMasterId xmlns:r="http://schemas.openxmlformats.org/officeDocument/2006/relationships" r:id="Ra8fc273877154615"/>
  </p:notesMasterIdLst>
  <p:sldIdLst>
    <p:sldId xmlns:r="http://schemas.openxmlformats.org/officeDocument/2006/relationships" id="256" r:id="R5020787109ad42cb"/>
  </p:sldIdLst>
  <p:sldSz cx="11315700" cy="3657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c5924b07674923" /><Relationship Type="http://schemas.openxmlformats.org/officeDocument/2006/relationships/slideMaster" Target="/ppt/slideMasters/slideMaster1.xml" Id="R40d395e392af43e2" /><Relationship Type="http://schemas.openxmlformats.org/officeDocument/2006/relationships/notesMaster" Target="/ppt/notesMasters/notesMaster1.xml" Id="Ra8fc273877154615" /><Relationship Type="http://schemas.openxmlformats.org/officeDocument/2006/relationships/presProps" Target="/ppt/presProps.xml" Id="R5d695b6c3b73444c" /><Relationship Type="http://schemas.openxmlformats.org/officeDocument/2006/relationships/tableStyles" Target="/ppt/tableStyles.xml" Id="R319e77f15bf1431e" /><Relationship Type="http://schemas.openxmlformats.org/officeDocument/2006/relationships/slide" Target="/ppt/slides/slide1.xml" Id="R5020787109ad42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251ce4a2564a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81d461b65e48a7" /><Relationship Type="http://schemas.openxmlformats.org/officeDocument/2006/relationships/notesMaster" Target="/ppt/notesMasters/notesMaster1.xml" Id="R4667ddda6ce84aa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素材ID：SE-094</ns1:t>
            </ns1:r>
          </ns1:p>
          <ns1:p>
            <ns1:r>
              <ns1:t>论文：TraStrainer: Adaptive Sampling for Distributed Traces with System Runtime State</ns1:t>
            </ns1:r>
          </ns1:p>
          <ns1:p>
            <ns1:r>
              <ns1:t>会议：FSE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7，PDF第9页</ns1:t>
            </ns1:r>
          </ns1:p>
          <ns1:p>
            <ns1:r>
              <ns1:t>类型：方法细节</ns1:t>
            </ns1:r>
          </ns1:p>
          <ns1:p>
            <ns1:r>
              <ns1:t>借鉴点：上下两路特征窗口分别计算系统偏向和多样性采样结果，再根据当前采样率与预算的比较切换AND/OR规则，合成保留决策。</ns1:t>
            </ns1:r>
          </ns1:p>
          <ns1:p>
            <ns1:r>
              <ns1:t>论文URL：https://huanghy95.github.io/files/fse24/fse2024TraStrainer.pdf</ns1:t>
            </ns1:r>
          </ns1:p>
          <ns1:p>
            <ns1:r>
              <ns1:t>官方获奖URL：https://www2.sigsoft.org/awards/distinguishedpaper/#the-acm-international-conference-on-the-foundations-of-software-engineering-fse-2024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b720b3655140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b028d5404d4c78" /><Relationship Type="http://schemas.openxmlformats.org/officeDocument/2006/relationships/slideLayout" Target="/ppt/slideLayouts/slideLayout1.xml" Id="Raf7966e6b2fd49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7966e6b2fd49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11d91661449a0" /><Relationship Type="http://schemas.openxmlformats.org/officeDocument/2006/relationships/notesSlide" Target="/ppt/notesSlides/notesSlide1.xml" Id="R9d66b8ef801142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Text f">
            <a:extLst xmlns:a="http://schemas.openxmlformats.org/drawingml/2006/main">
              <a:ext uri="{FF2B5EF4-FFF2-40B4-BE49-F238E27FC236}">
                <a16:creationId xmlns:a16="http://schemas.microsoft.com/office/drawing/2014/main" id="{51A78127-F91C-4D0F-80FF-237ACC8E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627" y="752954"/>
            <a:ext cx="80664" cy="145678"/>
          </a:xfrm>
          <a:custGeom xmlns:a="http://schemas.openxmlformats.org/drawingml/2006/main">
            <a:pathLst>
              <a:path w="80664" h="145678">
                <a:moveTo>
                  <a:pt x="43378" y="57767"/>
                </a:moveTo>
                <a:lnTo>
                  <a:pt x="43378" y="125932"/>
                </a:lnTo>
                <a:cubicBezTo>
                  <a:pt x="43378" y="132584"/>
                  <a:pt x="44078" y="136715"/>
                  <a:pt x="45478" y="138326"/>
                </a:cubicBezTo>
                <a:cubicBezTo>
                  <a:pt x="47649" y="140986"/>
                  <a:pt x="51780" y="142177"/>
                  <a:pt x="57872" y="141897"/>
                </a:cubicBezTo>
                <a:lnTo>
                  <a:pt x="57872" y="145678"/>
                </a:lnTo>
                <a:lnTo>
                  <a:pt x="0" y="145678"/>
                </a:lnTo>
                <a:lnTo>
                  <a:pt x="0" y="141897"/>
                </a:lnTo>
                <a:cubicBezTo>
                  <a:pt x="4411" y="141827"/>
                  <a:pt x="7562" y="141302"/>
                  <a:pt x="9453" y="140321"/>
                </a:cubicBezTo>
                <a:cubicBezTo>
                  <a:pt x="11203" y="139411"/>
                  <a:pt x="12464" y="138116"/>
                  <a:pt x="13234" y="136435"/>
                </a:cubicBezTo>
                <a:cubicBezTo>
                  <a:pt x="13934" y="134825"/>
                  <a:pt x="14284" y="131324"/>
                  <a:pt x="14284" y="125932"/>
                </a:cubicBezTo>
                <a:lnTo>
                  <a:pt x="14284" y="57767"/>
                </a:lnTo>
                <a:lnTo>
                  <a:pt x="0" y="57767"/>
                </a:lnTo>
                <a:lnTo>
                  <a:pt x="0" y="47474"/>
                </a:lnTo>
                <a:lnTo>
                  <a:pt x="14284" y="47474"/>
                </a:lnTo>
                <a:lnTo>
                  <a:pt x="14284" y="40227"/>
                </a:lnTo>
                <a:lnTo>
                  <a:pt x="14179" y="35290"/>
                </a:lnTo>
                <a:cubicBezTo>
                  <a:pt x="14109" y="25207"/>
                  <a:pt x="17820" y="16805"/>
                  <a:pt x="25312" y="10083"/>
                </a:cubicBezTo>
                <a:cubicBezTo>
                  <a:pt x="32665" y="3361"/>
                  <a:pt x="42643" y="0"/>
                  <a:pt x="55246" y="0"/>
                </a:cubicBezTo>
                <a:cubicBezTo>
                  <a:pt x="63859" y="0"/>
                  <a:pt x="70266" y="1610"/>
                  <a:pt x="74467" y="4831"/>
                </a:cubicBezTo>
                <a:cubicBezTo>
                  <a:pt x="78528" y="8122"/>
                  <a:pt x="80594" y="11693"/>
                  <a:pt x="80664" y="15545"/>
                </a:cubicBezTo>
                <a:cubicBezTo>
                  <a:pt x="80664" y="18695"/>
                  <a:pt x="79368" y="21426"/>
                  <a:pt x="76778" y="23737"/>
                </a:cubicBezTo>
                <a:cubicBezTo>
                  <a:pt x="74117" y="26048"/>
                  <a:pt x="70686" y="27203"/>
                  <a:pt x="66485" y="27203"/>
                </a:cubicBezTo>
                <a:cubicBezTo>
                  <a:pt x="62773" y="27203"/>
                  <a:pt x="59903" y="26258"/>
                  <a:pt x="57872" y="24367"/>
                </a:cubicBezTo>
                <a:cubicBezTo>
                  <a:pt x="55631" y="22477"/>
                  <a:pt x="54546" y="20376"/>
                  <a:pt x="54616" y="18065"/>
                </a:cubicBezTo>
                <a:cubicBezTo>
                  <a:pt x="54616" y="17505"/>
                  <a:pt x="54826" y="16210"/>
                  <a:pt x="55246" y="14179"/>
                </a:cubicBezTo>
                <a:cubicBezTo>
                  <a:pt x="55526" y="13059"/>
                  <a:pt x="55666" y="11939"/>
                  <a:pt x="55666" y="10818"/>
                </a:cubicBezTo>
                <a:cubicBezTo>
                  <a:pt x="55666" y="9418"/>
                  <a:pt x="55246" y="8332"/>
                  <a:pt x="54406" y="7562"/>
                </a:cubicBezTo>
                <a:cubicBezTo>
                  <a:pt x="53216" y="6512"/>
                  <a:pt x="51850" y="5987"/>
                  <a:pt x="50310" y="5987"/>
                </a:cubicBezTo>
                <a:cubicBezTo>
                  <a:pt x="48279" y="5987"/>
                  <a:pt x="46599" y="6827"/>
                  <a:pt x="45268" y="8508"/>
                </a:cubicBezTo>
                <a:cubicBezTo>
                  <a:pt x="43868" y="10258"/>
                  <a:pt x="43168" y="12954"/>
                  <a:pt x="43168" y="16595"/>
                </a:cubicBezTo>
                <a:lnTo>
                  <a:pt x="43378" y="34975"/>
                </a:lnTo>
                <a:lnTo>
                  <a:pt x="43378" y="47474"/>
                </a:lnTo>
                <a:lnTo>
                  <a:pt x="57872" y="47474"/>
                </a:lnTo>
                <a:lnTo>
                  <a:pt x="57872" y="57767"/>
                </a:lnTo>
                <a:lnTo>
                  <a:pt x="43378" y="5776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Text 1k">
            <a:extLst xmlns:a="http://schemas.openxmlformats.org/drawingml/2006/main">
              <a:ext uri="{FF2B5EF4-FFF2-40B4-BE49-F238E27FC236}">
                <a16:creationId xmlns:a16="http://schemas.microsoft.com/office/drawing/2014/main" id="{83C99B37-85BE-4A2D-B92E-0068D7EE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647" y="826777"/>
            <a:ext cx="148275" cy="100250"/>
          </a:xfrm>
          <a:custGeom xmlns:a="http://schemas.openxmlformats.org/drawingml/2006/main">
            <a:pathLst>
              <a:path w="148275" h="100250">
                <a:moveTo>
                  <a:pt x="38535" y="0"/>
                </a:moveTo>
                <a:lnTo>
                  <a:pt x="38535" y="80331"/>
                </a:lnTo>
                <a:cubicBezTo>
                  <a:pt x="38535" y="86367"/>
                  <a:pt x="38801" y="90206"/>
                  <a:pt x="39332" y="91848"/>
                </a:cubicBezTo>
                <a:cubicBezTo>
                  <a:pt x="39815" y="93538"/>
                  <a:pt x="40926" y="94914"/>
                  <a:pt x="42664" y="95977"/>
                </a:cubicBezTo>
                <a:cubicBezTo>
                  <a:pt x="44306" y="97087"/>
                  <a:pt x="47010" y="97618"/>
                  <a:pt x="50777" y="97570"/>
                </a:cubicBezTo>
                <a:lnTo>
                  <a:pt x="53023" y="97570"/>
                </a:lnTo>
                <a:lnTo>
                  <a:pt x="53023" y="100250"/>
                </a:lnTo>
                <a:lnTo>
                  <a:pt x="1304" y="100250"/>
                </a:lnTo>
                <a:lnTo>
                  <a:pt x="1304" y="97570"/>
                </a:lnTo>
                <a:lnTo>
                  <a:pt x="3911" y="97570"/>
                </a:lnTo>
                <a:cubicBezTo>
                  <a:pt x="8064" y="97570"/>
                  <a:pt x="11058" y="97087"/>
                  <a:pt x="12893" y="96121"/>
                </a:cubicBezTo>
                <a:cubicBezTo>
                  <a:pt x="14632" y="95204"/>
                  <a:pt x="15839" y="93876"/>
                  <a:pt x="16515" y="92137"/>
                </a:cubicBezTo>
                <a:cubicBezTo>
                  <a:pt x="17143" y="90496"/>
                  <a:pt x="17457" y="86560"/>
                  <a:pt x="17457" y="80331"/>
                </a:cubicBezTo>
                <a:lnTo>
                  <a:pt x="17457" y="29409"/>
                </a:lnTo>
                <a:cubicBezTo>
                  <a:pt x="17457" y="24869"/>
                  <a:pt x="17240" y="22020"/>
                  <a:pt x="16805" y="20861"/>
                </a:cubicBezTo>
                <a:cubicBezTo>
                  <a:pt x="16370" y="19799"/>
                  <a:pt x="15574" y="18833"/>
                  <a:pt x="14415" y="17964"/>
                </a:cubicBezTo>
                <a:cubicBezTo>
                  <a:pt x="13159" y="17191"/>
                  <a:pt x="11783" y="16805"/>
                  <a:pt x="10286" y="16805"/>
                </a:cubicBezTo>
                <a:cubicBezTo>
                  <a:pt x="7823" y="16853"/>
                  <a:pt x="4829" y="17626"/>
                  <a:pt x="1304" y="19123"/>
                </a:cubicBezTo>
                <a:lnTo>
                  <a:pt x="0" y="16515"/>
                </a:lnTo>
                <a:lnTo>
                  <a:pt x="36145" y="0"/>
                </a:lnTo>
                <a:lnTo>
                  <a:pt x="38535" y="0"/>
                </a:lnTo>
                <a:close/>
                <a:moveTo>
                  <a:pt x="96918" y="2028"/>
                </a:moveTo>
                <a:lnTo>
                  <a:pt x="96918" y="66640"/>
                </a:lnTo>
                <a:lnTo>
                  <a:pt x="112637" y="51212"/>
                </a:lnTo>
                <a:cubicBezTo>
                  <a:pt x="115872" y="48121"/>
                  <a:pt x="117900" y="45851"/>
                  <a:pt x="118721" y="44403"/>
                </a:cubicBezTo>
                <a:cubicBezTo>
                  <a:pt x="119494" y="43051"/>
                  <a:pt x="119880" y="41698"/>
                  <a:pt x="119880" y="40346"/>
                </a:cubicBezTo>
                <a:cubicBezTo>
                  <a:pt x="119880" y="39043"/>
                  <a:pt x="119349" y="37956"/>
                  <a:pt x="118287" y="37087"/>
                </a:cubicBezTo>
                <a:cubicBezTo>
                  <a:pt x="117176" y="36218"/>
                  <a:pt x="115099" y="35590"/>
                  <a:pt x="112057" y="35203"/>
                </a:cubicBezTo>
                <a:lnTo>
                  <a:pt x="112057" y="32523"/>
                </a:lnTo>
                <a:lnTo>
                  <a:pt x="142407" y="32523"/>
                </a:lnTo>
                <a:lnTo>
                  <a:pt x="142407" y="35203"/>
                </a:lnTo>
                <a:cubicBezTo>
                  <a:pt x="139510" y="35348"/>
                  <a:pt x="136975" y="36024"/>
                  <a:pt x="134802" y="37232"/>
                </a:cubicBezTo>
                <a:cubicBezTo>
                  <a:pt x="132580" y="38535"/>
                  <a:pt x="128331" y="42254"/>
                  <a:pt x="122053" y="48387"/>
                </a:cubicBezTo>
                <a:lnTo>
                  <a:pt x="114665" y="55630"/>
                </a:lnTo>
                <a:lnTo>
                  <a:pt x="130601" y="78954"/>
                </a:lnTo>
                <a:cubicBezTo>
                  <a:pt x="136975" y="88467"/>
                  <a:pt x="140790" y="93779"/>
                  <a:pt x="142045" y="94890"/>
                </a:cubicBezTo>
                <a:cubicBezTo>
                  <a:pt x="143639" y="96580"/>
                  <a:pt x="145715" y="97498"/>
                  <a:pt x="148275" y="97643"/>
                </a:cubicBezTo>
                <a:lnTo>
                  <a:pt x="148275" y="100250"/>
                </a:lnTo>
                <a:lnTo>
                  <a:pt x="113289" y="100250"/>
                </a:lnTo>
                <a:lnTo>
                  <a:pt x="113289" y="97643"/>
                </a:lnTo>
                <a:cubicBezTo>
                  <a:pt x="114786" y="97643"/>
                  <a:pt x="115920" y="97353"/>
                  <a:pt x="116693" y="96773"/>
                </a:cubicBezTo>
                <a:cubicBezTo>
                  <a:pt x="117321" y="96194"/>
                  <a:pt x="117659" y="95566"/>
                  <a:pt x="117707" y="94890"/>
                </a:cubicBezTo>
                <a:cubicBezTo>
                  <a:pt x="117707" y="93828"/>
                  <a:pt x="116693" y="91775"/>
                  <a:pt x="114665" y="88733"/>
                </a:cubicBezTo>
                <a:lnTo>
                  <a:pt x="101264" y="69103"/>
                </a:lnTo>
                <a:lnTo>
                  <a:pt x="96918" y="73377"/>
                </a:lnTo>
                <a:lnTo>
                  <a:pt x="96918" y="85546"/>
                </a:lnTo>
                <a:cubicBezTo>
                  <a:pt x="96918" y="90761"/>
                  <a:pt x="97401" y="93972"/>
                  <a:pt x="98367" y="95180"/>
                </a:cubicBezTo>
                <a:cubicBezTo>
                  <a:pt x="99284" y="96484"/>
                  <a:pt x="101264" y="97305"/>
                  <a:pt x="104307" y="97643"/>
                </a:cubicBezTo>
                <a:lnTo>
                  <a:pt x="104307" y="100250"/>
                </a:lnTo>
                <a:lnTo>
                  <a:pt x="69320" y="100250"/>
                </a:lnTo>
                <a:lnTo>
                  <a:pt x="69320" y="97643"/>
                </a:lnTo>
                <a:cubicBezTo>
                  <a:pt x="72121" y="97353"/>
                  <a:pt x="74149" y="96435"/>
                  <a:pt x="75405" y="94890"/>
                </a:cubicBezTo>
                <a:cubicBezTo>
                  <a:pt x="76178" y="93828"/>
                  <a:pt x="76588" y="90713"/>
                  <a:pt x="76636" y="85546"/>
                </a:cubicBezTo>
                <a:lnTo>
                  <a:pt x="76636" y="16733"/>
                </a:lnTo>
                <a:cubicBezTo>
                  <a:pt x="76636" y="11614"/>
                  <a:pt x="76178" y="8427"/>
                  <a:pt x="75260" y="7171"/>
                </a:cubicBezTo>
                <a:cubicBezTo>
                  <a:pt x="74246" y="5964"/>
                  <a:pt x="72266" y="5143"/>
                  <a:pt x="69320" y="4708"/>
                </a:cubicBezTo>
                <a:lnTo>
                  <a:pt x="69320" y="2028"/>
                </a:lnTo>
                <a:lnTo>
                  <a:pt x="96918" y="2028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949A1-AC9F-4CFB-883B-622C1516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94" y="619266"/>
            <a:ext cx="66756" cy="1338106"/>
          </a:xfrm>
          <a:custGeom xmlns:a="http://schemas.openxmlformats.org/drawingml/2006/main">
            <a:pathLst>
              <a:path w="66756" h="1338106" fill="none">
                <a:moveTo>
                  <a:pt x="66756" y="0"/>
                </a:moveTo>
                <a:lnTo>
                  <a:pt x="0" y="0"/>
                </a:lnTo>
                <a:lnTo>
                  <a:pt x="0" y="1338106"/>
                </a:lnTo>
                <a:lnTo>
                  <a:pt x="66756" y="1338106"/>
                </a:lnTo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000000"/>
            </a:solidFill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DA2A54-1759-4AF1-8730-7C3FD87E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811" y="619266"/>
            <a:ext cx="66756" cy="1338106"/>
          </a:xfrm>
          <a:custGeom xmlns:a="http://schemas.openxmlformats.org/drawingml/2006/main">
            <a:pathLst>
              <a:path w="66756" h="1338106" fill="none">
                <a:moveTo>
                  <a:pt x="0" y="0"/>
                </a:moveTo>
                <a:lnTo>
                  <a:pt x="66756" y="0"/>
                </a:lnTo>
                <a:lnTo>
                  <a:pt x="66756" y="1338106"/>
                </a:lnTo>
                <a:lnTo>
                  <a:pt x="0" y="1338106"/>
                </a:lnTo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000000"/>
            </a:solidFill>
            <a:round/>
          </a:ln>
        </p:spPr>
      </p:sp>
      <p:sp>
        <p:nvSpPr>
          <p:cNvPr id="5" name="Text f">
            <a:extLst xmlns:a="http://schemas.openxmlformats.org/drawingml/2006/main">
              <a:ext uri="{FF2B5EF4-FFF2-40B4-BE49-F238E27FC236}">
                <a16:creationId xmlns:a16="http://schemas.microsoft.com/office/drawing/2014/main" id="{4B98BC47-784E-406E-81B9-A7D4F0C6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627" y="1680087"/>
            <a:ext cx="80664" cy="145678"/>
          </a:xfrm>
          <a:custGeom xmlns:a="http://schemas.openxmlformats.org/drawingml/2006/main">
            <a:pathLst>
              <a:path w="80664" h="145678">
                <a:moveTo>
                  <a:pt x="43378" y="57767"/>
                </a:moveTo>
                <a:lnTo>
                  <a:pt x="43378" y="125932"/>
                </a:lnTo>
                <a:cubicBezTo>
                  <a:pt x="43378" y="132584"/>
                  <a:pt x="44078" y="136715"/>
                  <a:pt x="45478" y="138326"/>
                </a:cubicBezTo>
                <a:cubicBezTo>
                  <a:pt x="47649" y="140986"/>
                  <a:pt x="51780" y="142177"/>
                  <a:pt x="57872" y="141897"/>
                </a:cubicBezTo>
                <a:lnTo>
                  <a:pt x="57872" y="145678"/>
                </a:lnTo>
                <a:lnTo>
                  <a:pt x="0" y="145678"/>
                </a:lnTo>
                <a:lnTo>
                  <a:pt x="0" y="141897"/>
                </a:lnTo>
                <a:cubicBezTo>
                  <a:pt x="4411" y="141827"/>
                  <a:pt x="7562" y="141302"/>
                  <a:pt x="9453" y="140321"/>
                </a:cubicBezTo>
                <a:cubicBezTo>
                  <a:pt x="11203" y="139411"/>
                  <a:pt x="12464" y="138116"/>
                  <a:pt x="13234" y="136435"/>
                </a:cubicBezTo>
                <a:cubicBezTo>
                  <a:pt x="13934" y="134825"/>
                  <a:pt x="14284" y="131324"/>
                  <a:pt x="14284" y="125932"/>
                </a:cubicBezTo>
                <a:lnTo>
                  <a:pt x="14284" y="57767"/>
                </a:lnTo>
                <a:lnTo>
                  <a:pt x="0" y="57767"/>
                </a:lnTo>
                <a:lnTo>
                  <a:pt x="0" y="47474"/>
                </a:lnTo>
                <a:lnTo>
                  <a:pt x="14284" y="47474"/>
                </a:lnTo>
                <a:lnTo>
                  <a:pt x="14284" y="40227"/>
                </a:lnTo>
                <a:lnTo>
                  <a:pt x="14179" y="35290"/>
                </a:lnTo>
                <a:cubicBezTo>
                  <a:pt x="14109" y="25207"/>
                  <a:pt x="17820" y="16805"/>
                  <a:pt x="25312" y="10083"/>
                </a:cubicBezTo>
                <a:cubicBezTo>
                  <a:pt x="32665" y="3361"/>
                  <a:pt x="42643" y="0"/>
                  <a:pt x="55246" y="0"/>
                </a:cubicBezTo>
                <a:cubicBezTo>
                  <a:pt x="63859" y="0"/>
                  <a:pt x="70266" y="1610"/>
                  <a:pt x="74467" y="4831"/>
                </a:cubicBezTo>
                <a:cubicBezTo>
                  <a:pt x="78528" y="8122"/>
                  <a:pt x="80594" y="11693"/>
                  <a:pt x="80664" y="15545"/>
                </a:cubicBezTo>
                <a:cubicBezTo>
                  <a:pt x="80664" y="18695"/>
                  <a:pt x="79368" y="21426"/>
                  <a:pt x="76778" y="23737"/>
                </a:cubicBezTo>
                <a:cubicBezTo>
                  <a:pt x="74117" y="26048"/>
                  <a:pt x="70686" y="27203"/>
                  <a:pt x="66485" y="27203"/>
                </a:cubicBezTo>
                <a:cubicBezTo>
                  <a:pt x="62773" y="27203"/>
                  <a:pt x="59903" y="26258"/>
                  <a:pt x="57872" y="24367"/>
                </a:cubicBezTo>
                <a:cubicBezTo>
                  <a:pt x="55631" y="22477"/>
                  <a:pt x="54546" y="20376"/>
                  <a:pt x="54616" y="18065"/>
                </a:cubicBezTo>
                <a:cubicBezTo>
                  <a:pt x="54616" y="17505"/>
                  <a:pt x="54826" y="16210"/>
                  <a:pt x="55246" y="14179"/>
                </a:cubicBezTo>
                <a:cubicBezTo>
                  <a:pt x="55526" y="13059"/>
                  <a:pt x="55666" y="11939"/>
                  <a:pt x="55666" y="10818"/>
                </a:cubicBezTo>
                <a:cubicBezTo>
                  <a:pt x="55666" y="9418"/>
                  <a:pt x="55246" y="8332"/>
                  <a:pt x="54406" y="7562"/>
                </a:cubicBezTo>
                <a:cubicBezTo>
                  <a:pt x="53216" y="6512"/>
                  <a:pt x="51850" y="5987"/>
                  <a:pt x="50310" y="5987"/>
                </a:cubicBezTo>
                <a:cubicBezTo>
                  <a:pt x="48279" y="5987"/>
                  <a:pt x="46599" y="6827"/>
                  <a:pt x="45268" y="8508"/>
                </a:cubicBezTo>
                <a:cubicBezTo>
                  <a:pt x="43868" y="10258"/>
                  <a:pt x="43168" y="12954"/>
                  <a:pt x="43168" y="16595"/>
                </a:cubicBezTo>
                <a:lnTo>
                  <a:pt x="43378" y="34975"/>
                </a:lnTo>
                <a:lnTo>
                  <a:pt x="43378" y="47474"/>
                </a:lnTo>
                <a:lnTo>
                  <a:pt x="57872" y="47474"/>
                </a:lnTo>
                <a:lnTo>
                  <a:pt x="57872" y="57767"/>
                </a:lnTo>
                <a:lnTo>
                  <a:pt x="43378" y="5776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nk">
            <a:extLst xmlns:a="http://schemas.openxmlformats.org/drawingml/2006/main">
              <a:ext uri="{FF2B5EF4-FFF2-40B4-BE49-F238E27FC236}">
                <a16:creationId xmlns:a16="http://schemas.microsoft.com/office/drawing/2014/main" id="{4ADF9165-F299-4250-868A-37DFD545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939" y="1755937"/>
            <a:ext cx="152983" cy="98222"/>
          </a:xfrm>
          <a:custGeom xmlns:a="http://schemas.openxmlformats.org/drawingml/2006/main">
            <a:pathLst>
              <a:path w="152983" h="98222">
                <a:moveTo>
                  <a:pt x="27598" y="30495"/>
                </a:moveTo>
                <a:lnTo>
                  <a:pt x="27598" y="39260"/>
                </a:lnTo>
                <a:cubicBezTo>
                  <a:pt x="31075" y="35493"/>
                  <a:pt x="34407" y="32741"/>
                  <a:pt x="37594" y="31002"/>
                </a:cubicBezTo>
                <a:cubicBezTo>
                  <a:pt x="40733" y="29360"/>
                  <a:pt x="44161" y="28515"/>
                  <a:pt x="47880" y="28467"/>
                </a:cubicBezTo>
                <a:cubicBezTo>
                  <a:pt x="52274" y="28515"/>
                  <a:pt x="55920" y="29723"/>
                  <a:pt x="58817" y="32089"/>
                </a:cubicBezTo>
                <a:cubicBezTo>
                  <a:pt x="61715" y="34552"/>
                  <a:pt x="63646" y="37594"/>
                  <a:pt x="64612" y="41216"/>
                </a:cubicBezTo>
                <a:cubicBezTo>
                  <a:pt x="65385" y="43968"/>
                  <a:pt x="65771" y="49256"/>
                  <a:pt x="65771" y="57079"/>
                </a:cubicBezTo>
                <a:lnTo>
                  <a:pt x="65771" y="83445"/>
                </a:lnTo>
                <a:cubicBezTo>
                  <a:pt x="65771" y="88709"/>
                  <a:pt x="66254" y="91944"/>
                  <a:pt x="67220" y="93152"/>
                </a:cubicBezTo>
                <a:cubicBezTo>
                  <a:pt x="68137" y="94455"/>
                  <a:pt x="70093" y="95276"/>
                  <a:pt x="73087" y="95614"/>
                </a:cubicBezTo>
                <a:lnTo>
                  <a:pt x="73087" y="98222"/>
                </a:lnTo>
                <a:lnTo>
                  <a:pt x="38825" y="98222"/>
                </a:lnTo>
                <a:lnTo>
                  <a:pt x="38825" y="95614"/>
                </a:lnTo>
                <a:cubicBezTo>
                  <a:pt x="41336" y="95325"/>
                  <a:pt x="43171" y="94262"/>
                  <a:pt x="44330" y="92427"/>
                </a:cubicBezTo>
                <a:cubicBezTo>
                  <a:pt x="45103" y="91220"/>
                  <a:pt x="45489" y="88226"/>
                  <a:pt x="45489" y="83445"/>
                </a:cubicBezTo>
                <a:lnTo>
                  <a:pt x="45489" y="53312"/>
                </a:lnTo>
                <a:cubicBezTo>
                  <a:pt x="45489" y="47759"/>
                  <a:pt x="45272" y="44258"/>
                  <a:pt x="44837" y="42809"/>
                </a:cubicBezTo>
                <a:cubicBezTo>
                  <a:pt x="44403" y="41360"/>
                  <a:pt x="43678" y="40226"/>
                  <a:pt x="42664" y="39405"/>
                </a:cubicBezTo>
                <a:cubicBezTo>
                  <a:pt x="41554" y="38632"/>
                  <a:pt x="40395" y="38246"/>
                  <a:pt x="39187" y="38246"/>
                </a:cubicBezTo>
                <a:cubicBezTo>
                  <a:pt x="34986" y="38246"/>
                  <a:pt x="31123" y="41216"/>
                  <a:pt x="27598" y="47155"/>
                </a:cubicBezTo>
                <a:lnTo>
                  <a:pt x="27598" y="83445"/>
                </a:lnTo>
                <a:cubicBezTo>
                  <a:pt x="27598" y="88516"/>
                  <a:pt x="28081" y="91727"/>
                  <a:pt x="29046" y="93079"/>
                </a:cubicBezTo>
                <a:cubicBezTo>
                  <a:pt x="29964" y="94480"/>
                  <a:pt x="31702" y="95325"/>
                  <a:pt x="34262" y="95614"/>
                </a:cubicBezTo>
                <a:lnTo>
                  <a:pt x="34262" y="98222"/>
                </a:lnTo>
                <a:lnTo>
                  <a:pt x="0" y="98222"/>
                </a:lnTo>
                <a:lnTo>
                  <a:pt x="0" y="95614"/>
                </a:lnTo>
                <a:cubicBezTo>
                  <a:pt x="2801" y="95325"/>
                  <a:pt x="4829" y="94407"/>
                  <a:pt x="6085" y="92862"/>
                </a:cubicBezTo>
                <a:cubicBezTo>
                  <a:pt x="6857" y="91799"/>
                  <a:pt x="7268" y="88661"/>
                  <a:pt x="7316" y="83445"/>
                </a:cubicBezTo>
                <a:lnTo>
                  <a:pt x="7316" y="45200"/>
                </a:lnTo>
                <a:cubicBezTo>
                  <a:pt x="7316" y="40081"/>
                  <a:pt x="6857" y="36894"/>
                  <a:pt x="5940" y="35638"/>
                </a:cubicBezTo>
                <a:cubicBezTo>
                  <a:pt x="4926" y="34431"/>
                  <a:pt x="2946" y="33610"/>
                  <a:pt x="0" y="33175"/>
                </a:cubicBezTo>
                <a:lnTo>
                  <a:pt x="0" y="30495"/>
                </a:lnTo>
                <a:lnTo>
                  <a:pt x="27598" y="30495"/>
                </a:lnTo>
                <a:close/>
                <a:moveTo>
                  <a:pt x="101626" y="0"/>
                </a:moveTo>
                <a:lnTo>
                  <a:pt x="101626" y="64612"/>
                </a:lnTo>
                <a:lnTo>
                  <a:pt x="117345" y="49183"/>
                </a:lnTo>
                <a:cubicBezTo>
                  <a:pt x="120580" y="46093"/>
                  <a:pt x="122609" y="43823"/>
                  <a:pt x="123429" y="42375"/>
                </a:cubicBezTo>
                <a:cubicBezTo>
                  <a:pt x="124202" y="41022"/>
                  <a:pt x="124588" y="39670"/>
                  <a:pt x="124588" y="38318"/>
                </a:cubicBezTo>
                <a:cubicBezTo>
                  <a:pt x="124588" y="37014"/>
                  <a:pt x="124057" y="35928"/>
                  <a:pt x="122995" y="35059"/>
                </a:cubicBezTo>
                <a:cubicBezTo>
                  <a:pt x="121884" y="34189"/>
                  <a:pt x="119808" y="33562"/>
                  <a:pt x="116765" y="33175"/>
                </a:cubicBezTo>
                <a:lnTo>
                  <a:pt x="116765" y="30495"/>
                </a:lnTo>
                <a:lnTo>
                  <a:pt x="147116" y="30495"/>
                </a:lnTo>
                <a:lnTo>
                  <a:pt x="147116" y="33175"/>
                </a:lnTo>
                <a:cubicBezTo>
                  <a:pt x="144218" y="33320"/>
                  <a:pt x="141683" y="33996"/>
                  <a:pt x="139510" y="35203"/>
                </a:cubicBezTo>
                <a:cubicBezTo>
                  <a:pt x="137289" y="36507"/>
                  <a:pt x="133039" y="40226"/>
                  <a:pt x="126761" y="46358"/>
                </a:cubicBezTo>
                <a:lnTo>
                  <a:pt x="119373" y="53602"/>
                </a:lnTo>
                <a:lnTo>
                  <a:pt x="135309" y="76926"/>
                </a:lnTo>
                <a:cubicBezTo>
                  <a:pt x="141683" y="86439"/>
                  <a:pt x="145498" y="91751"/>
                  <a:pt x="146754" y="92862"/>
                </a:cubicBezTo>
                <a:cubicBezTo>
                  <a:pt x="148347" y="94552"/>
                  <a:pt x="150424" y="95469"/>
                  <a:pt x="152983" y="95614"/>
                </a:cubicBezTo>
                <a:lnTo>
                  <a:pt x="152983" y="98222"/>
                </a:lnTo>
                <a:lnTo>
                  <a:pt x="117997" y="98222"/>
                </a:lnTo>
                <a:lnTo>
                  <a:pt x="117997" y="95614"/>
                </a:lnTo>
                <a:cubicBezTo>
                  <a:pt x="119494" y="95614"/>
                  <a:pt x="120629" y="95325"/>
                  <a:pt x="121401" y="94745"/>
                </a:cubicBezTo>
                <a:cubicBezTo>
                  <a:pt x="122029" y="94166"/>
                  <a:pt x="122367" y="93538"/>
                  <a:pt x="122415" y="92862"/>
                </a:cubicBezTo>
                <a:cubicBezTo>
                  <a:pt x="122415" y="91799"/>
                  <a:pt x="121401" y="89747"/>
                  <a:pt x="119373" y="86705"/>
                </a:cubicBezTo>
                <a:lnTo>
                  <a:pt x="105973" y="67075"/>
                </a:lnTo>
                <a:lnTo>
                  <a:pt x="101626" y="71349"/>
                </a:lnTo>
                <a:lnTo>
                  <a:pt x="101626" y="83518"/>
                </a:lnTo>
                <a:cubicBezTo>
                  <a:pt x="101626" y="88733"/>
                  <a:pt x="102109" y="91944"/>
                  <a:pt x="103075" y="93152"/>
                </a:cubicBezTo>
                <a:cubicBezTo>
                  <a:pt x="103993" y="94455"/>
                  <a:pt x="105973" y="95276"/>
                  <a:pt x="109015" y="95614"/>
                </a:cubicBezTo>
                <a:lnTo>
                  <a:pt x="109015" y="98222"/>
                </a:lnTo>
                <a:lnTo>
                  <a:pt x="74029" y="98222"/>
                </a:lnTo>
                <a:lnTo>
                  <a:pt x="74029" y="95614"/>
                </a:lnTo>
                <a:cubicBezTo>
                  <a:pt x="76830" y="95325"/>
                  <a:pt x="78858" y="94407"/>
                  <a:pt x="80113" y="92862"/>
                </a:cubicBezTo>
                <a:cubicBezTo>
                  <a:pt x="80886" y="91799"/>
                  <a:pt x="81296" y="88685"/>
                  <a:pt x="81345" y="83518"/>
                </a:cubicBezTo>
                <a:lnTo>
                  <a:pt x="81345" y="14704"/>
                </a:lnTo>
                <a:cubicBezTo>
                  <a:pt x="81345" y="9586"/>
                  <a:pt x="80886" y="6398"/>
                  <a:pt x="79968" y="5143"/>
                </a:cubicBezTo>
                <a:cubicBezTo>
                  <a:pt x="78954" y="3936"/>
                  <a:pt x="76974" y="3115"/>
                  <a:pt x="74029" y="2680"/>
                </a:cubicBezTo>
                <a:lnTo>
                  <a:pt x="74029" y="0"/>
                </a:lnTo>
                <a:lnTo>
                  <a:pt x="101626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·">
            <a:extLst xmlns:a="http://schemas.openxmlformats.org/drawingml/2006/main">
              <a:ext uri="{FF2B5EF4-FFF2-40B4-BE49-F238E27FC236}">
                <a16:creationId xmlns:a16="http://schemas.microsoft.com/office/drawing/2014/main" id="{7D35D013-5FA1-4694-A8E8-7FDB2E6A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529" y="1216717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·">
            <a:extLst xmlns:a="http://schemas.openxmlformats.org/drawingml/2006/main">
              <a:ext uri="{FF2B5EF4-FFF2-40B4-BE49-F238E27FC236}">
                <a16:creationId xmlns:a16="http://schemas.microsoft.com/office/drawing/2014/main" id="{E758287E-02D1-4F8B-9741-640BFC87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529" y="1339103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·">
            <a:extLst xmlns:a="http://schemas.openxmlformats.org/drawingml/2006/main">
              <a:ext uri="{FF2B5EF4-FFF2-40B4-BE49-F238E27FC236}">
                <a16:creationId xmlns:a16="http://schemas.microsoft.com/office/drawing/2014/main" id="{CAC60616-6854-4726-9637-7C4F029C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529" y="1461489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···">
            <a:extLst xmlns:a="http://schemas.openxmlformats.org/drawingml/2006/main">
              <a:ext uri="{FF2B5EF4-FFF2-40B4-BE49-F238E27FC236}">
                <a16:creationId xmlns:a16="http://schemas.microsoft.com/office/drawing/2014/main" id="{0A5EB1D4-9D02-4DFC-B75F-A8A4B89B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168" y="833514"/>
            <a:ext cx="176075" cy="27623"/>
          </a:xfrm>
          <a:custGeom xmlns:a="http://schemas.openxmlformats.org/drawingml/2006/main">
            <a:pathLst>
              <a:path w="176075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  <a:moveTo>
                  <a:pt x="88038" y="0"/>
                </a:moveTo>
                <a:cubicBezTo>
                  <a:pt x="91889" y="70"/>
                  <a:pt x="95180" y="1400"/>
                  <a:pt x="97911" y="3991"/>
                </a:cubicBezTo>
                <a:cubicBezTo>
                  <a:pt x="100501" y="6722"/>
                  <a:pt x="101832" y="9978"/>
                  <a:pt x="101902" y="13759"/>
                </a:cubicBezTo>
                <a:cubicBezTo>
                  <a:pt x="101902" y="17680"/>
                  <a:pt x="100536" y="20936"/>
                  <a:pt x="97806" y="23527"/>
                </a:cubicBezTo>
                <a:cubicBezTo>
                  <a:pt x="95075" y="26258"/>
                  <a:pt x="91819" y="27623"/>
                  <a:pt x="88038" y="27623"/>
                </a:cubicBezTo>
                <a:cubicBezTo>
                  <a:pt x="84117" y="27623"/>
                  <a:pt x="80861" y="26258"/>
                  <a:pt x="78270" y="23527"/>
                </a:cubicBezTo>
                <a:cubicBezTo>
                  <a:pt x="75539" y="20936"/>
                  <a:pt x="74174" y="17680"/>
                  <a:pt x="74174" y="13759"/>
                </a:cubicBezTo>
                <a:cubicBezTo>
                  <a:pt x="74174" y="9978"/>
                  <a:pt x="75539" y="6722"/>
                  <a:pt x="78270" y="3991"/>
                </a:cubicBezTo>
                <a:cubicBezTo>
                  <a:pt x="80861" y="1400"/>
                  <a:pt x="84117" y="70"/>
                  <a:pt x="88038" y="0"/>
                </a:cubicBezTo>
                <a:close/>
                <a:moveTo>
                  <a:pt x="162211" y="0"/>
                </a:moveTo>
                <a:cubicBezTo>
                  <a:pt x="166062" y="70"/>
                  <a:pt x="169353" y="1400"/>
                  <a:pt x="172084" y="3991"/>
                </a:cubicBezTo>
                <a:cubicBezTo>
                  <a:pt x="174675" y="6722"/>
                  <a:pt x="176005" y="9978"/>
                  <a:pt x="176075" y="13759"/>
                </a:cubicBezTo>
                <a:cubicBezTo>
                  <a:pt x="176075" y="17680"/>
                  <a:pt x="174710" y="20936"/>
                  <a:pt x="171979" y="23527"/>
                </a:cubicBezTo>
                <a:cubicBezTo>
                  <a:pt x="169248" y="26258"/>
                  <a:pt x="165992" y="27623"/>
                  <a:pt x="162211" y="27623"/>
                </a:cubicBezTo>
                <a:cubicBezTo>
                  <a:pt x="158290" y="27623"/>
                  <a:pt x="155034" y="26258"/>
                  <a:pt x="152443" y="23527"/>
                </a:cubicBezTo>
                <a:cubicBezTo>
                  <a:pt x="149713" y="20936"/>
                  <a:pt x="148347" y="17680"/>
                  <a:pt x="148347" y="13759"/>
                </a:cubicBezTo>
                <a:cubicBezTo>
                  <a:pt x="148347" y="9978"/>
                  <a:pt x="149713" y="6722"/>
                  <a:pt x="152443" y="3991"/>
                </a:cubicBezTo>
                <a:cubicBezTo>
                  <a:pt x="155034" y="1400"/>
                  <a:pt x="158290" y="70"/>
                  <a:pt x="162211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f">
            <a:extLst xmlns:a="http://schemas.openxmlformats.org/drawingml/2006/main">
              <a:ext uri="{FF2B5EF4-FFF2-40B4-BE49-F238E27FC236}">
                <a16:creationId xmlns:a16="http://schemas.microsoft.com/office/drawing/2014/main" id="{3E53448F-AA20-4AF5-B7FA-49722900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658" y="756678"/>
            <a:ext cx="80664" cy="145678"/>
          </a:xfrm>
          <a:custGeom xmlns:a="http://schemas.openxmlformats.org/drawingml/2006/main">
            <a:pathLst>
              <a:path w="80664" h="145678">
                <a:moveTo>
                  <a:pt x="43378" y="57767"/>
                </a:moveTo>
                <a:lnTo>
                  <a:pt x="43378" y="125932"/>
                </a:lnTo>
                <a:cubicBezTo>
                  <a:pt x="43378" y="132584"/>
                  <a:pt x="44078" y="136715"/>
                  <a:pt x="45478" y="138326"/>
                </a:cubicBezTo>
                <a:cubicBezTo>
                  <a:pt x="47649" y="140986"/>
                  <a:pt x="51780" y="142177"/>
                  <a:pt x="57872" y="141897"/>
                </a:cubicBezTo>
                <a:lnTo>
                  <a:pt x="57872" y="145678"/>
                </a:lnTo>
                <a:lnTo>
                  <a:pt x="0" y="145678"/>
                </a:lnTo>
                <a:lnTo>
                  <a:pt x="0" y="141897"/>
                </a:lnTo>
                <a:cubicBezTo>
                  <a:pt x="4411" y="141827"/>
                  <a:pt x="7562" y="141302"/>
                  <a:pt x="9453" y="140321"/>
                </a:cubicBezTo>
                <a:cubicBezTo>
                  <a:pt x="11203" y="139411"/>
                  <a:pt x="12464" y="138116"/>
                  <a:pt x="13234" y="136435"/>
                </a:cubicBezTo>
                <a:cubicBezTo>
                  <a:pt x="13934" y="134825"/>
                  <a:pt x="14284" y="131324"/>
                  <a:pt x="14284" y="125932"/>
                </a:cubicBezTo>
                <a:lnTo>
                  <a:pt x="14284" y="57767"/>
                </a:lnTo>
                <a:lnTo>
                  <a:pt x="0" y="57767"/>
                </a:lnTo>
                <a:lnTo>
                  <a:pt x="0" y="47474"/>
                </a:lnTo>
                <a:lnTo>
                  <a:pt x="14284" y="47474"/>
                </a:lnTo>
                <a:lnTo>
                  <a:pt x="14284" y="40227"/>
                </a:lnTo>
                <a:lnTo>
                  <a:pt x="14179" y="35290"/>
                </a:lnTo>
                <a:cubicBezTo>
                  <a:pt x="14109" y="25207"/>
                  <a:pt x="17820" y="16805"/>
                  <a:pt x="25312" y="10083"/>
                </a:cubicBezTo>
                <a:cubicBezTo>
                  <a:pt x="32665" y="3361"/>
                  <a:pt x="42643" y="0"/>
                  <a:pt x="55246" y="0"/>
                </a:cubicBezTo>
                <a:cubicBezTo>
                  <a:pt x="63859" y="0"/>
                  <a:pt x="70266" y="1610"/>
                  <a:pt x="74467" y="4831"/>
                </a:cubicBezTo>
                <a:cubicBezTo>
                  <a:pt x="78528" y="8122"/>
                  <a:pt x="80594" y="11693"/>
                  <a:pt x="80664" y="15545"/>
                </a:cubicBezTo>
                <a:cubicBezTo>
                  <a:pt x="80664" y="18695"/>
                  <a:pt x="79368" y="21426"/>
                  <a:pt x="76778" y="23737"/>
                </a:cubicBezTo>
                <a:cubicBezTo>
                  <a:pt x="74117" y="26048"/>
                  <a:pt x="70686" y="27203"/>
                  <a:pt x="66485" y="27203"/>
                </a:cubicBezTo>
                <a:cubicBezTo>
                  <a:pt x="62773" y="27203"/>
                  <a:pt x="59903" y="26258"/>
                  <a:pt x="57872" y="24367"/>
                </a:cubicBezTo>
                <a:cubicBezTo>
                  <a:pt x="55631" y="22477"/>
                  <a:pt x="54546" y="20376"/>
                  <a:pt x="54616" y="18065"/>
                </a:cubicBezTo>
                <a:cubicBezTo>
                  <a:pt x="54616" y="17505"/>
                  <a:pt x="54826" y="16210"/>
                  <a:pt x="55246" y="14179"/>
                </a:cubicBezTo>
                <a:cubicBezTo>
                  <a:pt x="55526" y="13059"/>
                  <a:pt x="55666" y="11939"/>
                  <a:pt x="55666" y="10818"/>
                </a:cubicBezTo>
                <a:cubicBezTo>
                  <a:pt x="55666" y="9418"/>
                  <a:pt x="55246" y="8332"/>
                  <a:pt x="54406" y="7562"/>
                </a:cubicBezTo>
                <a:cubicBezTo>
                  <a:pt x="53216" y="6512"/>
                  <a:pt x="51850" y="5987"/>
                  <a:pt x="50310" y="5987"/>
                </a:cubicBezTo>
                <a:cubicBezTo>
                  <a:pt x="48279" y="5987"/>
                  <a:pt x="46599" y="6827"/>
                  <a:pt x="45268" y="8508"/>
                </a:cubicBezTo>
                <a:cubicBezTo>
                  <a:pt x="43868" y="10258"/>
                  <a:pt x="43168" y="12954"/>
                  <a:pt x="43168" y="16595"/>
                </a:cubicBezTo>
                <a:lnTo>
                  <a:pt x="43378" y="34975"/>
                </a:lnTo>
                <a:lnTo>
                  <a:pt x="43378" y="47474"/>
                </a:lnTo>
                <a:lnTo>
                  <a:pt x="57872" y="47474"/>
                </a:lnTo>
                <a:lnTo>
                  <a:pt x="57872" y="57767"/>
                </a:lnTo>
                <a:lnTo>
                  <a:pt x="43378" y="5776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11">
            <a:extLst xmlns:a="http://schemas.openxmlformats.org/drawingml/2006/main">
              <a:ext uri="{FF2B5EF4-FFF2-40B4-BE49-F238E27FC236}">
                <a16:creationId xmlns:a16="http://schemas.microsoft.com/office/drawing/2014/main" id="{866F1726-B8C8-4976-99F8-8A6B5CDB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78" y="830500"/>
            <a:ext cx="119779" cy="100250"/>
          </a:xfrm>
          <a:custGeom xmlns:a="http://schemas.openxmlformats.org/drawingml/2006/main">
            <a:pathLst>
              <a:path w="119779" h="100250">
                <a:moveTo>
                  <a:pt x="38535" y="0"/>
                </a:moveTo>
                <a:lnTo>
                  <a:pt x="38535" y="80331"/>
                </a:lnTo>
                <a:cubicBezTo>
                  <a:pt x="38535" y="86367"/>
                  <a:pt x="38801" y="90206"/>
                  <a:pt x="39332" y="91848"/>
                </a:cubicBezTo>
                <a:cubicBezTo>
                  <a:pt x="39815" y="93538"/>
                  <a:pt x="40926" y="94914"/>
                  <a:pt x="42664" y="95977"/>
                </a:cubicBezTo>
                <a:cubicBezTo>
                  <a:pt x="44306" y="97087"/>
                  <a:pt x="47010" y="97618"/>
                  <a:pt x="50777" y="97570"/>
                </a:cubicBezTo>
                <a:lnTo>
                  <a:pt x="53023" y="97570"/>
                </a:lnTo>
                <a:lnTo>
                  <a:pt x="53023" y="100250"/>
                </a:lnTo>
                <a:lnTo>
                  <a:pt x="1304" y="100250"/>
                </a:lnTo>
                <a:lnTo>
                  <a:pt x="1304" y="97570"/>
                </a:lnTo>
                <a:lnTo>
                  <a:pt x="3911" y="97570"/>
                </a:lnTo>
                <a:cubicBezTo>
                  <a:pt x="8064" y="97570"/>
                  <a:pt x="11058" y="97087"/>
                  <a:pt x="12893" y="96121"/>
                </a:cubicBezTo>
                <a:cubicBezTo>
                  <a:pt x="14632" y="95204"/>
                  <a:pt x="15839" y="93876"/>
                  <a:pt x="16515" y="92137"/>
                </a:cubicBezTo>
                <a:cubicBezTo>
                  <a:pt x="17143" y="90496"/>
                  <a:pt x="17457" y="86560"/>
                  <a:pt x="17457" y="80331"/>
                </a:cubicBezTo>
                <a:lnTo>
                  <a:pt x="17457" y="29409"/>
                </a:lnTo>
                <a:cubicBezTo>
                  <a:pt x="17457" y="24869"/>
                  <a:pt x="17240" y="22020"/>
                  <a:pt x="16805" y="20861"/>
                </a:cubicBezTo>
                <a:cubicBezTo>
                  <a:pt x="16370" y="19799"/>
                  <a:pt x="15574" y="18833"/>
                  <a:pt x="14415" y="17964"/>
                </a:cubicBezTo>
                <a:cubicBezTo>
                  <a:pt x="13159" y="17191"/>
                  <a:pt x="11783" y="16805"/>
                  <a:pt x="10286" y="16805"/>
                </a:cubicBezTo>
                <a:cubicBezTo>
                  <a:pt x="7823" y="16853"/>
                  <a:pt x="4829" y="17626"/>
                  <a:pt x="1304" y="19123"/>
                </a:cubicBezTo>
                <a:lnTo>
                  <a:pt x="0" y="16515"/>
                </a:lnTo>
                <a:lnTo>
                  <a:pt x="36145" y="0"/>
                </a:lnTo>
                <a:lnTo>
                  <a:pt x="38535" y="0"/>
                </a:lnTo>
                <a:close/>
                <a:moveTo>
                  <a:pt x="105292" y="0"/>
                </a:moveTo>
                <a:lnTo>
                  <a:pt x="105292" y="80331"/>
                </a:lnTo>
                <a:cubicBezTo>
                  <a:pt x="105292" y="86367"/>
                  <a:pt x="105557" y="90206"/>
                  <a:pt x="106088" y="91848"/>
                </a:cubicBezTo>
                <a:cubicBezTo>
                  <a:pt x="106571" y="93538"/>
                  <a:pt x="107682" y="94914"/>
                  <a:pt x="109421" y="95977"/>
                </a:cubicBezTo>
                <a:cubicBezTo>
                  <a:pt x="111062" y="97087"/>
                  <a:pt x="113767" y="97618"/>
                  <a:pt x="117533" y="97570"/>
                </a:cubicBezTo>
                <a:lnTo>
                  <a:pt x="119779" y="97570"/>
                </a:lnTo>
                <a:lnTo>
                  <a:pt x="119779" y="100250"/>
                </a:lnTo>
                <a:lnTo>
                  <a:pt x="68060" y="100250"/>
                </a:lnTo>
                <a:lnTo>
                  <a:pt x="68060" y="97570"/>
                </a:lnTo>
                <a:lnTo>
                  <a:pt x="70668" y="97570"/>
                </a:lnTo>
                <a:cubicBezTo>
                  <a:pt x="74821" y="97570"/>
                  <a:pt x="77815" y="97087"/>
                  <a:pt x="79650" y="96121"/>
                </a:cubicBezTo>
                <a:cubicBezTo>
                  <a:pt x="81388" y="95204"/>
                  <a:pt x="82595" y="93876"/>
                  <a:pt x="83271" y="92137"/>
                </a:cubicBezTo>
                <a:cubicBezTo>
                  <a:pt x="83899" y="90496"/>
                  <a:pt x="84213" y="86560"/>
                  <a:pt x="84213" y="80331"/>
                </a:cubicBezTo>
                <a:lnTo>
                  <a:pt x="84213" y="29409"/>
                </a:lnTo>
                <a:cubicBezTo>
                  <a:pt x="84213" y="24869"/>
                  <a:pt x="83996" y="22020"/>
                  <a:pt x="83561" y="20861"/>
                </a:cubicBezTo>
                <a:cubicBezTo>
                  <a:pt x="83127" y="19799"/>
                  <a:pt x="82330" y="18833"/>
                  <a:pt x="81171" y="17964"/>
                </a:cubicBezTo>
                <a:cubicBezTo>
                  <a:pt x="79915" y="17191"/>
                  <a:pt x="78539" y="16805"/>
                  <a:pt x="77042" y="16805"/>
                </a:cubicBezTo>
                <a:cubicBezTo>
                  <a:pt x="74579" y="16853"/>
                  <a:pt x="71585" y="17626"/>
                  <a:pt x="68060" y="19123"/>
                </a:cubicBezTo>
                <a:lnTo>
                  <a:pt x="66756" y="16515"/>
                </a:lnTo>
                <a:lnTo>
                  <a:pt x="102901" y="0"/>
                </a:lnTo>
                <a:lnTo>
                  <a:pt x="105292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f">
            <a:extLst xmlns:a="http://schemas.openxmlformats.org/drawingml/2006/main">
              <a:ext uri="{FF2B5EF4-FFF2-40B4-BE49-F238E27FC236}">
                <a16:creationId xmlns:a16="http://schemas.microsoft.com/office/drawing/2014/main" id="{BD1562C0-01EE-423E-BC5C-656A4171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950" y="1683818"/>
            <a:ext cx="80664" cy="145678"/>
          </a:xfrm>
          <a:custGeom xmlns:a="http://schemas.openxmlformats.org/drawingml/2006/main">
            <a:pathLst>
              <a:path w="80664" h="145678">
                <a:moveTo>
                  <a:pt x="43378" y="57767"/>
                </a:moveTo>
                <a:lnTo>
                  <a:pt x="43378" y="125932"/>
                </a:lnTo>
                <a:cubicBezTo>
                  <a:pt x="43378" y="132584"/>
                  <a:pt x="44078" y="136715"/>
                  <a:pt x="45478" y="138326"/>
                </a:cubicBezTo>
                <a:cubicBezTo>
                  <a:pt x="47649" y="140986"/>
                  <a:pt x="51780" y="142177"/>
                  <a:pt x="57872" y="141897"/>
                </a:cubicBezTo>
                <a:lnTo>
                  <a:pt x="57872" y="145678"/>
                </a:lnTo>
                <a:lnTo>
                  <a:pt x="0" y="145678"/>
                </a:lnTo>
                <a:lnTo>
                  <a:pt x="0" y="141897"/>
                </a:lnTo>
                <a:cubicBezTo>
                  <a:pt x="4411" y="141827"/>
                  <a:pt x="7562" y="141302"/>
                  <a:pt x="9453" y="140321"/>
                </a:cubicBezTo>
                <a:cubicBezTo>
                  <a:pt x="11203" y="139411"/>
                  <a:pt x="12464" y="138116"/>
                  <a:pt x="13234" y="136435"/>
                </a:cubicBezTo>
                <a:cubicBezTo>
                  <a:pt x="13934" y="134825"/>
                  <a:pt x="14284" y="131324"/>
                  <a:pt x="14284" y="125932"/>
                </a:cubicBezTo>
                <a:lnTo>
                  <a:pt x="14284" y="57767"/>
                </a:lnTo>
                <a:lnTo>
                  <a:pt x="0" y="57767"/>
                </a:lnTo>
                <a:lnTo>
                  <a:pt x="0" y="47474"/>
                </a:lnTo>
                <a:lnTo>
                  <a:pt x="14284" y="47474"/>
                </a:lnTo>
                <a:lnTo>
                  <a:pt x="14284" y="40227"/>
                </a:lnTo>
                <a:lnTo>
                  <a:pt x="14179" y="35290"/>
                </a:lnTo>
                <a:cubicBezTo>
                  <a:pt x="14109" y="25207"/>
                  <a:pt x="17820" y="16805"/>
                  <a:pt x="25312" y="10083"/>
                </a:cubicBezTo>
                <a:cubicBezTo>
                  <a:pt x="32665" y="3361"/>
                  <a:pt x="42643" y="0"/>
                  <a:pt x="55246" y="0"/>
                </a:cubicBezTo>
                <a:cubicBezTo>
                  <a:pt x="63859" y="0"/>
                  <a:pt x="70266" y="1610"/>
                  <a:pt x="74467" y="4831"/>
                </a:cubicBezTo>
                <a:cubicBezTo>
                  <a:pt x="78528" y="8122"/>
                  <a:pt x="80594" y="11693"/>
                  <a:pt x="80664" y="15545"/>
                </a:cubicBezTo>
                <a:cubicBezTo>
                  <a:pt x="80664" y="18695"/>
                  <a:pt x="79368" y="21426"/>
                  <a:pt x="76778" y="23737"/>
                </a:cubicBezTo>
                <a:cubicBezTo>
                  <a:pt x="74117" y="26048"/>
                  <a:pt x="70686" y="27203"/>
                  <a:pt x="66485" y="27203"/>
                </a:cubicBezTo>
                <a:cubicBezTo>
                  <a:pt x="62773" y="27203"/>
                  <a:pt x="59903" y="26258"/>
                  <a:pt x="57872" y="24367"/>
                </a:cubicBezTo>
                <a:cubicBezTo>
                  <a:pt x="55631" y="22477"/>
                  <a:pt x="54546" y="20376"/>
                  <a:pt x="54616" y="18065"/>
                </a:cubicBezTo>
                <a:cubicBezTo>
                  <a:pt x="54616" y="17505"/>
                  <a:pt x="54826" y="16210"/>
                  <a:pt x="55246" y="14179"/>
                </a:cubicBezTo>
                <a:cubicBezTo>
                  <a:pt x="55526" y="13059"/>
                  <a:pt x="55666" y="11939"/>
                  <a:pt x="55666" y="10818"/>
                </a:cubicBezTo>
                <a:cubicBezTo>
                  <a:pt x="55666" y="9418"/>
                  <a:pt x="55246" y="8332"/>
                  <a:pt x="54406" y="7562"/>
                </a:cubicBezTo>
                <a:cubicBezTo>
                  <a:pt x="53216" y="6512"/>
                  <a:pt x="51850" y="5987"/>
                  <a:pt x="50310" y="5987"/>
                </a:cubicBezTo>
                <a:cubicBezTo>
                  <a:pt x="48279" y="5987"/>
                  <a:pt x="46599" y="6827"/>
                  <a:pt x="45268" y="8508"/>
                </a:cubicBezTo>
                <a:cubicBezTo>
                  <a:pt x="43868" y="10258"/>
                  <a:pt x="43168" y="12954"/>
                  <a:pt x="43168" y="16595"/>
                </a:cubicBezTo>
                <a:lnTo>
                  <a:pt x="43378" y="34975"/>
                </a:lnTo>
                <a:lnTo>
                  <a:pt x="43378" y="47474"/>
                </a:lnTo>
                <a:lnTo>
                  <a:pt x="57872" y="47474"/>
                </a:lnTo>
                <a:lnTo>
                  <a:pt x="57872" y="57767"/>
                </a:lnTo>
                <a:lnTo>
                  <a:pt x="43378" y="5776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n1">
            <a:extLst xmlns:a="http://schemas.openxmlformats.org/drawingml/2006/main">
              <a:ext uri="{FF2B5EF4-FFF2-40B4-BE49-F238E27FC236}">
                <a16:creationId xmlns:a16="http://schemas.microsoft.com/office/drawing/2014/main" id="{DDE858C1-FC0C-4530-866C-8F46D1F7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261" y="1757640"/>
            <a:ext cx="131904" cy="100250"/>
          </a:xfrm>
          <a:custGeom xmlns:a="http://schemas.openxmlformats.org/drawingml/2006/main">
            <a:pathLst>
              <a:path w="131904" h="100250">
                <a:moveTo>
                  <a:pt x="27598" y="32523"/>
                </a:moveTo>
                <a:lnTo>
                  <a:pt x="27598" y="41288"/>
                </a:lnTo>
                <a:cubicBezTo>
                  <a:pt x="31075" y="37521"/>
                  <a:pt x="34407" y="34769"/>
                  <a:pt x="37594" y="33030"/>
                </a:cubicBezTo>
                <a:cubicBezTo>
                  <a:pt x="40733" y="31389"/>
                  <a:pt x="44161" y="30543"/>
                  <a:pt x="47880" y="30495"/>
                </a:cubicBezTo>
                <a:cubicBezTo>
                  <a:pt x="52274" y="30543"/>
                  <a:pt x="55920" y="31751"/>
                  <a:pt x="58817" y="34117"/>
                </a:cubicBezTo>
                <a:cubicBezTo>
                  <a:pt x="61715" y="36580"/>
                  <a:pt x="63646" y="39622"/>
                  <a:pt x="64612" y="43244"/>
                </a:cubicBezTo>
                <a:cubicBezTo>
                  <a:pt x="65385" y="45996"/>
                  <a:pt x="65771" y="51284"/>
                  <a:pt x="65771" y="59107"/>
                </a:cubicBezTo>
                <a:lnTo>
                  <a:pt x="65771" y="85473"/>
                </a:lnTo>
                <a:cubicBezTo>
                  <a:pt x="65771" y="90737"/>
                  <a:pt x="66254" y="93972"/>
                  <a:pt x="67220" y="95180"/>
                </a:cubicBezTo>
                <a:cubicBezTo>
                  <a:pt x="68137" y="96484"/>
                  <a:pt x="70093" y="97305"/>
                  <a:pt x="73087" y="97643"/>
                </a:cubicBezTo>
                <a:lnTo>
                  <a:pt x="73087" y="100250"/>
                </a:lnTo>
                <a:lnTo>
                  <a:pt x="38825" y="100250"/>
                </a:lnTo>
                <a:lnTo>
                  <a:pt x="38825" y="97643"/>
                </a:lnTo>
                <a:cubicBezTo>
                  <a:pt x="41336" y="97353"/>
                  <a:pt x="43171" y="96290"/>
                  <a:pt x="44330" y="94455"/>
                </a:cubicBezTo>
                <a:cubicBezTo>
                  <a:pt x="45103" y="93248"/>
                  <a:pt x="45489" y="90254"/>
                  <a:pt x="45489" y="85473"/>
                </a:cubicBezTo>
                <a:lnTo>
                  <a:pt x="45489" y="55340"/>
                </a:lnTo>
                <a:cubicBezTo>
                  <a:pt x="45489" y="49787"/>
                  <a:pt x="45272" y="46286"/>
                  <a:pt x="44837" y="44837"/>
                </a:cubicBezTo>
                <a:cubicBezTo>
                  <a:pt x="44403" y="43389"/>
                  <a:pt x="43678" y="42254"/>
                  <a:pt x="42664" y="41433"/>
                </a:cubicBezTo>
                <a:cubicBezTo>
                  <a:pt x="41554" y="40660"/>
                  <a:pt x="40395" y="40274"/>
                  <a:pt x="39187" y="40274"/>
                </a:cubicBezTo>
                <a:cubicBezTo>
                  <a:pt x="34986" y="40274"/>
                  <a:pt x="31123" y="43244"/>
                  <a:pt x="27598" y="49183"/>
                </a:cubicBezTo>
                <a:lnTo>
                  <a:pt x="27598" y="85473"/>
                </a:lnTo>
                <a:cubicBezTo>
                  <a:pt x="27598" y="90544"/>
                  <a:pt x="28081" y="93755"/>
                  <a:pt x="29046" y="95107"/>
                </a:cubicBezTo>
                <a:cubicBezTo>
                  <a:pt x="29964" y="96508"/>
                  <a:pt x="31702" y="97353"/>
                  <a:pt x="34262" y="97643"/>
                </a:cubicBezTo>
                <a:lnTo>
                  <a:pt x="34262" y="100250"/>
                </a:lnTo>
                <a:lnTo>
                  <a:pt x="0" y="100250"/>
                </a:lnTo>
                <a:lnTo>
                  <a:pt x="0" y="97643"/>
                </a:lnTo>
                <a:cubicBezTo>
                  <a:pt x="2801" y="97353"/>
                  <a:pt x="4829" y="96435"/>
                  <a:pt x="6085" y="94890"/>
                </a:cubicBezTo>
                <a:cubicBezTo>
                  <a:pt x="6857" y="93828"/>
                  <a:pt x="7268" y="90689"/>
                  <a:pt x="7316" y="85473"/>
                </a:cubicBezTo>
                <a:lnTo>
                  <a:pt x="7316" y="47228"/>
                </a:lnTo>
                <a:cubicBezTo>
                  <a:pt x="7316" y="42109"/>
                  <a:pt x="6857" y="38922"/>
                  <a:pt x="5940" y="37666"/>
                </a:cubicBezTo>
                <a:cubicBezTo>
                  <a:pt x="4926" y="36459"/>
                  <a:pt x="2946" y="35638"/>
                  <a:pt x="0" y="35203"/>
                </a:cubicBezTo>
                <a:lnTo>
                  <a:pt x="0" y="32523"/>
                </a:lnTo>
                <a:lnTo>
                  <a:pt x="27598" y="32523"/>
                </a:lnTo>
                <a:close/>
                <a:moveTo>
                  <a:pt x="117417" y="0"/>
                </a:moveTo>
                <a:lnTo>
                  <a:pt x="117417" y="80331"/>
                </a:lnTo>
                <a:cubicBezTo>
                  <a:pt x="117417" y="86367"/>
                  <a:pt x="117683" y="90206"/>
                  <a:pt x="118214" y="91848"/>
                </a:cubicBezTo>
                <a:cubicBezTo>
                  <a:pt x="118697" y="93538"/>
                  <a:pt x="119808" y="94914"/>
                  <a:pt x="121546" y="95977"/>
                </a:cubicBezTo>
                <a:cubicBezTo>
                  <a:pt x="123188" y="97087"/>
                  <a:pt x="125892" y="97618"/>
                  <a:pt x="129659" y="97570"/>
                </a:cubicBezTo>
                <a:lnTo>
                  <a:pt x="131904" y="97570"/>
                </a:lnTo>
                <a:lnTo>
                  <a:pt x="131904" y="100250"/>
                </a:lnTo>
                <a:lnTo>
                  <a:pt x="80186" y="100250"/>
                </a:lnTo>
                <a:lnTo>
                  <a:pt x="80186" y="97570"/>
                </a:lnTo>
                <a:lnTo>
                  <a:pt x="82793" y="97570"/>
                </a:lnTo>
                <a:cubicBezTo>
                  <a:pt x="86946" y="97570"/>
                  <a:pt x="89940" y="97087"/>
                  <a:pt x="91775" y="96121"/>
                </a:cubicBezTo>
                <a:cubicBezTo>
                  <a:pt x="93514" y="95204"/>
                  <a:pt x="94721" y="93876"/>
                  <a:pt x="95397" y="92137"/>
                </a:cubicBezTo>
                <a:cubicBezTo>
                  <a:pt x="96025" y="90496"/>
                  <a:pt x="96339" y="86560"/>
                  <a:pt x="96339" y="80331"/>
                </a:cubicBezTo>
                <a:lnTo>
                  <a:pt x="96339" y="29409"/>
                </a:lnTo>
                <a:cubicBezTo>
                  <a:pt x="96339" y="24869"/>
                  <a:pt x="96121" y="22020"/>
                  <a:pt x="95687" y="20861"/>
                </a:cubicBezTo>
                <a:cubicBezTo>
                  <a:pt x="95252" y="19799"/>
                  <a:pt x="94455" y="18833"/>
                  <a:pt x="93297" y="17964"/>
                </a:cubicBezTo>
                <a:cubicBezTo>
                  <a:pt x="92041" y="17191"/>
                  <a:pt x="90665" y="16805"/>
                  <a:pt x="89168" y="16805"/>
                </a:cubicBezTo>
                <a:cubicBezTo>
                  <a:pt x="86705" y="16853"/>
                  <a:pt x="83711" y="17626"/>
                  <a:pt x="80186" y="19123"/>
                </a:cubicBezTo>
                <a:lnTo>
                  <a:pt x="78882" y="16515"/>
                </a:lnTo>
                <a:lnTo>
                  <a:pt x="115027" y="0"/>
                </a:lnTo>
                <a:lnTo>
                  <a:pt x="117417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·">
            <a:extLst xmlns:a="http://schemas.openxmlformats.org/drawingml/2006/main">
              <a:ext uri="{FF2B5EF4-FFF2-40B4-BE49-F238E27FC236}">
                <a16:creationId xmlns:a16="http://schemas.microsoft.com/office/drawing/2014/main" id="{11906A17-02E1-4272-B3FB-D10DFC5E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42" y="1220440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·">
            <a:extLst xmlns:a="http://schemas.openxmlformats.org/drawingml/2006/main">
              <a:ext uri="{FF2B5EF4-FFF2-40B4-BE49-F238E27FC236}">
                <a16:creationId xmlns:a16="http://schemas.microsoft.com/office/drawing/2014/main" id="{795F66E4-88DD-49B4-B755-9ADBEE68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42" y="1342826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·">
            <a:extLst xmlns:a="http://schemas.openxmlformats.org/drawingml/2006/main">
              <a:ext uri="{FF2B5EF4-FFF2-40B4-BE49-F238E27FC236}">
                <a16:creationId xmlns:a16="http://schemas.microsoft.com/office/drawing/2014/main" id="{415315E0-439C-4D8D-A6F2-E4D8D9D4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42" y="1465213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···">
            <a:extLst xmlns:a="http://schemas.openxmlformats.org/drawingml/2006/main">
              <a:ext uri="{FF2B5EF4-FFF2-40B4-BE49-F238E27FC236}">
                <a16:creationId xmlns:a16="http://schemas.microsoft.com/office/drawing/2014/main" id="{34E44404-1714-44EE-80C7-BB6EEA43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168" y="1798942"/>
            <a:ext cx="176075" cy="27623"/>
          </a:xfrm>
          <a:custGeom xmlns:a="http://schemas.openxmlformats.org/drawingml/2006/main">
            <a:pathLst>
              <a:path w="176075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  <a:moveTo>
                  <a:pt x="88038" y="0"/>
                </a:moveTo>
                <a:cubicBezTo>
                  <a:pt x="91889" y="70"/>
                  <a:pt x="95180" y="1400"/>
                  <a:pt x="97911" y="3991"/>
                </a:cubicBezTo>
                <a:cubicBezTo>
                  <a:pt x="100501" y="6722"/>
                  <a:pt x="101832" y="9978"/>
                  <a:pt x="101902" y="13759"/>
                </a:cubicBezTo>
                <a:cubicBezTo>
                  <a:pt x="101902" y="17680"/>
                  <a:pt x="100536" y="20936"/>
                  <a:pt x="97806" y="23527"/>
                </a:cubicBezTo>
                <a:cubicBezTo>
                  <a:pt x="95075" y="26258"/>
                  <a:pt x="91819" y="27623"/>
                  <a:pt x="88038" y="27623"/>
                </a:cubicBezTo>
                <a:cubicBezTo>
                  <a:pt x="84117" y="27623"/>
                  <a:pt x="80861" y="26258"/>
                  <a:pt x="78270" y="23527"/>
                </a:cubicBezTo>
                <a:cubicBezTo>
                  <a:pt x="75539" y="20936"/>
                  <a:pt x="74174" y="17680"/>
                  <a:pt x="74174" y="13759"/>
                </a:cubicBezTo>
                <a:cubicBezTo>
                  <a:pt x="74174" y="9978"/>
                  <a:pt x="75539" y="6722"/>
                  <a:pt x="78270" y="3991"/>
                </a:cubicBezTo>
                <a:cubicBezTo>
                  <a:pt x="80861" y="1400"/>
                  <a:pt x="84117" y="70"/>
                  <a:pt x="88038" y="0"/>
                </a:cubicBezTo>
                <a:close/>
                <a:moveTo>
                  <a:pt x="162211" y="0"/>
                </a:moveTo>
                <a:cubicBezTo>
                  <a:pt x="166062" y="70"/>
                  <a:pt x="169353" y="1400"/>
                  <a:pt x="172084" y="3991"/>
                </a:cubicBezTo>
                <a:cubicBezTo>
                  <a:pt x="174675" y="6722"/>
                  <a:pt x="176005" y="9978"/>
                  <a:pt x="176075" y="13759"/>
                </a:cubicBezTo>
                <a:cubicBezTo>
                  <a:pt x="176075" y="17680"/>
                  <a:pt x="174710" y="20936"/>
                  <a:pt x="171979" y="23527"/>
                </a:cubicBezTo>
                <a:cubicBezTo>
                  <a:pt x="169248" y="26258"/>
                  <a:pt x="165992" y="27623"/>
                  <a:pt x="162211" y="27623"/>
                </a:cubicBezTo>
                <a:cubicBezTo>
                  <a:pt x="158290" y="27623"/>
                  <a:pt x="155034" y="26258"/>
                  <a:pt x="152443" y="23527"/>
                </a:cubicBezTo>
                <a:cubicBezTo>
                  <a:pt x="149713" y="20936"/>
                  <a:pt x="148347" y="17680"/>
                  <a:pt x="148347" y="13759"/>
                </a:cubicBezTo>
                <a:cubicBezTo>
                  <a:pt x="148347" y="9978"/>
                  <a:pt x="149713" y="6722"/>
                  <a:pt x="152443" y="3991"/>
                </a:cubicBezTo>
                <a:cubicBezTo>
                  <a:pt x="155034" y="1400"/>
                  <a:pt x="158290" y="70"/>
                  <a:pt x="162211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f">
            <a:extLst xmlns:a="http://schemas.openxmlformats.org/drawingml/2006/main">
              <a:ext uri="{FF2B5EF4-FFF2-40B4-BE49-F238E27FC236}">
                <a16:creationId xmlns:a16="http://schemas.microsoft.com/office/drawing/2014/main" id="{8660F5A5-820B-438B-9DCA-45155487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824" y="2323728"/>
            <a:ext cx="80664" cy="145678"/>
          </a:xfrm>
          <a:custGeom xmlns:a="http://schemas.openxmlformats.org/drawingml/2006/main">
            <a:pathLst>
              <a:path w="80664" h="145678">
                <a:moveTo>
                  <a:pt x="43378" y="57767"/>
                </a:moveTo>
                <a:lnTo>
                  <a:pt x="43378" y="125932"/>
                </a:lnTo>
                <a:cubicBezTo>
                  <a:pt x="43378" y="132584"/>
                  <a:pt x="44078" y="136715"/>
                  <a:pt x="45478" y="138326"/>
                </a:cubicBezTo>
                <a:cubicBezTo>
                  <a:pt x="47649" y="140986"/>
                  <a:pt x="51780" y="142177"/>
                  <a:pt x="57872" y="141897"/>
                </a:cubicBezTo>
                <a:lnTo>
                  <a:pt x="57872" y="145678"/>
                </a:lnTo>
                <a:lnTo>
                  <a:pt x="0" y="145678"/>
                </a:lnTo>
                <a:lnTo>
                  <a:pt x="0" y="141897"/>
                </a:lnTo>
                <a:cubicBezTo>
                  <a:pt x="4411" y="141827"/>
                  <a:pt x="7562" y="141302"/>
                  <a:pt x="9453" y="140321"/>
                </a:cubicBezTo>
                <a:cubicBezTo>
                  <a:pt x="11203" y="139411"/>
                  <a:pt x="12464" y="138116"/>
                  <a:pt x="13234" y="136435"/>
                </a:cubicBezTo>
                <a:cubicBezTo>
                  <a:pt x="13934" y="134825"/>
                  <a:pt x="14284" y="131324"/>
                  <a:pt x="14284" y="125932"/>
                </a:cubicBezTo>
                <a:lnTo>
                  <a:pt x="14284" y="57767"/>
                </a:lnTo>
                <a:lnTo>
                  <a:pt x="0" y="57767"/>
                </a:lnTo>
                <a:lnTo>
                  <a:pt x="0" y="47474"/>
                </a:lnTo>
                <a:lnTo>
                  <a:pt x="14284" y="47474"/>
                </a:lnTo>
                <a:lnTo>
                  <a:pt x="14284" y="40227"/>
                </a:lnTo>
                <a:lnTo>
                  <a:pt x="14179" y="35290"/>
                </a:lnTo>
                <a:cubicBezTo>
                  <a:pt x="14109" y="25207"/>
                  <a:pt x="17820" y="16805"/>
                  <a:pt x="25312" y="10083"/>
                </a:cubicBezTo>
                <a:cubicBezTo>
                  <a:pt x="32665" y="3361"/>
                  <a:pt x="42643" y="0"/>
                  <a:pt x="55246" y="0"/>
                </a:cubicBezTo>
                <a:cubicBezTo>
                  <a:pt x="63859" y="0"/>
                  <a:pt x="70266" y="1610"/>
                  <a:pt x="74467" y="4831"/>
                </a:cubicBezTo>
                <a:cubicBezTo>
                  <a:pt x="78528" y="8122"/>
                  <a:pt x="80594" y="11693"/>
                  <a:pt x="80664" y="15545"/>
                </a:cubicBezTo>
                <a:cubicBezTo>
                  <a:pt x="80664" y="18695"/>
                  <a:pt x="79368" y="21426"/>
                  <a:pt x="76778" y="23737"/>
                </a:cubicBezTo>
                <a:cubicBezTo>
                  <a:pt x="74117" y="26048"/>
                  <a:pt x="70686" y="27203"/>
                  <a:pt x="66485" y="27203"/>
                </a:cubicBezTo>
                <a:cubicBezTo>
                  <a:pt x="62773" y="27203"/>
                  <a:pt x="59903" y="26258"/>
                  <a:pt x="57872" y="24367"/>
                </a:cubicBezTo>
                <a:cubicBezTo>
                  <a:pt x="55631" y="22477"/>
                  <a:pt x="54546" y="20376"/>
                  <a:pt x="54616" y="18065"/>
                </a:cubicBezTo>
                <a:cubicBezTo>
                  <a:pt x="54616" y="17505"/>
                  <a:pt x="54826" y="16210"/>
                  <a:pt x="55246" y="14179"/>
                </a:cubicBezTo>
                <a:cubicBezTo>
                  <a:pt x="55526" y="13059"/>
                  <a:pt x="55666" y="11939"/>
                  <a:pt x="55666" y="10818"/>
                </a:cubicBezTo>
                <a:cubicBezTo>
                  <a:pt x="55666" y="9418"/>
                  <a:pt x="55246" y="8332"/>
                  <a:pt x="54406" y="7562"/>
                </a:cubicBezTo>
                <a:cubicBezTo>
                  <a:pt x="53216" y="6512"/>
                  <a:pt x="51850" y="5987"/>
                  <a:pt x="50310" y="5987"/>
                </a:cubicBezTo>
                <a:cubicBezTo>
                  <a:pt x="48279" y="5987"/>
                  <a:pt x="46599" y="6827"/>
                  <a:pt x="45268" y="8508"/>
                </a:cubicBezTo>
                <a:cubicBezTo>
                  <a:pt x="43868" y="10258"/>
                  <a:pt x="43168" y="12954"/>
                  <a:pt x="43168" y="16595"/>
                </a:cubicBezTo>
                <a:lnTo>
                  <a:pt x="43378" y="34975"/>
                </a:lnTo>
                <a:lnTo>
                  <a:pt x="43378" y="47474"/>
                </a:lnTo>
                <a:lnTo>
                  <a:pt x="57872" y="47474"/>
                </a:lnTo>
                <a:lnTo>
                  <a:pt x="57872" y="57767"/>
                </a:lnTo>
                <a:lnTo>
                  <a:pt x="43378" y="5776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(n+1)k">
            <a:extLst xmlns:a="http://schemas.openxmlformats.org/drawingml/2006/main">
              <a:ext uri="{FF2B5EF4-FFF2-40B4-BE49-F238E27FC236}">
                <a16:creationId xmlns:a16="http://schemas.microsoft.com/office/drawing/2014/main" id="{EB37858C-817A-41D2-87D5-B6159113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005" y="2397333"/>
            <a:ext cx="411721" cy="130166"/>
          </a:xfrm>
          <a:custGeom xmlns:a="http://schemas.openxmlformats.org/drawingml/2006/main">
            <a:pathLst>
              <a:path w="411721" h="130166">
                <a:moveTo>
                  <a:pt x="41723" y="0"/>
                </a:moveTo>
                <a:lnTo>
                  <a:pt x="41723" y="3332"/>
                </a:lnTo>
                <a:cubicBezTo>
                  <a:pt x="36700" y="6664"/>
                  <a:pt x="33006" y="9875"/>
                  <a:pt x="30640" y="12966"/>
                </a:cubicBezTo>
                <a:cubicBezTo>
                  <a:pt x="27308" y="17312"/>
                  <a:pt x="24749" y="22889"/>
                  <a:pt x="22962" y="29698"/>
                </a:cubicBezTo>
                <a:cubicBezTo>
                  <a:pt x="20644" y="38197"/>
                  <a:pt x="19485" y="50004"/>
                  <a:pt x="19485" y="65119"/>
                </a:cubicBezTo>
                <a:cubicBezTo>
                  <a:pt x="19485" y="79461"/>
                  <a:pt x="20547" y="90568"/>
                  <a:pt x="22672" y="98439"/>
                </a:cubicBezTo>
                <a:cubicBezTo>
                  <a:pt x="24749" y="106407"/>
                  <a:pt x="27598" y="112806"/>
                  <a:pt x="31220" y="117635"/>
                </a:cubicBezTo>
                <a:cubicBezTo>
                  <a:pt x="33731" y="121063"/>
                  <a:pt x="37232" y="124033"/>
                  <a:pt x="41723" y="126544"/>
                </a:cubicBezTo>
                <a:lnTo>
                  <a:pt x="41723" y="130166"/>
                </a:lnTo>
                <a:cubicBezTo>
                  <a:pt x="30036" y="126303"/>
                  <a:pt x="20185" y="118311"/>
                  <a:pt x="12169" y="106190"/>
                </a:cubicBezTo>
                <a:cubicBezTo>
                  <a:pt x="4056" y="94166"/>
                  <a:pt x="0" y="80331"/>
                  <a:pt x="0" y="64685"/>
                </a:cubicBezTo>
                <a:cubicBezTo>
                  <a:pt x="0" y="49280"/>
                  <a:pt x="4032" y="35590"/>
                  <a:pt x="12097" y="23614"/>
                </a:cubicBezTo>
                <a:cubicBezTo>
                  <a:pt x="20113" y="11734"/>
                  <a:pt x="29988" y="3863"/>
                  <a:pt x="41723" y="0"/>
                </a:cubicBezTo>
                <a:close/>
                <a:moveTo>
                  <a:pt x="78650" y="32741"/>
                </a:moveTo>
                <a:lnTo>
                  <a:pt x="78650" y="41505"/>
                </a:lnTo>
                <a:cubicBezTo>
                  <a:pt x="82127" y="37739"/>
                  <a:pt x="85459" y="34986"/>
                  <a:pt x="88646" y="33248"/>
                </a:cubicBezTo>
                <a:cubicBezTo>
                  <a:pt x="91785" y="31606"/>
                  <a:pt x="95213" y="30761"/>
                  <a:pt x="98932" y="30712"/>
                </a:cubicBezTo>
                <a:cubicBezTo>
                  <a:pt x="103326" y="30761"/>
                  <a:pt x="106972" y="31968"/>
                  <a:pt x="109869" y="34334"/>
                </a:cubicBezTo>
                <a:cubicBezTo>
                  <a:pt x="112767" y="36797"/>
                  <a:pt x="114699" y="39839"/>
                  <a:pt x="115664" y="43461"/>
                </a:cubicBezTo>
                <a:cubicBezTo>
                  <a:pt x="116437" y="46214"/>
                  <a:pt x="116823" y="51501"/>
                  <a:pt x="116823" y="59324"/>
                </a:cubicBezTo>
                <a:lnTo>
                  <a:pt x="116823" y="85691"/>
                </a:lnTo>
                <a:cubicBezTo>
                  <a:pt x="116823" y="90954"/>
                  <a:pt x="117306" y="94190"/>
                  <a:pt x="118272" y="95397"/>
                </a:cubicBezTo>
                <a:cubicBezTo>
                  <a:pt x="119189" y="96701"/>
                  <a:pt x="121145" y="97522"/>
                  <a:pt x="124139" y="97860"/>
                </a:cubicBezTo>
                <a:lnTo>
                  <a:pt x="124139" y="100468"/>
                </a:lnTo>
                <a:lnTo>
                  <a:pt x="89877" y="100468"/>
                </a:lnTo>
                <a:lnTo>
                  <a:pt x="89877" y="97860"/>
                </a:lnTo>
                <a:cubicBezTo>
                  <a:pt x="92388" y="97570"/>
                  <a:pt x="94224" y="96508"/>
                  <a:pt x="95382" y="94673"/>
                </a:cubicBezTo>
                <a:cubicBezTo>
                  <a:pt x="96155" y="93465"/>
                  <a:pt x="96541" y="90471"/>
                  <a:pt x="96541" y="85691"/>
                </a:cubicBezTo>
                <a:lnTo>
                  <a:pt x="96541" y="55558"/>
                </a:lnTo>
                <a:cubicBezTo>
                  <a:pt x="96541" y="50004"/>
                  <a:pt x="96324" y="46503"/>
                  <a:pt x="95890" y="45055"/>
                </a:cubicBezTo>
                <a:cubicBezTo>
                  <a:pt x="95455" y="43606"/>
                  <a:pt x="94731" y="42471"/>
                  <a:pt x="93716" y="41650"/>
                </a:cubicBezTo>
                <a:cubicBezTo>
                  <a:pt x="92606" y="40878"/>
                  <a:pt x="91447" y="40491"/>
                  <a:pt x="90240" y="40491"/>
                </a:cubicBezTo>
                <a:cubicBezTo>
                  <a:pt x="86038" y="40491"/>
                  <a:pt x="82175" y="43461"/>
                  <a:pt x="78650" y="49401"/>
                </a:cubicBezTo>
                <a:lnTo>
                  <a:pt x="78650" y="85691"/>
                </a:lnTo>
                <a:cubicBezTo>
                  <a:pt x="78650" y="90761"/>
                  <a:pt x="79133" y="93972"/>
                  <a:pt x="80099" y="95325"/>
                </a:cubicBezTo>
                <a:cubicBezTo>
                  <a:pt x="81016" y="96725"/>
                  <a:pt x="82755" y="97570"/>
                  <a:pt x="85314" y="97860"/>
                </a:cubicBezTo>
                <a:lnTo>
                  <a:pt x="85314" y="100468"/>
                </a:lnTo>
                <a:lnTo>
                  <a:pt x="51052" y="100468"/>
                </a:lnTo>
                <a:lnTo>
                  <a:pt x="51052" y="97860"/>
                </a:lnTo>
                <a:cubicBezTo>
                  <a:pt x="53853" y="97570"/>
                  <a:pt x="55881" y="96653"/>
                  <a:pt x="57137" y="95107"/>
                </a:cubicBezTo>
                <a:cubicBezTo>
                  <a:pt x="57909" y="94045"/>
                  <a:pt x="58320" y="90906"/>
                  <a:pt x="58368" y="85691"/>
                </a:cubicBezTo>
                <a:lnTo>
                  <a:pt x="58368" y="47445"/>
                </a:lnTo>
                <a:cubicBezTo>
                  <a:pt x="58368" y="42326"/>
                  <a:pt x="57909" y="39139"/>
                  <a:pt x="56992" y="37884"/>
                </a:cubicBezTo>
                <a:cubicBezTo>
                  <a:pt x="55978" y="36676"/>
                  <a:pt x="53998" y="35855"/>
                  <a:pt x="51052" y="35421"/>
                </a:cubicBezTo>
                <a:lnTo>
                  <a:pt x="51052" y="32741"/>
                </a:lnTo>
                <a:lnTo>
                  <a:pt x="78650" y="32741"/>
                </a:lnTo>
                <a:close/>
                <a:moveTo>
                  <a:pt x="123053" y="46576"/>
                </a:moveTo>
                <a:lnTo>
                  <a:pt x="157894" y="46576"/>
                </a:lnTo>
                <a:lnTo>
                  <a:pt x="157894" y="11807"/>
                </a:lnTo>
                <a:lnTo>
                  <a:pt x="167383" y="11807"/>
                </a:lnTo>
                <a:lnTo>
                  <a:pt x="167383" y="46576"/>
                </a:lnTo>
                <a:lnTo>
                  <a:pt x="202224" y="46576"/>
                </a:lnTo>
                <a:lnTo>
                  <a:pt x="202224" y="56137"/>
                </a:lnTo>
                <a:lnTo>
                  <a:pt x="167383" y="56137"/>
                </a:lnTo>
                <a:lnTo>
                  <a:pt x="167383" y="90616"/>
                </a:lnTo>
                <a:lnTo>
                  <a:pt x="157894" y="90616"/>
                </a:lnTo>
                <a:lnTo>
                  <a:pt x="157894" y="56137"/>
                </a:lnTo>
                <a:lnTo>
                  <a:pt x="123053" y="56137"/>
                </a:lnTo>
                <a:lnTo>
                  <a:pt x="123053" y="46576"/>
                </a:lnTo>
                <a:close/>
                <a:moveTo>
                  <a:pt x="250061" y="217"/>
                </a:moveTo>
                <a:lnTo>
                  <a:pt x="250061" y="80548"/>
                </a:lnTo>
                <a:cubicBezTo>
                  <a:pt x="250061" y="86584"/>
                  <a:pt x="250326" y="90423"/>
                  <a:pt x="250857" y="92065"/>
                </a:cubicBezTo>
                <a:cubicBezTo>
                  <a:pt x="251340" y="93755"/>
                  <a:pt x="252451" y="95131"/>
                  <a:pt x="254189" y="96194"/>
                </a:cubicBezTo>
                <a:cubicBezTo>
                  <a:pt x="255831" y="97305"/>
                  <a:pt x="258535" y="97836"/>
                  <a:pt x="262302" y="97787"/>
                </a:cubicBezTo>
                <a:lnTo>
                  <a:pt x="264548" y="97787"/>
                </a:lnTo>
                <a:lnTo>
                  <a:pt x="264548" y="100468"/>
                </a:lnTo>
                <a:lnTo>
                  <a:pt x="212829" y="100468"/>
                </a:lnTo>
                <a:lnTo>
                  <a:pt x="212829" y="97787"/>
                </a:lnTo>
                <a:lnTo>
                  <a:pt x="215437" y="97787"/>
                </a:lnTo>
                <a:cubicBezTo>
                  <a:pt x="219590" y="97787"/>
                  <a:pt x="222584" y="97305"/>
                  <a:pt x="224419" y="96339"/>
                </a:cubicBezTo>
                <a:cubicBezTo>
                  <a:pt x="226157" y="95421"/>
                  <a:pt x="227364" y="94093"/>
                  <a:pt x="228040" y="92355"/>
                </a:cubicBezTo>
                <a:cubicBezTo>
                  <a:pt x="228668" y="90713"/>
                  <a:pt x="228982" y="86777"/>
                  <a:pt x="228982" y="80548"/>
                </a:cubicBezTo>
                <a:lnTo>
                  <a:pt x="228982" y="29626"/>
                </a:lnTo>
                <a:cubicBezTo>
                  <a:pt x="228982" y="25087"/>
                  <a:pt x="228765" y="22238"/>
                  <a:pt x="228330" y="21079"/>
                </a:cubicBezTo>
                <a:cubicBezTo>
                  <a:pt x="227895" y="20016"/>
                  <a:pt x="227099" y="19050"/>
                  <a:pt x="225940" y="18181"/>
                </a:cubicBezTo>
                <a:cubicBezTo>
                  <a:pt x="224684" y="17409"/>
                  <a:pt x="223308" y="17022"/>
                  <a:pt x="221811" y="17022"/>
                </a:cubicBezTo>
                <a:cubicBezTo>
                  <a:pt x="219348" y="17071"/>
                  <a:pt x="216354" y="17843"/>
                  <a:pt x="212829" y="19340"/>
                </a:cubicBezTo>
                <a:lnTo>
                  <a:pt x="211525" y="16733"/>
                </a:lnTo>
                <a:lnTo>
                  <a:pt x="247670" y="217"/>
                </a:lnTo>
                <a:lnTo>
                  <a:pt x="250061" y="217"/>
                </a:lnTo>
                <a:close/>
                <a:moveTo>
                  <a:pt x="277731" y="130166"/>
                </a:moveTo>
                <a:lnTo>
                  <a:pt x="277731" y="126834"/>
                </a:lnTo>
                <a:cubicBezTo>
                  <a:pt x="282705" y="123502"/>
                  <a:pt x="286399" y="120266"/>
                  <a:pt x="288813" y="117128"/>
                </a:cubicBezTo>
                <a:cubicBezTo>
                  <a:pt x="292049" y="112781"/>
                  <a:pt x="294608" y="107228"/>
                  <a:pt x="296491" y="100468"/>
                </a:cubicBezTo>
                <a:cubicBezTo>
                  <a:pt x="298809" y="92017"/>
                  <a:pt x="299968" y="80186"/>
                  <a:pt x="299968" y="64974"/>
                </a:cubicBezTo>
                <a:cubicBezTo>
                  <a:pt x="299968" y="50729"/>
                  <a:pt x="298930" y="39622"/>
                  <a:pt x="296854" y="31654"/>
                </a:cubicBezTo>
                <a:cubicBezTo>
                  <a:pt x="294729" y="23783"/>
                  <a:pt x="291856" y="17409"/>
                  <a:pt x="288234" y="12531"/>
                </a:cubicBezTo>
                <a:cubicBezTo>
                  <a:pt x="285674" y="9151"/>
                  <a:pt x="282173" y="6181"/>
                  <a:pt x="277731" y="3622"/>
                </a:cubicBezTo>
                <a:lnTo>
                  <a:pt x="277731" y="0"/>
                </a:lnTo>
                <a:cubicBezTo>
                  <a:pt x="289369" y="3911"/>
                  <a:pt x="299244" y="11879"/>
                  <a:pt x="307357" y="23904"/>
                </a:cubicBezTo>
                <a:cubicBezTo>
                  <a:pt x="315373" y="36024"/>
                  <a:pt x="319405" y="49884"/>
                  <a:pt x="319453" y="65481"/>
                </a:cubicBezTo>
                <a:cubicBezTo>
                  <a:pt x="319405" y="80934"/>
                  <a:pt x="315373" y="94576"/>
                  <a:pt x="307357" y="106407"/>
                </a:cubicBezTo>
                <a:cubicBezTo>
                  <a:pt x="299244" y="118383"/>
                  <a:pt x="289369" y="126303"/>
                  <a:pt x="277731" y="130166"/>
                </a:cubicBezTo>
                <a:close/>
                <a:moveTo>
                  <a:pt x="360365" y="2245"/>
                </a:moveTo>
                <a:lnTo>
                  <a:pt x="360365" y="66858"/>
                </a:lnTo>
                <a:lnTo>
                  <a:pt x="376083" y="51429"/>
                </a:lnTo>
                <a:cubicBezTo>
                  <a:pt x="379318" y="48338"/>
                  <a:pt x="381347" y="46069"/>
                  <a:pt x="382168" y="44620"/>
                </a:cubicBezTo>
                <a:cubicBezTo>
                  <a:pt x="382940" y="43268"/>
                  <a:pt x="383327" y="41916"/>
                  <a:pt x="383327" y="40564"/>
                </a:cubicBezTo>
                <a:cubicBezTo>
                  <a:pt x="383327" y="39260"/>
                  <a:pt x="382795" y="38173"/>
                  <a:pt x="381733" y="37304"/>
                </a:cubicBezTo>
                <a:cubicBezTo>
                  <a:pt x="380622" y="36435"/>
                  <a:pt x="378546" y="35807"/>
                  <a:pt x="375504" y="35421"/>
                </a:cubicBezTo>
                <a:lnTo>
                  <a:pt x="375504" y="32741"/>
                </a:lnTo>
                <a:lnTo>
                  <a:pt x="405854" y="32741"/>
                </a:lnTo>
                <a:lnTo>
                  <a:pt x="405854" y="35421"/>
                </a:lnTo>
                <a:cubicBezTo>
                  <a:pt x="402956" y="35566"/>
                  <a:pt x="400421" y="36242"/>
                  <a:pt x="398248" y="37449"/>
                </a:cubicBezTo>
                <a:cubicBezTo>
                  <a:pt x="396027" y="38753"/>
                  <a:pt x="391777" y="42471"/>
                  <a:pt x="385500" y="48604"/>
                </a:cubicBezTo>
                <a:lnTo>
                  <a:pt x="378111" y="55847"/>
                </a:lnTo>
                <a:lnTo>
                  <a:pt x="394047" y="79172"/>
                </a:lnTo>
                <a:cubicBezTo>
                  <a:pt x="400421" y="88685"/>
                  <a:pt x="404236" y="93997"/>
                  <a:pt x="405492" y="95107"/>
                </a:cubicBezTo>
                <a:cubicBezTo>
                  <a:pt x="407085" y="96797"/>
                  <a:pt x="409162" y="97715"/>
                  <a:pt x="411721" y="97860"/>
                </a:cubicBezTo>
                <a:lnTo>
                  <a:pt x="411721" y="100468"/>
                </a:lnTo>
                <a:lnTo>
                  <a:pt x="376735" y="100468"/>
                </a:lnTo>
                <a:lnTo>
                  <a:pt x="376735" y="97860"/>
                </a:lnTo>
                <a:cubicBezTo>
                  <a:pt x="378232" y="97860"/>
                  <a:pt x="379367" y="97570"/>
                  <a:pt x="380139" y="96991"/>
                </a:cubicBezTo>
                <a:cubicBezTo>
                  <a:pt x="380767" y="96411"/>
                  <a:pt x="381105" y="95783"/>
                  <a:pt x="381153" y="95107"/>
                </a:cubicBezTo>
                <a:cubicBezTo>
                  <a:pt x="381153" y="94045"/>
                  <a:pt x="380139" y="91993"/>
                  <a:pt x="378111" y="88950"/>
                </a:cubicBezTo>
                <a:lnTo>
                  <a:pt x="364711" y="69320"/>
                </a:lnTo>
                <a:lnTo>
                  <a:pt x="360365" y="73594"/>
                </a:lnTo>
                <a:lnTo>
                  <a:pt x="360365" y="85763"/>
                </a:lnTo>
                <a:cubicBezTo>
                  <a:pt x="360365" y="90979"/>
                  <a:pt x="360848" y="94190"/>
                  <a:pt x="361813" y="95397"/>
                </a:cubicBezTo>
                <a:cubicBezTo>
                  <a:pt x="362731" y="96701"/>
                  <a:pt x="364711" y="97522"/>
                  <a:pt x="367753" y="97860"/>
                </a:cubicBezTo>
                <a:lnTo>
                  <a:pt x="367753" y="100468"/>
                </a:lnTo>
                <a:lnTo>
                  <a:pt x="332767" y="100468"/>
                </a:lnTo>
                <a:lnTo>
                  <a:pt x="332767" y="97860"/>
                </a:lnTo>
                <a:cubicBezTo>
                  <a:pt x="335568" y="97570"/>
                  <a:pt x="337596" y="96653"/>
                  <a:pt x="338851" y="95107"/>
                </a:cubicBezTo>
                <a:cubicBezTo>
                  <a:pt x="339624" y="94045"/>
                  <a:pt x="340034" y="90930"/>
                  <a:pt x="340083" y="85763"/>
                </a:cubicBezTo>
                <a:lnTo>
                  <a:pt x="340083" y="16950"/>
                </a:lnTo>
                <a:cubicBezTo>
                  <a:pt x="340083" y="11831"/>
                  <a:pt x="339624" y="8644"/>
                  <a:pt x="338707" y="7388"/>
                </a:cubicBezTo>
                <a:cubicBezTo>
                  <a:pt x="337692" y="6181"/>
                  <a:pt x="335713" y="5360"/>
                  <a:pt x="332767" y="4926"/>
                </a:cubicBezTo>
                <a:lnTo>
                  <a:pt x="332767" y="2245"/>
                </a:lnTo>
                <a:lnTo>
                  <a:pt x="360365" y="2245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19C5F-6D90-4EA9-A81A-CFC63427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94" y="2190047"/>
            <a:ext cx="66756" cy="1338106"/>
          </a:xfrm>
          <a:custGeom xmlns:a="http://schemas.openxmlformats.org/drawingml/2006/main">
            <a:pathLst>
              <a:path w="66756" h="1338106" fill="none">
                <a:moveTo>
                  <a:pt x="66756" y="0"/>
                </a:moveTo>
                <a:lnTo>
                  <a:pt x="0" y="0"/>
                </a:lnTo>
                <a:lnTo>
                  <a:pt x="0" y="1338106"/>
                </a:lnTo>
                <a:lnTo>
                  <a:pt x="66756" y="1338106"/>
                </a:lnTo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000000"/>
            </a:solidFill>
            <a:round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2D457D-8FF4-4773-B22B-23C3CE3C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811" y="2190047"/>
            <a:ext cx="66756" cy="1338106"/>
          </a:xfrm>
          <a:custGeom xmlns:a="http://schemas.openxmlformats.org/drawingml/2006/main">
            <a:pathLst>
              <a:path w="66756" h="1338106" fill="none">
                <a:moveTo>
                  <a:pt x="0" y="0"/>
                </a:moveTo>
                <a:lnTo>
                  <a:pt x="66756" y="0"/>
                </a:lnTo>
                <a:lnTo>
                  <a:pt x="66756" y="1338106"/>
                </a:lnTo>
                <a:lnTo>
                  <a:pt x="0" y="1338106"/>
                </a:lnTo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000000"/>
            </a:solidFill>
            <a:round/>
          </a:ln>
        </p:spPr>
      </p:sp>
      <p:sp>
        <p:nvSpPr>
          <p:cNvPr id="23" name="Text f">
            <a:extLst xmlns:a="http://schemas.openxmlformats.org/drawingml/2006/main">
              <a:ext uri="{FF2B5EF4-FFF2-40B4-BE49-F238E27FC236}">
                <a16:creationId xmlns:a16="http://schemas.microsoft.com/office/drawing/2014/main" id="{0EA53667-8F14-41C3-B892-334ECADE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280" y="3250867"/>
            <a:ext cx="80664" cy="145678"/>
          </a:xfrm>
          <a:custGeom xmlns:a="http://schemas.openxmlformats.org/drawingml/2006/main">
            <a:pathLst>
              <a:path w="80664" h="145678">
                <a:moveTo>
                  <a:pt x="43378" y="57767"/>
                </a:moveTo>
                <a:lnTo>
                  <a:pt x="43378" y="125932"/>
                </a:lnTo>
                <a:cubicBezTo>
                  <a:pt x="43378" y="132584"/>
                  <a:pt x="44078" y="136715"/>
                  <a:pt x="45478" y="138326"/>
                </a:cubicBezTo>
                <a:cubicBezTo>
                  <a:pt x="47649" y="140986"/>
                  <a:pt x="51780" y="142177"/>
                  <a:pt x="57872" y="141897"/>
                </a:cubicBezTo>
                <a:lnTo>
                  <a:pt x="57872" y="145678"/>
                </a:lnTo>
                <a:lnTo>
                  <a:pt x="0" y="145678"/>
                </a:lnTo>
                <a:lnTo>
                  <a:pt x="0" y="141897"/>
                </a:lnTo>
                <a:cubicBezTo>
                  <a:pt x="4411" y="141827"/>
                  <a:pt x="7562" y="141302"/>
                  <a:pt x="9453" y="140321"/>
                </a:cubicBezTo>
                <a:cubicBezTo>
                  <a:pt x="11203" y="139411"/>
                  <a:pt x="12464" y="138116"/>
                  <a:pt x="13234" y="136435"/>
                </a:cubicBezTo>
                <a:cubicBezTo>
                  <a:pt x="13934" y="134825"/>
                  <a:pt x="14284" y="131324"/>
                  <a:pt x="14284" y="125932"/>
                </a:cubicBezTo>
                <a:lnTo>
                  <a:pt x="14284" y="57767"/>
                </a:lnTo>
                <a:lnTo>
                  <a:pt x="0" y="57767"/>
                </a:lnTo>
                <a:lnTo>
                  <a:pt x="0" y="47474"/>
                </a:lnTo>
                <a:lnTo>
                  <a:pt x="14284" y="47474"/>
                </a:lnTo>
                <a:lnTo>
                  <a:pt x="14284" y="40227"/>
                </a:lnTo>
                <a:lnTo>
                  <a:pt x="14179" y="35290"/>
                </a:lnTo>
                <a:cubicBezTo>
                  <a:pt x="14109" y="25207"/>
                  <a:pt x="17820" y="16805"/>
                  <a:pt x="25312" y="10083"/>
                </a:cubicBezTo>
                <a:cubicBezTo>
                  <a:pt x="32665" y="3361"/>
                  <a:pt x="42643" y="0"/>
                  <a:pt x="55246" y="0"/>
                </a:cubicBezTo>
                <a:cubicBezTo>
                  <a:pt x="63859" y="0"/>
                  <a:pt x="70266" y="1610"/>
                  <a:pt x="74467" y="4831"/>
                </a:cubicBezTo>
                <a:cubicBezTo>
                  <a:pt x="78528" y="8122"/>
                  <a:pt x="80594" y="11693"/>
                  <a:pt x="80664" y="15545"/>
                </a:cubicBezTo>
                <a:cubicBezTo>
                  <a:pt x="80664" y="18695"/>
                  <a:pt x="79368" y="21426"/>
                  <a:pt x="76778" y="23737"/>
                </a:cubicBezTo>
                <a:cubicBezTo>
                  <a:pt x="74117" y="26048"/>
                  <a:pt x="70686" y="27203"/>
                  <a:pt x="66485" y="27203"/>
                </a:cubicBezTo>
                <a:cubicBezTo>
                  <a:pt x="62773" y="27203"/>
                  <a:pt x="59903" y="26258"/>
                  <a:pt x="57872" y="24367"/>
                </a:cubicBezTo>
                <a:cubicBezTo>
                  <a:pt x="55631" y="22477"/>
                  <a:pt x="54546" y="20376"/>
                  <a:pt x="54616" y="18065"/>
                </a:cubicBezTo>
                <a:cubicBezTo>
                  <a:pt x="54616" y="17505"/>
                  <a:pt x="54826" y="16210"/>
                  <a:pt x="55246" y="14179"/>
                </a:cubicBezTo>
                <a:cubicBezTo>
                  <a:pt x="55526" y="13059"/>
                  <a:pt x="55666" y="11939"/>
                  <a:pt x="55666" y="10818"/>
                </a:cubicBezTo>
                <a:cubicBezTo>
                  <a:pt x="55666" y="9418"/>
                  <a:pt x="55246" y="8332"/>
                  <a:pt x="54406" y="7562"/>
                </a:cubicBezTo>
                <a:cubicBezTo>
                  <a:pt x="53216" y="6512"/>
                  <a:pt x="51850" y="5987"/>
                  <a:pt x="50310" y="5987"/>
                </a:cubicBezTo>
                <a:cubicBezTo>
                  <a:pt x="48279" y="5987"/>
                  <a:pt x="46599" y="6827"/>
                  <a:pt x="45268" y="8508"/>
                </a:cubicBezTo>
                <a:cubicBezTo>
                  <a:pt x="43868" y="10258"/>
                  <a:pt x="43168" y="12954"/>
                  <a:pt x="43168" y="16595"/>
                </a:cubicBezTo>
                <a:lnTo>
                  <a:pt x="43378" y="34975"/>
                </a:lnTo>
                <a:lnTo>
                  <a:pt x="43378" y="47474"/>
                </a:lnTo>
                <a:lnTo>
                  <a:pt x="57872" y="47474"/>
                </a:lnTo>
                <a:lnTo>
                  <a:pt x="57872" y="57767"/>
                </a:lnTo>
                <a:lnTo>
                  <a:pt x="43378" y="5776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(n+m">
            <a:extLst xmlns:a="http://schemas.openxmlformats.org/drawingml/2006/main">
              <a:ext uri="{FF2B5EF4-FFF2-40B4-BE49-F238E27FC236}">
                <a16:creationId xmlns:a16="http://schemas.microsoft.com/office/drawing/2014/main" id="{68D9A1A3-CC6C-4748-A026-D7B9252C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61" y="3324473"/>
            <a:ext cx="321482" cy="130166"/>
          </a:xfrm>
          <a:custGeom xmlns:a="http://schemas.openxmlformats.org/drawingml/2006/main">
            <a:pathLst>
              <a:path w="321482" h="130166">
                <a:moveTo>
                  <a:pt x="41723" y="0"/>
                </a:moveTo>
                <a:lnTo>
                  <a:pt x="41723" y="3332"/>
                </a:lnTo>
                <a:cubicBezTo>
                  <a:pt x="36700" y="6664"/>
                  <a:pt x="33006" y="9875"/>
                  <a:pt x="30640" y="12966"/>
                </a:cubicBezTo>
                <a:cubicBezTo>
                  <a:pt x="27308" y="17312"/>
                  <a:pt x="24749" y="22889"/>
                  <a:pt x="22962" y="29698"/>
                </a:cubicBezTo>
                <a:cubicBezTo>
                  <a:pt x="20644" y="38197"/>
                  <a:pt x="19485" y="50004"/>
                  <a:pt x="19485" y="65119"/>
                </a:cubicBezTo>
                <a:cubicBezTo>
                  <a:pt x="19485" y="79461"/>
                  <a:pt x="20547" y="90568"/>
                  <a:pt x="22672" y="98439"/>
                </a:cubicBezTo>
                <a:cubicBezTo>
                  <a:pt x="24749" y="106407"/>
                  <a:pt x="27598" y="112806"/>
                  <a:pt x="31220" y="117635"/>
                </a:cubicBezTo>
                <a:cubicBezTo>
                  <a:pt x="33731" y="121063"/>
                  <a:pt x="37232" y="124033"/>
                  <a:pt x="41723" y="126544"/>
                </a:cubicBezTo>
                <a:lnTo>
                  <a:pt x="41723" y="130166"/>
                </a:lnTo>
                <a:cubicBezTo>
                  <a:pt x="30036" y="126303"/>
                  <a:pt x="20185" y="118311"/>
                  <a:pt x="12169" y="106190"/>
                </a:cubicBezTo>
                <a:cubicBezTo>
                  <a:pt x="4056" y="94166"/>
                  <a:pt x="0" y="80331"/>
                  <a:pt x="0" y="64685"/>
                </a:cubicBezTo>
                <a:cubicBezTo>
                  <a:pt x="0" y="49280"/>
                  <a:pt x="4032" y="35590"/>
                  <a:pt x="12097" y="23614"/>
                </a:cubicBezTo>
                <a:cubicBezTo>
                  <a:pt x="20113" y="11734"/>
                  <a:pt x="29988" y="3863"/>
                  <a:pt x="41723" y="0"/>
                </a:cubicBezTo>
                <a:close/>
                <a:moveTo>
                  <a:pt x="78650" y="32741"/>
                </a:moveTo>
                <a:lnTo>
                  <a:pt x="78650" y="41505"/>
                </a:lnTo>
                <a:cubicBezTo>
                  <a:pt x="82127" y="37739"/>
                  <a:pt x="85459" y="34986"/>
                  <a:pt x="88646" y="33248"/>
                </a:cubicBezTo>
                <a:cubicBezTo>
                  <a:pt x="91785" y="31606"/>
                  <a:pt x="95214" y="30761"/>
                  <a:pt x="98932" y="30712"/>
                </a:cubicBezTo>
                <a:cubicBezTo>
                  <a:pt x="103326" y="30761"/>
                  <a:pt x="106972" y="31968"/>
                  <a:pt x="109870" y="34334"/>
                </a:cubicBezTo>
                <a:cubicBezTo>
                  <a:pt x="112767" y="36797"/>
                  <a:pt x="114699" y="39839"/>
                  <a:pt x="115665" y="43461"/>
                </a:cubicBezTo>
                <a:cubicBezTo>
                  <a:pt x="116437" y="46214"/>
                  <a:pt x="116823" y="51501"/>
                  <a:pt x="116823" y="59324"/>
                </a:cubicBezTo>
                <a:lnTo>
                  <a:pt x="116823" y="85691"/>
                </a:lnTo>
                <a:cubicBezTo>
                  <a:pt x="116823" y="90954"/>
                  <a:pt x="117306" y="94190"/>
                  <a:pt x="118272" y="95397"/>
                </a:cubicBezTo>
                <a:cubicBezTo>
                  <a:pt x="119190" y="96701"/>
                  <a:pt x="121145" y="97522"/>
                  <a:pt x="124139" y="97860"/>
                </a:cubicBezTo>
                <a:lnTo>
                  <a:pt x="124139" y="100468"/>
                </a:lnTo>
                <a:lnTo>
                  <a:pt x="89878" y="100468"/>
                </a:lnTo>
                <a:lnTo>
                  <a:pt x="89878" y="97860"/>
                </a:lnTo>
                <a:cubicBezTo>
                  <a:pt x="92389" y="97570"/>
                  <a:pt x="94224" y="96508"/>
                  <a:pt x="95383" y="94673"/>
                </a:cubicBezTo>
                <a:cubicBezTo>
                  <a:pt x="96155" y="93465"/>
                  <a:pt x="96542" y="90471"/>
                  <a:pt x="96542" y="85691"/>
                </a:cubicBezTo>
                <a:lnTo>
                  <a:pt x="96542" y="55558"/>
                </a:lnTo>
                <a:cubicBezTo>
                  <a:pt x="96542" y="50004"/>
                  <a:pt x="96324" y="46503"/>
                  <a:pt x="95890" y="45055"/>
                </a:cubicBezTo>
                <a:cubicBezTo>
                  <a:pt x="95455" y="43606"/>
                  <a:pt x="94731" y="42471"/>
                  <a:pt x="93717" y="41650"/>
                </a:cubicBezTo>
                <a:cubicBezTo>
                  <a:pt x="92606" y="40878"/>
                  <a:pt x="91447" y="40491"/>
                  <a:pt x="90240" y="40491"/>
                </a:cubicBezTo>
                <a:cubicBezTo>
                  <a:pt x="86039" y="40491"/>
                  <a:pt x="82175" y="43461"/>
                  <a:pt x="78650" y="49401"/>
                </a:cubicBezTo>
                <a:lnTo>
                  <a:pt x="78650" y="85691"/>
                </a:lnTo>
                <a:cubicBezTo>
                  <a:pt x="78650" y="90761"/>
                  <a:pt x="79133" y="93972"/>
                  <a:pt x="80099" y="95325"/>
                </a:cubicBezTo>
                <a:cubicBezTo>
                  <a:pt x="81016" y="96725"/>
                  <a:pt x="82755" y="97570"/>
                  <a:pt x="85314" y="97860"/>
                </a:cubicBezTo>
                <a:lnTo>
                  <a:pt x="85314" y="100468"/>
                </a:lnTo>
                <a:lnTo>
                  <a:pt x="51052" y="100468"/>
                </a:lnTo>
                <a:lnTo>
                  <a:pt x="51052" y="97860"/>
                </a:lnTo>
                <a:cubicBezTo>
                  <a:pt x="53853" y="97570"/>
                  <a:pt x="55881" y="96653"/>
                  <a:pt x="57137" y="95107"/>
                </a:cubicBezTo>
                <a:cubicBezTo>
                  <a:pt x="57910" y="94045"/>
                  <a:pt x="58320" y="90906"/>
                  <a:pt x="58368" y="85691"/>
                </a:cubicBezTo>
                <a:lnTo>
                  <a:pt x="58368" y="47445"/>
                </a:lnTo>
                <a:cubicBezTo>
                  <a:pt x="58368" y="42326"/>
                  <a:pt x="57910" y="39139"/>
                  <a:pt x="56992" y="37884"/>
                </a:cubicBezTo>
                <a:cubicBezTo>
                  <a:pt x="55978" y="36676"/>
                  <a:pt x="53998" y="35855"/>
                  <a:pt x="51052" y="35421"/>
                </a:cubicBezTo>
                <a:lnTo>
                  <a:pt x="51052" y="32741"/>
                </a:lnTo>
                <a:lnTo>
                  <a:pt x="78650" y="32741"/>
                </a:lnTo>
                <a:close/>
                <a:moveTo>
                  <a:pt x="123053" y="46576"/>
                </a:moveTo>
                <a:lnTo>
                  <a:pt x="157894" y="46576"/>
                </a:lnTo>
                <a:lnTo>
                  <a:pt x="157894" y="11807"/>
                </a:lnTo>
                <a:lnTo>
                  <a:pt x="167383" y="11807"/>
                </a:lnTo>
                <a:lnTo>
                  <a:pt x="167383" y="46576"/>
                </a:lnTo>
                <a:lnTo>
                  <a:pt x="202224" y="46576"/>
                </a:lnTo>
                <a:lnTo>
                  <a:pt x="202224" y="56137"/>
                </a:lnTo>
                <a:lnTo>
                  <a:pt x="167383" y="56137"/>
                </a:lnTo>
                <a:lnTo>
                  <a:pt x="167383" y="90616"/>
                </a:lnTo>
                <a:lnTo>
                  <a:pt x="157894" y="90616"/>
                </a:lnTo>
                <a:lnTo>
                  <a:pt x="157894" y="56137"/>
                </a:lnTo>
                <a:lnTo>
                  <a:pt x="123053" y="56137"/>
                </a:lnTo>
                <a:lnTo>
                  <a:pt x="123053" y="46576"/>
                </a:lnTo>
                <a:close/>
                <a:moveTo>
                  <a:pt x="234849" y="32741"/>
                </a:moveTo>
                <a:lnTo>
                  <a:pt x="234849" y="41650"/>
                </a:lnTo>
                <a:cubicBezTo>
                  <a:pt x="238519" y="37642"/>
                  <a:pt x="241972" y="34793"/>
                  <a:pt x="245207" y="33103"/>
                </a:cubicBezTo>
                <a:cubicBezTo>
                  <a:pt x="248298" y="31509"/>
                  <a:pt x="251751" y="30712"/>
                  <a:pt x="255566" y="30712"/>
                </a:cubicBezTo>
                <a:cubicBezTo>
                  <a:pt x="259863" y="30712"/>
                  <a:pt x="263509" y="31727"/>
                  <a:pt x="266503" y="33755"/>
                </a:cubicBezTo>
                <a:cubicBezTo>
                  <a:pt x="269449" y="35831"/>
                  <a:pt x="271719" y="38922"/>
                  <a:pt x="273312" y="43026"/>
                </a:cubicBezTo>
                <a:cubicBezTo>
                  <a:pt x="277127" y="38729"/>
                  <a:pt x="280845" y="35590"/>
                  <a:pt x="284467" y="33610"/>
                </a:cubicBezTo>
                <a:cubicBezTo>
                  <a:pt x="287992" y="31678"/>
                  <a:pt x="291687" y="30712"/>
                  <a:pt x="295550" y="30712"/>
                </a:cubicBezTo>
                <a:cubicBezTo>
                  <a:pt x="300186" y="30761"/>
                  <a:pt x="303928" y="31823"/>
                  <a:pt x="306777" y="33900"/>
                </a:cubicBezTo>
                <a:cubicBezTo>
                  <a:pt x="309530" y="36121"/>
                  <a:pt x="311461" y="38849"/>
                  <a:pt x="312572" y="42085"/>
                </a:cubicBezTo>
                <a:cubicBezTo>
                  <a:pt x="313634" y="45417"/>
                  <a:pt x="314166" y="50705"/>
                  <a:pt x="314166" y="57948"/>
                </a:cubicBezTo>
                <a:lnTo>
                  <a:pt x="314166" y="85691"/>
                </a:lnTo>
                <a:cubicBezTo>
                  <a:pt x="314166" y="90954"/>
                  <a:pt x="314648" y="94190"/>
                  <a:pt x="315614" y="95397"/>
                </a:cubicBezTo>
                <a:cubicBezTo>
                  <a:pt x="316532" y="96701"/>
                  <a:pt x="318488" y="97522"/>
                  <a:pt x="321482" y="97860"/>
                </a:cubicBezTo>
                <a:lnTo>
                  <a:pt x="321482" y="100468"/>
                </a:lnTo>
                <a:lnTo>
                  <a:pt x="286495" y="100468"/>
                </a:lnTo>
                <a:lnTo>
                  <a:pt x="286495" y="97860"/>
                </a:lnTo>
                <a:cubicBezTo>
                  <a:pt x="289248" y="97667"/>
                  <a:pt x="291276" y="96604"/>
                  <a:pt x="292580" y="94673"/>
                </a:cubicBezTo>
                <a:cubicBezTo>
                  <a:pt x="293449" y="93417"/>
                  <a:pt x="293884" y="90423"/>
                  <a:pt x="293884" y="85691"/>
                </a:cubicBezTo>
                <a:lnTo>
                  <a:pt x="293884" y="56572"/>
                </a:lnTo>
                <a:cubicBezTo>
                  <a:pt x="293884" y="50584"/>
                  <a:pt x="293642" y="46745"/>
                  <a:pt x="293159" y="45055"/>
                </a:cubicBezTo>
                <a:cubicBezTo>
                  <a:pt x="292628" y="43413"/>
                  <a:pt x="291880" y="42181"/>
                  <a:pt x="290914" y="41360"/>
                </a:cubicBezTo>
                <a:cubicBezTo>
                  <a:pt x="289803" y="40588"/>
                  <a:pt x="288572" y="40201"/>
                  <a:pt x="287220" y="40201"/>
                </a:cubicBezTo>
                <a:cubicBezTo>
                  <a:pt x="285095" y="40201"/>
                  <a:pt x="282994" y="40950"/>
                  <a:pt x="280918" y="42447"/>
                </a:cubicBezTo>
                <a:cubicBezTo>
                  <a:pt x="278793" y="43992"/>
                  <a:pt x="276644" y="46286"/>
                  <a:pt x="274471" y="49328"/>
                </a:cubicBezTo>
                <a:lnTo>
                  <a:pt x="274471" y="85691"/>
                </a:lnTo>
                <a:cubicBezTo>
                  <a:pt x="274471" y="90616"/>
                  <a:pt x="274882" y="93683"/>
                  <a:pt x="275703" y="94890"/>
                </a:cubicBezTo>
                <a:cubicBezTo>
                  <a:pt x="276765" y="96725"/>
                  <a:pt x="278890" y="97715"/>
                  <a:pt x="282077" y="97860"/>
                </a:cubicBezTo>
                <a:lnTo>
                  <a:pt x="282077" y="100468"/>
                </a:lnTo>
                <a:lnTo>
                  <a:pt x="247018" y="100468"/>
                </a:lnTo>
                <a:lnTo>
                  <a:pt x="247018" y="97860"/>
                </a:lnTo>
                <a:cubicBezTo>
                  <a:pt x="248902" y="97812"/>
                  <a:pt x="250399" y="97329"/>
                  <a:pt x="251509" y="96411"/>
                </a:cubicBezTo>
                <a:cubicBezTo>
                  <a:pt x="252572" y="95638"/>
                  <a:pt x="253296" y="94624"/>
                  <a:pt x="253682" y="93369"/>
                </a:cubicBezTo>
                <a:cubicBezTo>
                  <a:pt x="254020" y="92258"/>
                  <a:pt x="254189" y="89699"/>
                  <a:pt x="254189" y="85691"/>
                </a:cubicBezTo>
                <a:lnTo>
                  <a:pt x="254189" y="56572"/>
                </a:lnTo>
                <a:cubicBezTo>
                  <a:pt x="254189" y="50439"/>
                  <a:pt x="253948" y="46600"/>
                  <a:pt x="253465" y="45055"/>
                </a:cubicBezTo>
                <a:cubicBezTo>
                  <a:pt x="252934" y="43558"/>
                  <a:pt x="252137" y="42350"/>
                  <a:pt x="251075" y="41433"/>
                </a:cubicBezTo>
                <a:cubicBezTo>
                  <a:pt x="249916" y="40564"/>
                  <a:pt x="248684" y="40129"/>
                  <a:pt x="247380" y="40129"/>
                </a:cubicBezTo>
                <a:cubicBezTo>
                  <a:pt x="245401" y="40129"/>
                  <a:pt x="243638" y="40636"/>
                  <a:pt x="242093" y="41650"/>
                </a:cubicBezTo>
                <a:cubicBezTo>
                  <a:pt x="239775" y="43195"/>
                  <a:pt x="237360" y="45755"/>
                  <a:pt x="234849" y="49328"/>
                </a:cubicBezTo>
                <a:lnTo>
                  <a:pt x="234849" y="85691"/>
                </a:lnTo>
                <a:cubicBezTo>
                  <a:pt x="234849" y="90471"/>
                  <a:pt x="235332" y="93610"/>
                  <a:pt x="236298" y="95107"/>
                </a:cubicBezTo>
                <a:cubicBezTo>
                  <a:pt x="237215" y="96653"/>
                  <a:pt x="239171" y="97570"/>
                  <a:pt x="242165" y="97860"/>
                </a:cubicBezTo>
                <a:lnTo>
                  <a:pt x="242165" y="100468"/>
                </a:lnTo>
                <a:lnTo>
                  <a:pt x="207251" y="100468"/>
                </a:lnTo>
                <a:lnTo>
                  <a:pt x="207251" y="97860"/>
                </a:lnTo>
                <a:cubicBezTo>
                  <a:pt x="210052" y="97570"/>
                  <a:pt x="212080" y="96653"/>
                  <a:pt x="213336" y="95107"/>
                </a:cubicBezTo>
                <a:cubicBezTo>
                  <a:pt x="214109" y="94045"/>
                  <a:pt x="214519" y="90906"/>
                  <a:pt x="214567" y="85691"/>
                </a:cubicBezTo>
                <a:lnTo>
                  <a:pt x="214567" y="47445"/>
                </a:lnTo>
                <a:cubicBezTo>
                  <a:pt x="214567" y="42326"/>
                  <a:pt x="214109" y="39139"/>
                  <a:pt x="213191" y="37884"/>
                </a:cubicBezTo>
                <a:cubicBezTo>
                  <a:pt x="212177" y="36676"/>
                  <a:pt x="210197" y="35855"/>
                  <a:pt x="207251" y="35421"/>
                </a:cubicBezTo>
                <a:lnTo>
                  <a:pt x="207251" y="32741"/>
                </a:lnTo>
                <a:lnTo>
                  <a:pt x="234849" y="32741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)k">
            <a:extLst xmlns:a="http://schemas.openxmlformats.org/drawingml/2006/main">
              <a:ext uri="{FF2B5EF4-FFF2-40B4-BE49-F238E27FC236}">
                <a16:creationId xmlns:a16="http://schemas.microsoft.com/office/drawing/2014/main" id="{C87A7401-C5BB-41AD-A0B9-D3BD3911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279" y="3324473"/>
            <a:ext cx="133990" cy="130166"/>
          </a:xfrm>
          <a:custGeom xmlns:a="http://schemas.openxmlformats.org/drawingml/2006/main">
            <a:pathLst>
              <a:path w="133990" h="130166">
                <a:moveTo>
                  <a:pt x="0" y="130166"/>
                </a:moveTo>
                <a:lnTo>
                  <a:pt x="0" y="126834"/>
                </a:lnTo>
                <a:cubicBezTo>
                  <a:pt x="4974" y="123502"/>
                  <a:pt x="8668" y="120266"/>
                  <a:pt x="11083" y="117128"/>
                </a:cubicBezTo>
                <a:cubicBezTo>
                  <a:pt x="14318" y="112781"/>
                  <a:pt x="16877" y="107228"/>
                  <a:pt x="18761" y="100468"/>
                </a:cubicBezTo>
                <a:cubicBezTo>
                  <a:pt x="21079" y="92017"/>
                  <a:pt x="22238" y="80186"/>
                  <a:pt x="22238" y="64974"/>
                </a:cubicBezTo>
                <a:cubicBezTo>
                  <a:pt x="22238" y="50729"/>
                  <a:pt x="21199" y="39622"/>
                  <a:pt x="19123" y="31654"/>
                </a:cubicBezTo>
                <a:cubicBezTo>
                  <a:pt x="16998" y="23783"/>
                  <a:pt x="14125" y="17409"/>
                  <a:pt x="10503" y="12531"/>
                </a:cubicBezTo>
                <a:cubicBezTo>
                  <a:pt x="7944" y="9151"/>
                  <a:pt x="4443" y="6181"/>
                  <a:pt x="0" y="3622"/>
                </a:cubicBezTo>
                <a:lnTo>
                  <a:pt x="0" y="0"/>
                </a:lnTo>
                <a:cubicBezTo>
                  <a:pt x="11638" y="3911"/>
                  <a:pt x="21513" y="11879"/>
                  <a:pt x="29626" y="23904"/>
                </a:cubicBezTo>
                <a:cubicBezTo>
                  <a:pt x="37642" y="36024"/>
                  <a:pt x="41674" y="49884"/>
                  <a:pt x="41723" y="65481"/>
                </a:cubicBezTo>
                <a:cubicBezTo>
                  <a:pt x="41674" y="80934"/>
                  <a:pt x="37642" y="94576"/>
                  <a:pt x="29626" y="106407"/>
                </a:cubicBezTo>
                <a:cubicBezTo>
                  <a:pt x="21513" y="118383"/>
                  <a:pt x="11638" y="126303"/>
                  <a:pt x="0" y="130166"/>
                </a:cubicBezTo>
                <a:close/>
                <a:moveTo>
                  <a:pt x="82634" y="2245"/>
                </a:moveTo>
                <a:lnTo>
                  <a:pt x="82634" y="66858"/>
                </a:lnTo>
                <a:lnTo>
                  <a:pt x="98352" y="51429"/>
                </a:lnTo>
                <a:cubicBezTo>
                  <a:pt x="101588" y="48338"/>
                  <a:pt x="103616" y="46069"/>
                  <a:pt x="104437" y="44620"/>
                </a:cubicBezTo>
                <a:cubicBezTo>
                  <a:pt x="105209" y="43268"/>
                  <a:pt x="105596" y="41916"/>
                  <a:pt x="105596" y="40564"/>
                </a:cubicBezTo>
                <a:cubicBezTo>
                  <a:pt x="105596" y="39260"/>
                  <a:pt x="105065" y="38173"/>
                  <a:pt x="104002" y="37304"/>
                </a:cubicBezTo>
                <a:cubicBezTo>
                  <a:pt x="102891" y="36435"/>
                  <a:pt x="100815" y="35807"/>
                  <a:pt x="97773" y="35421"/>
                </a:cubicBezTo>
                <a:lnTo>
                  <a:pt x="97773" y="32741"/>
                </a:lnTo>
                <a:lnTo>
                  <a:pt x="128123" y="32741"/>
                </a:lnTo>
                <a:lnTo>
                  <a:pt x="128123" y="35421"/>
                </a:lnTo>
                <a:cubicBezTo>
                  <a:pt x="125226" y="35566"/>
                  <a:pt x="122690" y="36242"/>
                  <a:pt x="120517" y="37449"/>
                </a:cubicBezTo>
                <a:cubicBezTo>
                  <a:pt x="118296" y="38753"/>
                  <a:pt x="114047" y="42471"/>
                  <a:pt x="107769" y="48604"/>
                </a:cubicBezTo>
                <a:lnTo>
                  <a:pt x="100380" y="55847"/>
                </a:lnTo>
                <a:lnTo>
                  <a:pt x="116316" y="79172"/>
                </a:lnTo>
                <a:cubicBezTo>
                  <a:pt x="122690" y="88685"/>
                  <a:pt x="126505" y="93997"/>
                  <a:pt x="127761" y="95107"/>
                </a:cubicBezTo>
                <a:cubicBezTo>
                  <a:pt x="129354" y="96797"/>
                  <a:pt x="131431" y="97715"/>
                  <a:pt x="133990" y="97860"/>
                </a:cubicBezTo>
                <a:lnTo>
                  <a:pt x="133990" y="100468"/>
                </a:lnTo>
                <a:lnTo>
                  <a:pt x="99004" y="100468"/>
                </a:lnTo>
                <a:lnTo>
                  <a:pt x="99004" y="97860"/>
                </a:lnTo>
                <a:cubicBezTo>
                  <a:pt x="100501" y="97860"/>
                  <a:pt x="101636" y="97570"/>
                  <a:pt x="102409" y="96991"/>
                </a:cubicBezTo>
                <a:cubicBezTo>
                  <a:pt x="103036" y="96411"/>
                  <a:pt x="103374" y="95783"/>
                  <a:pt x="103423" y="95107"/>
                </a:cubicBezTo>
                <a:cubicBezTo>
                  <a:pt x="103423" y="94045"/>
                  <a:pt x="102409" y="91993"/>
                  <a:pt x="100380" y="88950"/>
                </a:cubicBezTo>
                <a:lnTo>
                  <a:pt x="86980" y="69320"/>
                </a:lnTo>
                <a:lnTo>
                  <a:pt x="82634" y="73594"/>
                </a:lnTo>
                <a:lnTo>
                  <a:pt x="82634" y="85763"/>
                </a:lnTo>
                <a:cubicBezTo>
                  <a:pt x="82634" y="90979"/>
                  <a:pt x="83117" y="94190"/>
                  <a:pt x="84083" y="95397"/>
                </a:cubicBezTo>
                <a:cubicBezTo>
                  <a:pt x="85000" y="96701"/>
                  <a:pt x="86980" y="97522"/>
                  <a:pt x="90022" y="97860"/>
                </a:cubicBezTo>
                <a:lnTo>
                  <a:pt x="90022" y="100468"/>
                </a:lnTo>
                <a:lnTo>
                  <a:pt x="55036" y="100468"/>
                </a:lnTo>
                <a:lnTo>
                  <a:pt x="55036" y="97860"/>
                </a:lnTo>
                <a:cubicBezTo>
                  <a:pt x="57837" y="97570"/>
                  <a:pt x="59865" y="96653"/>
                  <a:pt x="61121" y="95107"/>
                </a:cubicBezTo>
                <a:cubicBezTo>
                  <a:pt x="61893" y="94045"/>
                  <a:pt x="62304" y="90930"/>
                  <a:pt x="62352" y="85763"/>
                </a:cubicBezTo>
                <a:lnTo>
                  <a:pt x="62352" y="16950"/>
                </a:lnTo>
                <a:cubicBezTo>
                  <a:pt x="62352" y="11831"/>
                  <a:pt x="61893" y="8644"/>
                  <a:pt x="60976" y="7388"/>
                </a:cubicBezTo>
                <a:cubicBezTo>
                  <a:pt x="59962" y="6181"/>
                  <a:pt x="57982" y="5360"/>
                  <a:pt x="55036" y="4926"/>
                </a:cubicBezTo>
                <a:lnTo>
                  <a:pt x="55036" y="2245"/>
                </a:lnTo>
                <a:lnTo>
                  <a:pt x="82634" y="2245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·">
            <a:extLst xmlns:a="http://schemas.openxmlformats.org/drawingml/2006/main">
              <a:ext uri="{FF2B5EF4-FFF2-40B4-BE49-F238E27FC236}">
                <a16:creationId xmlns:a16="http://schemas.microsoft.com/office/drawing/2014/main" id="{A5E76C89-2C74-403A-9465-8D8424C3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529" y="2787490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·">
            <a:extLst xmlns:a="http://schemas.openxmlformats.org/drawingml/2006/main">
              <a:ext uri="{FF2B5EF4-FFF2-40B4-BE49-F238E27FC236}">
                <a16:creationId xmlns:a16="http://schemas.microsoft.com/office/drawing/2014/main" id="{F4C23948-D512-4C2F-82CA-63CBA024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529" y="2909876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·">
            <a:extLst xmlns:a="http://schemas.openxmlformats.org/drawingml/2006/main">
              <a:ext uri="{FF2B5EF4-FFF2-40B4-BE49-F238E27FC236}">
                <a16:creationId xmlns:a16="http://schemas.microsoft.com/office/drawing/2014/main" id="{E6F91849-550D-4DA3-8751-8F6DED4B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529" y="3032263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···">
            <a:extLst xmlns:a="http://schemas.openxmlformats.org/drawingml/2006/main">
              <a:ext uri="{FF2B5EF4-FFF2-40B4-BE49-F238E27FC236}">
                <a16:creationId xmlns:a16="http://schemas.microsoft.com/office/drawing/2014/main" id="{0192F37F-AC0F-45F2-BCD8-277FAD19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168" y="2404287"/>
            <a:ext cx="176075" cy="27623"/>
          </a:xfrm>
          <a:custGeom xmlns:a="http://schemas.openxmlformats.org/drawingml/2006/main">
            <a:pathLst>
              <a:path w="176075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  <a:moveTo>
                  <a:pt x="88038" y="0"/>
                </a:moveTo>
                <a:cubicBezTo>
                  <a:pt x="91889" y="70"/>
                  <a:pt x="95180" y="1400"/>
                  <a:pt x="97911" y="3991"/>
                </a:cubicBezTo>
                <a:cubicBezTo>
                  <a:pt x="100501" y="6722"/>
                  <a:pt x="101832" y="9978"/>
                  <a:pt x="101902" y="13759"/>
                </a:cubicBezTo>
                <a:cubicBezTo>
                  <a:pt x="101902" y="17680"/>
                  <a:pt x="100536" y="20936"/>
                  <a:pt x="97806" y="23527"/>
                </a:cubicBezTo>
                <a:cubicBezTo>
                  <a:pt x="95075" y="26258"/>
                  <a:pt x="91819" y="27623"/>
                  <a:pt x="88038" y="27623"/>
                </a:cubicBezTo>
                <a:cubicBezTo>
                  <a:pt x="84117" y="27623"/>
                  <a:pt x="80861" y="26258"/>
                  <a:pt x="78270" y="23527"/>
                </a:cubicBezTo>
                <a:cubicBezTo>
                  <a:pt x="75539" y="20936"/>
                  <a:pt x="74174" y="17680"/>
                  <a:pt x="74174" y="13759"/>
                </a:cubicBezTo>
                <a:cubicBezTo>
                  <a:pt x="74174" y="9978"/>
                  <a:pt x="75539" y="6722"/>
                  <a:pt x="78270" y="3991"/>
                </a:cubicBezTo>
                <a:cubicBezTo>
                  <a:pt x="80861" y="1400"/>
                  <a:pt x="84117" y="70"/>
                  <a:pt x="88038" y="0"/>
                </a:cubicBezTo>
                <a:close/>
                <a:moveTo>
                  <a:pt x="162211" y="0"/>
                </a:moveTo>
                <a:cubicBezTo>
                  <a:pt x="166062" y="70"/>
                  <a:pt x="169353" y="1400"/>
                  <a:pt x="172084" y="3991"/>
                </a:cubicBezTo>
                <a:cubicBezTo>
                  <a:pt x="174675" y="6722"/>
                  <a:pt x="176005" y="9978"/>
                  <a:pt x="176075" y="13759"/>
                </a:cubicBezTo>
                <a:cubicBezTo>
                  <a:pt x="176075" y="17680"/>
                  <a:pt x="174710" y="20936"/>
                  <a:pt x="171979" y="23527"/>
                </a:cubicBezTo>
                <a:cubicBezTo>
                  <a:pt x="169248" y="26258"/>
                  <a:pt x="165992" y="27623"/>
                  <a:pt x="162211" y="27623"/>
                </a:cubicBezTo>
                <a:cubicBezTo>
                  <a:pt x="158290" y="27623"/>
                  <a:pt x="155034" y="26258"/>
                  <a:pt x="152443" y="23527"/>
                </a:cubicBezTo>
                <a:cubicBezTo>
                  <a:pt x="149713" y="20936"/>
                  <a:pt x="148347" y="17680"/>
                  <a:pt x="148347" y="13759"/>
                </a:cubicBezTo>
                <a:cubicBezTo>
                  <a:pt x="148347" y="9978"/>
                  <a:pt x="149713" y="6722"/>
                  <a:pt x="152443" y="3991"/>
                </a:cubicBezTo>
                <a:cubicBezTo>
                  <a:pt x="155034" y="1400"/>
                  <a:pt x="158290" y="70"/>
                  <a:pt x="162211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f">
            <a:extLst xmlns:a="http://schemas.openxmlformats.org/drawingml/2006/main">
              <a:ext uri="{FF2B5EF4-FFF2-40B4-BE49-F238E27FC236}">
                <a16:creationId xmlns:a16="http://schemas.microsoft.com/office/drawing/2014/main" id="{62481CA7-771A-4518-B0D3-25D03E8E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146" y="2327451"/>
            <a:ext cx="80664" cy="145678"/>
          </a:xfrm>
          <a:custGeom xmlns:a="http://schemas.openxmlformats.org/drawingml/2006/main">
            <a:pathLst>
              <a:path w="80664" h="145678">
                <a:moveTo>
                  <a:pt x="43378" y="57767"/>
                </a:moveTo>
                <a:lnTo>
                  <a:pt x="43378" y="125932"/>
                </a:lnTo>
                <a:cubicBezTo>
                  <a:pt x="43378" y="132584"/>
                  <a:pt x="44078" y="136715"/>
                  <a:pt x="45478" y="138326"/>
                </a:cubicBezTo>
                <a:cubicBezTo>
                  <a:pt x="47649" y="140986"/>
                  <a:pt x="51780" y="142177"/>
                  <a:pt x="57872" y="141897"/>
                </a:cubicBezTo>
                <a:lnTo>
                  <a:pt x="57872" y="145678"/>
                </a:lnTo>
                <a:lnTo>
                  <a:pt x="0" y="145678"/>
                </a:lnTo>
                <a:lnTo>
                  <a:pt x="0" y="141897"/>
                </a:lnTo>
                <a:cubicBezTo>
                  <a:pt x="4411" y="141827"/>
                  <a:pt x="7562" y="141302"/>
                  <a:pt x="9453" y="140321"/>
                </a:cubicBezTo>
                <a:cubicBezTo>
                  <a:pt x="11203" y="139411"/>
                  <a:pt x="12464" y="138116"/>
                  <a:pt x="13234" y="136435"/>
                </a:cubicBezTo>
                <a:cubicBezTo>
                  <a:pt x="13934" y="134825"/>
                  <a:pt x="14284" y="131324"/>
                  <a:pt x="14284" y="125932"/>
                </a:cubicBezTo>
                <a:lnTo>
                  <a:pt x="14284" y="57767"/>
                </a:lnTo>
                <a:lnTo>
                  <a:pt x="0" y="57767"/>
                </a:lnTo>
                <a:lnTo>
                  <a:pt x="0" y="47474"/>
                </a:lnTo>
                <a:lnTo>
                  <a:pt x="14284" y="47474"/>
                </a:lnTo>
                <a:lnTo>
                  <a:pt x="14284" y="40227"/>
                </a:lnTo>
                <a:lnTo>
                  <a:pt x="14179" y="35290"/>
                </a:lnTo>
                <a:cubicBezTo>
                  <a:pt x="14109" y="25207"/>
                  <a:pt x="17820" y="16805"/>
                  <a:pt x="25312" y="10083"/>
                </a:cubicBezTo>
                <a:cubicBezTo>
                  <a:pt x="32665" y="3361"/>
                  <a:pt x="42643" y="0"/>
                  <a:pt x="55246" y="0"/>
                </a:cubicBezTo>
                <a:cubicBezTo>
                  <a:pt x="63859" y="0"/>
                  <a:pt x="70266" y="1610"/>
                  <a:pt x="74467" y="4831"/>
                </a:cubicBezTo>
                <a:cubicBezTo>
                  <a:pt x="78528" y="8122"/>
                  <a:pt x="80594" y="11693"/>
                  <a:pt x="80664" y="15545"/>
                </a:cubicBezTo>
                <a:cubicBezTo>
                  <a:pt x="80664" y="18695"/>
                  <a:pt x="79368" y="21426"/>
                  <a:pt x="76778" y="23737"/>
                </a:cubicBezTo>
                <a:cubicBezTo>
                  <a:pt x="74117" y="26048"/>
                  <a:pt x="70686" y="27203"/>
                  <a:pt x="66485" y="27203"/>
                </a:cubicBezTo>
                <a:cubicBezTo>
                  <a:pt x="62773" y="27203"/>
                  <a:pt x="59903" y="26258"/>
                  <a:pt x="57872" y="24367"/>
                </a:cubicBezTo>
                <a:cubicBezTo>
                  <a:pt x="55631" y="22477"/>
                  <a:pt x="54546" y="20376"/>
                  <a:pt x="54616" y="18065"/>
                </a:cubicBezTo>
                <a:cubicBezTo>
                  <a:pt x="54616" y="17505"/>
                  <a:pt x="54826" y="16210"/>
                  <a:pt x="55246" y="14179"/>
                </a:cubicBezTo>
                <a:cubicBezTo>
                  <a:pt x="55526" y="13059"/>
                  <a:pt x="55666" y="11939"/>
                  <a:pt x="55666" y="10818"/>
                </a:cubicBezTo>
                <a:cubicBezTo>
                  <a:pt x="55666" y="9418"/>
                  <a:pt x="55246" y="8332"/>
                  <a:pt x="54406" y="7562"/>
                </a:cubicBezTo>
                <a:cubicBezTo>
                  <a:pt x="53216" y="6512"/>
                  <a:pt x="51850" y="5987"/>
                  <a:pt x="50310" y="5987"/>
                </a:cubicBezTo>
                <a:cubicBezTo>
                  <a:pt x="48279" y="5987"/>
                  <a:pt x="46599" y="6827"/>
                  <a:pt x="45268" y="8508"/>
                </a:cubicBezTo>
                <a:cubicBezTo>
                  <a:pt x="43868" y="10258"/>
                  <a:pt x="43168" y="12954"/>
                  <a:pt x="43168" y="16595"/>
                </a:cubicBezTo>
                <a:lnTo>
                  <a:pt x="43378" y="34975"/>
                </a:lnTo>
                <a:lnTo>
                  <a:pt x="43378" y="47474"/>
                </a:lnTo>
                <a:lnTo>
                  <a:pt x="57872" y="47474"/>
                </a:lnTo>
                <a:lnTo>
                  <a:pt x="57872" y="57767"/>
                </a:lnTo>
                <a:lnTo>
                  <a:pt x="43378" y="5776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(n+1)1">
            <a:extLst xmlns:a="http://schemas.openxmlformats.org/drawingml/2006/main">
              <a:ext uri="{FF2B5EF4-FFF2-40B4-BE49-F238E27FC236}">
                <a16:creationId xmlns:a16="http://schemas.microsoft.com/office/drawing/2014/main" id="{4AFD302D-5F9F-427D-8389-C9282F2F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327" y="2401056"/>
            <a:ext cx="390643" cy="130166"/>
          </a:xfrm>
          <a:custGeom xmlns:a="http://schemas.openxmlformats.org/drawingml/2006/main">
            <a:pathLst>
              <a:path w="390643" h="130166">
                <a:moveTo>
                  <a:pt x="41723" y="0"/>
                </a:moveTo>
                <a:lnTo>
                  <a:pt x="41723" y="3332"/>
                </a:lnTo>
                <a:cubicBezTo>
                  <a:pt x="36700" y="6664"/>
                  <a:pt x="33006" y="9875"/>
                  <a:pt x="30640" y="12966"/>
                </a:cubicBezTo>
                <a:cubicBezTo>
                  <a:pt x="27308" y="17312"/>
                  <a:pt x="24749" y="22889"/>
                  <a:pt x="22962" y="29698"/>
                </a:cubicBezTo>
                <a:cubicBezTo>
                  <a:pt x="20644" y="38197"/>
                  <a:pt x="19485" y="50004"/>
                  <a:pt x="19485" y="65119"/>
                </a:cubicBezTo>
                <a:cubicBezTo>
                  <a:pt x="19485" y="79461"/>
                  <a:pt x="20547" y="90568"/>
                  <a:pt x="22672" y="98439"/>
                </a:cubicBezTo>
                <a:cubicBezTo>
                  <a:pt x="24749" y="106407"/>
                  <a:pt x="27598" y="112806"/>
                  <a:pt x="31220" y="117635"/>
                </a:cubicBezTo>
                <a:cubicBezTo>
                  <a:pt x="33731" y="121063"/>
                  <a:pt x="37232" y="124033"/>
                  <a:pt x="41723" y="126544"/>
                </a:cubicBezTo>
                <a:lnTo>
                  <a:pt x="41723" y="130166"/>
                </a:lnTo>
                <a:cubicBezTo>
                  <a:pt x="30036" y="126303"/>
                  <a:pt x="20185" y="118311"/>
                  <a:pt x="12169" y="106190"/>
                </a:cubicBezTo>
                <a:cubicBezTo>
                  <a:pt x="4056" y="94166"/>
                  <a:pt x="0" y="80331"/>
                  <a:pt x="0" y="64685"/>
                </a:cubicBezTo>
                <a:cubicBezTo>
                  <a:pt x="0" y="49280"/>
                  <a:pt x="4032" y="35590"/>
                  <a:pt x="12097" y="23614"/>
                </a:cubicBezTo>
                <a:cubicBezTo>
                  <a:pt x="20113" y="11734"/>
                  <a:pt x="29988" y="3863"/>
                  <a:pt x="41723" y="0"/>
                </a:cubicBezTo>
                <a:close/>
                <a:moveTo>
                  <a:pt x="78650" y="32741"/>
                </a:moveTo>
                <a:lnTo>
                  <a:pt x="78650" y="41505"/>
                </a:lnTo>
                <a:cubicBezTo>
                  <a:pt x="82127" y="37739"/>
                  <a:pt x="85459" y="34986"/>
                  <a:pt x="88646" y="33248"/>
                </a:cubicBezTo>
                <a:cubicBezTo>
                  <a:pt x="91785" y="31606"/>
                  <a:pt x="95214" y="30761"/>
                  <a:pt x="98932" y="30712"/>
                </a:cubicBezTo>
                <a:cubicBezTo>
                  <a:pt x="103326" y="30761"/>
                  <a:pt x="106972" y="31968"/>
                  <a:pt x="109870" y="34334"/>
                </a:cubicBezTo>
                <a:cubicBezTo>
                  <a:pt x="112767" y="36797"/>
                  <a:pt x="114699" y="39839"/>
                  <a:pt x="115664" y="43461"/>
                </a:cubicBezTo>
                <a:cubicBezTo>
                  <a:pt x="116437" y="46214"/>
                  <a:pt x="116823" y="51501"/>
                  <a:pt x="116823" y="59324"/>
                </a:cubicBezTo>
                <a:lnTo>
                  <a:pt x="116823" y="85691"/>
                </a:lnTo>
                <a:cubicBezTo>
                  <a:pt x="116823" y="90954"/>
                  <a:pt x="117306" y="94190"/>
                  <a:pt x="118272" y="95397"/>
                </a:cubicBezTo>
                <a:cubicBezTo>
                  <a:pt x="119190" y="96701"/>
                  <a:pt x="121145" y="97522"/>
                  <a:pt x="124139" y="97860"/>
                </a:cubicBezTo>
                <a:lnTo>
                  <a:pt x="124139" y="100468"/>
                </a:lnTo>
                <a:lnTo>
                  <a:pt x="89877" y="100468"/>
                </a:lnTo>
                <a:lnTo>
                  <a:pt x="89877" y="97860"/>
                </a:lnTo>
                <a:cubicBezTo>
                  <a:pt x="92389" y="97570"/>
                  <a:pt x="94224" y="96508"/>
                  <a:pt x="95383" y="94673"/>
                </a:cubicBezTo>
                <a:cubicBezTo>
                  <a:pt x="96155" y="93465"/>
                  <a:pt x="96542" y="90471"/>
                  <a:pt x="96542" y="85691"/>
                </a:cubicBezTo>
                <a:lnTo>
                  <a:pt x="96542" y="55558"/>
                </a:lnTo>
                <a:cubicBezTo>
                  <a:pt x="96542" y="50004"/>
                  <a:pt x="96324" y="46503"/>
                  <a:pt x="95890" y="45055"/>
                </a:cubicBezTo>
                <a:cubicBezTo>
                  <a:pt x="95455" y="43606"/>
                  <a:pt x="94731" y="42471"/>
                  <a:pt x="93717" y="41650"/>
                </a:cubicBezTo>
                <a:cubicBezTo>
                  <a:pt x="92606" y="40878"/>
                  <a:pt x="91447" y="40491"/>
                  <a:pt x="90240" y="40491"/>
                </a:cubicBezTo>
                <a:cubicBezTo>
                  <a:pt x="86038" y="40491"/>
                  <a:pt x="82175" y="43461"/>
                  <a:pt x="78650" y="49401"/>
                </a:cubicBezTo>
                <a:lnTo>
                  <a:pt x="78650" y="85691"/>
                </a:lnTo>
                <a:cubicBezTo>
                  <a:pt x="78650" y="90761"/>
                  <a:pt x="79133" y="93972"/>
                  <a:pt x="80099" y="95325"/>
                </a:cubicBezTo>
                <a:cubicBezTo>
                  <a:pt x="81016" y="96725"/>
                  <a:pt x="82755" y="97570"/>
                  <a:pt x="85314" y="97860"/>
                </a:cubicBezTo>
                <a:lnTo>
                  <a:pt x="85314" y="100468"/>
                </a:lnTo>
                <a:lnTo>
                  <a:pt x="51052" y="100468"/>
                </a:lnTo>
                <a:lnTo>
                  <a:pt x="51052" y="97860"/>
                </a:lnTo>
                <a:cubicBezTo>
                  <a:pt x="53853" y="97570"/>
                  <a:pt x="55881" y="96653"/>
                  <a:pt x="57137" y="95107"/>
                </a:cubicBezTo>
                <a:cubicBezTo>
                  <a:pt x="57909" y="94045"/>
                  <a:pt x="58320" y="90906"/>
                  <a:pt x="58368" y="85691"/>
                </a:cubicBezTo>
                <a:lnTo>
                  <a:pt x="58368" y="47445"/>
                </a:lnTo>
                <a:cubicBezTo>
                  <a:pt x="58368" y="42326"/>
                  <a:pt x="57909" y="39139"/>
                  <a:pt x="56992" y="37884"/>
                </a:cubicBezTo>
                <a:cubicBezTo>
                  <a:pt x="55978" y="36676"/>
                  <a:pt x="53998" y="35855"/>
                  <a:pt x="51052" y="35421"/>
                </a:cubicBezTo>
                <a:lnTo>
                  <a:pt x="51052" y="32741"/>
                </a:lnTo>
                <a:lnTo>
                  <a:pt x="78650" y="32741"/>
                </a:lnTo>
                <a:close/>
                <a:moveTo>
                  <a:pt x="123053" y="46576"/>
                </a:moveTo>
                <a:lnTo>
                  <a:pt x="157894" y="46576"/>
                </a:lnTo>
                <a:lnTo>
                  <a:pt x="157894" y="11807"/>
                </a:lnTo>
                <a:lnTo>
                  <a:pt x="167383" y="11807"/>
                </a:lnTo>
                <a:lnTo>
                  <a:pt x="167383" y="46576"/>
                </a:lnTo>
                <a:lnTo>
                  <a:pt x="202224" y="46576"/>
                </a:lnTo>
                <a:lnTo>
                  <a:pt x="202224" y="56137"/>
                </a:lnTo>
                <a:lnTo>
                  <a:pt x="167383" y="56137"/>
                </a:lnTo>
                <a:lnTo>
                  <a:pt x="167383" y="90616"/>
                </a:lnTo>
                <a:lnTo>
                  <a:pt x="157894" y="90616"/>
                </a:lnTo>
                <a:lnTo>
                  <a:pt x="157894" y="56137"/>
                </a:lnTo>
                <a:lnTo>
                  <a:pt x="123053" y="56137"/>
                </a:lnTo>
                <a:lnTo>
                  <a:pt x="123053" y="46576"/>
                </a:lnTo>
                <a:close/>
                <a:moveTo>
                  <a:pt x="250060" y="217"/>
                </a:moveTo>
                <a:lnTo>
                  <a:pt x="250060" y="80548"/>
                </a:lnTo>
                <a:cubicBezTo>
                  <a:pt x="250060" y="86584"/>
                  <a:pt x="250326" y="90423"/>
                  <a:pt x="250857" y="92065"/>
                </a:cubicBezTo>
                <a:cubicBezTo>
                  <a:pt x="251340" y="93755"/>
                  <a:pt x="252451" y="95131"/>
                  <a:pt x="254189" y="96194"/>
                </a:cubicBezTo>
                <a:cubicBezTo>
                  <a:pt x="255831" y="97305"/>
                  <a:pt x="258535" y="97836"/>
                  <a:pt x="262302" y="97787"/>
                </a:cubicBezTo>
                <a:lnTo>
                  <a:pt x="264547" y="97787"/>
                </a:lnTo>
                <a:lnTo>
                  <a:pt x="264547" y="100468"/>
                </a:lnTo>
                <a:lnTo>
                  <a:pt x="212829" y="100468"/>
                </a:lnTo>
                <a:lnTo>
                  <a:pt x="212829" y="97787"/>
                </a:lnTo>
                <a:lnTo>
                  <a:pt x="215436" y="97787"/>
                </a:lnTo>
                <a:cubicBezTo>
                  <a:pt x="219589" y="97787"/>
                  <a:pt x="222583" y="97305"/>
                  <a:pt x="224418" y="96339"/>
                </a:cubicBezTo>
                <a:cubicBezTo>
                  <a:pt x="226157" y="95421"/>
                  <a:pt x="227364" y="94093"/>
                  <a:pt x="228040" y="92355"/>
                </a:cubicBezTo>
                <a:cubicBezTo>
                  <a:pt x="228668" y="90713"/>
                  <a:pt x="228982" y="86777"/>
                  <a:pt x="228982" y="80548"/>
                </a:cubicBezTo>
                <a:lnTo>
                  <a:pt x="228982" y="29626"/>
                </a:lnTo>
                <a:cubicBezTo>
                  <a:pt x="228982" y="25087"/>
                  <a:pt x="228764" y="22238"/>
                  <a:pt x="228330" y="21079"/>
                </a:cubicBezTo>
                <a:cubicBezTo>
                  <a:pt x="227895" y="20016"/>
                  <a:pt x="227098" y="19050"/>
                  <a:pt x="225940" y="18181"/>
                </a:cubicBezTo>
                <a:cubicBezTo>
                  <a:pt x="224684" y="17409"/>
                  <a:pt x="223308" y="17022"/>
                  <a:pt x="221811" y="17022"/>
                </a:cubicBezTo>
                <a:cubicBezTo>
                  <a:pt x="219348" y="17071"/>
                  <a:pt x="216354" y="17843"/>
                  <a:pt x="212829" y="19340"/>
                </a:cubicBezTo>
                <a:lnTo>
                  <a:pt x="211525" y="16733"/>
                </a:lnTo>
                <a:lnTo>
                  <a:pt x="247670" y="217"/>
                </a:lnTo>
                <a:lnTo>
                  <a:pt x="250060" y="217"/>
                </a:lnTo>
                <a:close/>
                <a:moveTo>
                  <a:pt x="277731" y="130166"/>
                </a:moveTo>
                <a:lnTo>
                  <a:pt x="277731" y="126834"/>
                </a:lnTo>
                <a:cubicBezTo>
                  <a:pt x="282705" y="123502"/>
                  <a:pt x="286399" y="120266"/>
                  <a:pt x="288813" y="117128"/>
                </a:cubicBezTo>
                <a:cubicBezTo>
                  <a:pt x="292049" y="112781"/>
                  <a:pt x="294608" y="107228"/>
                  <a:pt x="296491" y="100468"/>
                </a:cubicBezTo>
                <a:cubicBezTo>
                  <a:pt x="298809" y="92017"/>
                  <a:pt x="299968" y="80186"/>
                  <a:pt x="299968" y="64974"/>
                </a:cubicBezTo>
                <a:cubicBezTo>
                  <a:pt x="299968" y="50729"/>
                  <a:pt x="298930" y="39622"/>
                  <a:pt x="296853" y="31654"/>
                </a:cubicBezTo>
                <a:cubicBezTo>
                  <a:pt x="294729" y="23783"/>
                  <a:pt x="291855" y="17409"/>
                  <a:pt x="288234" y="12531"/>
                </a:cubicBezTo>
                <a:cubicBezTo>
                  <a:pt x="285674" y="9151"/>
                  <a:pt x="282173" y="6181"/>
                  <a:pt x="277731" y="3622"/>
                </a:cubicBezTo>
                <a:lnTo>
                  <a:pt x="277731" y="0"/>
                </a:lnTo>
                <a:cubicBezTo>
                  <a:pt x="289369" y="3911"/>
                  <a:pt x="299244" y="11879"/>
                  <a:pt x="307357" y="23904"/>
                </a:cubicBezTo>
                <a:cubicBezTo>
                  <a:pt x="315373" y="36024"/>
                  <a:pt x="319405" y="49884"/>
                  <a:pt x="319453" y="65481"/>
                </a:cubicBezTo>
                <a:cubicBezTo>
                  <a:pt x="319405" y="80934"/>
                  <a:pt x="315373" y="94576"/>
                  <a:pt x="307357" y="106407"/>
                </a:cubicBezTo>
                <a:cubicBezTo>
                  <a:pt x="299244" y="118383"/>
                  <a:pt x="289369" y="126303"/>
                  <a:pt x="277731" y="130166"/>
                </a:cubicBezTo>
                <a:close/>
                <a:moveTo>
                  <a:pt x="376156" y="217"/>
                </a:moveTo>
                <a:lnTo>
                  <a:pt x="376156" y="80548"/>
                </a:lnTo>
                <a:cubicBezTo>
                  <a:pt x="376156" y="86584"/>
                  <a:pt x="376421" y="90423"/>
                  <a:pt x="376952" y="92065"/>
                </a:cubicBezTo>
                <a:cubicBezTo>
                  <a:pt x="377435" y="93755"/>
                  <a:pt x="378546" y="95131"/>
                  <a:pt x="380284" y="96194"/>
                </a:cubicBezTo>
                <a:cubicBezTo>
                  <a:pt x="381926" y="97305"/>
                  <a:pt x="384630" y="97836"/>
                  <a:pt x="388397" y="97787"/>
                </a:cubicBezTo>
                <a:lnTo>
                  <a:pt x="390643" y="97787"/>
                </a:lnTo>
                <a:lnTo>
                  <a:pt x="390643" y="100468"/>
                </a:lnTo>
                <a:lnTo>
                  <a:pt x="338924" y="100468"/>
                </a:lnTo>
                <a:lnTo>
                  <a:pt x="338924" y="97787"/>
                </a:lnTo>
                <a:lnTo>
                  <a:pt x="341532" y="97787"/>
                </a:lnTo>
                <a:cubicBezTo>
                  <a:pt x="345684" y="97787"/>
                  <a:pt x="348678" y="97305"/>
                  <a:pt x="350513" y="96339"/>
                </a:cubicBezTo>
                <a:cubicBezTo>
                  <a:pt x="352252" y="95421"/>
                  <a:pt x="353459" y="94093"/>
                  <a:pt x="354135" y="92355"/>
                </a:cubicBezTo>
                <a:cubicBezTo>
                  <a:pt x="354763" y="90713"/>
                  <a:pt x="355077" y="86777"/>
                  <a:pt x="355077" y="80548"/>
                </a:cubicBezTo>
                <a:lnTo>
                  <a:pt x="355077" y="29626"/>
                </a:lnTo>
                <a:cubicBezTo>
                  <a:pt x="355077" y="25087"/>
                  <a:pt x="354860" y="22238"/>
                  <a:pt x="354425" y="21079"/>
                </a:cubicBezTo>
                <a:cubicBezTo>
                  <a:pt x="353990" y="20016"/>
                  <a:pt x="353194" y="19050"/>
                  <a:pt x="352035" y="18181"/>
                </a:cubicBezTo>
                <a:cubicBezTo>
                  <a:pt x="350779" y="17409"/>
                  <a:pt x="349403" y="17022"/>
                  <a:pt x="347906" y="17022"/>
                </a:cubicBezTo>
                <a:cubicBezTo>
                  <a:pt x="345443" y="17071"/>
                  <a:pt x="342449" y="17843"/>
                  <a:pt x="338924" y="19340"/>
                </a:cubicBezTo>
                <a:lnTo>
                  <a:pt x="337620" y="16733"/>
                </a:lnTo>
                <a:lnTo>
                  <a:pt x="373765" y="217"/>
                </a:lnTo>
                <a:lnTo>
                  <a:pt x="376156" y="21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f">
            <a:extLst xmlns:a="http://schemas.openxmlformats.org/drawingml/2006/main">
              <a:ext uri="{FF2B5EF4-FFF2-40B4-BE49-F238E27FC236}">
                <a16:creationId xmlns:a16="http://schemas.microsoft.com/office/drawing/2014/main" id="{99ACDF07-0650-44E1-BB04-2CFC4332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02" y="3254591"/>
            <a:ext cx="80664" cy="145678"/>
          </a:xfrm>
          <a:custGeom xmlns:a="http://schemas.openxmlformats.org/drawingml/2006/main">
            <a:pathLst>
              <a:path w="80664" h="145678">
                <a:moveTo>
                  <a:pt x="43378" y="57767"/>
                </a:moveTo>
                <a:lnTo>
                  <a:pt x="43378" y="125932"/>
                </a:lnTo>
                <a:cubicBezTo>
                  <a:pt x="43378" y="132584"/>
                  <a:pt x="44078" y="136715"/>
                  <a:pt x="45478" y="138326"/>
                </a:cubicBezTo>
                <a:cubicBezTo>
                  <a:pt x="47649" y="140986"/>
                  <a:pt x="51780" y="142177"/>
                  <a:pt x="57872" y="141897"/>
                </a:cubicBezTo>
                <a:lnTo>
                  <a:pt x="57872" y="145678"/>
                </a:lnTo>
                <a:lnTo>
                  <a:pt x="0" y="145678"/>
                </a:lnTo>
                <a:lnTo>
                  <a:pt x="0" y="141897"/>
                </a:lnTo>
                <a:cubicBezTo>
                  <a:pt x="4411" y="141827"/>
                  <a:pt x="7562" y="141302"/>
                  <a:pt x="9453" y="140321"/>
                </a:cubicBezTo>
                <a:cubicBezTo>
                  <a:pt x="11203" y="139411"/>
                  <a:pt x="12464" y="138116"/>
                  <a:pt x="13234" y="136435"/>
                </a:cubicBezTo>
                <a:cubicBezTo>
                  <a:pt x="13934" y="134825"/>
                  <a:pt x="14284" y="131324"/>
                  <a:pt x="14284" y="125932"/>
                </a:cubicBezTo>
                <a:lnTo>
                  <a:pt x="14284" y="57767"/>
                </a:lnTo>
                <a:lnTo>
                  <a:pt x="0" y="57767"/>
                </a:lnTo>
                <a:lnTo>
                  <a:pt x="0" y="47474"/>
                </a:lnTo>
                <a:lnTo>
                  <a:pt x="14284" y="47474"/>
                </a:lnTo>
                <a:lnTo>
                  <a:pt x="14284" y="40227"/>
                </a:lnTo>
                <a:lnTo>
                  <a:pt x="14179" y="35290"/>
                </a:lnTo>
                <a:cubicBezTo>
                  <a:pt x="14109" y="25207"/>
                  <a:pt x="17820" y="16805"/>
                  <a:pt x="25312" y="10083"/>
                </a:cubicBezTo>
                <a:cubicBezTo>
                  <a:pt x="32665" y="3361"/>
                  <a:pt x="42643" y="0"/>
                  <a:pt x="55246" y="0"/>
                </a:cubicBezTo>
                <a:cubicBezTo>
                  <a:pt x="63859" y="0"/>
                  <a:pt x="70266" y="1610"/>
                  <a:pt x="74467" y="4831"/>
                </a:cubicBezTo>
                <a:cubicBezTo>
                  <a:pt x="78528" y="8122"/>
                  <a:pt x="80594" y="11693"/>
                  <a:pt x="80664" y="15545"/>
                </a:cubicBezTo>
                <a:cubicBezTo>
                  <a:pt x="80664" y="18695"/>
                  <a:pt x="79368" y="21426"/>
                  <a:pt x="76778" y="23737"/>
                </a:cubicBezTo>
                <a:cubicBezTo>
                  <a:pt x="74117" y="26048"/>
                  <a:pt x="70686" y="27203"/>
                  <a:pt x="66485" y="27203"/>
                </a:cubicBezTo>
                <a:cubicBezTo>
                  <a:pt x="62773" y="27203"/>
                  <a:pt x="59903" y="26258"/>
                  <a:pt x="57872" y="24367"/>
                </a:cubicBezTo>
                <a:cubicBezTo>
                  <a:pt x="55631" y="22477"/>
                  <a:pt x="54546" y="20376"/>
                  <a:pt x="54616" y="18065"/>
                </a:cubicBezTo>
                <a:cubicBezTo>
                  <a:pt x="54616" y="17505"/>
                  <a:pt x="54826" y="16210"/>
                  <a:pt x="55246" y="14179"/>
                </a:cubicBezTo>
                <a:cubicBezTo>
                  <a:pt x="55526" y="13059"/>
                  <a:pt x="55666" y="11939"/>
                  <a:pt x="55666" y="10818"/>
                </a:cubicBezTo>
                <a:cubicBezTo>
                  <a:pt x="55666" y="9418"/>
                  <a:pt x="55246" y="8332"/>
                  <a:pt x="54406" y="7562"/>
                </a:cubicBezTo>
                <a:cubicBezTo>
                  <a:pt x="53216" y="6512"/>
                  <a:pt x="51850" y="5987"/>
                  <a:pt x="50310" y="5987"/>
                </a:cubicBezTo>
                <a:cubicBezTo>
                  <a:pt x="48279" y="5987"/>
                  <a:pt x="46599" y="6827"/>
                  <a:pt x="45268" y="8508"/>
                </a:cubicBezTo>
                <a:cubicBezTo>
                  <a:pt x="43868" y="10258"/>
                  <a:pt x="43168" y="12954"/>
                  <a:pt x="43168" y="16595"/>
                </a:cubicBezTo>
                <a:lnTo>
                  <a:pt x="43378" y="34975"/>
                </a:lnTo>
                <a:lnTo>
                  <a:pt x="43378" y="47474"/>
                </a:lnTo>
                <a:lnTo>
                  <a:pt x="57872" y="47474"/>
                </a:lnTo>
                <a:lnTo>
                  <a:pt x="57872" y="57767"/>
                </a:lnTo>
                <a:lnTo>
                  <a:pt x="43378" y="5776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(n+m">
            <a:extLst xmlns:a="http://schemas.openxmlformats.org/drawingml/2006/main">
              <a:ext uri="{FF2B5EF4-FFF2-40B4-BE49-F238E27FC236}">
                <a16:creationId xmlns:a16="http://schemas.microsoft.com/office/drawing/2014/main" id="{6B8F745D-B7E6-47C1-8200-5F445E07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783" y="3328196"/>
            <a:ext cx="321482" cy="130166"/>
          </a:xfrm>
          <a:custGeom xmlns:a="http://schemas.openxmlformats.org/drawingml/2006/main">
            <a:pathLst>
              <a:path w="321482" h="130166">
                <a:moveTo>
                  <a:pt x="41723" y="0"/>
                </a:moveTo>
                <a:lnTo>
                  <a:pt x="41723" y="3332"/>
                </a:lnTo>
                <a:cubicBezTo>
                  <a:pt x="36700" y="6664"/>
                  <a:pt x="33006" y="9875"/>
                  <a:pt x="30640" y="12966"/>
                </a:cubicBezTo>
                <a:cubicBezTo>
                  <a:pt x="27308" y="17312"/>
                  <a:pt x="24749" y="22889"/>
                  <a:pt x="22962" y="29698"/>
                </a:cubicBezTo>
                <a:cubicBezTo>
                  <a:pt x="20644" y="38197"/>
                  <a:pt x="19485" y="50004"/>
                  <a:pt x="19485" y="65119"/>
                </a:cubicBezTo>
                <a:cubicBezTo>
                  <a:pt x="19485" y="79461"/>
                  <a:pt x="20547" y="90568"/>
                  <a:pt x="22672" y="98439"/>
                </a:cubicBezTo>
                <a:cubicBezTo>
                  <a:pt x="24749" y="106407"/>
                  <a:pt x="27598" y="112806"/>
                  <a:pt x="31220" y="117635"/>
                </a:cubicBezTo>
                <a:cubicBezTo>
                  <a:pt x="33731" y="121063"/>
                  <a:pt x="37232" y="124033"/>
                  <a:pt x="41723" y="126544"/>
                </a:cubicBezTo>
                <a:lnTo>
                  <a:pt x="41723" y="130166"/>
                </a:lnTo>
                <a:cubicBezTo>
                  <a:pt x="30036" y="126303"/>
                  <a:pt x="20185" y="118311"/>
                  <a:pt x="12169" y="106190"/>
                </a:cubicBezTo>
                <a:cubicBezTo>
                  <a:pt x="4056" y="94166"/>
                  <a:pt x="0" y="80331"/>
                  <a:pt x="0" y="64685"/>
                </a:cubicBezTo>
                <a:cubicBezTo>
                  <a:pt x="0" y="49280"/>
                  <a:pt x="4032" y="35590"/>
                  <a:pt x="12097" y="23614"/>
                </a:cubicBezTo>
                <a:cubicBezTo>
                  <a:pt x="20113" y="11734"/>
                  <a:pt x="29988" y="3863"/>
                  <a:pt x="41723" y="0"/>
                </a:cubicBezTo>
                <a:close/>
                <a:moveTo>
                  <a:pt x="78650" y="32741"/>
                </a:moveTo>
                <a:lnTo>
                  <a:pt x="78650" y="41505"/>
                </a:lnTo>
                <a:cubicBezTo>
                  <a:pt x="82127" y="37739"/>
                  <a:pt x="85459" y="34986"/>
                  <a:pt x="88646" y="33248"/>
                </a:cubicBezTo>
                <a:cubicBezTo>
                  <a:pt x="91785" y="31606"/>
                  <a:pt x="95214" y="30761"/>
                  <a:pt x="98932" y="30712"/>
                </a:cubicBezTo>
                <a:cubicBezTo>
                  <a:pt x="103326" y="30761"/>
                  <a:pt x="106972" y="31968"/>
                  <a:pt x="109870" y="34334"/>
                </a:cubicBezTo>
                <a:cubicBezTo>
                  <a:pt x="112767" y="36797"/>
                  <a:pt x="114699" y="39839"/>
                  <a:pt x="115665" y="43461"/>
                </a:cubicBezTo>
                <a:cubicBezTo>
                  <a:pt x="116437" y="46214"/>
                  <a:pt x="116823" y="51501"/>
                  <a:pt x="116823" y="59324"/>
                </a:cubicBezTo>
                <a:lnTo>
                  <a:pt x="116823" y="85691"/>
                </a:lnTo>
                <a:cubicBezTo>
                  <a:pt x="116823" y="90954"/>
                  <a:pt x="117306" y="94190"/>
                  <a:pt x="118272" y="95397"/>
                </a:cubicBezTo>
                <a:cubicBezTo>
                  <a:pt x="119190" y="96701"/>
                  <a:pt x="121145" y="97522"/>
                  <a:pt x="124139" y="97860"/>
                </a:cubicBezTo>
                <a:lnTo>
                  <a:pt x="124139" y="100468"/>
                </a:lnTo>
                <a:lnTo>
                  <a:pt x="89878" y="100468"/>
                </a:lnTo>
                <a:lnTo>
                  <a:pt x="89878" y="97860"/>
                </a:lnTo>
                <a:cubicBezTo>
                  <a:pt x="92389" y="97570"/>
                  <a:pt x="94224" y="96508"/>
                  <a:pt x="95383" y="94673"/>
                </a:cubicBezTo>
                <a:cubicBezTo>
                  <a:pt x="96155" y="93465"/>
                  <a:pt x="96542" y="90471"/>
                  <a:pt x="96542" y="85691"/>
                </a:cubicBezTo>
                <a:lnTo>
                  <a:pt x="96542" y="55558"/>
                </a:lnTo>
                <a:cubicBezTo>
                  <a:pt x="96542" y="50004"/>
                  <a:pt x="96324" y="46503"/>
                  <a:pt x="95890" y="45055"/>
                </a:cubicBezTo>
                <a:cubicBezTo>
                  <a:pt x="95455" y="43606"/>
                  <a:pt x="94731" y="42471"/>
                  <a:pt x="93717" y="41650"/>
                </a:cubicBezTo>
                <a:cubicBezTo>
                  <a:pt x="92606" y="40878"/>
                  <a:pt x="91447" y="40491"/>
                  <a:pt x="90240" y="40491"/>
                </a:cubicBezTo>
                <a:cubicBezTo>
                  <a:pt x="86039" y="40491"/>
                  <a:pt x="82175" y="43461"/>
                  <a:pt x="78650" y="49401"/>
                </a:cubicBezTo>
                <a:lnTo>
                  <a:pt x="78650" y="85691"/>
                </a:lnTo>
                <a:cubicBezTo>
                  <a:pt x="78650" y="90761"/>
                  <a:pt x="79133" y="93972"/>
                  <a:pt x="80099" y="95325"/>
                </a:cubicBezTo>
                <a:cubicBezTo>
                  <a:pt x="81016" y="96725"/>
                  <a:pt x="82755" y="97570"/>
                  <a:pt x="85314" y="97860"/>
                </a:cubicBezTo>
                <a:lnTo>
                  <a:pt x="85314" y="100468"/>
                </a:lnTo>
                <a:lnTo>
                  <a:pt x="51052" y="100468"/>
                </a:lnTo>
                <a:lnTo>
                  <a:pt x="51052" y="97860"/>
                </a:lnTo>
                <a:cubicBezTo>
                  <a:pt x="53853" y="97570"/>
                  <a:pt x="55881" y="96653"/>
                  <a:pt x="57137" y="95107"/>
                </a:cubicBezTo>
                <a:cubicBezTo>
                  <a:pt x="57910" y="94045"/>
                  <a:pt x="58320" y="90906"/>
                  <a:pt x="58368" y="85691"/>
                </a:cubicBezTo>
                <a:lnTo>
                  <a:pt x="58368" y="47445"/>
                </a:lnTo>
                <a:cubicBezTo>
                  <a:pt x="58368" y="42326"/>
                  <a:pt x="57910" y="39139"/>
                  <a:pt x="56992" y="37884"/>
                </a:cubicBezTo>
                <a:cubicBezTo>
                  <a:pt x="55978" y="36676"/>
                  <a:pt x="53998" y="35855"/>
                  <a:pt x="51052" y="35421"/>
                </a:cubicBezTo>
                <a:lnTo>
                  <a:pt x="51052" y="32741"/>
                </a:lnTo>
                <a:lnTo>
                  <a:pt x="78650" y="32741"/>
                </a:lnTo>
                <a:close/>
                <a:moveTo>
                  <a:pt x="123053" y="46576"/>
                </a:moveTo>
                <a:lnTo>
                  <a:pt x="157894" y="46576"/>
                </a:lnTo>
                <a:lnTo>
                  <a:pt x="157894" y="11807"/>
                </a:lnTo>
                <a:lnTo>
                  <a:pt x="167383" y="11807"/>
                </a:lnTo>
                <a:lnTo>
                  <a:pt x="167383" y="46576"/>
                </a:lnTo>
                <a:lnTo>
                  <a:pt x="202224" y="46576"/>
                </a:lnTo>
                <a:lnTo>
                  <a:pt x="202224" y="56137"/>
                </a:lnTo>
                <a:lnTo>
                  <a:pt x="167383" y="56137"/>
                </a:lnTo>
                <a:lnTo>
                  <a:pt x="167383" y="90616"/>
                </a:lnTo>
                <a:lnTo>
                  <a:pt x="157894" y="90616"/>
                </a:lnTo>
                <a:lnTo>
                  <a:pt x="157894" y="56137"/>
                </a:lnTo>
                <a:lnTo>
                  <a:pt x="123053" y="56137"/>
                </a:lnTo>
                <a:lnTo>
                  <a:pt x="123053" y="46576"/>
                </a:lnTo>
                <a:close/>
                <a:moveTo>
                  <a:pt x="234849" y="32741"/>
                </a:moveTo>
                <a:lnTo>
                  <a:pt x="234849" y="41650"/>
                </a:lnTo>
                <a:cubicBezTo>
                  <a:pt x="238519" y="37642"/>
                  <a:pt x="241972" y="34793"/>
                  <a:pt x="245208" y="33103"/>
                </a:cubicBezTo>
                <a:cubicBezTo>
                  <a:pt x="248298" y="31509"/>
                  <a:pt x="251751" y="30712"/>
                  <a:pt x="255566" y="30712"/>
                </a:cubicBezTo>
                <a:cubicBezTo>
                  <a:pt x="259864" y="30712"/>
                  <a:pt x="263509" y="31727"/>
                  <a:pt x="266503" y="33755"/>
                </a:cubicBezTo>
                <a:cubicBezTo>
                  <a:pt x="269449" y="35831"/>
                  <a:pt x="271719" y="38922"/>
                  <a:pt x="273312" y="43026"/>
                </a:cubicBezTo>
                <a:cubicBezTo>
                  <a:pt x="277127" y="38729"/>
                  <a:pt x="280846" y="35590"/>
                  <a:pt x="284467" y="33610"/>
                </a:cubicBezTo>
                <a:cubicBezTo>
                  <a:pt x="287993" y="31678"/>
                  <a:pt x="291687" y="30712"/>
                  <a:pt x="295550" y="30712"/>
                </a:cubicBezTo>
                <a:cubicBezTo>
                  <a:pt x="300186" y="30761"/>
                  <a:pt x="303928" y="31823"/>
                  <a:pt x="306777" y="33900"/>
                </a:cubicBezTo>
                <a:cubicBezTo>
                  <a:pt x="309530" y="36121"/>
                  <a:pt x="311462" y="38849"/>
                  <a:pt x="312572" y="42085"/>
                </a:cubicBezTo>
                <a:cubicBezTo>
                  <a:pt x="313635" y="45417"/>
                  <a:pt x="314166" y="50705"/>
                  <a:pt x="314166" y="57948"/>
                </a:cubicBezTo>
                <a:lnTo>
                  <a:pt x="314166" y="85691"/>
                </a:lnTo>
                <a:cubicBezTo>
                  <a:pt x="314166" y="90954"/>
                  <a:pt x="314649" y="94190"/>
                  <a:pt x="315614" y="95397"/>
                </a:cubicBezTo>
                <a:cubicBezTo>
                  <a:pt x="316532" y="96701"/>
                  <a:pt x="318488" y="97522"/>
                  <a:pt x="321482" y="97860"/>
                </a:cubicBezTo>
                <a:lnTo>
                  <a:pt x="321482" y="100468"/>
                </a:lnTo>
                <a:lnTo>
                  <a:pt x="286496" y="100468"/>
                </a:lnTo>
                <a:lnTo>
                  <a:pt x="286496" y="97860"/>
                </a:lnTo>
                <a:cubicBezTo>
                  <a:pt x="289248" y="97667"/>
                  <a:pt x="291276" y="96604"/>
                  <a:pt x="292580" y="94673"/>
                </a:cubicBezTo>
                <a:cubicBezTo>
                  <a:pt x="293449" y="93417"/>
                  <a:pt x="293884" y="90423"/>
                  <a:pt x="293884" y="85691"/>
                </a:cubicBezTo>
                <a:lnTo>
                  <a:pt x="293884" y="56572"/>
                </a:lnTo>
                <a:cubicBezTo>
                  <a:pt x="293884" y="50584"/>
                  <a:pt x="293642" y="46745"/>
                  <a:pt x="293160" y="45055"/>
                </a:cubicBezTo>
                <a:cubicBezTo>
                  <a:pt x="292628" y="43413"/>
                  <a:pt x="291880" y="42181"/>
                  <a:pt x="290914" y="41360"/>
                </a:cubicBezTo>
                <a:cubicBezTo>
                  <a:pt x="289803" y="40588"/>
                  <a:pt x="288572" y="40201"/>
                  <a:pt x="287220" y="40201"/>
                </a:cubicBezTo>
                <a:cubicBezTo>
                  <a:pt x="285095" y="40201"/>
                  <a:pt x="282995" y="40950"/>
                  <a:pt x="280918" y="42447"/>
                </a:cubicBezTo>
                <a:cubicBezTo>
                  <a:pt x="278793" y="43992"/>
                  <a:pt x="276644" y="46286"/>
                  <a:pt x="274471" y="49328"/>
                </a:cubicBezTo>
                <a:lnTo>
                  <a:pt x="274471" y="85691"/>
                </a:lnTo>
                <a:cubicBezTo>
                  <a:pt x="274471" y="90616"/>
                  <a:pt x="274882" y="93683"/>
                  <a:pt x="275703" y="94890"/>
                </a:cubicBezTo>
                <a:cubicBezTo>
                  <a:pt x="276765" y="96725"/>
                  <a:pt x="278890" y="97715"/>
                  <a:pt x="282077" y="97860"/>
                </a:cubicBezTo>
                <a:lnTo>
                  <a:pt x="282077" y="100468"/>
                </a:lnTo>
                <a:lnTo>
                  <a:pt x="247018" y="100468"/>
                </a:lnTo>
                <a:lnTo>
                  <a:pt x="247018" y="97860"/>
                </a:lnTo>
                <a:cubicBezTo>
                  <a:pt x="248902" y="97812"/>
                  <a:pt x="250399" y="97329"/>
                  <a:pt x="251509" y="96411"/>
                </a:cubicBezTo>
                <a:cubicBezTo>
                  <a:pt x="252572" y="95638"/>
                  <a:pt x="253296" y="94624"/>
                  <a:pt x="253682" y="93369"/>
                </a:cubicBezTo>
                <a:cubicBezTo>
                  <a:pt x="254020" y="92258"/>
                  <a:pt x="254190" y="89699"/>
                  <a:pt x="254190" y="85691"/>
                </a:cubicBezTo>
                <a:lnTo>
                  <a:pt x="254190" y="56572"/>
                </a:lnTo>
                <a:cubicBezTo>
                  <a:pt x="254190" y="50439"/>
                  <a:pt x="253948" y="46600"/>
                  <a:pt x="253465" y="45055"/>
                </a:cubicBezTo>
                <a:cubicBezTo>
                  <a:pt x="252934" y="43558"/>
                  <a:pt x="252137" y="42350"/>
                  <a:pt x="251075" y="41433"/>
                </a:cubicBezTo>
                <a:cubicBezTo>
                  <a:pt x="249916" y="40564"/>
                  <a:pt x="248684" y="40129"/>
                  <a:pt x="247381" y="40129"/>
                </a:cubicBezTo>
                <a:cubicBezTo>
                  <a:pt x="245401" y="40129"/>
                  <a:pt x="243638" y="40636"/>
                  <a:pt x="242093" y="41650"/>
                </a:cubicBezTo>
                <a:cubicBezTo>
                  <a:pt x="239775" y="43195"/>
                  <a:pt x="237360" y="45755"/>
                  <a:pt x="234849" y="49328"/>
                </a:cubicBezTo>
                <a:lnTo>
                  <a:pt x="234849" y="85691"/>
                </a:lnTo>
                <a:cubicBezTo>
                  <a:pt x="234849" y="90471"/>
                  <a:pt x="235332" y="93610"/>
                  <a:pt x="236298" y="95107"/>
                </a:cubicBezTo>
                <a:cubicBezTo>
                  <a:pt x="237216" y="96653"/>
                  <a:pt x="239171" y="97570"/>
                  <a:pt x="242165" y="97860"/>
                </a:cubicBezTo>
                <a:lnTo>
                  <a:pt x="242165" y="100468"/>
                </a:lnTo>
                <a:lnTo>
                  <a:pt x="207252" y="100468"/>
                </a:lnTo>
                <a:lnTo>
                  <a:pt x="207252" y="97860"/>
                </a:lnTo>
                <a:cubicBezTo>
                  <a:pt x="210052" y="97570"/>
                  <a:pt x="212081" y="96653"/>
                  <a:pt x="213336" y="95107"/>
                </a:cubicBezTo>
                <a:cubicBezTo>
                  <a:pt x="214109" y="94045"/>
                  <a:pt x="214519" y="90906"/>
                  <a:pt x="214567" y="85691"/>
                </a:cubicBezTo>
                <a:lnTo>
                  <a:pt x="214567" y="47445"/>
                </a:lnTo>
                <a:cubicBezTo>
                  <a:pt x="214567" y="42326"/>
                  <a:pt x="214109" y="39139"/>
                  <a:pt x="213191" y="37884"/>
                </a:cubicBezTo>
                <a:cubicBezTo>
                  <a:pt x="212177" y="36676"/>
                  <a:pt x="210197" y="35855"/>
                  <a:pt x="207252" y="35421"/>
                </a:cubicBezTo>
                <a:lnTo>
                  <a:pt x="207252" y="32741"/>
                </a:lnTo>
                <a:lnTo>
                  <a:pt x="234849" y="32741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)1">
            <a:extLst xmlns:a="http://schemas.openxmlformats.org/drawingml/2006/main">
              <a:ext uri="{FF2B5EF4-FFF2-40B4-BE49-F238E27FC236}">
                <a16:creationId xmlns:a16="http://schemas.microsoft.com/office/drawing/2014/main" id="{5A5EB819-196F-4E14-9C32-E089387E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601" y="3328196"/>
            <a:ext cx="112912" cy="130166"/>
          </a:xfrm>
          <a:custGeom xmlns:a="http://schemas.openxmlformats.org/drawingml/2006/main">
            <a:pathLst>
              <a:path w="112912" h="130166">
                <a:moveTo>
                  <a:pt x="0" y="130166"/>
                </a:moveTo>
                <a:lnTo>
                  <a:pt x="0" y="126834"/>
                </a:lnTo>
                <a:cubicBezTo>
                  <a:pt x="4974" y="123502"/>
                  <a:pt x="8668" y="120266"/>
                  <a:pt x="11083" y="117128"/>
                </a:cubicBezTo>
                <a:cubicBezTo>
                  <a:pt x="14318" y="112781"/>
                  <a:pt x="16877" y="107228"/>
                  <a:pt x="18761" y="100468"/>
                </a:cubicBezTo>
                <a:cubicBezTo>
                  <a:pt x="21079" y="92017"/>
                  <a:pt x="22238" y="80186"/>
                  <a:pt x="22238" y="64974"/>
                </a:cubicBezTo>
                <a:cubicBezTo>
                  <a:pt x="22238" y="50729"/>
                  <a:pt x="21199" y="39622"/>
                  <a:pt x="19123" y="31654"/>
                </a:cubicBezTo>
                <a:cubicBezTo>
                  <a:pt x="16998" y="23783"/>
                  <a:pt x="14125" y="17409"/>
                  <a:pt x="10503" y="12531"/>
                </a:cubicBezTo>
                <a:cubicBezTo>
                  <a:pt x="7944" y="9151"/>
                  <a:pt x="4443" y="6181"/>
                  <a:pt x="0" y="3622"/>
                </a:cubicBezTo>
                <a:lnTo>
                  <a:pt x="0" y="0"/>
                </a:lnTo>
                <a:cubicBezTo>
                  <a:pt x="11638" y="3911"/>
                  <a:pt x="21513" y="11879"/>
                  <a:pt x="29626" y="23904"/>
                </a:cubicBezTo>
                <a:cubicBezTo>
                  <a:pt x="37642" y="36024"/>
                  <a:pt x="41674" y="49884"/>
                  <a:pt x="41723" y="65481"/>
                </a:cubicBezTo>
                <a:cubicBezTo>
                  <a:pt x="41674" y="80934"/>
                  <a:pt x="37642" y="94576"/>
                  <a:pt x="29626" y="106407"/>
                </a:cubicBezTo>
                <a:cubicBezTo>
                  <a:pt x="21513" y="118383"/>
                  <a:pt x="11638" y="126303"/>
                  <a:pt x="0" y="130166"/>
                </a:cubicBezTo>
                <a:close/>
                <a:moveTo>
                  <a:pt x="98425" y="217"/>
                </a:moveTo>
                <a:lnTo>
                  <a:pt x="98425" y="80548"/>
                </a:lnTo>
                <a:cubicBezTo>
                  <a:pt x="98425" y="86584"/>
                  <a:pt x="98690" y="90423"/>
                  <a:pt x="99222" y="92065"/>
                </a:cubicBezTo>
                <a:cubicBezTo>
                  <a:pt x="99705" y="93755"/>
                  <a:pt x="100815" y="95131"/>
                  <a:pt x="102554" y="96194"/>
                </a:cubicBezTo>
                <a:cubicBezTo>
                  <a:pt x="104195" y="97305"/>
                  <a:pt x="106900" y="97836"/>
                  <a:pt x="110666" y="97787"/>
                </a:cubicBezTo>
                <a:lnTo>
                  <a:pt x="112912" y="97787"/>
                </a:lnTo>
                <a:lnTo>
                  <a:pt x="112912" y="100468"/>
                </a:lnTo>
                <a:lnTo>
                  <a:pt x="61193" y="100468"/>
                </a:lnTo>
                <a:lnTo>
                  <a:pt x="61193" y="97787"/>
                </a:lnTo>
                <a:lnTo>
                  <a:pt x="63801" y="97787"/>
                </a:lnTo>
                <a:cubicBezTo>
                  <a:pt x="67954" y="97787"/>
                  <a:pt x="70948" y="97305"/>
                  <a:pt x="72783" y="96339"/>
                </a:cubicBezTo>
                <a:cubicBezTo>
                  <a:pt x="74521" y="95421"/>
                  <a:pt x="75728" y="94093"/>
                  <a:pt x="76405" y="92355"/>
                </a:cubicBezTo>
                <a:cubicBezTo>
                  <a:pt x="77032" y="90713"/>
                  <a:pt x="77346" y="86777"/>
                  <a:pt x="77346" y="80548"/>
                </a:cubicBezTo>
                <a:lnTo>
                  <a:pt x="77346" y="29626"/>
                </a:lnTo>
                <a:cubicBezTo>
                  <a:pt x="77346" y="25087"/>
                  <a:pt x="77129" y="22238"/>
                  <a:pt x="76694" y="21079"/>
                </a:cubicBezTo>
                <a:cubicBezTo>
                  <a:pt x="76260" y="20016"/>
                  <a:pt x="75463" y="19050"/>
                  <a:pt x="74304" y="18181"/>
                </a:cubicBezTo>
                <a:cubicBezTo>
                  <a:pt x="73048" y="17409"/>
                  <a:pt x="71672" y="17022"/>
                  <a:pt x="70175" y="17022"/>
                </a:cubicBezTo>
                <a:cubicBezTo>
                  <a:pt x="67712" y="17071"/>
                  <a:pt x="64718" y="17843"/>
                  <a:pt x="61193" y="19340"/>
                </a:cubicBezTo>
                <a:lnTo>
                  <a:pt x="59889" y="16733"/>
                </a:lnTo>
                <a:lnTo>
                  <a:pt x="96034" y="217"/>
                </a:lnTo>
                <a:lnTo>
                  <a:pt x="98425" y="21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·">
            <a:extLst xmlns:a="http://schemas.openxmlformats.org/drawingml/2006/main">
              <a:ext uri="{FF2B5EF4-FFF2-40B4-BE49-F238E27FC236}">
                <a16:creationId xmlns:a16="http://schemas.microsoft.com/office/drawing/2014/main" id="{1C123DE3-60F0-4042-8418-93D7DB96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42" y="2791214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·">
            <a:extLst xmlns:a="http://schemas.openxmlformats.org/drawingml/2006/main">
              <a:ext uri="{FF2B5EF4-FFF2-40B4-BE49-F238E27FC236}">
                <a16:creationId xmlns:a16="http://schemas.microsoft.com/office/drawing/2014/main" id="{F3FEB555-0E00-468D-992D-4E5BF4D8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42" y="2913600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·">
            <a:extLst xmlns:a="http://schemas.openxmlformats.org/drawingml/2006/main">
              <a:ext uri="{FF2B5EF4-FFF2-40B4-BE49-F238E27FC236}">
                <a16:creationId xmlns:a16="http://schemas.microsoft.com/office/drawing/2014/main" id="{AF7DC8A4-41E8-470E-BEAF-183960F2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42" y="3035987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···">
            <a:extLst xmlns:a="http://schemas.openxmlformats.org/drawingml/2006/main">
              <a:ext uri="{FF2B5EF4-FFF2-40B4-BE49-F238E27FC236}">
                <a16:creationId xmlns:a16="http://schemas.microsoft.com/office/drawing/2014/main" id="{AEB91D6F-B462-412E-A4DD-3CEDB980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168" y="3369723"/>
            <a:ext cx="176075" cy="27623"/>
          </a:xfrm>
          <a:custGeom xmlns:a="http://schemas.openxmlformats.org/drawingml/2006/main">
            <a:pathLst>
              <a:path w="176075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  <a:moveTo>
                  <a:pt x="88038" y="0"/>
                </a:moveTo>
                <a:cubicBezTo>
                  <a:pt x="91889" y="70"/>
                  <a:pt x="95180" y="1400"/>
                  <a:pt x="97911" y="3991"/>
                </a:cubicBezTo>
                <a:cubicBezTo>
                  <a:pt x="100501" y="6722"/>
                  <a:pt x="101832" y="9978"/>
                  <a:pt x="101902" y="13759"/>
                </a:cubicBezTo>
                <a:cubicBezTo>
                  <a:pt x="101902" y="17680"/>
                  <a:pt x="100536" y="20936"/>
                  <a:pt x="97806" y="23527"/>
                </a:cubicBezTo>
                <a:cubicBezTo>
                  <a:pt x="95075" y="26258"/>
                  <a:pt x="91819" y="27623"/>
                  <a:pt x="88038" y="27623"/>
                </a:cubicBezTo>
                <a:cubicBezTo>
                  <a:pt x="84117" y="27623"/>
                  <a:pt x="80861" y="26258"/>
                  <a:pt x="78270" y="23527"/>
                </a:cubicBezTo>
                <a:cubicBezTo>
                  <a:pt x="75539" y="20936"/>
                  <a:pt x="74174" y="17680"/>
                  <a:pt x="74174" y="13759"/>
                </a:cubicBezTo>
                <a:cubicBezTo>
                  <a:pt x="74174" y="9978"/>
                  <a:pt x="75539" y="6722"/>
                  <a:pt x="78270" y="3991"/>
                </a:cubicBezTo>
                <a:cubicBezTo>
                  <a:pt x="80861" y="1400"/>
                  <a:pt x="84117" y="70"/>
                  <a:pt x="88038" y="0"/>
                </a:cubicBezTo>
                <a:close/>
                <a:moveTo>
                  <a:pt x="162211" y="0"/>
                </a:moveTo>
                <a:cubicBezTo>
                  <a:pt x="166062" y="70"/>
                  <a:pt x="169353" y="1400"/>
                  <a:pt x="172084" y="3991"/>
                </a:cubicBezTo>
                <a:cubicBezTo>
                  <a:pt x="174675" y="6722"/>
                  <a:pt x="176005" y="9978"/>
                  <a:pt x="176075" y="13759"/>
                </a:cubicBezTo>
                <a:cubicBezTo>
                  <a:pt x="176075" y="17680"/>
                  <a:pt x="174710" y="20936"/>
                  <a:pt x="171979" y="23527"/>
                </a:cubicBezTo>
                <a:cubicBezTo>
                  <a:pt x="169248" y="26258"/>
                  <a:pt x="165992" y="27623"/>
                  <a:pt x="162211" y="27623"/>
                </a:cubicBezTo>
                <a:cubicBezTo>
                  <a:pt x="158290" y="27623"/>
                  <a:pt x="155034" y="26258"/>
                  <a:pt x="152443" y="23527"/>
                </a:cubicBezTo>
                <a:cubicBezTo>
                  <a:pt x="149713" y="20936"/>
                  <a:pt x="148347" y="17680"/>
                  <a:pt x="148347" y="13759"/>
                </a:cubicBezTo>
                <a:cubicBezTo>
                  <a:pt x="148347" y="9978"/>
                  <a:pt x="149713" y="6722"/>
                  <a:pt x="152443" y="3991"/>
                </a:cubicBezTo>
                <a:cubicBezTo>
                  <a:pt x="155034" y="1400"/>
                  <a:pt x="158290" y="70"/>
                  <a:pt x="162211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·">
            <a:extLst xmlns:a="http://schemas.openxmlformats.org/drawingml/2006/main">
              <a:ext uri="{FF2B5EF4-FFF2-40B4-BE49-F238E27FC236}">
                <a16:creationId xmlns:a16="http://schemas.microsoft.com/office/drawing/2014/main" id="{417EAE3C-1BC8-44DD-B220-8BAD88AD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916" y="1220440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·">
            <a:extLst xmlns:a="http://schemas.openxmlformats.org/drawingml/2006/main">
              <a:ext uri="{FF2B5EF4-FFF2-40B4-BE49-F238E27FC236}">
                <a16:creationId xmlns:a16="http://schemas.microsoft.com/office/drawing/2014/main" id="{2911B266-35B8-477B-8B8D-8F915AF6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759" y="1342826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·">
            <a:extLst xmlns:a="http://schemas.openxmlformats.org/drawingml/2006/main">
              <a:ext uri="{FF2B5EF4-FFF2-40B4-BE49-F238E27FC236}">
                <a16:creationId xmlns:a16="http://schemas.microsoft.com/office/drawing/2014/main" id="{EBC60B29-AF79-41A2-985B-6A1BE68C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02" y="1465213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·">
            <a:extLst xmlns:a="http://schemas.openxmlformats.org/drawingml/2006/main">
              <a:ext uri="{FF2B5EF4-FFF2-40B4-BE49-F238E27FC236}">
                <a16:creationId xmlns:a16="http://schemas.microsoft.com/office/drawing/2014/main" id="{85A0AA15-ACD8-47E9-A30D-E47ABC3D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916" y="2791214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·">
            <a:extLst xmlns:a="http://schemas.openxmlformats.org/drawingml/2006/main">
              <a:ext uri="{FF2B5EF4-FFF2-40B4-BE49-F238E27FC236}">
                <a16:creationId xmlns:a16="http://schemas.microsoft.com/office/drawing/2014/main" id="{48E6A31A-3DB4-4B38-B6F6-74B511C5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759" y="2913600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·">
            <a:extLst xmlns:a="http://schemas.openxmlformats.org/drawingml/2006/main">
              <a:ext uri="{FF2B5EF4-FFF2-40B4-BE49-F238E27FC236}">
                <a16:creationId xmlns:a16="http://schemas.microsoft.com/office/drawing/2014/main" id="{21E5BBFC-112E-430C-AFD8-BA5EEDC8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02" y="3035987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f">
            <a:extLst xmlns:a="http://schemas.openxmlformats.org/drawingml/2006/main">
              <a:ext uri="{FF2B5EF4-FFF2-40B4-BE49-F238E27FC236}">
                <a16:creationId xmlns:a16="http://schemas.microsoft.com/office/drawing/2014/main" id="{E320E89A-F580-4C92-B83F-9959CED6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294" y="752954"/>
            <a:ext cx="80664" cy="145678"/>
          </a:xfrm>
          <a:custGeom xmlns:a="http://schemas.openxmlformats.org/drawingml/2006/main">
            <a:pathLst>
              <a:path w="80664" h="145678">
                <a:moveTo>
                  <a:pt x="43378" y="57767"/>
                </a:moveTo>
                <a:lnTo>
                  <a:pt x="43378" y="125932"/>
                </a:lnTo>
                <a:cubicBezTo>
                  <a:pt x="43378" y="132584"/>
                  <a:pt x="44078" y="136715"/>
                  <a:pt x="45478" y="138326"/>
                </a:cubicBezTo>
                <a:cubicBezTo>
                  <a:pt x="47649" y="140986"/>
                  <a:pt x="51780" y="142177"/>
                  <a:pt x="57872" y="141897"/>
                </a:cubicBezTo>
                <a:lnTo>
                  <a:pt x="57872" y="145678"/>
                </a:lnTo>
                <a:lnTo>
                  <a:pt x="0" y="145678"/>
                </a:lnTo>
                <a:lnTo>
                  <a:pt x="0" y="141897"/>
                </a:lnTo>
                <a:cubicBezTo>
                  <a:pt x="4411" y="141827"/>
                  <a:pt x="7562" y="141302"/>
                  <a:pt x="9453" y="140321"/>
                </a:cubicBezTo>
                <a:cubicBezTo>
                  <a:pt x="11203" y="139411"/>
                  <a:pt x="12464" y="138116"/>
                  <a:pt x="13234" y="136435"/>
                </a:cubicBezTo>
                <a:cubicBezTo>
                  <a:pt x="13934" y="134825"/>
                  <a:pt x="14284" y="131324"/>
                  <a:pt x="14284" y="125932"/>
                </a:cubicBezTo>
                <a:lnTo>
                  <a:pt x="14284" y="57767"/>
                </a:lnTo>
                <a:lnTo>
                  <a:pt x="0" y="57767"/>
                </a:lnTo>
                <a:lnTo>
                  <a:pt x="0" y="47474"/>
                </a:lnTo>
                <a:lnTo>
                  <a:pt x="14284" y="47474"/>
                </a:lnTo>
                <a:lnTo>
                  <a:pt x="14284" y="40227"/>
                </a:lnTo>
                <a:lnTo>
                  <a:pt x="14179" y="35290"/>
                </a:lnTo>
                <a:cubicBezTo>
                  <a:pt x="14109" y="25207"/>
                  <a:pt x="17820" y="16805"/>
                  <a:pt x="25312" y="10083"/>
                </a:cubicBezTo>
                <a:cubicBezTo>
                  <a:pt x="32665" y="3361"/>
                  <a:pt x="42643" y="0"/>
                  <a:pt x="55246" y="0"/>
                </a:cubicBezTo>
                <a:cubicBezTo>
                  <a:pt x="63859" y="0"/>
                  <a:pt x="70266" y="1610"/>
                  <a:pt x="74467" y="4831"/>
                </a:cubicBezTo>
                <a:cubicBezTo>
                  <a:pt x="78528" y="8122"/>
                  <a:pt x="80594" y="11693"/>
                  <a:pt x="80664" y="15545"/>
                </a:cubicBezTo>
                <a:cubicBezTo>
                  <a:pt x="80664" y="18695"/>
                  <a:pt x="79368" y="21426"/>
                  <a:pt x="76778" y="23737"/>
                </a:cubicBezTo>
                <a:cubicBezTo>
                  <a:pt x="74117" y="26048"/>
                  <a:pt x="70686" y="27203"/>
                  <a:pt x="66485" y="27203"/>
                </a:cubicBezTo>
                <a:cubicBezTo>
                  <a:pt x="62773" y="27203"/>
                  <a:pt x="59903" y="26258"/>
                  <a:pt x="57872" y="24367"/>
                </a:cubicBezTo>
                <a:cubicBezTo>
                  <a:pt x="55631" y="22477"/>
                  <a:pt x="54546" y="20376"/>
                  <a:pt x="54616" y="18065"/>
                </a:cubicBezTo>
                <a:cubicBezTo>
                  <a:pt x="54616" y="17505"/>
                  <a:pt x="54826" y="16210"/>
                  <a:pt x="55246" y="14179"/>
                </a:cubicBezTo>
                <a:cubicBezTo>
                  <a:pt x="55526" y="13059"/>
                  <a:pt x="55666" y="11939"/>
                  <a:pt x="55666" y="10818"/>
                </a:cubicBezTo>
                <a:cubicBezTo>
                  <a:pt x="55666" y="9418"/>
                  <a:pt x="55246" y="8332"/>
                  <a:pt x="54406" y="7562"/>
                </a:cubicBezTo>
                <a:cubicBezTo>
                  <a:pt x="53216" y="6512"/>
                  <a:pt x="51850" y="5987"/>
                  <a:pt x="50310" y="5987"/>
                </a:cubicBezTo>
                <a:cubicBezTo>
                  <a:pt x="48279" y="5987"/>
                  <a:pt x="46599" y="6827"/>
                  <a:pt x="45268" y="8508"/>
                </a:cubicBezTo>
                <a:cubicBezTo>
                  <a:pt x="43868" y="10258"/>
                  <a:pt x="43168" y="12954"/>
                  <a:pt x="43168" y="16595"/>
                </a:cubicBezTo>
                <a:lnTo>
                  <a:pt x="43378" y="34975"/>
                </a:lnTo>
                <a:lnTo>
                  <a:pt x="43378" y="47474"/>
                </a:lnTo>
                <a:lnTo>
                  <a:pt x="57872" y="47474"/>
                </a:lnTo>
                <a:lnTo>
                  <a:pt x="57872" y="57767"/>
                </a:lnTo>
                <a:lnTo>
                  <a:pt x="43378" y="5776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1k+1">
            <a:extLst xmlns:a="http://schemas.openxmlformats.org/drawingml/2006/main">
              <a:ext uri="{FF2B5EF4-FFF2-40B4-BE49-F238E27FC236}">
                <a16:creationId xmlns:a16="http://schemas.microsoft.com/office/drawing/2014/main" id="{27C89EB4-2E65-4CD5-AC88-5D0D3ECA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314" y="826777"/>
            <a:ext cx="290378" cy="100250"/>
          </a:xfrm>
          <a:custGeom xmlns:a="http://schemas.openxmlformats.org/drawingml/2006/main">
            <a:pathLst>
              <a:path w="290378" h="100250">
                <a:moveTo>
                  <a:pt x="38535" y="0"/>
                </a:moveTo>
                <a:lnTo>
                  <a:pt x="38535" y="80331"/>
                </a:lnTo>
                <a:cubicBezTo>
                  <a:pt x="38535" y="86367"/>
                  <a:pt x="38801" y="90206"/>
                  <a:pt x="39332" y="91848"/>
                </a:cubicBezTo>
                <a:cubicBezTo>
                  <a:pt x="39815" y="93538"/>
                  <a:pt x="40926" y="94914"/>
                  <a:pt x="42664" y="95977"/>
                </a:cubicBezTo>
                <a:cubicBezTo>
                  <a:pt x="44306" y="97087"/>
                  <a:pt x="47010" y="97618"/>
                  <a:pt x="50777" y="97570"/>
                </a:cubicBezTo>
                <a:lnTo>
                  <a:pt x="53023" y="97570"/>
                </a:lnTo>
                <a:lnTo>
                  <a:pt x="53023" y="100250"/>
                </a:lnTo>
                <a:lnTo>
                  <a:pt x="1304" y="100250"/>
                </a:lnTo>
                <a:lnTo>
                  <a:pt x="1304" y="97570"/>
                </a:lnTo>
                <a:lnTo>
                  <a:pt x="3911" y="97570"/>
                </a:lnTo>
                <a:cubicBezTo>
                  <a:pt x="8064" y="97570"/>
                  <a:pt x="11058" y="97087"/>
                  <a:pt x="12893" y="96121"/>
                </a:cubicBezTo>
                <a:cubicBezTo>
                  <a:pt x="14632" y="95204"/>
                  <a:pt x="15839" y="93876"/>
                  <a:pt x="16515" y="92137"/>
                </a:cubicBezTo>
                <a:cubicBezTo>
                  <a:pt x="17143" y="90496"/>
                  <a:pt x="17457" y="86560"/>
                  <a:pt x="17457" y="80331"/>
                </a:cubicBezTo>
                <a:lnTo>
                  <a:pt x="17457" y="29409"/>
                </a:lnTo>
                <a:cubicBezTo>
                  <a:pt x="17457" y="24869"/>
                  <a:pt x="17240" y="22020"/>
                  <a:pt x="16805" y="20861"/>
                </a:cubicBezTo>
                <a:cubicBezTo>
                  <a:pt x="16370" y="19799"/>
                  <a:pt x="15574" y="18833"/>
                  <a:pt x="14415" y="17964"/>
                </a:cubicBezTo>
                <a:cubicBezTo>
                  <a:pt x="13159" y="17191"/>
                  <a:pt x="11783" y="16805"/>
                  <a:pt x="10286" y="16805"/>
                </a:cubicBezTo>
                <a:cubicBezTo>
                  <a:pt x="7823" y="16853"/>
                  <a:pt x="4829" y="17626"/>
                  <a:pt x="1304" y="19123"/>
                </a:cubicBezTo>
                <a:lnTo>
                  <a:pt x="0" y="16515"/>
                </a:lnTo>
                <a:lnTo>
                  <a:pt x="36145" y="0"/>
                </a:lnTo>
                <a:lnTo>
                  <a:pt x="38535" y="0"/>
                </a:lnTo>
                <a:close/>
                <a:moveTo>
                  <a:pt x="96918" y="2028"/>
                </a:moveTo>
                <a:lnTo>
                  <a:pt x="96918" y="66640"/>
                </a:lnTo>
                <a:lnTo>
                  <a:pt x="112637" y="51212"/>
                </a:lnTo>
                <a:cubicBezTo>
                  <a:pt x="115872" y="48121"/>
                  <a:pt x="117900" y="45851"/>
                  <a:pt x="118721" y="44403"/>
                </a:cubicBezTo>
                <a:cubicBezTo>
                  <a:pt x="119494" y="43051"/>
                  <a:pt x="119880" y="41698"/>
                  <a:pt x="119880" y="40346"/>
                </a:cubicBezTo>
                <a:cubicBezTo>
                  <a:pt x="119880" y="39043"/>
                  <a:pt x="119349" y="37956"/>
                  <a:pt x="118287" y="37087"/>
                </a:cubicBezTo>
                <a:cubicBezTo>
                  <a:pt x="117176" y="36218"/>
                  <a:pt x="115099" y="35590"/>
                  <a:pt x="112057" y="35203"/>
                </a:cubicBezTo>
                <a:lnTo>
                  <a:pt x="112057" y="32523"/>
                </a:lnTo>
                <a:lnTo>
                  <a:pt x="142407" y="32523"/>
                </a:lnTo>
                <a:lnTo>
                  <a:pt x="142407" y="35203"/>
                </a:lnTo>
                <a:cubicBezTo>
                  <a:pt x="139510" y="35348"/>
                  <a:pt x="136975" y="36024"/>
                  <a:pt x="134802" y="37232"/>
                </a:cubicBezTo>
                <a:cubicBezTo>
                  <a:pt x="132580" y="38535"/>
                  <a:pt x="128331" y="42254"/>
                  <a:pt x="122053" y="48387"/>
                </a:cubicBezTo>
                <a:lnTo>
                  <a:pt x="114665" y="55630"/>
                </a:lnTo>
                <a:lnTo>
                  <a:pt x="130600" y="78954"/>
                </a:lnTo>
                <a:cubicBezTo>
                  <a:pt x="136975" y="88467"/>
                  <a:pt x="140790" y="93779"/>
                  <a:pt x="142045" y="94890"/>
                </a:cubicBezTo>
                <a:cubicBezTo>
                  <a:pt x="143639" y="96580"/>
                  <a:pt x="145715" y="97498"/>
                  <a:pt x="148275" y="97643"/>
                </a:cubicBezTo>
                <a:lnTo>
                  <a:pt x="148275" y="100250"/>
                </a:lnTo>
                <a:lnTo>
                  <a:pt x="113288" y="100250"/>
                </a:lnTo>
                <a:lnTo>
                  <a:pt x="113288" y="97643"/>
                </a:lnTo>
                <a:cubicBezTo>
                  <a:pt x="114785" y="97643"/>
                  <a:pt x="115920" y="97353"/>
                  <a:pt x="116693" y="96773"/>
                </a:cubicBezTo>
                <a:cubicBezTo>
                  <a:pt x="117321" y="96194"/>
                  <a:pt x="117659" y="95566"/>
                  <a:pt x="117707" y="94890"/>
                </a:cubicBezTo>
                <a:cubicBezTo>
                  <a:pt x="117707" y="93828"/>
                  <a:pt x="116693" y="91775"/>
                  <a:pt x="114665" y="88733"/>
                </a:cubicBezTo>
                <a:lnTo>
                  <a:pt x="101264" y="69103"/>
                </a:lnTo>
                <a:lnTo>
                  <a:pt x="96918" y="73377"/>
                </a:lnTo>
                <a:lnTo>
                  <a:pt x="96918" y="85546"/>
                </a:lnTo>
                <a:cubicBezTo>
                  <a:pt x="96918" y="90761"/>
                  <a:pt x="97401" y="93972"/>
                  <a:pt x="98367" y="95180"/>
                </a:cubicBezTo>
                <a:cubicBezTo>
                  <a:pt x="99284" y="96484"/>
                  <a:pt x="101264" y="97305"/>
                  <a:pt x="104307" y="97643"/>
                </a:cubicBezTo>
                <a:lnTo>
                  <a:pt x="104307" y="100250"/>
                </a:lnTo>
                <a:lnTo>
                  <a:pt x="69320" y="100250"/>
                </a:lnTo>
                <a:lnTo>
                  <a:pt x="69320" y="97643"/>
                </a:lnTo>
                <a:cubicBezTo>
                  <a:pt x="72121" y="97353"/>
                  <a:pt x="74149" y="96435"/>
                  <a:pt x="75405" y="94890"/>
                </a:cubicBezTo>
                <a:cubicBezTo>
                  <a:pt x="76178" y="93828"/>
                  <a:pt x="76588" y="90713"/>
                  <a:pt x="76636" y="85546"/>
                </a:cubicBezTo>
                <a:lnTo>
                  <a:pt x="76636" y="16733"/>
                </a:lnTo>
                <a:cubicBezTo>
                  <a:pt x="76636" y="11614"/>
                  <a:pt x="76178" y="8427"/>
                  <a:pt x="75260" y="7171"/>
                </a:cubicBezTo>
                <a:cubicBezTo>
                  <a:pt x="74246" y="5964"/>
                  <a:pt x="72266" y="5143"/>
                  <a:pt x="69320" y="4708"/>
                </a:cubicBezTo>
                <a:lnTo>
                  <a:pt x="69320" y="2028"/>
                </a:lnTo>
                <a:lnTo>
                  <a:pt x="96918" y="2028"/>
                </a:lnTo>
                <a:close/>
                <a:moveTo>
                  <a:pt x="148883" y="46358"/>
                </a:moveTo>
                <a:lnTo>
                  <a:pt x="183725" y="46358"/>
                </a:lnTo>
                <a:lnTo>
                  <a:pt x="183725" y="11590"/>
                </a:lnTo>
                <a:lnTo>
                  <a:pt x="193214" y="11590"/>
                </a:lnTo>
                <a:lnTo>
                  <a:pt x="193214" y="46358"/>
                </a:lnTo>
                <a:lnTo>
                  <a:pt x="228055" y="46358"/>
                </a:lnTo>
                <a:lnTo>
                  <a:pt x="228055" y="55920"/>
                </a:lnTo>
                <a:lnTo>
                  <a:pt x="193214" y="55920"/>
                </a:lnTo>
                <a:lnTo>
                  <a:pt x="193214" y="90399"/>
                </a:lnTo>
                <a:lnTo>
                  <a:pt x="183725" y="90399"/>
                </a:lnTo>
                <a:lnTo>
                  <a:pt x="183725" y="55920"/>
                </a:lnTo>
                <a:lnTo>
                  <a:pt x="148883" y="55920"/>
                </a:lnTo>
                <a:lnTo>
                  <a:pt x="148883" y="46358"/>
                </a:lnTo>
                <a:close/>
                <a:moveTo>
                  <a:pt x="275891" y="0"/>
                </a:moveTo>
                <a:lnTo>
                  <a:pt x="275891" y="80331"/>
                </a:lnTo>
                <a:cubicBezTo>
                  <a:pt x="275891" y="86367"/>
                  <a:pt x="276156" y="90206"/>
                  <a:pt x="276688" y="91848"/>
                </a:cubicBezTo>
                <a:cubicBezTo>
                  <a:pt x="277171" y="93538"/>
                  <a:pt x="278281" y="94914"/>
                  <a:pt x="280020" y="95977"/>
                </a:cubicBezTo>
                <a:cubicBezTo>
                  <a:pt x="281662" y="97087"/>
                  <a:pt x="284366" y="97618"/>
                  <a:pt x="288132" y="97570"/>
                </a:cubicBezTo>
                <a:lnTo>
                  <a:pt x="290378" y="97570"/>
                </a:lnTo>
                <a:lnTo>
                  <a:pt x="290378" y="100250"/>
                </a:lnTo>
                <a:lnTo>
                  <a:pt x="238659" y="100250"/>
                </a:lnTo>
                <a:lnTo>
                  <a:pt x="238659" y="97570"/>
                </a:lnTo>
                <a:lnTo>
                  <a:pt x="241267" y="97570"/>
                </a:lnTo>
                <a:cubicBezTo>
                  <a:pt x="245420" y="97570"/>
                  <a:pt x="248414" y="97087"/>
                  <a:pt x="250249" y="96121"/>
                </a:cubicBezTo>
                <a:cubicBezTo>
                  <a:pt x="251987" y="95204"/>
                  <a:pt x="253195" y="93876"/>
                  <a:pt x="253871" y="92137"/>
                </a:cubicBezTo>
                <a:cubicBezTo>
                  <a:pt x="254498" y="90496"/>
                  <a:pt x="254812" y="86560"/>
                  <a:pt x="254812" y="80331"/>
                </a:cubicBezTo>
                <a:lnTo>
                  <a:pt x="254812" y="29409"/>
                </a:lnTo>
                <a:cubicBezTo>
                  <a:pt x="254812" y="24869"/>
                  <a:pt x="254595" y="22020"/>
                  <a:pt x="254160" y="20861"/>
                </a:cubicBezTo>
                <a:cubicBezTo>
                  <a:pt x="253726" y="19799"/>
                  <a:pt x="252929" y="18833"/>
                  <a:pt x="251770" y="17964"/>
                </a:cubicBezTo>
                <a:cubicBezTo>
                  <a:pt x="250514" y="17191"/>
                  <a:pt x="249138" y="16805"/>
                  <a:pt x="247641" y="16805"/>
                </a:cubicBezTo>
                <a:cubicBezTo>
                  <a:pt x="245178" y="16853"/>
                  <a:pt x="242184" y="17626"/>
                  <a:pt x="238659" y="19123"/>
                </a:cubicBezTo>
                <a:lnTo>
                  <a:pt x="237355" y="16515"/>
                </a:lnTo>
                <a:lnTo>
                  <a:pt x="273500" y="0"/>
                </a:lnTo>
                <a:lnTo>
                  <a:pt x="275891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0549D8-FC81-44E0-9D17-48E25351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455" y="619274"/>
            <a:ext cx="66756" cy="1338106"/>
          </a:xfrm>
          <a:custGeom xmlns:a="http://schemas.openxmlformats.org/drawingml/2006/main">
            <a:pathLst>
              <a:path w="66756" h="1338106" fill="none">
                <a:moveTo>
                  <a:pt x="0" y="0"/>
                </a:moveTo>
                <a:lnTo>
                  <a:pt x="66756" y="0"/>
                </a:lnTo>
                <a:lnTo>
                  <a:pt x="66756" y="1338106"/>
                </a:lnTo>
                <a:lnTo>
                  <a:pt x="0" y="1338106"/>
                </a:lnTo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000000"/>
            </a:solidFill>
            <a:round/>
          </a:ln>
        </p:spPr>
      </p:sp>
      <p:sp>
        <p:nvSpPr>
          <p:cNvPr id="48" name="Text f">
            <a:extLst xmlns:a="http://schemas.openxmlformats.org/drawingml/2006/main">
              <a:ext uri="{FF2B5EF4-FFF2-40B4-BE49-F238E27FC236}">
                <a16:creationId xmlns:a16="http://schemas.microsoft.com/office/drawing/2014/main" id="{41E1C8D5-DEEA-4831-89EC-1EAF4E99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294" y="1680094"/>
            <a:ext cx="80664" cy="145678"/>
          </a:xfrm>
          <a:custGeom xmlns:a="http://schemas.openxmlformats.org/drawingml/2006/main">
            <a:pathLst>
              <a:path w="80664" h="145678">
                <a:moveTo>
                  <a:pt x="43378" y="57767"/>
                </a:moveTo>
                <a:lnTo>
                  <a:pt x="43378" y="125932"/>
                </a:lnTo>
                <a:cubicBezTo>
                  <a:pt x="43378" y="132584"/>
                  <a:pt x="44078" y="136715"/>
                  <a:pt x="45478" y="138326"/>
                </a:cubicBezTo>
                <a:cubicBezTo>
                  <a:pt x="47649" y="140986"/>
                  <a:pt x="51780" y="142177"/>
                  <a:pt x="57872" y="141897"/>
                </a:cubicBezTo>
                <a:lnTo>
                  <a:pt x="57872" y="145678"/>
                </a:lnTo>
                <a:lnTo>
                  <a:pt x="0" y="145678"/>
                </a:lnTo>
                <a:lnTo>
                  <a:pt x="0" y="141897"/>
                </a:lnTo>
                <a:cubicBezTo>
                  <a:pt x="4411" y="141827"/>
                  <a:pt x="7562" y="141302"/>
                  <a:pt x="9453" y="140321"/>
                </a:cubicBezTo>
                <a:cubicBezTo>
                  <a:pt x="11203" y="139411"/>
                  <a:pt x="12464" y="138116"/>
                  <a:pt x="13234" y="136435"/>
                </a:cubicBezTo>
                <a:cubicBezTo>
                  <a:pt x="13934" y="134825"/>
                  <a:pt x="14284" y="131324"/>
                  <a:pt x="14284" y="125932"/>
                </a:cubicBezTo>
                <a:lnTo>
                  <a:pt x="14284" y="57767"/>
                </a:lnTo>
                <a:lnTo>
                  <a:pt x="0" y="57767"/>
                </a:lnTo>
                <a:lnTo>
                  <a:pt x="0" y="47474"/>
                </a:lnTo>
                <a:lnTo>
                  <a:pt x="14284" y="47474"/>
                </a:lnTo>
                <a:lnTo>
                  <a:pt x="14284" y="40227"/>
                </a:lnTo>
                <a:lnTo>
                  <a:pt x="14179" y="35290"/>
                </a:lnTo>
                <a:cubicBezTo>
                  <a:pt x="14109" y="25207"/>
                  <a:pt x="17820" y="16805"/>
                  <a:pt x="25312" y="10083"/>
                </a:cubicBezTo>
                <a:cubicBezTo>
                  <a:pt x="32665" y="3361"/>
                  <a:pt x="42643" y="0"/>
                  <a:pt x="55246" y="0"/>
                </a:cubicBezTo>
                <a:cubicBezTo>
                  <a:pt x="63859" y="0"/>
                  <a:pt x="70266" y="1610"/>
                  <a:pt x="74467" y="4831"/>
                </a:cubicBezTo>
                <a:cubicBezTo>
                  <a:pt x="78528" y="8122"/>
                  <a:pt x="80594" y="11693"/>
                  <a:pt x="80664" y="15545"/>
                </a:cubicBezTo>
                <a:cubicBezTo>
                  <a:pt x="80664" y="18695"/>
                  <a:pt x="79368" y="21426"/>
                  <a:pt x="76778" y="23737"/>
                </a:cubicBezTo>
                <a:cubicBezTo>
                  <a:pt x="74117" y="26048"/>
                  <a:pt x="70686" y="27203"/>
                  <a:pt x="66485" y="27203"/>
                </a:cubicBezTo>
                <a:cubicBezTo>
                  <a:pt x="62773" y="27203"/>
                  <a:pt x="59903" y="26258"/>
                  <a:pt x="57872" y="24367"/>
                </a:cubicBezTo>
                <a:cubicBezTo>
                  <a:pt x="55631" y="22477"/>
                  <a:pt x="54546" y="20376"/>
                  <a:pt x="54616" y="18065"/>
                </a:cubicBezTo>
                <a:cubicBezTo>
                  <a:pt x="54616" y="17505"/>
                  <a:pt x="54826" y="16210"/>
                  <a:pt x="55246" y="14179"/>
                </a:cubicBezTo>
                <a:cubicBezTo>
                  <a:pt x="55526" y="13059"/>
                  <a:pt x="55666" y="11939"/>
                  <a:pt x="55666" y="10818"/>
                </a:cubicBezTo>
                <a:cubicBezTo>
                  <a:pt x="55666" y="9418"/>
                  <a:pt x="55246" y="8332"/>
                  <a:pt x="54406" y="7562"/>
                </a:cubicBezTo>
                <a:cubicBezTo>
                  <a:pt x="53216" y="6512"/>
                  <a:pt x="51850" y="5987"/>
                  <a:pt x="50310" y="5987"/>
                </a:cubicBezTo>
                <a:cubicBezTo>
                  <a:pt x="48279" y="5987"/>
                  <a:pt x="46599" y="6827"/>
                  <a:pt x="45268" y="8508"/>
                </a:cubicBezTo>
                <a:cubicBezTo>
                  <a:pt x="43868" y="10258"/>
                  <a:pt x="43168" y="12954"/>
                  <a:pt x="43168" y="16595"/>
                </a:cubicBezTo>
                <a:lnTo>
                  <a:pt x="43378" y="34975"/>
                </a:lnTo>
                <a:lnTo>
                  <a:pt x="43378" y="47474"/>
                </a:lnTo>
                <a:lnTo>
                  <a:pt x="57872" y="47474"/>
                </a:lnTo>
                <a:lnTo>
                  <a:pt x="57872" y="57767"/>
                </a:lnTo>
                <a:lnTo>
                  <a:pt x="43378" y="5776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nk+1">
            <a:extLst xmlns:a="http://schemas.openxmlformats.org/drawingml/2006/main">
              <a:ext uri="{FF2B5EF4-FFF2-40B4-BE49-F238E27FC236}">
                <a16:creationId xmlns:a16="http://schemas.microsoft.com/office/drawing/2014/main" id="{E4A28EF5-7306-4B2C-9EE5-341D69FD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606" y="1753916"/>
            <a:ext cx="295086" cy="100250"/>
          </a:xfrm>
          <a:custGeom xmlns:a="http://schemas.openxmlformats.org/drawingml/2006/main">
            <a:pathLst>
              <a:path w="295086" h="100250">
                <a:moveTo>
                  <a:pt x="27598" y="32523"/>
                </a:moveTo>
                <a:lnTo>
                  <a:pt x="27598" y="41288"/>
                </a:lnTo>
                <a:cubicBezTo>
                  <a:pt x="31075" y="37521"/>
                  <a:pt x="34407" y="34769"/>
                  <a:pt x="37594" y="33030"/>
                </a:cubicBezTo>
                <a:cubicBezTo>
                  <a:pt x="40733" y="31389"/>
                  <a:pt x="44161" y="30543"/>
                  <a:pt x="47880" y="30495"/>
                </a:cubicBezTo>
                <a:cubicBezTo>
                  <a:pt x="52274" y="30543"/>
                  <a:pt x="55920" y="31751"/>
                  <a:pt x="58817" y="34117"/>
                </a:cubicBezTo>
                <a:cubicBezTo>
                  <a:pt x="61715" y="36580"/>
                  <a:pt x="63646" y="39622"/>
                  <a:pt x="64612" y="43244"/>
                </a:cubicBezTo>
                <a:cubicBezTo>
                  <a:pt x="65385" y="45996"/>
                  <a:pt x="65771" y="51284"/>
                  <a:pt x="65771" y="59107"/>
                </a:cubicBezTo>
                <a:lnTo>
                  <a:pt x="65771" y="85473"/>
                </a:lnTo>
                <a:cubicBezTo>
                  <a:pt x="65771" y="90737"/>
                  <a:pt x="66254" y="93972"/>
                  <a:pt x="67220" y="95180"/>
                </a:cubicBezTo>
                <a:cubicBezTo>
                  <a:pt x="68137" y="96484"/>
                  <a:pt x="70093" y="97305"/>
                  <a:pt x="73087" y="97643"/>
                </a:cubicBezTo>
                <a:lnTo>
                  <a:pt x="73087" y="100250"/>
                </a:lnTo>
                <a:lnTo>
                  <a:pt x="38825" y="100250"/>
                </a:lnTo>
                <a:lnTo>
                  <a:pt x="38825" y="97643"/>
                </a:lnTo>
                <a:cubicBezTo>
                  <a:pt x="41336" y="97353"/>
                  <a:pt x="43171" y="96290"/>
                  <a:pt x="44330" y="94455"/>
                </a:cubicBezTo>
                <a:cubicBezTo>
                  <a:pt x="45103" y="93248"/>
                  <a:pt x="45489" y="90254"/>
                  <a:pt x="45489" y="85473"/>
                </a:cubicBezTo>
                <a:lnTo>
                  <a:pt x="45489" y="55340"/>
                </a:lnTo>
                <a:cubicBezTo>
                  <a:pt x="45489" y="49787"/>
                  <a:pt x="45272" y="46286"/>
                  <a:pt x="44837" y="44837"/>
                </a:cubicBezTo>
                <a:cubicBezTo>
                  <a:pt x="44403" y="43389"/>
                  <a:pt x="43678" y="42254"/>
                  <a:pt x="42664" y="41433"/>
                </a:cubicBezTo>
                <a:cubicBezTo>
                  <a:pt x="41554" y="40660"/>
                  <a:pt x="40395" y="40274"/>
                  <a:pt x="39187" y="40274"/>
                </a:cubicBezTo>
                <a:cubicBezTo>
                  <a:pt x="34986" y="40274"/>
                  <a:pt x="31123" y="43244"/>
                  <a:pt x="27598" y="49183"/>
                </a:cubicBezTo>
                <a:lnTo>
                  <a:pt x="27598" y="85473"/>
                </a:lnTo>
                <a:cubicBezTo>
                  <a:pt x="27598" y="90544"/>
                  <a:pt x="28081" y="93755"/>
                  <a:pt x="29046" y="95107"/>
                </a:cubicBezTo>
                <a:cubicBezTo>
                  <a:pt x="29964" y="96508"/>
                  <a:pt x="31702" y="97353"/>
                  <a:pt x="34262" y="97643"/>
                </a:cubicBezTo>
                <a:lnTo>
                  <a:pt x="34262" y="100250"/>
                </a:lnTo>
                <a:lnTo>
                  <a:pt x="0" y="100250"/>
                </a:lnTo>
                <a:lnTo>
                  <a:pt x="0" y="97643"/>
                </a:lnTo>
                <a:cubicBezTo>
                  <a:pt x="2801" y="97353"/>
                  <a:pt x="4829" y="96435"/>
                  <a:pt x="6085" y="94890"/>
                </a:cubicBezTo>
                <a:cubicBezTo>
                  <a:pt x="6857" y="93828"/>
                  <a:pt x="7268" y="90689"/>
                  <a:pt x="7316" y="85473"/>
                </a:cubicBezTo>
                <a:lnTo>
                  <a:pt x="7316" y="47228"/>
                </a:lnTo>
                <a:cubicBezTo>
                  <a:pt x="7316" y="42109"/>
                  <a:pt x="6857" y="38922"/>
                  <a:pt x="5940" y="37666"/>
                </a:cubicBezTo>
                <a:cubicBezTo>
                  <a:pt x="4926" y="36459"/>
                  <a:pt x="2946" y="35638"/>
                  <a:pt x="0" y="35203"/>
                </a:cubicBezTo>
                <a:lnTo>
                  <a:pt x="0" y="32523"/>
                </a:lnTo>
                <a:lnTo>
                  <a:pt x="27598" y="32523"/>
                </a:lnTo>
                <a:close/>
                <a:moveTo>
                  <a:pt x="101626" y="2028"/>
                </a:moveTo>
                <a:lnTo>
                  <a:pt x="101626" y="66640"/>
                </a:lnTo>
                <a:lnTo>
                  <a:pt x="117345" y="51212"/>
                </a:lnTo>
                <a:cubicBezTo>
                  <a:pt x="120580" y="48121"/>
                  <a:pt x="122608" y="45851"/>
                  <a:pt x="123429" y="44403"/>
                </a:cubicBezTo>
                <a:cubicBezTo>
                  <a:pt x="124202" y="43051"/>
                  <a:pt x="124588" y="41698"/>
                  <a:pt x="124588" y="40346"/>
                </a:cubicBezTo>
                <a:cubicBezTo>
                  <a:pt x="124588" y="39043"/>
                  <a:pt x="124057" y="37956"/>
                  <a:pt x="122995" y="37087"/>
                </a:cubicBezTo>
                <a:cubicBezTo>
                  <a:pt x="121884" y="36218"/>
                  <a:pt x="119808" y="35590"/>
                  <a:pt x="116765" y="35203"/>
                </a:cubicBezTo>
                <a:lnTo>
                  <a:pt x="116765" y="32523"/>
                </a:lnTo>
                <a:lnTo>
                  <a:pt x="147116" y="32523"/>
                </a:lnTo>
                <a:lnTo>
                  <a:pt x="147116" y="35203"/>
                </a:lnTo>
                <a:cubicBezTo>
                  <a:pt x="144218" y="35348"/>
                  <a:pt x="141683" y="36024"/>
                  <a:pt x="139510" y="37232"/>
                </a:cubicBezTo>
                <a:cubicBezTo>
                  <a:pt x="137289" y="38535"/>
                  <a:pt x="133039" y="42254"/>
                  <a:pt x="126761" y="48387"/>
                </a:cubicBezTo>
                <a:lnTo>
                  <a:pt x="119373" y="55630"/>
                </a:lnTo>
                <a:lnTo>
                  <a:pt x="135309" y="78954"/>
                </a:lnTo>
                <a:cubicBezTo>
                  <a:pt x="141683" y="88467"/>
                  <a:pt x="145498" y="93779"/>
                  <a:pt x="146754" y="94890"/>
                </a:cubicBezTo>
                <a:cubicBezTo>
                  <a:pt x="148347" y="96580"/>
                  <a:pt x="150424" y="97498"/>
                  <a:pt x="152983" y="97643"/>
                </a:cubicBezTo>
                <a:lnTo>
                  <a:pt x="152983" y="100250"/>
                </a:lnTo>
                <a:lnTo>
                  <a:pt x="117997" y="100250"/>
                </a:lnTo>
                <a:lnTo>
                  <a:pt x="117997" y="97643"/>
                </a:lnTo>
                <a:cubicBezTo>
                  <a:pt x="119494" y="97643"/>
                  <a:pt x="120629" y="97353"/>
                  <a:pt x="121401" y="96773"/>
                </a:cubicBezTo>
                <a:cubicBezTo>
                  <a:pt x="122029" y="96194"/>
                  <a:pt x="122367" y="95566"/>
                  <a:pt x="122415" y="94890"/>
                </a:cubicBezTo>
                <a:cubicBezTo>
                  <a:pt x="122415" y="93828"/>
                  <a:pt x="121401" y="91775"/>
                  <a:pt x="119373" y="88733"/>
                </a:cubicBezTo>
                <a:lnTo>
                  <a:pt x="105973" y="69103"/>
                </a:lnTo>
                <a:lnTo>
                  <a:pt x="101626" y="73377"/>
                </a:lnTo>
                <a:lnTo>
                  <a:pt x="101626" y="85546"/>
                </a:lnTo>
                <a:cubicBezTo>
                  <a:pt x="101626" y="90761"/>
                  <a:pt x="102109" y="93972"/>
                  <a:pt x="103075" y="95180"/>
                </a:cubicBezTo>
                <a:cubicBezTo>
                  <a:pt x="103993" y="96484"/>
                  <a:pt x="105973" y="97305"/>
                  <a:pt x="109015" y="97643"/>
                </a:cubicBezTo>
                <a:lnTo>
                  <a:pt x="109015" y="100250"/>
                </a:lnTo>
                <a:lnTo>
                  <a:pt x="74029" y="100250"/>
                </a:lnTo>
                <a:lnTo>
                  <a:pt x="74029" y="97643"/>
                </a:lnTo>
                <a:cubicBezTo>
                  <a:pt x="76829" y="97353"/>
                  <a:pt x="78858" y="96435"/>
                  <a:pt x="80113" y="94890"/>
                </a:cubicBezTo>
                <a:cubicBezTo>
                  <a:pt x="80886" y="93828"/>
                  <a:pt x="81296" y="90713"/>
                  <a:pt x="81345" y="85546"/>
                </a:cubicBezTo>
                <a:lnTo>
                  <a:pt x="81345" y="16733"/>
                </a:lnTo>
                <a:cubicBezTo>
                  <a:pt x="81345" y="11614"/>
                  <a:pt x="80886" y="8427"/>
                  <a:pt x="79968" y="7171"/>
                </a:cubicBezTo>
                <a:cubicBezTo>
                  <a:pt x="78954" y="5964"/>
                  <a:pt x="76974" y="5143"/>
                  <a:pt x="74029" y="4708"/>
                </a:cubicBezTo>
                <a:lnTo>
                  <a:pt x="74029" y="2028"/>
                </a:lnTo>
                <a:lnTo>
                  <a:pt x="101626" y="2028"/>
                </a:lnTo>
                <a:close/>
                <a:moveTo>
                  <a:pt x="153592" y="46358"/>
                </a:moveTo>
                <a:lnTo>
                  <a:pt x="188433" y="46358"/>
                </a:lnTo>
                <a:lnTo>
                  <a:pt x="188433" y="11590"/>
                </a:lnTo>
                <a:lnTo>
                  <a:pt x="197922" y="11590"/>
                </a:lnTo>
                <a:lnTo>
                  <a:pt x="197922" y="46358"/>
                </a:lnTo>
                <a:lnTo>
                  <a:pt x="232763" y="46358"/>
                </a:lnTo>
                <a:lnTo>
                  <a:pt x="232763" y="55920"/>
                </a:lnTo>
                <a:lnTo>
                  <a:pt x="197922" y="55920"/>
                </a:lnTo>
                <a:lnTo>
                  <a:pt x="197922" y="90399"/>
                </a:lnTo>
                <a:lnTo>
                  <a:pt x="188433" y="90399"/>
                </a:lnTo>
                <a:lnTo>
                  <a:pt x="188433" y="55920"/>
                </a:lnTo>
                <a:lnTo>
                  <a:pt x="153592" y="55920"/>
                </a:lnTo>
                <a:lnTo>
                  <a:pt x="153592" y="46358"/>
                </a:lnTo>
                <a:close/>
                <a:moveTo>
                  <a:pt x="280599" y="0"/>
                </a:moveTo>
                <a:lnTo>
                  <a:pt x="280599" y="80331"/>
                </a:lnTo>
                <a:cubicBezTo>
                  <a:pt x="280599" y="86367"/>
                  <a:pt x="280865" y="90206"/>
                  <a:pt x="281396" y="91848"/>
                </a:cubicBezTo>
                <a:cubicBezTo>
                  <a:pt x="281879" y="93538"/>
                  <a:pt x="282990" y="94914"/>
                  <a:pt x="284728" y="95977"/>
                </a:cubicBezTo>
                <a:cubicBezTo>
                  <a:pt x="286370" y="97087"/>
                  <a:pt x="289074" y="97618"/>
                  <a:pt x="292841" y="97570"/>
                </a:cubicBezTo>
                <a:lnTo>
                  <a:pt x="295086" y="97570"/>
                </a:lnTo>
                <a:lnTo>
                  <a:pt x="295086" y="100250"/>
                </a:lnTo>
                <a:lnTo>
                  <a:pt x="243367" y="100250"/>
                </a:lnTo>
                <a:lnTo>
                  <a:pt x="243367" y="97570"/>
                </a:lnTo>
                <a:lnTo>
                  <a:pt x="245975" y="97570"/>
                </a:lnTo>
                <a:cubicBezTo>
                  <a:pt x="250128" y="97570"/>
                  <a:pt x="253122" y="97087"/>
                  <a:pt x="254957" y="96121"/>
                </a:cubicBezTo>
                <a:cubicBezTo>
                  <a:pt x="256696" y="95204"/>
                  <a:pt x="257903" y="93876"/>
                  <a:pt x="258579" y="92137"/>
                </a:cubicBezTo>
                <a:cubicBezTo>
                  <a:pt x="259207" y="90496"/>
                  <a:pt x="259521" y="86560"/>
                  <a:pt x="259521" y="80331"/>
                </a:cubicBezTo>
                <a:lnTo>
                  <a:pt x="259521" y="29409"/>
                </a:lnTo>
                <a:cubicBezTo>
                  <a:pt x="259521" y="24869"/>
                  <a:pt x="259303" y="22020"/>
                  <a:pt x="258869" y="20861"/>
                </a:cubicBezTo>
                <a:cubicBezTo>
                  <a:pt x="258434" y="19799"/>
                  <a:pt x="257637" y="18833"/>
                  <a:pt x="256478" y="17964"/>
                </a:cubicBezTo>
                <a:cubicBezTo>
                  <a:pt x="255223" y="17191"/>
                  <a:pt x="253846" y="16805"/>
                  <a:pt x="252349" y="16805"/>
                </a:cubicBezTo>
                <a:cubicBezTo>
                  <a:pt x="249887" y="16853"/>
                  <a:pt x="246893" y="17626"/>
                  <a:pt x="243367" y="19123"/>
                </a:cubicBezTo>
                <a:lnTo>
                  <a:pt x="242064" y="16515"/>
                </a:lnTo>
                <a:lnTo>
                  <a:pt x="278209" y="0"/>
                </a:lnTo>
                <a:lnTo>
                  <a:pt x="280599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·">
            <a:extLst xmlns:a="http://schemas.openxmlformats.org/drawingml/2006/main">
              <a:ext uri="{FF2B5EF4-FFF2-40B4-BE49-F238E27FC236}">
                <a16:creationId xmlns:a16="http://schemas.microsoft.com/office/drawing/2014/main" id="{D5E180C6-C158-4700-8B08-497DEB86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078" y="1216717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·">
            <a:extLst xmlns:a="http://schemas.openxmlformats.org/drawingml/2006/main">
              <a:ext uri="{FF2B5EF4-FFF2-40B4-BE49-F238E27FC236}">
                <a16:creationId xmlns:a16="http://schemas.microsoft.com/office/drawing/2014/main" id="{CC6B73FB-583B-423E-8EC0-06EEC942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078" y="1339103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·">
            <a:extLst xmlns:a="http://schemas.openxmlformats.org/drawingml/2006/main">
              <a:ext uri="{FF2B5EF4-FFF2-40B4-BE49-F238E27FC236}">
                <a16:creationId xmlns:a16="http://schemas.microsoft.com/office/drawing/2014/main" id="{3BB2E7ED-A80C-45F9-A409-E57C10DF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078" y="1461489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f">
            <a:extLst xmlns:a="http://schemas.openxmlformats.org/drawingml/2006/main">
              <a:ext uri="{FF2B5EF4-FFF2-40B4-BE49-F238E27FC236}">
                <a16:creationId xmlns:a16="http://schemas.microsoft.com/office/drawing/2014/main" id="{F15CC7E8-3704-4E97-9EC3-A3C1EEF4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569" y="2323728"/>
            <a:ext cx="80664" cy="145678"/>
          </a:xfrm>
          <a:custGeom xmlns:a="http://schemas.openxmlformats.org/drawingml/2006/main">
            <a:pathLst>
              <a:path w="80664" h="145678">
                <a:moveTo>
                  <a:pt x="43378" y="57767"/>
                </a:moveTo>
                <a:lnTo>
                  <a:pt x="43378" y="125932"/>
                </a:lnTo>
                <a:cubicBezTo>
                  <a:pt x="43378" y="132584"/>
                  <a:pt x="44078" y="136715"/>
                  <a:pt x="45478" y="138326"/>
                </a:cubicBezTo>
                <a:cubicBezTo>
                  <a:pt x="47649" y="140986"/>
                  <a:pt x="51780" y="142177"/>
                  <a:pt x="57872" y="141897"/>
                </a:cubicBezTo>
                <a:lnTo>
                  <a:pt x="57872" y="145678"/>
                </a:lnTo>
                <a:lnTo>
                  <a:pt x="0" y="145678"/>
                </a:lnTo>
                <a:lnTo>
                  <a:pt x="0" y="141897"/>
                </a:lnTo>
                <a:cubicBezTo>
                  <a:pt x="4411" y="141827"/>
                  <a:pt x="7562" y="141302"/>
                  <a:pt x="9453" y="140321"/>
                </a:cubicBezTo>
                <a:cubicBezTo>
                  <a:pt x="11203" y="139411"/>
                  <a:pt x="12464" y="138116"/>
                  <a:pt x="13234" y="136435"/>
                </a:cubicBezTo>
                <a:cubicBezTo>
                  <a:pt x="13934" y="134825"/>
                  <a:pt x="14284" y="131324"/>
                  <a:pt x="14284" y="125932"/>
                </a:cubicBezTo>
                <a:lnTo>
                  <a:pt x="14284" y="57767"/>
                </a:lnTo>
                <a:lnTo>
                  <a:pt x="0" y="57767"/>
                </a:lnTo>
                <a:lnTo>
                  <a:pt x="0" y="47474"/>
                </a:lnTo>
                <a:lnTo>
                  <a:pt x="14284" y="47474"/>
                </a:lnTo>
                <a:lnTo>
                  <a:pt x="14284" y="40227"/>
                </a:lnTo>
                <a:lnTo>
                  <a:pt x="14179" y="35290"/>
                </a:lnTo>
                <a:cubicBezTo>
                  <a:pt x="14109" y="25207"/>
                  <a:pt x="17820" y="16805"/>
                  <a:pt x="25312" y="10083"/>
                </a:cubicBezTo>
                <a:cubicBezTo>
                  <a:pt x="32665" y="3361"/>
                  <a:pt x="42643" y="0"/>
                  <a:pt x="55246" y="0"/>
                </a:cubicBezTo>
                <a:cubicBezTo>
                  <a:pt x="63859" y="0"/>
                  <a:pt x="70266" y="1610"/>
                  <a:pt x="74467" y="4831"/>
                </a:cubicBezTo>
                <a:cubicBezTo>
                  <a:pt x="78528" y="8122"/>
                  <a:pt x="80594" y="11693"/>
                  <a:pt x="80664" y="15545"/>
                </a:cubicBezTo>
                <a:cubicBezTo>
                  <a:pt x="80664" y="18695"/>
                  <a:pt x="79368" y="21426"/>
                  <a:pt x="76778" y="23737"/>
                </a:cubicBezTo>
                <a:cubicBezTo>
                  <a:pt x="74117" y="26048"/>
                  <a:pt x="70686" y="27203"/>
                  <a:pt x="66485" y="27203"/>
                </a:cubicBezTo>
                <a:cubicBezTo>
                  <a:pt x="62773" y="27203"/>
                  <a:pt x="59903" y="26258"/>
                  <a:pt x="57872" y="24367"/>
                </a:cubicBezTo>
                <a:cubicBezTo>
                  <a:pt x="55631" y="22477"/>
                  <a:pt x="54546" y="20376"/>
                  <a:pt x="54616" y="18065"/>
                </a:cubicBezTo>
                <a:cubicBezTo>
                  <a:pt x="54616" y="17505"/>
                  <a:pt x="54826" y="16210"/>
                  <a:pt x="55246" y="14179"/>
                </a:cubicBezTo>
                <a:cubicBezTo>
                  <a:pt x="55526" y="13059"/>
                  <a:pt x="55666" y="11939"/>
                  <a:pt x="55666" y="10818"/>
                </a:cubicBezTo>
                <a:cubicBezTo>
                  <a:pt x="55666" y="9418"/>
                  <a:pt x="55246" y="8332"/>
                  <a:pt x="54406" y="7562"/>
                </a:cubicBezTo>
                <a:cubicBezTo>
                  <a:pt x="53216" y="6512"/>
                  <a:pt x="51850" y="5987"/>
                  <a:pt x="50310" y="5987"/>
                </a:cubicBezTo>
                <a:cubicBezTo>
                  <a:pt x="48279" y="5987"/>
                  <a:pt x="46599" y="6827"/>
                  <a:pt x="45268" y="8508"/>
                </a:cubicBezTo>
                <a:cubicBezTo>
                  <a:pt x="43868" y="10258"/>
                  <a:pt x="43168" y="12954"/>
                  <a:pt x="43168" y="16595"/>
                </a:cubicBezTo>
                <a:lnTo>
                  <a:pt x="43378" y="34975"/>
                </a:lnTo>
                <a:lnTo>
                  <a:pt x="43378" y="47474"/>
                </a:lnTo>
                <a:lnTo>
                  <a:pt x="57872" y="47474"/>
                </a:lnTo>
                <a:lnTo>
                  <a:pt x="57872" y="57767"/>
                </a:lnTo>
                <a:lnTo>
                  <a:pt x="43378" y="5776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(n+1)(k+1)">
            <a:extLst xmlns:a="http://schemas.openxmlformats.org/drawingml/2006/main">
              <a:ext uri="{FF2B5EF4-FFF2-40B4-BE49-F238E27FC236}">
                <a16:creationId xmlns:a16="http://schemas.microsoft.com/office/drawing/2014/main" id="{F7A90391-7BF7-4F66-A210-2E0E8237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750" y="2397333"/>
            <a:ext cx="660652" cy="130166"/>
          </a:xfrm>
          <a:custGeom xmlns:a="http://schemas.openxmlformats.org/drawingml/2006/main">
            <a:pathLst>
              <a:path w="660652" h="130166">
                <a:moveTo>
                  <a:pt x="41723" y="0"/>
                </a:moveTo>
                <a:lnTo>
                  <a:pt x="41723" y="3332"/>
                </a:lnTo>
                <a:cubicBezTo>
                  <a:pt x="36700" y="6664"/>
                  <a:pt x="33006" y="9875"/>
                  <a:pt x="30640" y="12966"/>
                </a:cubicBezTo>
                <a:cubicBezTo>
                  <a:pt x="27308" y="17312"/>
                  <a:pt x="24749" y="22889"/>
                  <a:pt x="22962" y="29698"/>
                </a:cubicBezTo>
                <a:cubicBezTo>
                  <a:pt x="20644" y="38197"/>
                  <a:pt x="19485" y="50004"/>
                  <a:pt x="19485" y="65119"/>
                </a:cubicBezTo>
                <a:cubicBezTo>
                  <a:pt x="19485" y="79461"/>
                  <a:pt x="20547" y="90568"/>
                  <a:pt x="22672" y="98439"/>
                </a:cubicBezTo>
                <a:cubicBezTo>
                  <a:pt x="24749" y="106407"/>
                  <a:pt x="27598" y="112806"/>
                  <a:pt x="31220" y="117635"/>
                </a:cubicBezTo>
                <a:cubicBezTo>
                  <a:pt x="33731" y="121063"/>
                  <a:pt x="37232" y="124033"/>
                  <a:pt x="41723" y="126544"/>
                </a:cubicBezTo>
                <a:lnTo>
                  <a:pt x="41723" y="130166"/>
                </a:lnTo>
                <a:cubicBezTo>
                  <a:pt x="30036" y="126303"/>
                  <a:pt x="20185" y="118311"/>
                  <a:pt x="12169" y="106190"/>
                </a:cubicBezTo>
                <a:cubicBezTo>
                  <a:pt x="4056" y="94166"/>
                  <a:pt x="0" y="80331"/>
                  <a:pt x="0" y="64685"/>
                </a:cubicBezTo>
                <a:cubicBezTo>
                  <a:pt x="0" y="49280"/>
                  <a:pt x="4032" y="35590"/>
                  <a:pt x="12097" y="23614"/>
                </a:cubicBezTo>
                <a:cubicBezTo>
                  <a:pt x="20113" y="11734"/>
                  <a:pt x="29988" y="3863"/>
                  <a:pt x="41723" y="0"/>
                </a:cubicBezTo>
                <a:close/>
                <a:moveTo>
                  <a:pt x="78650" y="32741"/>
                </a:moveTo>
                <a:lnTo>
                  <a:pt x="78650" y="41505"/>
                </a:lnTo>
                <a:cubicBezTo>
                  <a:pt x="82127" y="37739"/>
                  <a:pt x="85459" y="34986"/>
                  <a:pt x="88646" y="33248"/>
                </a:cubicBezTo>
                <a:cubicBezTo>
                  <a:pt x="91785" y="31606"/>
                  <a:pt x="95214" y="30761"/>
                  <a:pt x="98932" y="30712"/>
                </a:cubicBezTo>
                <a:cubicBezTo>
                  <a:pt x="103326" y="30761"/>
                  <a:pt x="106972" y="31968"/>
                  <a:pt x="109870" y="34334"/>
                </a:cubicBezTo>
                <a:cubicBezTo>
                  <a:pt x="112767" y="36797"/>
                  <a:pt x="114699" y="39839"/>
                  <a:pt x="115665" y="43461"/>
                </a:cubicBezTo>
                <a:cubicBezTo>
                  <a:pt x="116437" y="46214"/>
                  <a:pt x="116823" y="51501"/>
                  <a:pt x="116823" y="59324"/>
                </a:cubicBezTo>
                <a:lnTo>
                  <a:pt x="116823" y="85691"/>
                </a:lnTo>
                <a:cubicBezTo>
                  <a:pt x="116823" y="90954"/>
                  <a:pt x="117306" y="94190"/>
                  <a:pt x="118272" y="95397"/>
                </a:cubicBezTo>
                <a:cubicBezTo>
                  <a:pt x="119190" y="96701"/>
                  <a:pt x="121145" y="97522"/>
                  <a:pt x="124139" y="97860"/>
                </a:cubicBezTo>
                <a:lnTo>
                  <a:pt x="124139" y="100468"/>
                </a:lnTo>
                <a:lnTo>
                  <a:pt x="89878" y="100468"/>
                </a:lnTo>
                <a:lnTo>
                  <a:pt x="89878" y="97860"/>
                </a:lnTo>
                <a:cubicBezTo>
                  <a:pt x="92389" y="97570"/>
                  <a:pt x="94224" y="96508"/>
                  <a:pt x="95383" y="94673"/>
                </a:cubicBezTo>
                <a:cubicBezTo>
                  <a:pt x="96155" y="93465"/>
                  <a:pt x="96542" y="90471"/>
                  <a:pt x="96542" y="85691"/>
                </a:cubicBezTo>
                <a:lnTo>
                  <a:pt x="96542" y="55558"/>
                </a:lnTo>
                <a:cubicBezTo>
                  <a:pt x="96542" y="50004"/>
                  <a:pt x="96324" y="46503"/>
                  <a:pt x="95890" y="45055"/>
                </a:cubicBezTo>
                <a:cubicBezTo>
                  <a:pt x="95455" y="43606"/>
                  <a:pt x="94731" y="42471"/>
                  <a:pt x="93717" y="41650"/>
                </a:cubicBezTo>
                <a:cubicBezTo>
                  <a:pt x="92606" y="40878"/>
                  <a:pt x="91447" y="40491"/>
                  <a:pt x="90240" y="40491"/>
                </a:cubicBezTo>
                <a:cubicBezTo>
                  <a:pt x="86039" y="40491"/>
                  <a:pt x="82175" y="43461"/>
                  <a:pt x="78650" y="49401"/>
                </a:cubicBezTo>
                <a:lnTo>
                  <a:pt x="78650" y="85691"/>
                </a:lnTo>
                <a:cubicBezTo>
                  <a:pt x="78650" y="90761"/>
                  <a:pt x="79133" y="93972"/>
                  <a:pt x="80099" y="95325"/>
                </a:cubicBezTo>
                <a:cubicBezTo>
                  <a:pt x="81016" y="96725"/>
                  <a:pt x="82755" y="97570"/>
                  <a:pt x="85314" y="97860"/>
                </a:cubicBezTo>
                <a:lnTo>
                  <a:pt x="85314" y="100468"/>
                </a:lnTo>
                <a:lnTo>
                  <a:pt x="51052" y="100468"/>
                </a:lnTo>
                <a:lnTo>
                  <a:pt x="51052" y="97860"/>
                </a:lnTo>
                <a:cubicBezTo>
                  <a:pt x="53853" y="97570"/>
                  <a:pt x="55881" y="96653"/>
                  <a:pt x="57137" y="95107"/>
                </a:cubicBezTo>
                <a:cubicBezTo>
                  <a:pt x="57910" y="94045"/>
                  <a:pt x="58320" y="90906"/>
                  <a:pt x="58368" y="85691"/>
                </a:cubicBezTo>
                <a:lnTo>
                  <a:pt x="58368" y="47445"/>
                </a:lnTo>
                <a:cubicBezTo>
                  <a:pt x="58368" y="42326"/>
                  <a:pt x="57910" y="39139"/>
                  <a:pt x="56992" y="37884"/>
                </a:cubicBezTo>
                <a:cubicBezTo>
                  <a:pt x="55978" y="36676"/>
                  <a:pt x="53998" y="35855"/>
                  <a:pt x="51052" y="35421"/>
                </a:cubicBezTo>
                <a:lnTo>
                  <a:pt x="51052" y="32741"/>
                </a:lnTo>
                <a:lnTo>
                  <a:pt x="78650" y="32741"/>
                </a:lnTo>
                <a:close/>
                <a:moveTo>
                  <a:pt x="123053" y="46576"/>
                </a:moveTo>
                <a:lnTo>
                  <a:pt x="157894" y="46576"/>
                </a:lnTo>
                <a:lnTo>
                  <a:pt x="157894" y="11807"/>
                </a:lnTo>
                <a:lnTo>
                  <a:pt x="167383" y="11807"/>
                </a:lnTo>
                <a:lnTo>
                  <a:pt x="167383" y="46576"/>
                </a:lnTo>
                <a:lnTo>
                  <a:pt x="202224" y="46576"/>
                </a:lnTo>
                <a:lnTo>
                  <a:pt x="202224" y="56137"/>
                </a:lnTo>
                <a:lnTo>
                  <a:pt x="167383" y="56137"/>
                </a:lnTo>
                <a:lnTo>
                  <a:pt x="167383" y="90616"/>
                </a:lnTo>
                <a:lnTo>
                  <a:pt x="157894" y="90616"/>
                </a:lnTo>
                <a:lnTo>
                  <a:pt x="157894" y="56137"/>
                </a:lnTo>
                <a:lnTo>
                  <a:pt x="123053" y="56137"/>
                </a:lnTo>
                <a:lnTo>
                  <a:pt x="123053" y="46576"/>
                </a:lnTo>
                <a:close/>
                <a:moveTo>
                  <a:pt x="250060" y="217"/>
                </a:moveTo>
                <a:lnTo>
                  <a:pt x="250060" y="80548"/>
                </a:lnTo>
                <a:cubicBezTo>
                  <a:pt x="250060" y="86584"/>
                  <a:pt x="250326" y="90423"/>
                  <a:pt x="250857" y="92065"/>
                </a:cubicBezTo>
                <a:cubicBezTo>
                  <a:pt x="251340" y="93755"/>
                  <a:pt x="252451" y="95131"/>
                  <a:pt x="254189" y="96194"/>
                </a:cubicBezTo>
                <a:cubicBezTo>
                  <a:pt x="255831" y="97305"/>
                  <a:pt x="258535" y="97836"/>
                  <a:pt x="262302" y="97787"/>
                </a:cubicBezTo>
                <a:lnTo>
                  <a:pt x="264548" y="97787"/>
                </a:lnTo>
                <a:lnTo>
                  <a:pt x="264548" y="100468"/>
                </a:lnTo>
                <a:lnTo>
                  <a:pt x="212829" y="100468"/>
                </a:lnTo>
                <a:lnTo>
                  <a:pt x="212829" y="97787"/>
                </a:lnTo>
                <a:lnTo>
                  <a:pt x="215437" y="97787"/>
                </a:lnTo>
                <a:cubicBezTo>
                  <a:pt x="219589" y="97787"/>
                  <a:pt x="222583" y="97305"/>
                  <a:pt x="224418" y="96339"/>
                </a:cubicBezTo>
                <a:cubicBezTo>
                  <a:pt x="226157" y="95421"/>
                  <a:pt x="227364" y="94093"/>
                  <a:pt x="228040" y="92355"/>
                </a:cubicBezTo>
                <a:cubicBezTo>
                  <a:pt x="228668" y="90713"/>
                  <a:pt x="228982" y="86777"/>
                  <a:pt x="228982" y="80548"/>
                </a:cubicBezTo>
                <a:lnTo>
                  <a:pt x="228982" y="29626"/>
                </a:lnTo>
                <a:cubicBezTo>
                  <a:pt x="228982" y="25087"/>
                  <a:pt x="228765" y="22238"/>
                  <a:pt x="228330" y="21079"/>
                </a:cubicBezTo>
                <a:cubicBezTo>
                  <a:pt x="227895" y="20016"/>
                  <a:pt x="227099" y="19050"/>
                  <a:pt x="225940" y="18181"/>
                </a:cubicBezTo>
                <a:cubicBezTo>
                  <a:pt x="224684" y="17409"/>
                  <a:pt x="223308" y="17022"/>
                  <a:pt x="221811" y="17022"/>
                </a:cubicBezTo>
                <a:cubicBezTo>
                  <a:pt x="219348" y="17071"/>
                  <a:pt x="216354" y="17843"/>
                  <a:pt x="212829" y="19340"/>
                </a:cubicBezTo>
                <a:lnTo>
                  <a:pt x="211525" y="16733"/>
                </a:lnTo>
                <a:lnTo>
                  <a:pt x="247670" y="217"/>
                </a:lnTo>
                <a:lnTo>
                  <a:pt x="250060" y="217"/>
                </a:lnTo>
                <a:close/>
                <a:moveTo>
                  <a:pt x="277731" y="130166"/>
                </a:moveTo>
                <a:lnTo>
                  <a:pt x="277731" y="126834"/>
                </a:lnTo>
                <a:cubicBezTo>
                  <a:pt x="282705" y="123502"/>
                  <a:pt x="286399" y="120266"/>
                  <a:pt x="288813" y="117128"/>
                </a:cubicBezTo>
                <a:cubicBezTo>
                  <a:pt x="292049" y="112781"/>
                  <a:pt x="294608" y="107228"/>
                  <a:pt x="296491" y="100468"/>
                </a:cubicBezTo>
                <a:cubicBezTo>
                  <a:pt x="298809" y="92017"/>
                  <a:pt x="299968" y="80186"/>
                  <a:pt x="299968" y="64974"/>
                </a:cubicBezTo>
                <a:cubicBezTo>
                  <a:pt x="299968" y="50729"/>
                  <a:pt x="298930" y="39622"/>
                  <a:pt x="296854" y="31654"/>
                </a:cubicBezTo>
                <a:cubicBezTo>
                  <a:pt x="294729" y="23783"/>
                  <a:pt x="291856" y="17409"/>
                  <a:pt x="288234" y="12531"/>
                </a:cubicBezTo>
                <a:cubicBezTo>
                  <a:pt x="285674" y="9151"/>
                  <a:pt x="282173" y="6181"/>
                  <a:pt x="277731" y="3622"/>
                </a:cubicBezTo>
                <a:lnTo>
                  <a:pt x="277731" y="0"/>
                </a:lnTo>
                <a:cubicBezTo>
                  <a:pt x="289369" y="3911"/>
                  <a:pt x="299244" y="11879"/>
                  <a:pt x="307357" y="23904"/>
                </a:cubicBezTo>
                <a:cubicBezTo>
                  <a:pt x="315373" y="36024"/>
                  <a:pt x="319405" y="49884"/>
                  <a:pt x="319453" y="65481"/>
                </a:cubicBezTo>
                <a:cubicBezTo>
                  <a:pt x="319405" y="80934"/>
                  <a:pt x="315373" y="94576"/>
                  <a:pt x="307357" y="106407"/>
                </a:cubicBezTo>
                <a:cubicBezTo>
                  <a:pt x="299244" y="118383"/>
                  <a:pt x="289369" y="126303"/>
                  <a:pt x="277731" y="130166"/>
                </a:cubicBezTo>
                <a:close/>
                <a:moveTo>
                  <a:pt x="375504" y="0"/>
                </a:moveTo>
                <a:lnTo>
                  <a:pt x="375504" y="3332"/>
                </a:lnTo>
                <a:cubicBezTo>
                  <a:pt x="370482" y="6664"/>
                  <a:pt x="366787" y="9875"/>
                  <a:pt x="364421" y="12966"/>
                </a:cubicBezTo>
                <a:cubicBezTo>
                  <a:pt x="361089" y="17312"/>
                  <a:pt x="358530" y="22889"/>
                  <a:pt x="356743" y="29698"/>
                </a:cubicBezTo>
                <a:cubicBezTo>
                  <a:pt x="354425" y="38197"/>
                  <a:pt x="353266" y="50004"/>
                  <a:pt x="353266" y="65119"/>
                </a:cubicBezTo>
                <a:cubicBezTo>
                  <a:pt x="353266" y="79461"/>
                  <a:pt x="354329" y="90568"/>
                  <a:pt x="356453" y="98439"/>
                </a:cubicBezTo>
                <a:cubicBezTo>
                  <a:pt x="358530" y="106407"/>
                  <a:pt x="361379" y="112806"/>
                  <a:pt x="365001" y="117635"/>
                </a:cubicBezTo>
                <a:cubicBezTo>
                  <a:pt x="367512" y="121063"/>
                  <a:pt x="371013" y="124033"/>
                  <a:pt x="375504" y="126544"/>
                </a:cubicBezTo>
                <a:lnTo>
                  <a:pt x="375504" y="130166"/>
                </a:lnTo>
                <a:cubicBezTo>
                  <a:pt x="363818" y="126303"/>
                  <a:pt x="353966" y="118311"/>
                  <a:pt x="345950" y="106190"/>
                </a:cubicBezTo>
                <a:cubicBezTo>
                  <a:pt x="337837" y="94166"/>
                  <a:pt x="333781" y="80331"/>
                  <a:pt x="333781" y="64685"/>
                </a:cubicBezTo>
                <a:cubicBezTo>
                  <a:pt x="333781" y="49280"/>
                  <a:pt x="337813" y="35590"/>
                  <a:pt x="345878" y="23614"/>
                </a:cubicBezTo>
                <a:cubicBezTo>
                  <a:pt x="353894" y="11734"/>
                  <a:pt x="363769" y="3863"/>
                  <a:pt x="375504" y="0"/>
                </a:cubicBezTo>
                <a:close/>
                <a:moveTo>
                  <a:pt x="412286" y="2245"/>
                </a:moveTo>
                <a:lnTo>
                  <a:pt x="412286" y="66858"/>
                </a:lnTo>
                <a:lnTo>
                  <a:pt x="428005" y="51429"/>
                </a:lnTo>
                <a:cubicBezTo>
                  <a:pt x="431240" y="48338"/>
                  <a:pt x="433269" y="46069"/>
                  <a:pt x="434089" y="44620"/>
                </a:cubicBezTo>
                <a:cubicBezTo>
                  <a:pt x="434862" y="43268"/>
                  <a:pt x="435248" y="41916"/>
                  <a:pt x="435248" y="40564"/>
                </a:cubicBezTo>
                <a:cubicBezTo>
                  <a:pt x="435248" y="39260"/>
                  <a:pt x="434717" y="38173"/>
                  <a:pt x="433655" y="37304"/>
                </a:cubicBezTo>
                <a:cubicBezTo>
                  <a:pt x="432544" y="36435"/>
                  <a:pt x="430468" y="35807"/>
                  <a:pt x="427425" y="35421"/>
                </a:cubicBezTo>
                <a:lnTo>
                  <a:pt x="427425" y="32741"/>
                </a:lnTo>
                <a:lnTo>
                  <a:pt x="457776" y="32741"/>
                </a:lnTo>
                <a:lnTo>
                  <a:pt x="457776" y="35421"/>
                </a:lnTo>
                <a:cubicBezTo>
                  <a:pt x="454878" y="35566"/>
                  <a:pt x="452343" y="36242"/>
                  <a:pt x="450170" y="37449"/>
                </a:cubicBezTo>
                <a:cubicBezTo>
                  <a:pt x="447949" y="38753"/>
                  <a:pt x="443699" y="42471"/>
                  <a:pt x="437421" y="48604"/>
                </a:cubicBezTo>
                <a:lnTo>
                  <a:pt x="430033" y="55847"/>
                </a:lnTo>
                <a:lnTo>
                  <a:pt x="445969" y="79172"/>
                </a:lnTo>
                <a:cubicBezTo>
                  <a:pt x="452343" y="88685"/>
                  <a:pt x="456158" y="93997"/>
                  <a:pt x="457414" y="95107"/>
                </a:cubicBezTo>
                <a:cubicBezTo>
                  <a:pt x="459007" y="96797"/>
                  <a:pt x="461084" y="97715"/>
                  <a:pt x="463643" y="97860"/>
                </a:cubicBezTo>
                <a:lnTo>
                  <a:pt x="463643" y="100468"/>
                </a:lnTo>
                <a:lnTo>
                  <a:pt x="428657" y="100468"/>
                </a:lnTo>
                <a:lnTo>
                  <a:pt x="428657" y="97860"/>
                </a:lnTo>
                <a:cubicBezTo>
                  <a:pt x="430154" y="97860"/>
                  <a:pt x="431289" y="97570"/>
                  <a:pt x="432061" y="96991"/>
                </a:cubicBezTo>
                <a:cubicBezTo>
                  <a:pt x="432689" y="96411"/>
                  <a:pt x="433027" y="95783"/>
                  <a:pt x="433075" y="95107"/>
                </a:cubicBezTo>
                <a:cubicBezTo>
                  <a:pt x="433075" y="94045"/>
                  <a:pt x="432061" y="91993"/>
                  <a:pt x="430033" y="88950"/>
                </a:cubicBezTo>
                <a:lnTo>
                  <a:pt x="416633" y="69320"/>
                </a:lnTo>
                <a:lnTo>
                  <a:pt x="412286" y="73594"/>
                </a:lnTo>
                <a:lnTo>
                  <a:pt x="412286" y="85763"/>
                </a:lnTo>
                <a:cubicBezTo>
                  <a:pt x="412286" y="90979"/>
                  <a:pt x="412769" y="94190"/>
                  <a:pt x="413735" y="95397"/>
                </a:cubicBezTo>
                <a:cubicBezTo>
                  <a:pt x="414653" y="96701"/>
                  <a:pt x="416633" y="97522"/>
                  <a:pt x="419675" y="97860"/>
                </a:cubicBezTo>
                <a:lnTo>
                  <a:pt x="419675" y="100468"/>
                </a:lnTo>
                <a:lnTo>
                  <a:pt x="384689" y="100468"/>
                </a:lnTo>
                <a:lnTo>
                  <a:pt x="384689" y="97860"/>
                </a:lnTo>
                <a:cubicBezTo>
                  <a:pt x="387490" y="97570"/>
                  <a:pt x="389518" y="96653"/>
                  <a:pt x="390773" y="95107"/>
                </a:cubicBezTo>
                <a:cubicBezTo>
                  <a:pt x="391546" y="94045"/>
                  <a:pt x="391956" y="90930"/>
                  <a:pt x="392005" y="85763"/>
                </a:cubicBezTo>
                <a:lnTo>
                  <a:pt x="392005" y="16950"/>
                </a:lnTo>
                <a:cubicBezTo>
                  <a:pt x="392005" y="11831"/>
                  <a:pt x="391546" y="8644"/>
                  <a:pt x="390628" y="7388"/>
                </a:cubicBezTo>
                <a:cubicBezTo>
                  <a:pt x="389614" y="6181"/>
                  <a:pt x="387634" y="5360"/>
                  <a:pt x="384689" y="4926"/>
                </a:cubicBezTo>
                <a:lnTo>
                  <a:pt x="384689" y="2245"/>
                </a:lnTo>
                <a:lnTo>
                  <a:pt x="412286" y="2245"/>
                </a:lnTo>
                <a:close/>
                <a:moveTo>
                  <a:pt x="464251" y="46576"/>
                </a:moveTo>
                <a:lnTo>
                  <a:pt x="499092" y="46576"/>
                </a:lnTo>
                <a:lnTo>
                  <a:pt x="499092" y="11807"/>
                </a:lnTo>
                <a:lnTo>
                  <a:pt x="508581" y="11807"/>
                </a:lnTo>
                <a:lnTo>
                  <a:pt x="508581" y="46576"/>
                </a:lnTo>
                <a:lnTo>
                  <a:pt x="543423" y="46576"/>
                </a:lnTo>
                <a:lnTo>
                  <a:pt x="543423" y="56137"/>
                </a:lnTo>
                <a:lnTo>
                  <a:pt x="508581" y="56137"/>
                </a:lnTo>
                <a:lnTo>
                  <a:pt x="508581" y="90616"/>
                </a:lnTo>
                <a:lnTo>
                  <a:pt x="499092" y="90616"/>
                </a:lnTo>
                <a:lnTo>
                  <a:pt x="499092" y="56137"/>
                </a:lnTo>
                <a:lnTo>
                  <a:pt x="464251" y="56137"/>
                </a:lnTo>
                <a:lnTo>
                  <a:pt x="464251" y="46576"/>
                </a:lnTo>
                <a:close/>
                <a:moveTo>
                  <a:pt x="591259" y="217"/>
                </a:moveTo>
                <a:lnTo>
                  <a:pt x="591259" y="80548"/>
                </a:lnTo>
                <a:cubicBezTo>
                  <a:pt x="591259" y="86584"/>
                  <a:pt x="591525" y="90423"/>
                  <a:pt x="592056" y="92065"/>
                </a:cubicBezTo>
                <a:cubicBezTo>
                  <a:pt x="592539" y="93755"/>
                  <a:pt x="593649" y="95131"/>
                  <a:pt x="595388" y="96194"/>
                </a:cubicBezTo>
                <a:cubicBezTo>
                  <a:pt x="597030" y="97305"/>
                  <a:pt x="599734" y="97836"/>
                  <a:pt x="603501" y="97787"/>
                </a:cubicBezTo>
                <a:lnTo>
                  <a:pt x="605746" y="97787"/>
                </a:lnTo>
                <a:lnTo>
                  <a:pt x="605746" y="100468"/>
                </a:lnTo>
                <a:lnTo>
                  <a:pt x="554027" y="100468"/>
                </a:lnTo>
                <a:lnTo>
                  <a:pt x="554027" y="97787"/>
                </a:lnTo>
                <a:lnTo>
                  <a:pt x="556635" y="97787"/>
                </a:lnTo>
                <a:cubicBezTo>
                  <a:pt x="560788" y="97787"/>
                  <a:pt x="563782" y="97305"/>
                  <a:pt x="565617" y="96339"/>
                </a:cubicBezTo>
                <a:cubicBezTo>
                  <a:pt x="567355" y="95421"/>
                  <a:pt x="568563" y="94093"/>
                  <a:pt x="569239" y="92355"/>
                </a:cubicBezTo>
                <a:cubicBezTo>
                  <a:pt x="569867" y="90713"/>
                  <a:pt x="570180" y="86777"/>
                  <a:pt x="570180" y="80548"/>
                </a:cubicBezTo>
                <a:lnTo>
                  <a:pt x="570180" y="29626"/>
                </a:lnTo>
                <a:cubicBezTo>
                  <a:pt x="570180" y="25087"/>
                  <a:pt x="569963" y="22238"/>
                  <a:pt x="569529" y="21079"/>
                </a:cubicBezTo>
                <a:cubicBezTo>
                  <a:pt x="569094" y="20016"/>
                  <a:pt x="568297" y="19050"/>
                  <a:pt x="567138" y="18181"/>
                </a:cubicBezTo>
                <a:cubicBezTo>
                  <a:pt x="565883" y="17409"/>
                  <a:pt x="564506" y="17022"/>
                  <a:pt x="563009" y="17022"/>
                </a:cubicBezTo>
                <a:cubicBezTo>
                  <a:pt x="560547" y="17071"/>
                  <a:pt x="557553" y="17843"/>
                  <a:pt x="554027" y="19340"/>
                </a:cubicBezTo>
                <a:lnTo>
                  <a:pt x="552724" y="16733"/>
                </a:lnTo>
                <a:lnTo>
                  <a:pt x="588869" y="217"/>
                </a:lnTo>
                <a:lnTo>
                  <a:pt x="591259" y="217"/>
                </a:lnTo>
                <a:close/>
                <a:moveTo>
                  <a:pt x="618929" y="130166"/>
                </a:moveTo>
                <a:lnTo>
                  <a:pt x="618929" y="126834"/>
                </a:lnTo>
                <a:cubicBezTo>
                  <a:pt x="623903" y="123502"/>
                  <a:pt x="627597" y="120266"/>
                  <a:pt x="630012" y="117128"/>
                </a:cubicBezTo>
                <a:cubicBezTo>
                  <a:pt x="633247" y="112781"/>
                  <a:pt x="635806" y="107228"/>
                  <a:pt x="637690" y="100468"/>
                </a:cubicBezTo>
                <a:cubicBezTo>
                  <a:pt x="640008" y="92017"/>
                  <a:pt x="641167" y="80186"/>
                  <a:pt x="641167" y="64974"/>
                </a:cubicBezTo>
                <a:cubicBezTo>
                  <a:pt x="641167" y="50729"/>
                  <a:pt x="640128" y="39622"/>
                  <a:pt x="638052" y="31654"/>
                </a:cubicBezTo>
                <a:cubicBezTo>
                  <a:pt x="635927" y="23783"/>
                  <a:pt x="633054" y="17409"/>
                  <a:pt x="629432" y="12531"/>
                </a:cubicBezTo>
                <a:cubicBezTo>
                  <a:pt x="626873" y="9151"/>
                  <a:pt x="623372" y="6181"/>
                  <a:pt x="618929" y="3622"/>
                </a:cubicBezTo>
                <a:lnTo>
                  <a:pt x="618929" y="0"/>
                </a:lnTo>
                <a:cubicBezTo>
                  <a:pt x="630567" y="3911"/>
                  <a:pt x="640442" y="11879"/>
                  <a:pt x="648555" y="23904"/>
                </a:cubicBezTo>
                <a:cubicBezTo>
                  <a:pt x="656571" y="36024"/>
                  <a:pt x="660603" y="49884"/>
                  <a:pt x="660652" y="65481"/>
                </a:cubicBezTo>
                <a:cubicBezTo>
                  <a:pt x="660603" y="80934"/>
                  <a:pt x="656571" y="94576"/>
                  <a:pt x="648555" y="106407"/>
                </a:cubicBezTo>
                <a:cubicBezTo>
                  <a:pt x="640442" y="118383"/>
                  <a:pt x="630567" y="126303"/>
                  <a:pt x="618929" y="130166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6440C7-1B4F-4D02-8C3B-473BA868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455" y="2190047"/>
            <a:ext cx="66756" cy="1338106"/>
          </a:xfrm>
          <a:custGeom xmlns:a="http://schemas.openxmlformats.org/drawingml/2006/main">
            <a:pathLst>
              <a:path w="66756" h="1338106" fill="none">
                <a:moveTo>
                  <a:pt x="0" y="0"/>
                </a:moveTo>
                <a:lnTo>
                  <a:pt x="66756" y="0"/>
                </a:lnTo>
                <a:lnTo>
                  <a:pt x="66756" y="1338106"/>
                </a:lnTo>
                <a:lnTo>
                  <a:pt x="0" y="1338106"/>
                </a:lnTo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000000"/>
            </a:solidFill>
            <a:round/>
          </a:ln>
        </p:spPr>
      </p:sp>
      <p:sp>
        <p:nvSpPr>
          <p:cNvPr id="56" name="Text f">
            <a:extLst xmlns:a="http://schemas.openxmlformats.org/drawingml/2006/main">
              <a:ext uri="{FF2B5EF4-FFF2-40B4-BE49-F238E27FC236}">
                <a16:creationId xmlns:a16="http://schemas.microsoft.com/office/drawing/2014/main" id="{5D3B8ACD-9FBF-4331-887E-4B73D088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026" y="3250867"/>
            <a:ext cx="80664" cy="145678"/>
          </a:xfrm>
          <a:custGeom xmlns:a="http://schemas.openxmlformats.org/drawingml/2006/main">
            <a:pathLst>
              <a:path w="80664" h="145678">
                <a:moveTo>
                  <a:pt x="43378" y="57767"/>
                </a:moveTo>
                <a:lnTo>
                  <a:pt x="43378" y="125932"/>
                </a:lnTo>
                <a:cubicBezTo>
                  <a:pt x="43378" y="132584"/>
                  <a:pt x="44078" y="136715"/>
                  <a:pt x="45478" y="138326"/>
                </a:cubicBezTo>
                <a:cubicBezTo>
                  <a:pt x="47649" y="140986"/>
                  <a:pt x="51780" y="142177"/>
                  <a:pt x="57872" y="141897"/>
                </a:cubicBezTo>
                <a:lnTo>
                  <a:pt x="57872" y="145678"/>
                </a:lnTo>
                <a:lnTo>
                  <a:pt x="0" y="145678"/>
                </a:lnTo>
                <a:lnTo>
                  <a:pt x="0" y="141897"/>
                </a:lnTo>
                <a:cubicBezTo>
                  <a:pt x="4411" y="141827"/>
                  <a:pt x="7562" y="141302"/>
                  <a:pt x="9453" y="140321"/>
                </a:cubicBezTo>
                <a:cubicBezTo>
                  <a:pt x="11203" y="139411"/>
                  <a:pt x="12464" y="138116"/>
                  <a:pt x="13234" y="136435"/>
                </a:cubicBezTo>
                <a:cubicBezTo>
                  <a:pt x="13934" y="134825"/>
                  <a:pt x="14284" y="131324"/>
                  <a:pt x="14284" y="125932"/>
                </a:cubicBezTo>
                <a:lnTo>
                  <a:pt x="14284" y="57767"/>
                </a:lnTo>
                <a:lnTo>
                  <a:pt x="0" y="57767"/>
                </a:lnTo>
                <a:lnTo>
                  <a:pt x="0" y="47474"/>
                </a:lnTo>
                <a:lnTo>
                  <a:pt x="14284" y="47474"/>
                </a:lnTo>
                <a:lnTo>
                  <a:pt x="14284" y="40227"/>
                </a:lnTo>
                <a:lnTo>
                  <a:pt x="14179" y="35290"/>
                </a:lnTo>
                <a:cubicBezTo>
                  <a:pt x="14109" y="25207"/>
                  <a:pt x="17820" y="16805"/>
                  <a:pt x="25312" y="10083"/>
                </a:cubicBezTo>
                <a:cubicBezTo>
                  <a:pt x="32665" y="3361"/>
                  <a:pt x="42643" y="0"/>
                  <a:pt x="55246" y="0"/>
                </a:cubicBezTo>
                <a:cubicBezTo>
                  <a:pt x="63859" y="0"/>
                  <a:pt x="70266" y="1610"/>
                  <a:pt x="74467" y="4831"/>
                </a:cubicBezTo>
                <a:cubicBezTo>
                  <a:pt x="78528" y="8122"/>
                  <a:pt x="80594" y="11693"/>
                  <a:pt x="80664" y="15545"/>
                </a:cubicBezTo>
                <a:cubicBezTo>
                  <a:pt x="80664" y="18695"/>
                  <a:pt x="79368" y="21426"/>
                  <a:pt x="76778" y="23737"/>
                </a:cubicBezTo>
                <a:cubicBezTo>
                  <a:pt x="74117" y="26048"/>
                  <a:pt x="70686" y="27203"/>
                  <a:pt x="66485" y="27203"/>
                </a:cubicBezTo>
                <a:cubicBezTo>
                  <a:pt x="62773" y="27203"/>
                  <a:pt x="59903" y="26258"/>
                  <a:pt x="57872" y="24367"/>
                </a:cubicBezTo>
                <a:cubicBezTo>
                  <a:pt x="55631" y="22477"/>
                  <a:pt x="54546" y="20376"/>
                  <a:pt x="54616" y="18065"/>
                </a:cubicBezTo>
                <a:cubicBezTo>
                  <a:pt x="54616" y="17505"/>
                  <a:pt x="54826" y="16210"/>
                  <a:pt x="55246" y="14179"/>
                </a:cubicBezTo>
                <a:cubicBezTo>
                  <a:pt x="55526" y="13059"/>
                  <a:pt x="55666" y="11939"/>
                  <a:pt x="55666" y="10818"/>
                </a:cubicBezTo>
                <a:cubicBezTo>
                  <a:pt x="55666" y="9418"/>
                  <a:pt x="55246" y="8332"/>
                  <a:pt x="54406" y="7562"/>
                </a:cubicBezTo>
                <a:cubicBezTo>
                  <a:pt x="53216" y="6512"/>
                  <a:pt x="51850" y="5987"/>
                  <a:pt x="50310" y="5987"/>
                </a:cubicBezTo>
                <a:cubicBezTo>
                  <a:pt x="48279" y="5987"/>
                  <a:pt x="46599" y="6827"/>
                  <a:pt x="45268" y="8508"/>
                </a:cubicBezTo>
                <a:cubicBezTo>
                  <a:pt x="43868" y="10258"/>
                  <a:pt x="43168" y="12954"/>
                  <a:pt x="43168" y="16595"/>
                </a:cubicBezTo>
                <a:lnTo>
                  <a:pt x="43378" y="34975"/>
                </a:lnTo>
                <a:lnTo>
                  <a:pt x="43378" y="47474"/>
                </a:lnTo>
                <a:lnTo>
                  <a:pt x="57872" y="47474"/>
                </a:lnTo>
                <a:lnTo>
                  <a:pt x="57872" y="57767"/>
                </a:lnTo>
                <a:lnTo>
                  <a:pt x="43378" y="5776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(n+m">
            <a:extLst xmlns:a="http://schemas.openxmlformats.org/drawingml/2006/main">
              <a:ext uri="{FF2B5EF4-FFF2-40B4-BE49-F238E27FC236}">
                <a16:creationId xmlns:a16="http://schemas.microsoft.com/office/drawing/2014/main" id="{62DAA705-5B7B-47FD-80BF-E4C1700F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207" y="3324473"/>
            <a:ext cx="321482" cy="130166"/>
          </a:xfrm>
          <a:custGeom xmlns:a="http://schemas.openxmlformats.org/drawingml/2006/main">
            <a:pathLst>
              <a:path w="321482" h="130166">
                <a:moveTo>
                  <a:pt x="41723" y="0"/>
                </a:moveTo>
                <a:lnTo>
                  <a:pt x="41723" y="3332"/>
                </a:lnTo>
                <a:cubicBezTo>
                  <a:pt x="36700" y="6664"/>
                  <a:pt x="33006" y="9875"/>
                  <a:pt x="30640" y="12966"/>
                </a:cubicBezTo>
                <a:cubicBezTo>
                  <a:pt x="27308" y="17312"/>
                  <a:pt x="24749" y="22889"/>
                  <a:pt x="22962" y="29698"/>
                </a:cubicBezTo>
                <a:cubicBezTo>
                  <a:pt x="20644" y="38197"/>
                  <a:pt x="19485" y="50004"/>
                  <a:pt x="19485" y="65119"/>
                </a:cubicBezTo>
                <a:cubicBezTo>
                  <a:pt x="19485" y="79461"/>
                  <a:pt x="20547" y="90568"/>
                  <a:pt x="22672" y="98439"/>
                </a:cubicBezTo>
                <a:cubicBezTo>
                  <a:pt x="24749" y="106407"/>
                  <a:pt x="27598" y="112806"/>
                  <a:pt x="31220" y="117635"/>
                </a:cubicBezTo>
                <a:cubicBezTo>
                  <a:pt x="33731" y="121063"/>
                  <a:pt x="37232" y="124033"/>
                  <a:pt x="41723" y="126544"/>
                </a:cubicBezTo>
                <a:lnTo>
                  <a:pt x="41723" y="130166"/>
                </a:lnTo>
                <a:cubicBezTo>
                  <a:pt x="30036" y="126303"/>
                  <a:pt x="20185" y="118311"/>
                  <a:pt x="12169" y="106190"/>
                </a:cubicBezTo>
                <a:cubicBezTo>
                  <a:pt x="4056" y="94166"/>
                  <a:pt x="0" y="80331"/>
                  <a:pt x="0" y="64685"/>
                </a:cubicBezTo>
                <a:cubicBezTo>
                  <a:pt x="0" y="49280"/>
                  <a:pt x="4032" y="35590"/>
                  <a:pt x="12097" y="23614"/>
                </a:cubicBezTo>
                <a:cubicBezTo>
                  <a:pt x="20113" y="11734"/>
                  <a:pt x="29988" y="3863"/>
                  <a:pt x="41723" y="0"/>
                </a:cubicBezTo>
                <a:close/>
                <a:moveTo>
                  <a:pt x="78650" y="32741"/>
                </a:moveTo>
                <a:lnTo>
                  <a:pt x="78650" y="41505"/>
                </a:lnTo>
                <a:cubicBezTo>
                  <a:pt x="82127" y="37739"/>
                  <a:pt x="85459" y="34986"/>
                  <a:pt x="88646" y="33248"/>
                </a:cubicBezTo>
                <a:cubicBezTo>
                  <a:pt x="91785" y="31606"/>
                  <a:pt x="95213" y="30761"/>
                  <a:pt x="98932" y="30712"/>
                </a:cubicBezTo>
                <a:cubicBezTo>
                  <a:pt x="103326" y="30761"/>
                  <a:pt x="106972" y="31968"/>
                  <a:pt x="109869" y="34334"/>
                </a:cubicBezTo>
                <a:cubicBezTo>
                  <a:pt x="112767" y="36797"/>
                  <a:pt x="114699" y="39839"/>
                  <a:pt x="115664" y="43461"/>
                </a:cubicBezTo>
                <a:cubicBezTo>
                  <a:pt x="116437" y="46214"/>
                  <a:pt x="116823" y="51501"/>
                  <a:pt x="116823" y="59324"/>
                </a:cubicBezTo>
                <a:lnTo>
                  <a:pt x="116823" y="85691"/>
                </a:lnTo>
                <a:cubicBezTo>
                  <a:pt x="116823" y="90954"/>
                  <a:pt x="117306" y="94190"/>
                  <a:pt x="118272" y="95397"/>
                </a:cubicBezTo>
                <a:cubicBezTo>
                  <a:pt x="119189" y="96701"/>
                  <a:pt x="121145" y="97522"/>
                  <a:pt x="124139" y="97860"/>
                </a:cubicBezTo>
                <a:lnTo>
                  <a:pt x="124139" y="100468"/>
                </a:lnTo>
                <a:lnTo>
                  <a:pt x="89877" y="100468"/>
                </a:lnTo>
                <a:lnTo>
                  <a:pt x="89877" y="97860"/>
                </a:lnTo>
                <a:cubicBezTo>
                  <a:pt x="92388" y="97570"/>
                  <a:pt x="94224" y="96508"/>
                  <a:pt x="95382" y="94673"/>
                </a:cubicBezTo>
                <a:cubicBezTo>
                  <a:pt x="96155" y="93465"/>
                  <a:pt x="96541" y="90471"/>
                  <a:pt x="96541" y="85691"/>
                </a:cubicBezTo>
                <a:lnTo>
                  <a:pt x="96541" y="55558"/>
                </a:lnTo>
                <a:cubicBezTo>
                  <a:pt x="96541" y="50004"/>
                  <a:pt x="96324" y="46503"/>
                  <a:pt x="95890" y="45055"/>
                </a:cubicBezTo>
                <a:cubicBezTo>
                  <a:pt x="95455" y="43606"/>
                  <a:pt x="94731" y="42471"/>
                  <a:pt x="93716" y="41650"/>
                </a:cubicBezTo>
                <a:cubicBezTo>
                  <a:pt x="92606" y="40878"/>
                  <a:pt x="91447" y="40491"/>
                  <a:pt x="90240" y="40491"/>
                </a:cubicBezTo>
                <a:cubicBezTo>
                  <a:pt x="86038" y="40491"/>
                  <a:pt x="82175" y="43461"/>
                  <a:pt x="78650" y="49401"/>
                </a:cubicBezTo>
                <a:lnTo>
                  <a:pt x="78650" y="85691"/>
                </a:lnTo>
                <a:cubicBezTo>
                  <a:pt x="78650" y="90761"/>
                  <a:pt x="79133" y="93972"/>
                  <a:pt x="80099" y="95325"/>
                </a:cubicBezTo>
                <a:cubicBezTo>
                  <a:pt x="81016" y="96725"/>
                  <a:pt x="82755" y="97570"/>
                  <a:pt x="85314" y="97860"/>
                </a:cubicBezTo>
                <a:lnTo>
                  <a:pt x="85314" y="100468"/>
                </a:lnTo>
                <a:lnTo>
                  <a:pt x="51052" y="100468"/>
                </a:lnTo>
                <a:lnTo>
                  <a:pt x="51052" y="97860"/>
                </a:lnTo>
                <a:cubicBezTo>
                  <a:pt x="53853" y="97570"/>
                  <a:pt x="55881" y="96653"/>
                  <a:pt x="57137" y="95107"/>
                </a:cubicBezTo>
                <a:cubicBezTo>
                  <a:pt x="57909" y="94045"/>
                  <a:pt x="58320" y="90906"/>
                  <a:pt x="58368" y="85691"/>
                </a:cubicBezTo>
                <a:lnTo>
                  <a:pt x="58368" y="47445"/>
                </a:lnTo>
                <a:cubicBezTo>
                  <a:pt x="58368" y="42326"/>
                  <a:pt x="57909" y="39139"/>
                  <a:pt x="56992" y="37884"/>
                </a:cubicBezTo>
                <a:cubicBezTo>
                  <a:pt x="55978" y="36676"/>
                  <a:pt x="53998" y="35855"/>
                  <a:pt x="51052" y="35421"/>
                </a:cubicBezTo>
                <a:lnTo>
                  <a:pt x="51052" y="32741"/>
                </a:lnTo>
                <a:lnTo>
                  <a:pt x="78650" y="32741"/>
                </a:lnTo>
                <a:close/>
                <a:moveTo>
                  <a:pt x="123053" y="46576"/>
                </a:moveTo>
                <a:lnTo>
                  <a:pt x="157894" y="46576"/>
                </a:lnTo>
                <a:lnTo>
                  <a:pt x="157894" y="11807"/>
                </a:lnTo>
                <a:lnTo>
                  <a:pt x="167383" y="11807"/>
                </a:lnTo>
                <a:lnTo>
                  <a:pt x="167383" y="46576"/>
                </a:lnTo>
                <a:lnTo>
                  <a:pt x="202224" y="46576"/>
                </a:lnTo>
                <a:lnTo>
                  <a:pt x="202224" y="56137"/>
                </a:lnTo>
                <a:lnTo>
                  <a:pt x="167383" y="56137"/>
                </a:lnTo>
                <a:lnTo>
                  <a:pt x="167383" y="90616"/>
                </a:lnTo>
                <a:lnTo>
                  <a:pt x="157894" y="90616"/>
                </a:lnTo>
                <a:lnTo>
                  <a:pt x="157894" y="56137"/>
                </a:lnTo>
                <a:lnTo>
                  <a:pt x="123053" y="56137"/>
                </a:lnTo>
                <a:lnTo>
                  <a:pt x="123053" y="46576"/>
                </a:lnTo>
                <a:close/>
                <a:moveTo>
                  <a:pt x="234849" y="32741"/>
                </a:moveTo>
                <a:lnTo>
                  <a:pt x="234849" y="41650"/>
                </a:lnTo>
                <a:cubicBezTo>
                  <a:pt x="238519" y="37642"/>
                  <a:pt x="241972" y="34793"/>
                  <a:pt x="245207" y="33103"/>
                </a:cubicBezTo>
                <a:cubicBezTo>
                  <a:pt x="248298" y="31509"/>
                  <a:pt x="251751" y="30712"/>
                  <a:pt x="255566" y="30712"/>
                </a:cubicBezTo>
                <a:cubicBezTo>
                  <a:pt x="259863" y="30712"/>
                  <a:pt x="263509" y="31727"/>
                  <a:pt x="266503" y="33755"/>
                </a:cubicBezTo>
                <a:cubicBezTo>
                  <a:pt x="269449" y="35831"/>
                  <a:pt x="271719" y="38922"/>
                  <a:pt x="273312" y="43026"/>
                </a:cubicBezTo>
                <a:cubicBezTo>
                  <a:pt x="277127" y="38729"/>
                  <a:pt x="280845" y="35590"/>
                  <a:pt x="284467" y="33610"/>
                </a:cubicBezTo>
                <a:cubicBezTo>
                  <a:pt x="287992" y="31678"/>
                  <a:pt x="291687" y="30712"/>
                  <a:pt x="295550" y="30712"/>
                </a:cubicBezTo>
                <a:cubicBezTo>
                  <a:pt x="300186" y="30761"/>
                  <a:pt x="303928" y="31823"/>
                  <a:pt x="306777" y="33900"/>
                </a:cubicBezTo>
                <a:cubicBezTo>
                  <a:pt x="309530" y="36121"/>
                  <a:pt x="311461" y="38849"/>
                  <a:pt x="312572" y="42085"/>
                </a:cubicBezTo>
                <a:cubicBezTo>
                  <a:pt x="313634" y="45417"/>
                  <a:pt x="314166" y="50705"/>
                  <a:pt x="314166" y="57948"/>
                </a:cubicBezTo>
                <a:lnTo>
                  <a:pt x="314166" y="85691"/>
                </a:lnTo>
                <a:cubicBezTo>
                  <a:pt x="314166" y="90954"/>
                  <a:pt x="314649" y="94190"/>
                  <a:pt x="315614" y="95397"/>
                </a:cubicBezTo>
                <a:cubicBezTo>
                  <a:pt x="316532" y="96701"/>
                  <a:pt x="318488" y="97522"/>
                  <a:pt x="321482" y="97860"/>
                </a:cubicBezTo>
                <a:lnTo>
                  <a:pt x="321482" y="100468"/>
                </a:lnTo>
                <a:lnTo>
                  <a:pt x="286495" y="100468"/>
                </a:lnTo>
                <a:lnTo>
                  <a:pt x="286495" y="97860"/>
                </a:lnTo>
                <a:cubicBezTo>
                  <a:pt x="289248" y="97667"/>
                  <a:pt x="291276" y="96604"/>
                  <a:pt x="292580" y="94673"/>
                </a:cubicBezTo>
                <a:cubicBezTo>
                  <a:pt x="293449" y="93417"/>
                  <a:pt x="293884" y="90423"/>
                  <a:pt x="293884" y="85691"/>
                </a:cubicBezTo>
                <a:lnTo>
                  <a:pt x="293884" y="56572"/>
                </a:lnTo>
                <a:cubicBezTo>
                  <a:pt x="293884" y="50584"/>
                  <a:pt x="293642" y="46745"/>
                  <a:pt x="293159" y="45055"/>
                </a:cubicBezTo>
                <a:cubicBezTo>
                  <a:pt x="292628" y="43413"/>
                  <a:pt x="291880" y="42181"/>
                  <a:pt x="290914" y="41360"/>
                </a:cubicBezTo>
                <a:cubicBezTo>
                  <a:pt x="289803" y="40588"/>
                  <a:pt x="288572" y="40201"/>
                  <a:pt x="287220" y="40201"/>
                </a:cubicBezTo>
                <a:cubicBezTo>
                  <a:pt x="285095" y="40201"/>
                  <a:pt x="282994" y="40950"/>
                  <a:pt x="280918" y="42447"/>
                </a:cubicBezTo>
                <a:cubicBezTo>
                  <a:pt x="278793" y="43992"/>
                  <a:pt x="276644" y="46286"/>
                  <a:pt x="274471" y="49328"/>
                </a:cubicBezTo>
                <a:lnTo>
                  <a:pt x="274471" y="85691"/>
                </a:lnTo>
                <a:cubicBezTo>
                  <a:pt x="274471" y="90616"/>
                  <a:pt x="274882" y="93683"/>
                  <a:pt x="275703" y="94890"/>
                </a:cubicBezTo>
                <a:cubicBezTo>
                  <a:pt x="276765" y="96725"/>
                  <a:pt x="278890" y="97715"/>
                  <a:pt x="282077" y="97860"/>
                </a:cubicBezTo>
                <a:lnTo>
                  <a:pt x="282077" y="100468"/>
                </a:lnTo>
                <a:lnTo>
                  <a:pt x="247018" y="100468"/>
                </a:lnTo>
                <a:lnTo>
                  <a:pt x="247018" y="97860"/>
                </a:lnTo>
                <a:cubicBezTo>
                  <a:pt x="248902" y="97812"/>
                  <a:pt x="250399" y="97329"/>
                  <a:pt x="251509" y="96411"/>
                </a:cubicBezTo>
                <a:cubicBezTo>
                  <a:pt x="252572" y="95638"/>
                  <a:pt x="253296" y="94624"/>
                  <a:pt x="253682" y="93369"/>
                </a:cubicBezTo>
                <a:cubicBezTo>
                  <a:pt x="254020" y="92258"/>
                  <a:pt x="254189" y="89699"/>
                  <a:pt x="254189" y="85691"/>
                </a:cubicBezTo>
                <a:lnTo>
                  <a:pt x="254189" y="56572"/>
                </a:lnTo>
                <a:cubicBezTo>
                  <a:pt x="254189" y="50439"/>
                  <a:pt x="253948" y="46600"/>
                  <a:pt x="253465" y="45055"/>
                </a:cubicBezTo>
                <a:cubicBezTo>
                  <a:pt x="252934" y="43558"/>
                  <a:pt x="252137" y="42350"/>
                  <a:pt x="251075" y="41433"/>
                </a:cubicBezTo>
                <a:cubicBezTo>
                  <a:pt x="249916" y="40564"/>
                  <a:pt x="248684" y="40129"/>
                  <a:pt x="247380" y="40129"/>
                </a:cubicBezTo>
                <a:cubicBezTo>
                  <a:pt x="245401" y="40129"/>
                  <a:pt x="243638" y="40636"/>
                  <a:pt x="242093" y="41650"/>
                </a:cubicBezTo>
                <a:cubicBezTo>
                  <a:pt x="239775" y="43195"/>
                  <a:pt x="237360" y="45755"/>
                  <a:pt x="234849" y="49328"/>
                </a:cubicBezTo>
                <a:lnTo>
                  <a:pt x="234849" y="85691"/>
                </a:lnTo>
                <a:cubicBezTo>
                  <a:pt x="234849" y="90471"/>
                  <a:pt x="235332" y="93610"/>
                  <a:pt x="236298" y="95107"/>
                </a:cubicBezTo>
                <a:cubicBezTo>
                  <a:pt x="237215" y="96653"/>
                  <a:pt x="239171" y="97570"/>
                  <a:pt x="242165" y="97860"/>
                </a:cubicBezTo>
                <a:lnTo>
                  <a:pt x="242165" y="100468"/>
                </a:lnTo>
                <a:lnTo>
                  <a:pt x="207251" y="100468"/>
                </a:lnTo>
                <a:lnTo>
                  <a:pt x="207251" y="97860"/>
                </a:lnTo>
                <a:cubicBezTo>
                  <a:pt x="210052" y="97570"/>
                  <a:pt x="212080" y="96653"/>
                  <a:pt x="213336" y="95107"/>
                </a:cubicBezTo>
                <a:cubicBezTo>
                  <a:pt x="214109" y="94045"/>
                  <a:pt x="214519" y="90906"/>
                  <a:pt x="214567" y="85691"/>
                </a:cubicBezTo>
                <a:lnTo>
                  <a:pt x="214567" y="47445"/>
                </a:lnTo>
                <a:cubicBezTo>
                  <a:pt x="214567" y="42326"/>
                  <a:pt x="214109" y="39139"/>
                  <a:pt x="213191" y="37884"/>
                </a:cubicBezTo>
                <a:cubicBezTo>
                  <a:pt x="212177" y="36676"/>
                  <a:pt x="210197" y="35855"/>
                  <a:pt x="207251" y="35421"/>
                </a:cubicBezTo>
                <a:lnTo>
                  <a:pt x="207251" y="32741"/>
                </a:lnTo>
                <a:lnTo>
                  <a:pt x="234849" y="32741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)(k+1)">
            <a:extLst xmlns:a="http://schemas.openxmlformats.org/drawingml/2006/main">
              <a:ext uri="{FF2B5EF4-FFF2-40B4-BE49-F238E27FC236}">
                <a16:creationId xmlns:a16="http://schemas.microsoft.com/office/drawing/2014/main" id="{67491A42-FBC4-42BC-8E88-DF19C84F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024" y="3324473"/>
            <a:ext cx="382921" cy="130166"/>
          </a:xfrm>
          <a:custGeom xmlns:a="http://schemas.openxmlformats.org/drawingml/2006/main">
            <a:pathLst>
              <a:path w="382921" h="130166">
                <a:moveTo>
                  <a:pt x="0" y="130166"/>
                </a:moveTo>
                <a:lnTo>
                  <a:pt x="0" y="126834"/>
                </a:lnTo>
                <a:cubicBezTo>
                  <a:pt x="4974" y="123502"/>
                  <a:pt x="8668" y="120266"/>
                  <a:pt x="11083" y="117128"/>
                </a:cubicBezTo>
                <a:cubicBezTo>
                  <a:pt x="14318" y="112781"/>
                  <a:pt x="16877" y="107228"/>
                  <a:pt x="18761" y="100468"/>
                </a:cubicBezTo>
                <a:cubicBezTo>
                  <a:pt x="21079" y="92017"/>
                  <a:pt x="22238" y="80186"/>
                  <a:pt x="22238" y="64974"/>
                </a:cubicBezTo>
                <a:cubicBezTo>
                  <a:pt x="22238" y="50729"/>
                  <a:pt x="21199" y="39622"/>
                  <a:pt x="19123" y="31654"/>
                </a:cubicBezTo>
                <a:cubicBezTo>
                  <a:pt x="16998" y="23783"/>
                  <a:pt x="14125" y="17409"/>
                  <a:pt x="10503" y="12531"/>
                </a:cubicBezTo>
                <a:cubicBezTo>
                  <a:pt x="7944" y="9151"/>
                  <a:pt x="4443" y="6181"/>
                  <a:pt x="0" y="3622"/>
                </a:cubicBezTo>
                <a:lnTo>
                  <a:pt x="0" y="0"/>
                </a:lnTo>
                <a:cubicBezTo>
                  <a:pt x="11638" y="3911"/>
                  <a:pt x="21513" y="11879"/>
                  <a:pt x="29626" y="23904"/>
                </a:cubicBezTo>
                <a:cubicBezTo>
                  <a:pt x="37642" y="36024"/>
                  <a:pt x="41674" y="49884"/>
                  <a:pt x="41723" y="65481"/>
                </a:cubicBezTo>
                <a:cubicBezTo>
                  <a:pt x="41674" y="80934"/>
                  <a:pt x="37642" y="94576"/>
                  <a:pt x="29626" y="106407"/>
                </a:cubicBezTo>
                <a:cubicBezTo>
                  <a:pt x="21513" y="118383"/>
                  <a:pt x="11638" y="126303"/>
                  <a:pt x="0" y="130166"/>
                </a:cubicBezTo>
                <a:close/>
                <a:moveTo>
                  <a:pt x="97773" y="0"/>
                </a:moveTo>
                <a:lnTo>
                  <a:pt x="97773" y="3332"/>
                </a:lnTo>
                <a:cubicBezTo>
                  <a:pt x="92751" y="6664"/>
                  <a:pt x="89057" y="9875"/>
                  <a:pt x="86690" y="12966"/>
                </a:cubicBezTo>
                <a:cubicBezTo>
                  <a:pt x="83358" y="17312"/>
                  <a:pt x="80799" y="22889"/>
                  <a:pt x="79012" y="29698"/>
                </a:cubicBezTo>
                <a:cubicBezTo>
                  <a:pt x="76694" y="38197"/>
                  <a:pt x="75535" y="50004"/>
                  <a:pt x="75535" y="65119"/>
                </a:cubicBezTo>
                <a:cubicBezTo>
                  <a:pt x="75535" y="79461"/>
                  <a:pt x="76598" y="90568"/>
                  <a:pt x="78723" y="98439"/>
                </a:cubicBezTo>
                <a:cubicBezTo>
                  <a:pt x="80799" y="106407"/>
                  <a:pt x="83648" y="112806"/>
                  <a:pt x="87270" y="117635"/>
                </a:cubicBezTo>
                <a:cubicBezTo>
                  <a:pt x="89781" y="121063"/>
                  <a:pt x="93282" y="124033"/>
                  <a:pt x="97773" y="126544"/>
                </a:cubicBezTo>
                <a:lnTo>
                  <a:pt x="97773" y="130166"/>
                </a:lnTo>
                <a:cubicBezTo>
                  <a:pt x="86087" y="126303"/>
                  <a:pt x="76236" y="118311"/>
                  <a:pt x="68220" y="106190"/>
                </a:cubicBezTo>
                <a:cubicBezTo>
                  <a:pt x="60107" y="94166"/>
                  <a:pt x="56050" y="80331"/>
                  <a:pt x="56050" y="64685"/>
                </a:cubicBezTo>
                <a:cubicBezTo>
                  <a:pt x="56050" y="49280"/>
                  <a:pt x="60083" y="35590"/>
                  <a:pt x="68147" y="23614"/>
                </a:cubicBezTo>
                <a:cubicBezTo>
                  <a:pt x="76163" y="11734"/>
                  <a:pt x="86039" y="3863"/>
                  <a:pt x="97773" y="0"/>
                </a:cubicBezTo>
                <a:close/>
                <a:moveTo>
                  <a:pt x="134555" y="2245"/>
                </a:moveTo>
                <a:lnTo>
                  <a:pt x="134555" y="66858"/>
                </a:lnTo>
                <a:lnTo>
                  <a:pt x="150274" y="51429"/>
                </a:lnTo>
                <a:cubicBezTo>
                  <a:pt x="153509" y="48338"/>
                  <a:pt x="155538" y="46069"/>
                  <a:pt x="156358" y="44620"/>
                </a:cubicBezTo>
                <a:cubicBezTo>
                  <a:pt x="157131" y="43268"/>
                  <a:pt x="157517" y="41916"/>
                  <a:pt x="157517" y="40564"/>
                </a:cubicBezTo>
                <a:cubicBezTo>
                  <a:pt x="157517" y="39260"/>
                  <a:pt x="156986" y="38173"/>
                  <a:pt x="155924" y="37304"/>
                </a:cubicBezTo>
                <a:cubicBezTo>
                  <a:pt x="154813" y="36435"/>
                  <a:pt x="152737" y="35807"/>
                  <a:pt x="149694" y="35421"/>
                </a:cubicBezTo>
                <a:lnTo>
                  <a:pt x="149694" y="32741"/>
                </a:lnTo>
                <a:lnTo>
                  <a:pt x="180045" y="32741"/>
                </a:lnTo>
                <a:lnTo>
                  <a:pt x="180045" y="35421"/>
                </a:lnTo>
                <a:cubicBezTo>
                  <a:pt x="177147" y="35566"/>
                  <a:pt x="174612" y="36242"/>
                  <a:pt x="172439" y="37449"/>
                </a:cubicBezTo>
                <a:cubicBezTo>
                  <a:pt x="170218" y="38753"/>
                  <a:pt x="165968" y="42471"/>
                  <a:pt x="159690" y="48604"/>
                </a:cubicBezTo>
                <a:lnTo>
                  <a:pt x="152302" y="55847"/>
                </a:lnTo>
                <a:lnTo>
                  <a:pt x="168238" y="79172"/>
                </a:lnTo>
                <a:cubicBezTo>
                  <a:pt x="174612" y="88685"/>
                  <a:pt x="178427" y="93997"/>
                  <a:pt x="179683" y="95107"/>
                </a:cubicBezTo>
                <a:cubicBezTo>
                  <a:pt x="181276" y="96797"/>
                  <a:pt x="183353" y="97715"/>
                  <a:pt x="185912" y="97860"/>
                </a:cubicBezTo>
                <a:lnTo>
                  <a:pt x="185912" y="100468"/>
                </a:lnTo>
                <a:lnTo>
                  <a:pt x="150926" y="100468"/>
                </a:lnTo>
                <a:lnTo>
                  <a:pt x="150926" y="97860"/>
                </a:lnTo>
                <a:cubicBezTo>
                  <a:pt x="152423" y="97860"/>
                  <a:pt x="153558" y="97570"/>
                  <a:pt x="154330" y="96991"/>
                </a:cubicBezTo>
                <a:cubicBezTo>
                  <a:pt x="154958" y="96411"/>
                  <a:pt x="155296" y="95783"/>
                  <a:pt x="155344" y="95107"/>
                </a:cubicBezTo>
                <a:cubicBezTo>
                  <a:pt x="155344" y="94045"/>
                  <a:pt x="154330" y="91993"/>
                  <a:pt x="152302" y="88950"/>
                </a:cubicBezTo>
                <a:lnTo>
                  <a:pt x="138902" y="69320"/>
                </a:lnTo>
                <a:lnTo>
                  <a:pt x="134555" y="73594"/>
                </a:lnTo>
                <a:lnTo>
                  <a:pt x="134555" y="85763"/>
                </a:lnTo>
                <a:cubicBezTo>
                  <a:pt x="134555" y="90979"/>
                  <a:pt x="135038" y="94190"/>
                  <a:pt x="136004" y="95397"/>
                </a:cubicBezTo>
                <a:cubicBezTo>
                  <a:pt x="136922" y="96701"/>
                  <a:pt x="138902" y="97522"/>
                  <a:pt x="141944" y="97860"/>
                </a:cubicBezTo>
                <a:lnTo>
                  <a:pt x="141944" y="100468"/>
                </a:lnTo>
                <a:lnTo>
                  <a:pt x="106958" y="100468"/>
                </a:lnTo>
                <a:lnTo>
                  <a:pt x="106958" y="97860"/>
                </a:lnTo>
                <a:cubicBezTo>
                  <a:pt x="109759" y="97570"/>
                  <a:pt x="111787" y="96653"/>
                  <a:pt x="113042" y="95107"/>
                </a:cubicBezTo>
                <a:cubicBezTo>
                  <a:pt x="113815" y="94045"/>
                  <a:pt x="114225" y="90930"/>
                  <a:pt x="114274" y="85763"/>
                </a:cubicBezTo>
                <a:lnTo>
                  <a:pt x="114274" y="16950"/>
                </a:lnTo>
                <a:cubicBezTo>
                  <a:pt x="114274" y="11831"/>
                  <a:pt x="113815" y="8644"/>
                  <a:pt x="112897" y="7388"/>
                </a:cubicBezTo>
                <a:cubicBezTo>
                  <a:pt x="111883" y="6181"/>
                  <a:pt x="109903" y="5360"/>
                  <a:pt x="106958" y="4926"/>
                </a:cubicBezTo>
                <a:lnTo>
                  <a:pt x="106958" y="2245"/>
                </a:lnTo>
                <a:lnTo>
                  <a:pt x="134555" y="2245"/>
                </a:lnTo>
                <a:close/>
                <a:moveTo>
                  <a:pt x="186521" y="46576"/>
                </a:moveTo>
                <a:lnTo>
                  <a:pt x="221362" y="46576"/>
                </a:lnTo>
                <a:lnTo>
                  <a:pt x="221362" y="11807"/>
                </a:lnTo>
                <a:lnTo>
                  <a:pt x="230851" y="11807"/>
                </a:lnTo>
                <a:lnTo>
                  <a:pt x="230851" y="46576"/>
                </a:lnTo>
                <a:lnTo>
                  <a:pt x="265692" y="46576"/>
                </a:lnTo>
                <a:lnTo>
                  <a:pt x="265692" y="56137"/>
                </a:lnTo>
                <a:lnTo>
                  <a:pt x="230851" y="56137"/>
                </a:lnTo>
                <a:lnTo>
                  <a:pt x="230851" y="90616"/>
                </a:lnTo>
                <a:lnTo>
                  <a:pt x="221362" y="90616"/>
                </a:lnTo>
                <a:lnTo>
                  <a:pt x="221362" y="56137"/>
                </a:lnTo>
                <a:lnTo>
                  <a:pt x="186521" y="56137"/>
                </a:lnTo>
                <a:lnTo>
                  <a:pt x="186521" y="46576"/>
                </a:lnTo>
                <a:close/>
                <a:moveTo>
                  <a:pt x="313528" y="217"/>
                </a:moveTo>
                <a:lnTo>
                  <a:pt x="313528" y="80548"/>
                </a:lnTo>
                <a:cubicBezTo>
                  <a:pt x="313528" y="86584"/>
                  <a:pt x="313794" y="90423"/>
                  <a:pt x="314325" y="92065"/>
                </a:cubicBezTo>
                <a:cubicBezTo>
                  <a:pt x="314808" y="93755"/>
                  <a:pt x="315919" y="95131"/>
                  <a:pt x="317657" y="96194"/>
                </a:cubicBezTo>
                <a:cubicBezTo>
                  <a:pt x="319299" y="97305"/>
                  <a:pt x="322003" y="97836"/>
                  <a:pt x="325770" y="97787"/>
                </a:cubicBezTo>
                <a:lnTo>
                  <a:pt x="328015" y="97787"/>
                </a:lnTo>
                <a:lnTo>
                  <a:pt x="328015" y="100468"/>
                </a:lnTo>
                <a:lnTo>
                  <a:pt x="276296" y="100468"/>
                </a:lnTo>
                <a:lnTo>
                  <a:pt x="276296" y="97787"/>
                </a:lnTo>
                <a:lnTo>
                  <a:pt x="278904" y="97787"/>
                </a:lnTo>
                <a:cubicBezTo>
                  <a:pt x="283057" y="97787"/>
                  <a:pt x="286051" y="97305"/>
                  <a:pt x="287886" y="96339"/>
                </a:cubicBezTo>
                <a:cubicBezTo>
                  <a:pt x="289625" y="95421"/>
                  <a:pt x="290832" y="94093"/>
                  <a:pt x="291508" y="92355"/>
                </a:cubicBezTo>
                <a:cubicBezTo>
                  <a:pt x="292136" y="90713"/>
                  <a:pt x="292450" y="86777"/>
                  <a:pt x="292450" y="80548"/>
                </a:cubicBezTo>
                <a:lnTo>
                  <a:pt x="292450" y="29626"/>
                </a:lnTo>
                <a:cubicBezTo>
                  <a:pt x="292450" y="25087"/>
                  <a:pt x="292232" y="22238"/>
                  <a:pt x="291798" y="21079"/>
                </a:cubicBezTo>
                <a:cubicBezTo>
                  <a:pt x="291363" y="20016"/>
                  <a:pt x="290566" y="19050"/>
                  <a:pt x="289407" y="18181"/>
                </a:cubicBezTo>
                <a:cubicBezTo>
                  <a:pt x="288152" y="17409"/>
                  <a:pt x="286775" y="17022"/>
                  <a:pt x="285278" y="17022"/>
                </a:cubicBezTo>
                <a:cubicBezTo>
                  <a:pt x="282816" y="17071"/>
                  <a:pt x="279822" y="17843"/>
                  <a:pt x="276296" y="19340"/>
                </a:cubicBezTo>
                <a:lnTo>
                  <a:pt x="274993" y="16733"/>
                </a:lnTo>
                <a:lnTo>
                  <a:pt x="311138" y="217"/>
                </a:lnTo>
                <a:lnTo>
                  <a:pt x="313528" y="217"/>
                </a:lnTo>
                <a:close/>
                <a:moveTo>
                  <a:pt x="341199" y="130166"/>
                </a:moveTo>
                <a:lnTo>
                  <a:pt x="341199" y="126834"/>
                </a:lnTo>
                <a:cubicBezTo>
                  <a:pt x="346172" y="123502"/>
                  <a:pt x="349867" y="120266"/>
                  <a:pt x="352281" y="117128"/>
                </a:cubicBezTo>
                <a:cubicBezTo>
                  <a:pt x="355517" y="112781"/>
                  <a:pt x="358076" y="107228"/>
                  <a:pt x="359959" y="100468"/>
                </a:cubicBezTo>
                <a:cubicBezTo>
                  <a:pt x="362277" y="92017"/>
                  <a:pt x="363436" y="80186"/>
                  <a:pt x="363436" y="64974"/>
                </a:cubicBezTo>
                <a:cubicBezTo>
                  <a:pt x="363436" y="50729"/>
                  <a:pt x="362398" y="39622"/>
                  <a:pt x="360321" y="31654"/>
                </a:cubicBezTo>
                <a:cubicBezTo>
                  <a:pt x="358197" y="23783"/>
                  <a:pt x="355323" y="17409"/>
                  <a:pt x="351702" y="12531"/>
                </a:cubicBezTo>
                <a:cubicBezTo>
                  <a:pt x="349142" y="9151"/>
                  <a:pt x="345641" y="6181"/>
                  <a:pt x="341199" y="3622"/>
                </a:cubicBezTo>
                <a:lnTo>
                  <a:pt x="341199" y="0"/>
                </a:lnTo>
                <a:cubicBezTo>
                  <a:pt x="352836" y="3911"/>
                  <a:pt x="362712" y="11879"/>
                  <a:pt x="370825" y="23904"/>
                </a:cubicBezTo>
                <a:cubicBezTo>
                  <a:pt x="378841" y="36024"/>
                  <a:pt x="382873" y="49884"/>
                  <a:pt x="382921" y="65481"/>
                </a:cubicBezTo>
                <a:cubicBezTo>
                  <a:pt x="382873" y="80934"/>
                  <a:pt x="378841" y="94576"/>
                  <a:pt x="370825" y="106407"/>
                </a:cubicBezTo>
                <a:cubicBezTo>
                  <a:pt x="362712" y="118383"/>
                  <a:pt x="352836" y="126303"/>
                  <a:pt x="341199" y="130166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·">
            <a:extLst xmlns:a="http://schemas.openxmlformats.org/drawingml/2006/main">
              <a:ext uri="{FF2B5EF4-FFF2-40B4-BE49-F238E27FC236}">
                <a16:creationId xmlns:a16="http://schemas.microsoft.com/office/drawing/2014/main" id="{F639D809-0FF9-4A6C-BE62-7091BDEC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078" y="2787490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·">
            <a:extLst xmlns:a="http://schemas.openxmlformats.org/drawingml/2006/main">
              <a:ext uri="{FF2B5EF4-FFF2-40B4-BE49-F238E27FC236}">
                <a16:creationId xmlns:a16="http://schemas.microsoft.com/office/drawing/2014/main" id="{45AF0969-3505-4E0F-BEBA-706EF56B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078" y="2909876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·">
            <a:extLst xmlns:a="http://schemas.openxmlformats.org/drawingml/2006/main">
              <a:ext uri="{FF2B5EF4-FFF2-40B4-BE49-F238E27FC236}">
                <a16:creationId xmlns:a16="http://schemas.microsoft.com/office/drawing/2014/main" id="{E1BFED6E-A5E1-4DD9-A14E-722236D1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078" y="3032263"/>
            <a:ext cx="27728" cy="27623"/>
          </a:xfrm>
          <a:custGeom xmlns:a="http://schemas.openxmlformats.org/drawingml/2006/main">
            <a:pathLst>
              <a:path w="27728" h="27623">
                <a:moveTo>
                  <a:pt x="13864" y="0"/>
                </a:moveTo>
                <a:cubicBezTo>
                  <a:pt x="17715" y="70"/>
                  <a:pt x="21006" y="1400"/>
                  <a:pt x="23737" y="3991"/>
                </a:cubicBezTo>
                <a:cubicBezTo>
                  <a:pt x="26328" y="6722"/>
                  <a:pt x="27658" y="9978"/>
                  <a:pt x="27728" y="13759"/>
                </a:cubicBezTo>
                <a:cubicBezTo>
                  <a:pt x="27728" y="17680"/>
                  <a:pt x="26363" y="20936"/>
                  <a:pt x="23632" y="23527"/>
                </a:cubicBezTo>
                <a:cubicBezTo>
                  <a:pt x="20901" y="26258"/>
                  <a:pt x="17645" y="27623"/>
                  <a:pt x="13864" y="27623"/>
                </a:cubicBezTo>
                <a:cubicBezTo>
                  <a:pt x="9943" y="27623"/>
                  <a:pt x="6687" y="26258"/>
                  <a:pt x="4096" y="23527"/>
                </a:cubicBezTo>
                <a:cubicBezTo>
                  <a:pt x="1365" y="20936"/>
                  <a:pt x="0" y="17680"/>
                  <a:pt x="0" y="13759"/>
                </a:cubicBezTo>
                <a:cubicBezTo>
                  <a:pt x="0" y="9978"/>
                  <a:pt x="1365" y="6722"/>
                  <a:pt x="4096" y="3991"/>
                </a:cubicBezTo>
                <a:cubicBezTo>
                  <a:pt x="6687" y="1400"/>
                  <a:pt x="9943" y="70"/>
                  <a:pt x="1386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CEE22-146E-42CA-9023-6E36D389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071" y="622998"/>
            <a:ext cx="66756" cy="1338106"/>
          </a:xfrm>
          <a:custGeom xmlns:a="http://schemas.openxmlformats.org/drawingml/2006/main">
            <a:pathLst>
              <a:path w="66756" h="1338106" fill="none">
                <a:moveTo>
                  <a:pt x="66756" y="0"/>
                </a:moveTo>
                <a:lnTo>
                  <a:pt x="0" y="0"/>
                </a:lnTo>
                <a:lnTo>
                  <a:pt x="0" y="1338106"/>
                </a:lnTo>
                <a:lnTo>
                  <a:pt x="66756" y="1338106"/>
                </a:lnTo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000000"/>
            </a:solidFill>
            <a:round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A6F44C-FC1D-45B0-B874-05729A4B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071" y="2197495"/>
            <a:ext cx="66756" cy="1338106"/>
          </a:xfrm>
          <a:custGeom xmlns:a="http://schemas.openxmlformats.org/drawingml/2006/main">
            <a:pathLst>
              <a:path w="66756" h="1338106" fill="none">
                <a:moveTo>
                  <a:pt x="66756" y="0"/>
                </a:moveTo>
                <a:lnTo>
                  <a:pt x="0" y="0"/>
                </a:lnTo>
                <a:lnTo>
                  <a:pt x="0" y="1338106"/>
                </a:lnTo>
                <a:lnTo>
                  <a:pt x="66756" y="1338106"/>
                </a:lnTo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000000"/>
            </a:solidFill>
            <a:round/>
          </a:ln>
        </p:spPr>
      </p:sp>
      <p:sp>
        <p:nvSpPr>
          <p:cNvPr id="64" name="Text Sampling">
            <a:extLst xmlns:a="http://schemas.openxmlformats.org/drawingml/2006/main">
              <a:ext uri="{FF2B5EF4-FFF2-40B4-BE49-F238E27FC236}">
                <a16:creationId xmlns:a16="http://schemas.microsoft.com/office/drawing/2014/main" id="{E5DCECC1-47C8-41E4-A6C9-968DBB29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9774" y="1066146"/>
            <a:ext cx="805732" cy="179016"/>
          </a:xfrm>
          <a:custGeom xmlns:a="http://schemas.openxmlformats.org/drawingml/2006/main">
            <a:pathLst>
              <a:path w="805732" h="179016">
                <a:moveTo>
                  <a:pt x="83706" y="98"/>
                </a:moveTo>
                <a:lnTo>
                  <a:pt x="84782" y="44298"/>
                </a:lnTo>
                <a:lnTo>
                  <a:pt x="80772" y="44298"/>
                </a:lnTo>
                <a:cubicBezTo>
                  <a:pt x="78817" y="33280"/>
                  <a:pt x="74188" y="24349"/>
                  <a:pt x="66887" y="17504"/>
                </a:cubicBezTo>
                <a:cubicBezTo>
                  <a:pt x="59455" y="10789"/>
                  <a:pt x="51436" y="7432"/>
                  <a:pt x="42831" y="7432"/>
                </a:cubicBezTo>
                <a:cubicBezTo>
                  <a:pt x="36116" y="7432"/>
                  <a:pt x="30868" y="9192"/>
                  <a:pt x="27087" y="12712"/>
                </a:cubicBezTo>
                <a:cubicBezTo>
                  <a:pt x="23176" y="16363"/>
                  <a:pt x="21220" y="20470"/>
                  <a:pt x="21220" y="25034"/>
                </a:cubicBezTo>
                <a:cubicBezTo>
                  <a:pt x="21220" y="28032"/>
                  <a:pt x="21904" y="30640"/>
                  <a:pt x="23273" y="32857"/>
                </a:cubicBezTo>
                <a:cubicBezTo>
                  <a:pt x="25099" y="35921"/>
                  <a:pt x="28130" y="38952"/>
                  <a:pt x="32368" y="41951"/>
                </a:cubicBezTo>
                <a:cubicBezTo>
                  <a:pt x="35366" y="44102"/>
                  <a:pt x="42440" y="47916"/>
                  <a:pt x="53588" y="53392"/>
                </a:cubicBezTo>
                <a:cubicBezTo>
                  <a:pt x="69103" y="61085"/>
                  <a:pt x="79566" y="68288"/>
                  <a:pt x="84977" y="75003"/>
                </a:cubicBezTo>
                <a:cubicBezTo>
                  <a:pt x="90323" y="81848"/>
                  <a:pt x="92996" y="89606"/>
                  <a:pt x="92996" y="98276"/>
                </a:cubicBezTo>
                <a:cubicBezTo>
                  <a:pt x="92996" y="109424"/>
                  <a:pt x="88693" y="118942"/>
                  <a:pt x="80088" y="126830"/>
                </a:cubicBezTo>
                <a:cubicBezTo>
                  <a:pt x="71352" y="134849"/>
                  <a:pt x="60367" y="138858"/>
                  <a:pt x="47134" y="138858"/>
                </a:cubicBezTo>
                <a:cubicBezTo>
                  <a:pt x="42896" y="138923"/>
                  <a:pt x="38952" y="138500"/>
                  <a:pt x="35301" y="137587"/>
                </a:cubicBezTo>
                <a:cubicBezTo>
                  <a:pt x="31520" y="136739"/>
                  <a:pt x="26859" y="135142"/>
                  <a:pt x="21318" y="132795"/>
                </a:cubicBezTo>
                <a:cubicBezTo>
                  <a:pt x="18188" y="131557"/>
                  <a:pt x="15613" y="130905"/>
                  <a:pt x="13592" y="130840"/>
                </a:cubicBezTo>
                <a:cubicBezTo>
                  <a:pt x="11832" y="130905"/>
                  <a:pt x="10040" y="131557"/>
                  <a:pt x="8214" y="132795"/>
                </a:cubicBezTo>
                <a:cubicBezTo>
                  <a:pt x="6324" y="134164"/>
                  <a:pt x="4792" y="136153"/>
                  <a:pt x="3618" y="138760"/>
                </a:cubicBezTo>
                <a:lnTo>
                  <a:pt x="0" y="138760"/>
                </a:lnTo>
                <a:lnTo>
                  <a:pt x="0" y="88693"/>
                </a:lnTo>
                <a:lnTo>
                  <a:pt x="3618" y="88693"/>
                </a:lnTo>
                <a:cubicBezTo>
                  <a:pt x="6421" y="102840"/>
                  <a:pt x="11963" y="113564"/>
                  <a:pt x="20242" y="120865"/>
                </a:cubicBezTo>
                <a:cubicBezTo>
                  <a:pt x="28326" y="128297"/>
                  <a:pt x="37127" y="132013"/>
                  <a:pt x="46645" y="132013"/>
                </a:cubicBezTo>
                <a:cubicBezTo>
                  <a:pt x="53881" y="132078"/>
                  <a:pt x="59716" y="130090"/>
                  <a:pt x="64149" y="126048"/>
                </a:cubicBezTo>
                <a:cubicBezTo>
                  <a:pt x="68451" y="122071"/>
                  <a:pt x="70603" y="117443"/>
                  <a:pt x="70603" y="112162"/>
                </a:cubicBezTo>
                <a:cubicBezTo>
                  <a:pt x="70603" y="109033"/>
                  <a:pt x="69788" y="106002"/>
                  <a:pt x="68158" y="103068"/>
                </a:cubicBezTo>
                <a:cubicBezTo>
                  <a:pt x="66463" y="100134"/>
                  <a:pt x="63920" y="97331"/>
                  <a:pt x="60530" y="94658"/>
                </a:cubicBezTo>
                <a:cubicBezTo>
                  <a:pt x="57075" y="92051"/>
                  <a:pt x="51078" y="88628"/>
                  <a:pt x="42538" y="84391"/>
                </a:cubicBezTo>
                <a:cubicBezTo>
                  <a:pt x="30477" y="78523"/>
                  <a:pt x="21807" y="73471"/>
                  <a:pt x="16526" y="69233"/>
                </a:cubicBezTo>
                <a:cubicBezTo>
                  <a:pt x="11246" y="65126"/>
                  <a:pt x="7204" y="60465"/>
                  <a:pt x="4400" y="55250"/>
                </a:cubicBezTo>
                <a:cubicBezTo>
                  <a:pt x="1532" y="50100"/>
                  <a:pt x="98" y="44428"/>
                  <a:pt x="98" y="38235"/>
                </a:cubicBezTo>
                <a:cubicBezTo>
                  <a:pt x="98" y="27674"/>
                  <a:pt x="3977" y="18677"/>
                  <a:pt x="11734" y="11246"/>
                </a:cubicBezTo>
                <a:cubicBezTo>
                  <a:pt x="19427" y="3814"/>
                  <a:pt x="29206" y="98"/>
                  <a:pt x="41071" y="98"/>
                </a:cubicBezTo>
                <a:cubicBezTo>
                  <a:pt x="45373" y="98"/>
                  <a:pt x="49546" y="619"/>
                  <a:pt x="53588" y="1662"/>
                </a:cubicBezTo>
                <a:cubicBezTo>
                  <a:pt x="56586" y="2510"/>
                  <a:pt x="60335" y="3944"/>
                  <a:pt x="64833" y="5965"/>
                </a:cubicBezTo>
                <a:cubicBezTo>
                  <a:pt x="69201" y="8116"/>
                  <a:pt x="72265" y="9192"/>
                  <a:pt x="74025" y="9192"/>
                </a:cubicBezTo>
                <a:cubicBezTo>
                  <a:pt x="75655" y="9257"/>
                  <a:pt x="76991" y="8736"/>
                  <a:pt x="78034" y="7627"/>
                </a:cubicBezTo>
                <a:cubicBezTo>
                  <a:pt x="78947" y="6650"/>
                  <a:pt x="79860" y="4140"/>
                  <a:pt x="80772" y="98"/>
                </a:cubicBezTo>
                <a:lnTo>
                  <a:pt x="83706" y="98"/>
                </a:lnTo>
                <a:close/>
                <a:moveTo>
                  <a:pt x="158100" y="122234"/>
                </a:moveTo>
                <a:cubicBezTo>
                  <a:pt x="146953" y="132143"/>
                  <a:pt x="136946" y="137065"/>
                  <a:pt x="128080" y="137000"/>
                </a:cubicBezTo>
                <a:cubicBezTo>
                  <a:pt x="122799" y="137000"/>
                  <a:pt x="118464" y="135273"/>
                  <a:pt x="115074" y="131817"/>
                </a:cubicBezTo>
                <a:cubicBezTo>
                  <a:pt x="111619" y="128493"/>
                  <a:pt x="109891" y="124223"/>
                  <a:pt x="109891" y="119007"/>
                </a:cubicBezTo>
                <a:cubicBezTo>
                  <a:pt x="109891" y="112097"/>
                  <a:pt x="112890" y="105806"/>
                  <a:pt x="118888" y="100134"/>
                </a:cubicBezTo>
                <a:cubicBezTo>
                  <a:pt x="124820" y="94658"/>
                  <a:pt x="137891" y="87259"/>
                  <a:pt x="158100" y="77937"/>
                </a:cubicBezTo>
                <a:lnTo>
                  <a:pt x="158100" y="68745"/>
                </a:lnTo>
                <a:cubicBezTo>
                  <a:pt x="158035" y="61899"/>
                  <a:pt x="157677" y="57532"/>
                  <a:pt x="157025" y="55641"/>
                </a:cubicBezTo>
                <a:cubicBezTo>
                  <a:pt x="156177" y="53881"/>
                  <a:pt x="154743" y="52316"/>
                  <a:pt x="152722" y="50947"/>
                </a:cubicBezTo>
                <a:cubicBezTo>
                  <a:pt x="150636" y="49709"/>
                  <a:pt x="148289" y="49057"/>
                  <a:pt x="145681" y="48991"/>
                </a:cubicBezTo>
                <a:cubicBezTo>
                  <a:pt x="141444" y="49057"/>
                  <a:pt x="137956" y="50002"/>
                  <a:pt x="135218" y="51827"/>
                </a:cubicBezTo>
                <a:cubicBezTo>
                  <a:pt x="133523" y="53001"/>
                  <a:pt x="132676" y="54370"/>
                  <a:pt x="132676" y="55934"/>
                </a:cubicBezTo>
                <a:cubicBezTo>
                  <a:pt x="132610" y="57303"/>
                  <a:pt x="133523" y="58998"/>
                  <a:pt x="135414" y="61019"/>
                </a:cubicBezTo>
                <a:cubicBezTo>
                  <a:pt x="137826" y="63888"/>
                  <a:pt x="139064" y="66593"/>
                  <a:pt x="139130" y="69136"/>
                </a:cubicBezTo>
                <a:cubicBezTo>
                  <a:pt x="139130" y="72395"/>
                  <a:pt x="137956" y="75101"/>
                  <a:pt x="135609" y="77252"/>
                </a:cubicBezTo>
                <a:cubicBezTo>
                  <a:pt x="133132" y="79534"/>
                  <a:pt x="130003" y="80675"/>
                  <a:pt x="126222" y="80675"/>
                </a:cubicBezTo>
                <a:cubicBezTo>
                  <a:pt x="122115" y="80675"/>
                  <a:pt x="118692" y="79436"/>
                  <a:pt x="115954" y="76959"/>
                </a:cubicBezTo>
                <a:cubicBezTo>
                  <a:pt x="113086" y="74547"/>
                  <a:pt x="111684" y="71646"/>
                  <a:pt x="111749" y="68256"/>
                </a:cubicBezTo>
                <a:cubicBezTo>
                  <a:pt x="111749" y="63562"/>
                  <a:pt x="113607" y="59064"/>
                  <a:pt x="117323" y="54761"/>
                </a:cubicBezTo>
                <a:cubicBezTo>
                  <a:pt x="121039" y="50589"/>
                  <a:pt x="126222" y="47329"/>
                  <a:pt x="132871" y="44982"/>
                </a:cubicBezTo>
                <a:cubicBezTo>
                  <a:pt x="139521" y="42766"/>
                  <a:pt x="146431" y="41625"/>
                  <a:pt x="153602" y="41560"/>
                </a:cubicBezTo>
                <a:cubicBezTo>
                  <a:pt x="162273" y="41625"/>
                  <a:pt x="169150" y="43450"/>
                  <a:pt x="174235" y="47036"/>
                </a:cubicBezTo>
                <a:cubicBezTo>
                  <a:pt x="179190" y="50752"/>
                  <a:pt x="182449" y="54761"/>
                  <a:pt x="184014" y="59064"/>
                </a:cubicBezTo>
                <a:cubicBezTo>
                  <a:pt x="184862" y="61802"/>
                  <a:pt x="185318" y="68093"/>
                  <a:pt x="185383" y="77937"/>
                </a:cubicBezTo>
                <a:lnTo>
                  <a:pt x="185383" y="113433"/>
                </a:lnTo>
                <a:cubicBezTo>
                  <a:pt x="185383" y="117671"/>
                  <a:pt x="185546" y="120279"/>
                  <a:pt x="185872" y="121256"/>
                </a:cubicBezTo>
                <a:cubicBezTo>
                  <a:pt x="186133" y="122430"/>
                  <a:pt x="186622" y="123245"/>
                  <a:pt x="187339" y="123701"/>
                </a:cubicBezTo>
                <a:cubicBezTo>
                  <a:pt x="187926" y="124223"/>
                  <a:pt x="188675" y="124483"/>
                  <a:pt x="189588" y="124483"/>
                </a:cubicBezTo>
                <a:cubicBezTo>
                  <a:pt x="191218" y="124549"/>
                  <a:pt x="192945" y="123343"/>
                  <a:pt x="194771" y="120865"/>
                </a:cubicBezTo>
                <a:lnTo>
                  <a:pt x="197704" y="123212"/>
                </a:lnTo>
                <a:cubicBezTo>
                  <a:pt x="194379" y="128036"/>
                  <a:pt x="191022" y="131524"/>
                  <a:pt x="187632" y="133675"/>
                </a:cubicBezTo>
                <a:cubicBezTo>
                  <a:pt x="184047" y="135957"/>
                  <a:pt x="180070" y="137065"/>
                  <a:pt x="175702" y="137000"/>
                </a:cubicBezTo>
                <a:cubicBezTo>
                  <a:pt x="170487" y="137000"/>
                  <a:pt x="166412" y="135762"/>
                  <a:pt x="163479" y="133284"/>
                </a:cubicBezTo>
                <a:cubicBezTo>
                  <a:pt x="160545" y="130937"/>
                  <a:pt x="158752" y="127254"/>
                  <a:pt x="158100" y="122234"/>
                </a:cubicBezTo>
                <a:moveTo>
                  <a:pt x="158100" y="115096"/>
                </a:moveTo>
                <a:lnTo>
                  <a:pt x="158100" y="84488"/>
                </a:lnTo>
                <a:cubicBezTo>
                  <a:pt x="150147" y="89117"/>
                  <a:pt x="144280" y="94071"/>
                  <a:pt x="140499" y="99352"/>
                </a:cubicBezTo>
                <a:cubicBezTo>
                  <a:pt x="137956" y="102872"/>
                  <a:pt x="136685" y="106425"/>
                  <a:pt x="136685" y="110011"/>
                </a:cubicBezTo>
                <a:cubicBezTo>
                  <a:pt x="136685" y="113075"/>
                  <a:pt x="137761" y="115715"/>
                  <a:pt x="139912" y="117932"/>
                </a:cubicBezTo>
                <a:cubicBezTo>
                  <a:pt x="141542" y="119692"/>
                  <a:pt x="143823" y="120572"/>
                  <a:pt x="146757" y="120572"/>
                </a:cubicBezTo>
                <a:cubicBezTo>
                  <a:pt x="149951" y="120572"/>
                  <a:pt x="153733" y="118747"/>
                  <a:pt x="158100" y="115096"/>
                </a:cubicBezTo>
                <a:close/>
                <a:moveTo>
                  <a:pt x="249427" y="44298"/>
                </a:moveTo>
                <a:lnTo>
                  <a:pt x="249427" y="56326"/>
                </a:lnTo>
                <a:cubicBezTo>
                  <a:pt x="254381" y="50915"/>
                  <a:pt x="259042" y="47068"/>
                  <a:pt x="263410" y="44787"/>
                </a:cubicBezTo>
                <a:cubicBezTo>
                  <a:pt x="267582" y="42635"/>
                  <a:pt x="272244" y="41560"/>
                  <a:pt x="277394" y="41560"/>
                </a:cubicBezTo>
                <a:cubicBezTo>
                  <a:pt x="283196" y="41560"/>
                  <a:pt x="288118" y="42929"/>
                  <a:pt x="292160" y="45667"/>
                </a:cubicBezTo>
                <a:cubicBezTo>
                  <a:pt x="296136" y="48470"/>
                  <a:pt x="299200" y="52642"/>
                  <a:pt x="301352" y="58184"/>
                </a:cubicBezTo>
                <a:cubicBezTo>
                  <a:pt x="306502" y="52381"/>
                  <a:pt x="311522" y="48144"/>
                  <a:pt x="316411" y="45471"/>
                </a:cubicBezTo>
                <a:cubicBezTo>
                  <a:pt x="321170" y="42863"/>
                  <a:pt x="326157" y="41560"/>
                  <a:pt x="331372" y="41560"/>
                </a:cubicBezTo>
                <a:cubicBezTo>
                  <a:pt x="337631" y="41625"/>
                  <a:pt x="342683" y="43059"/>
                  <a:pt x="346529" y="45862"/>
                </a:cubicBezTo>
                <a:cubicBezTo>
                  <a:pt x="350245" y="48861"/>
                  <a:pt x="352853" y="52544"/>
                  <a:pt x="354352" y="56912"/>
                </a:cubicBezTo>
                <a:cubicBezTo>
                  <a:pt x="355787" y="61410"/>
                  <a:pt x="356504" y="68549"/>
                  <a:pt x="356504" y="78328"/>
                </a:cubicBezTo>
                <a:lnTo>
                  <a:pt x="356504" y="115780"/>
                </a:lnTo>
                <a:cubicBezTo>
                  <a:pt x="356504" y="122886"/>
                  <a:pt x="357156" y="127254"/>
                  <a:pt x="358460" y="128884"/>
                </a:cubicBezTo>
                <a:cubicBezTo>
                  <a:pt x="359698" y="130644"/>
                  <a:pt x="362338" y="131752"/>
                  <a:pt x="366380" y="132209"/>
                </a:cubicBezTo>
                <a:lnTo>
                  <a:pt x="366380" y="135729"/>
                </a:lnTo>
                <a:lnTo>
                  <a:pt x="319149" y="135729"/>
                </a:lnTo>
                <a:lnTo>
                  <a:pt x="319149" y="132209"/>
                </a:lnTo>
                <a:cubicBezTo>
                  <a:pt x="322865" y="131948"/>
                  <a:pt x="325603" y="130514"/>
                  <a:pt x="327363" y="127906"/>
                </a:cubicBezTo>
                <a:cubicBezTo>
                  <a:pt x="328537" y="126211"/>
                  <a:pt x="329123" y="122169"/>
                  <a:pt x="329123" y="115780"/>
                </a:cubicBezTo>
                <a:lnTo>
                  <a:pt x="329123" y="76470"/>
                </a:lnTo>
                <a:cubicBezTo>
                  <a:pt x="329123" y="68386"/>
                  <a:pt x="328797" y="63203"/>
                  <a:pt x="328145" y="60922"/>
                </a:cubicBezTo>
                <a:cubicBezTo>
                  <a:pt x="327428" y="58705"/>
                  <a:pt x="326418" y="57043"/>
                  <a:pt x="325114" y="55934"/>
                </a:cubicBezTo>
                <a:cubicBezTo>
                  <a:pt x="323615" y="54891"/>
                  <a:pt x="321952" y="54370"/>
                  <a:pt x="320127" y="54370"/>
                </a:cubicBezTo>
                <a:cubicBezTo>
                  <a:pt x="317258" y="54370"/>
                  <a:pt x="314423" y="55380"/>
                  <a:pt x="311619" y="57401"/>
                </a:cubicBezTo>
                <a:cubicBezTo>
                  <a:pt x="308751" y="59487"/>
                  <a:pt x="305850" y="62584"/>
                  <a:pt x="302916" y="66691"/>
                </a:cubicBezTo>
                <a:lnTo>
                  <a:pt x="302916" y="115780"/>
                </a:lnTo>
                <a:cubicBezTo>
                  <a:pt x="302916" y="122430"/>
                  <a:pt x="303470" y="126570"/>
                  <a:pt x="304579" y="128199"/>
                </a:cubicBezTo>
                <a:cubicBezTo>
                  <a:pt x="306013" y="130677"/>
                  <a:pt x="308881" y="132013"/>
                  <a:pt x="313184" y="132209"/>
                </a:cubicBezTo>
                <a:lnTo>
                  <a:pt x="313184" y="135729"/>
                </a:lnTo>
                <a:lnTo>
                  <a:pt x="265855" y="135729"/>
                </a:lnTo>
                <a:lnTo>
                  <a:pt x="265855" y="132209"/>
                </a:lnTo>
                <a:cubicBezTo>
                  <a:pt x="268397" y="132143"/>
                  <a:pt x="270418" y="131491"/>
                  <a:pt x="271918" y="130253"/>
                </a:cubicBezTo>
                <a:cubicBezTo>
                  <a:pt x="273352" y="129210"/>
                  <a:pt x="274330" y="127841"/>
                  <a:pt x="274851" y="126146"/>
                </a:cubicBezTo>
                <a:cubicBezTo>
                  <a:pt x="275308" y="124646"/>
                  <a:pt x="275536" y="121191"/>
                  <a:pt x="275536" y="115780"/>
                </a:cubicBezTo>
                <a:lnTo>
                  <a:pt x="275536" y="76470"/>
                </a:lnTo>
                <a:cubicBezTo>
                  <a:pt x="275536" y="68190"/>
                  <a:pt x="275210" y="63008"/>
                  <a:pt x="274558" y="60922"/>
                </a:cubicBezTo>
                <a:cubicBezTo>
                  <a:pt x="273841" y="58901"/>
                  <a:pt x="272765" y="57271"/>
                  <a:pt x="271331" y="56032"/>
                </a:cubicBezTo>
                <a:cubicBezTo>
                  <a:pt x="269766" y="54859"/>
                  <a:pt x="268104" y="54272"/>
                  <a:pt x="266344" y="54272"/>
                </a:cubicBezTo>
                <a:cubicBezTo>
                  <a:pt x="263671" y="54272"/>
                  <a:pt x="261291" y="54957"/>
                  <a:pt x="259205" y="56326"/>
                </a:cubicBezTo>
                <a:cubicBezTo>
                  <a:pt x="256076" y="58412"/>
                  <a:pt x="252817" y="61867"/>
                  <a:pt x="249427" y="66691"/>
                </a:cubicBezTo>
                <a:lnTo>
                  <a:pt x="249427" y="115780"/>
                </a:lnTo>
                <a:cubicBezTo>
                  <a:pt x="249427" y="122234"/>
                  <a:pt x="250078" y="126472"/>
                  <a:pt x="251382" y="128493"/>
                </a:cubicBezTo>
                <a:cubicBezTo>
                  <a:pt x="252621" y="130579"/>
                  <a:pt x="255261" y="131817"/>
                  <a:pt x="259303" y="132209"/>
                </a:cubicBezTo>
                <a:lnTo>
                  <a:pt x="259303" y="135729"/>
                </a:lnTo>
                <a:lnTo>
                  <a:pt x="212170" y="135729"/>
                </a:lnTo>
                <a:lnTo>
                  <a:pt x="212170" y="132209"/>
                </a:lnTo>
                <a:cubicBezTo>
                  <a:pt x="215951" y="131817"/>
                  <a:pt x="218689" y="130579"/>
                  <a:pt x="220384" y="128493"/>
                </a:cubicBezTo>
                <a:cubicBezTo>
                  <a:pt x="221427" y="127058"/>
                  <a:pt x="221981" y="122821"/>
                  <a:pt x="222046" y="115780"/>
                </a:cubicBezTo>
                <a:lnTo>
                  <a:pt x="222046" y="64149"/>
                </a:lnTo>
                <a:cubicBezTo>
                  <a:pt x="222046" y="57238"/>
                  <a:pt x="221427" y="52936"/>
                  <a:pt x="220188" y="51241"/>
                </a:cubicBezTo>
                <a:cubicBezTo>
                  <a:pt x="218819" y="49611"/>
                  <a:pt x="216146" y="48503"/>
                  <a:pt x="212170" y="47916"/>
                </a:cubicBezTo>
                <a:lnTo>
                  <a:pt x="212170" y="44298"/>
                </a:lnTo>
                <a:lnTo>
                  <a:pt x="249427" y="44298"/>
                </a:lnTo>
                <a:close/>
                <a:moveTo>
                  <a:pt x="410066" y="126439"/>
                </a:moveTo>
                <a:lnTo>
                  <a:pt x="410066" y="160469"/>
                </a:lnTo>
                <a:cubicBezTo>
                  <a:pt x="410066" y="165228"/>
                  <a:pt x="410457" y="168423"/>
                  <a:pt x="411240" y="170052"/>
                </a:cubicBezTo>
                <a:cubicBezTo>
                  <a:pt x="411892" y="171747"/>
                  <a:pt x="413032" y="172986"/>
                  <a:pt x="414662" y="173768"/>
                </a:cubicBezTo>
                <a:cubicBezTo>
                  <a:pt x="416162" y="174551"/>
                  <a:pt x="419226" y="174942"/>
                  <a:pt x="423854" y="174942"/>
                </a:cubicBezTo>
                <a:lnTo>
                  <a:pt x="423854" y="178560"/>
                </a:lnTo>
                <a:lnTo>
                  <a:pt x="371734" y="178560"/>
                </a:lnTo>
                <a:lnTo>
                  <a:pt x="371734" y="174942"/>
                </a:lnTo>
                <a:cubicBezTo>
                  <a:pt x="375710" y="174876"/>
                  <a:pt x="378709" y="173736"/>
                  <a:pt x="380730" y="171519"/>
                </a:cubicBezTo>
                <a:cubicBezTo>
                  <a:pt x="381969" y="170085"/>
                  <a:pt x="382621" y="166206"/>
                  <a:pt x="382686" y="159882"/>
                </a:cubicBezTo>
                <a:lnTo>
                  <a:pt x="382686" y="63366"/>
                </a:lnTo>
                <a:cubicBezTo>
                  <a:pt x="382621" y="56977"/>
                  <a:pt x="381871" y="52838"/>
                  <a:pt x="380437" y="50947"/>
                </a:cubicBezTo>
                <a:cubicBezTo>
                  <a:pt x="378937" y="49252"/>
                  <a:pt x="376036" y="48242"/>
                  <a:pt x="371734" y="47916"/>
                </a:cubicBezTo>
                <a:lnTo>
                  <a:pt x="371734" y="44298"/>
                </a:lnTo>
                <a:lnTo>
                  <a:pt x="410066" y="44298"/>
                </a:lnTo>
                <a:lnTo>
                  <a:pt x="410066" y="56326"/>
                </a:lnTo>
                <a:cubicBezTo>
                  <a:pt x="413261" y="51632"/>
                  <a:pt x="416520" y="48242"/>
                  <a:pt x="419845" y="46156"/>
                </a:cubicBezTo>
                <a:cubicBezTo>
                  <a:pt x="424604" y="43157"/>
                  <a:pt x="429787" y="41625"/>
                  <a:pt x="435393" y="41560"/>
                </a:cubicBezTo>
                <a:cubicBezTo>
                  <a:pt x="442043" y="41625"/>
                  <a:pt x="448171" y="43744"/>
                  <a:pt x="453777" y="47916"/>
                </a:cubicBezTo>
                <a:cubicBezTo>
                  <a:pt x="459253" y="52153"/>
                  <a:pt x="463426" y="57988"/>
                  <a:pt x="466294" y="65420"/>
                </a:cubicBezTo>
                <a:cubicBezTo>
                  <a:pt x="469097" y="72982"/>
                  <a:pt x="470531" y="81033"/>
                  <a:pt x="470597" y="89573"/>
                </a:cubicBezTo>
                <a:cubicBezTo>
                  <a:pt x="470597" y="98896"/>
                  <a:pt x="469130" y="107338"/>
                  <a:pt x="466196" y="114900"/>
                </a:cubicBezTo>
                <a:cubicBezTo>
                  <a:pt x="463132" y="122658"/>
                  <a:pt x="458830" y="128493"/>
                  <a:pt x="453288" y="132404"/>
                </a:cubicBezTo>
                <a:cubicBezTo>
                  <a:pt x="447617" y="136446"/>
                  <a:pt x="441326" y="138467"/>
                  <a:pt x="434415" y="138467"/>
                </a:cubicBezTo>
                <a:cubicBezTo>
                  <a:pt x="429396" y="138532"/>
                  <a:pt x="424702" y="137424"/>
                  <a:pt x="420334" y="135142"/>
                </a:cubicBezTo>
                <a:cubicBezTo>
                  <a:pt x="417074" y="133512"/>
                  <a:pt x="413652" y="130611"/>
                  <a:pt x="410066" y="126439"/>
                </a:cubicBezTo>
                <a:moveTo>
                  <a:pt x="410066" y="116563"/>
                </a:moveTo>
                <a:cubicBezTo>
                  <a:pt x="415607" y="124516"/>
                  <a:pt x="421605" y="128493"/>
                  <a:pt x="428059" y="128493"/>
                </a:cubicBezTo>
                <a:cubicBezTo>
                  <a:pt x="431579" y="128493"/>
                  <a:pt x="434480" y="126635"/>
                  <a:pt x="436762" y="122919"/>
                </a:cubicBezTo>
                <a:cubicBezTo>
                  <a:pt x="440152" y="117443"/>
                  <a:pt x="441847" y="107012"/>
                  <a:pt x="441847" y="91627"/>
                </a:cubicBezTo>
                <a:cubicBezTo>
                  <a:pt x="441847" y="75916"/>
                  <a:pt x="439989" y="65126"/>
                  <a:pt x="436273" y="59259"/>
                </a:cubicBezTo>
                <a:cubicBezTo>
                  <a:pt x="433796" y="55478"/>
                  <a:pt x="430471" y="53555"/>
                  <a:pt x="426299" y="53490"/>
                </a:cubicBezTo>
                <a:cubicBezTo>
                  <a:pt x="419649" y="53555"/>
                  <a:pt x="414238" y="58314"/>
                  <a:pt x="410066" y="67767"/>
                </a:cubicBezTo>
                <a:lnTo>
                  <a:pt x="410066" y="116563"/>
                </a:lnTo>
                <a:close/>
                <a:moveTo>
                  <a:pt x="521718" y="3129"/>
                </a:moveTo>
                <a:lnTo>
                  <a:pt x="521718" y="116758"/>
                </a:lnTo>
                <a:cubicBezTo>
                  <a:pt x="521718" y="123212"/>
                  <a:pt x="522467" y="127319"/>
                  <a:pt x="523967" y="129079"/>
                </a:cubicBezTo>
                <a:cubicBezTo>
                  <a:pt x="525401" y="130970"/>
                  <a:pt x="528334" y="132013"/>
                  <a:pt x="532768" y="132209"/>
                </a:cubicBezTo>
                <a:lnTo>
                  <a:pt x="532768" y="135729"/>
                </a:lnTo>
                <a:lnTo>
                  <a:pt x="483385" y="135729"/>
                </a:lnTo>
                <a:lnTo>
                  <a:pt x="483385" y="132209"/>
                </a:lnTo>
                <a:cubicBezTo>
                  <a:pt x="487362" y="132143"/>
                  <a:pt x="490360" y="130970"/>
                  <a:pt x="492381" y="128688"/>
                </a:cubicBezTo>
                <a:cubicBezTo>
                  <a:pt x="493620" y="127254"/>
                  <a:pt x="494272" y="123277"/>
                  <a:pt x="494337" y="116758"/>
                </a:cubicBezTo>
                <a:lnTo>
                  <a:pt x="494337" y="22100"/>
                </a:lnTo>
                <a:cubicBezTo>
                  <a:pt x="494272" y="15776"/>
                  <a:pt x="493522" y="11669"/>
                  <a:pt x="492088" y="9779"/>
                </a:cubicBezTo>
                <a:cubicBezTo>
                  <a:pt x="490589" y="8084"/>
                  <a:pt x="487688" y="7073"/>
                  <a:pt x="483385" y="6747"/>
                </a:cubicBezTo>
                <a:lnTo>
                  <a:pt x="483385" y="3129"/>
                </a:lnTo>
                <a:lnTo>
                  <a:pt x="521718" y="3129"/>
                </a:lnTo>
                <a:close/>
                <a:moveTo>
                  <a:pt x="567268" y="0"/>
                </a:moveTo>
                <a:cubicBezTo>
                  <a:pt x="571441" y="0"/>
                  <a:pt x="575026" y="1467"/>
                  <a:pt x="578025" y="4400"/>
                </a:cubicBezTo>
                <a:cubicBezTo>
                  <a:pt x="580959" y="7464"/>
                  <a:pt x="582425" y="11050"/>
                  <a:pt x="582425" y="15157"/>
                </a:cubicBezTo>
                <a:cubicBezTo>
                  <a:pt x="582425" y="19395"/>
                  <a:pt x="580959" y="22947"/>
                  <a:pt x="578025" y="25816"/>
                </a:cubicBezTo>
                <a:cubicBezTo>
                  <a:pt x="574961" y="28750"/>
                  <a:pt x="571375" y="30216"/>
                  <a:pt x="567268" y="30216"/>
                </a:cubicBezTo>
                <a:cubicBezTo>
                  <a:pt x="563031" y="30216"/>
                  <a:pt x="559478" y="28750"/>
                  <a:pt x="556610" y="25816"/>
                </a:cubicBezTo>
                <a:cubicBezTo>
                  <a:pt x="553676" y="22947"/>
                  <a:pt x="552209" y="19395"/>
                  <a:pt x="552209" y="15157"/>
                </a:cubicBezTo>
                <a:cubicBezTo>
                  <a:pt x="552209" y="11050"/>
                  <a:pt x="553676" y="7464"/>
                  <a:pt x="556610" y="4400"/>
                </a:cubicBezTo>
                <a:cubicBezTo>
                  <a:pt x="559478" y="1467"/>
                  <a:pt x="563031" y="0"/>
                  <a:pt x="567268" y="0"/>
                </a:cubicBezTo>
                <a:moveTo>
                  <a:pt x="580959" y="44298"/>
                </a:moveTo>
                <a:lnTo>
                  <a:pt x="580959" y="116758"/>
                </a:lnTo>
                <a:cubicBezTo>
                  <a:pt x="580959" y="123212"/>
                  <a:pt x="581708" y="127319"/>
                  <a:pt x="583208" y="129079"/>
                </a:cubicBezTo>
                <a:cubicBezTo>
                  <a:pt x="584642" y="130970"/>
                  <a:pt x="587576" y="132013"/>
                  <a:pt x="592009" y="132209"/>
                </a:cubicBezTo>
                <a:lnTo>
                  <a:pt x="592009" y="135729"/>
                </a:lnTo>
                <a:lnTo>
                  <a:pt x="542626" y="135729"/>
                </a:lnTo>
                <a:lnTo>
                  <a:pt x="542626" y="132209"/>
                </a:lnTo>
                <a:cubicBezTo>
                  <a:pt x="546603" y="132143"/>
                  <a:pt x="549601" y="130970"/>
                  <a:pt x="551622" y="128688"/>
                </a:cubicBezTo>
                <a:cubicBezTo>
                  <a:pt x="552861" y="127254"/>
                  <a:pt x="553513" y="123277"/>
                  <a:pt x="553578" y="116758"/>
                </a:cubicBezTo>
                <a:lnTo>
                  <a:pt x="553578" y="63366"/>
                </a:lnTo>
                <a:cubicBezTo>
                  <a:pt x="553513" y="56977"/>
                  <a:pt x="552763" y="52838"/>
                  <a:pt x="551329" y="50947"/>
                </a:cubicBezTo>
                <a:cubicBezTo>
                  <a:pt x="549830" y="49252"/>
                  <a:pt x="546929" y="48242"/>
                  <a:pt x="542626" y="47916"/>
                </a:cubicBezTo>
                <a:lnTo>
                  <a:pt x="542626" y="44298"/>
                </a:lnTo>
                <a:lnTo>
                  <a:pt x="580959" y="44298"/>
                </a:lnTo>
                <a:close/>
                <a:moveTo>
                  <a:pt x="641960" y="44298"/>
                </a:moveTo>
                <a:lnTo>
                  <a:pt x="641960" y="56130"/>
                </a:lnTo>
                <a:cubicBezTo>
                  <a:pt x="646654" y="51045"/>
                  <a:pt x="651152" y="47329"/>
                  <a:pt x="655454" y="44982"/>
                </a:cubicBezTo>
                <a:cubicBezTo>
                  <a:pt x="659692" y="42766"/>
                  <a:pt x="664321" y="41625"/>
                  <a:pt x="669340" y="41560"/>
                </a:cubicBezTo>
                <a:cubicBezTo>
                  <a:pt x="675273" y="41625"/>
                  <a:pt x="680195" y="43255"/>
                  <a:pt x="684106" y="46449"/>
                </a:cubicBezTo>
                <a:cubicBezTo>
                  <a:pt x="688018" y="49774"/>
                  <a:pt x="690625" y="53881"/>
                  <a:pt x="691929" y="58770"/>
                </a:cubicBezTo>
                <a:cubicBezTo>
                  <a:pt x="692972" y="62486"/>
                  <a:pt x="693494" y="69625"/>
                  <a:pt x="693494" y="80186"/>
                </a:cubicBezTo>
                <a:lnTo>
                  <a:pt x="693494" y="115780"/>
                </a:lnTo>
                <a:cubicBezTo>
                  <a:pt x="693494" y="122886"/>
                  <a:pt x="694146" y="127254"/>
                  <a:pt x="695450" y="128884"/>
                </a:cubicBezTo>
                <a:cubicBezTo>
                  <a:pt x="696688" y="130644"/>
                  <a:pt x="699328" y="131752"/>
                  <a:pt x="703370" y="132209"/>
                </a:cubicBezTo>
                <a:lnTo>
                  <a:pt x="703370" y="135729"/>
                </a:lnTo>
                <a:lnTo>
                  <a:pt x="657117" y="135729"/>
                </a:lnTo>
                <a:lnTo>
                  <a:pt x="657117" y="132209"/>
                </a:lnTo>
                <a:cubicBezTo>
                  <a:pt x="660507" y="131817"/>
                  <a:pt x="662984" y="130383"/>
                  <a:pt x="664549" y="127906"/>
                </a:cubicBezTo>
                <a:cubicBezTo>
                  <a:pt x="665592" y="126276"/>
                  <a:pt x="666113" y="122234"/>
                  <a:pt x="666113" y="115780"/>
                </a:cubicBezTo>
                <a:lnTo>
                  <a:pt x="666113" y="75101"/>
                </a:lnTo>
                <a:cubicBezTo>
                  <a:pt x="666113" y="67604"/>
                  <a:pt x="665820" y="62877"/>
                  <a:pt x="665233" y="60922"/>
                </a:cubicBezTo>
                <a:cubicBezTo>
                  <a:pt x="664646" y="58966"/>
                  <a:pt x="663669" y="57434"/>
                  <a:pt x="662300" y="56326"/>
                </a:cubicBezTo>
                <a:cubicBezTo>
                  <a:pt x="660800" y="55282"/>
                  <a:pt x="659236" y="54761"/>
                  <a:pt x="657606" y="54761"/>
                </a:cubicBezTo>
                <a:cubicBezTo>
                  <a:pt x="651934" y="54761"/>
                  <a:pt x="646719" y="58770"/>
                  <a:pt x="641960" y="66789"/>
                </a:cubicBezTo>
                <a:lnTo>
                  <a:pt x="641960" y="115780"/>
                </a:lnTo>
                <a:cubicBezTo>
                  <a:pt x="641960" y="122625"/>
                  <a:pt x="642612" y="126961"/>
                  <a:pt x="643916" y="128786"/>
                </a:cubicBezTo>
                <a:cubicBezTo>
                  <a:pt x="645154" y="130677"/>
                  <a:pt x="647501" y="131817"/>
                  <a:pt x="650956" y="132209"/>
                </a:cubicBezTo>
                <a:lnTo>
                  <a:pt x="650956" y="135729"/>
                </a:lnTo>
                <a:lnTo>
                  <a:pt x="604703" y="135729"/>
                </a:lnTo>
                <a:lnTo>
                  <a:pt x="604703" y="132209"/>
                </a:lnTo>
                <a:cubicBezTo>
                  <a:pt x="608484" y="131817"/>
                  <a:pt x="611222" y="130579"/>
                  <a:pt x="612917" y="128493"/>
                </a:cubicBezTo>
                <a:cubicBezTo>
                  <a:pt x="613960" y="127058"/>
                  <a:pt x="614514" y="122821"/>
                  <a:pt x="614579" y="115780"/>
                </a:cubicBezTo>
                <a:lnTo>
                  <a:pt x="614579" y="64149"/>
                </a:lnTo>
                <a:cubicBezTo>
                  <a:pt x="614579" y="57238"/>
                  <a:pt x="613960" y="52936"/>
                  <a:pt x="612721" y="51241"/>
                </a:cubicBezTo>
                <a:cubicBezTo>
                  <a:pt x="611352" y="49611"/>
                  <a:pt x="608680" y="48503"/>
                  <a:pt x="604703" y="47916"/>
                </a:cubicBezTo>
                <a:lnTo>
                  <a:pt x="604703" y="44298"/>
                </a:lnTo>
                <a:lnTo>
                  <a:pt x="641960" y="44298"/>
                </a:lnTo>
                <a:close/>
                <a:moveTo>
                  <a:pt x="774636" y="45373"/>
                </a:moveTo>
                <a:lnTo>
                  <a:pt x="805439" y="45373"/>
                </a:lnTo>
                <a:lnTo>
                  <a:pt x="805439" y="56130"/>
                </a:lnTo>
                <a:lnTo>
                  <a:pt x="787935" y="56130"/>
                </a:lnTo>
                <a:cubicBezTo>
                  <a:pt x="791064" y="59390"/>
                  <a:pt x="793281" y="62291"/>
                  <a:pt x="794584" y="64833"/>
                </a:cubicBezTo>
                <a:cubicBezTo>
                  <a:pt x="796149" y="68419"/>
                  <a:pt x="796931" y="72102"/>
                  <a:pt x="796931" y="75883"/>
                </a:cubicBezTo>
                <a:cubicBezTo>
                  <a:pt x="796931" y="82467"/>
                  <a:pt x="795139" y="88106"/>
                  <a:pt x="791553" y="92800"/>
                </a:cubicBezTo>
                <a:cubicBezTo>
                  <a:pt x="787837" y="97690"/>
                  <a:pt x="782915" y="101438"/>
                  <a:pt x="776787" y="104046"/>
                </a:cubicBezTo>
                <a:cubicBezTo>
                  <a:pt x="770463" y="106784"/>
                  <a:pt x="764922" y="108153"/>
                  <a:pt x="760163" y="108153"/>
                </a:cubicBezTo>
                <a:cubicBezTo>
                  <a:pt x="759772" y="108153"/>
                  <a:pt x="755861" y="107990"/>
                  <a:pt x="748429" y="107664"/>
                </a:cubicBezTo>
                <a:cubicBezTo>
                  <a:pt x="745495" y="107729"/>
                  <a:pt x="743050" y="108674"/>
                  <a:pt x="741095" y="110500"/>
                </a:cubicBezTo>
                <a:cubicBezTo>
                  <a:pt x="739009" y="112521"/>
                  <a:pt x="737998" y="114835"/>
                  <a:pt x="738063" y="117443"/>
                </a:cubicBezTo>
                <a:cubicBezTo>
                  <a:pt x="737998" y="119855"/>
                  <a:pt x="738911" y="121778"/>
                  <a:pt x="740801" y="123212"/>
                </a:cubicBezTo>
                <a:cubicBezTo>
                  <a:pt x="742561" y="124712"/>
                  <a:pt x="745462" y="125461"/>
                  <a:pt x="749504" y="125461"/>
                </a:cubicBezTo>
                <a:lnTo>
                  <a:pt x="766422" y="125266"/>
                </a:lnTo>
                <a:cubicBezTo>
                  <a:pt x="780047" y="125266"/>
                  <a:pt x="789467" y="126765"/>
                  <a:pt x="794682" y="129764"/>
                </a:cubicBezTo>
                <a:cubicBezTo>
                  <a:pt x="801984" y="134001"/>
                  <a:pt x="805667" y="140423"/>
                  <a:pt x="805732" y="149028"/>
                </a:cubicBezTo>
                <a:cubicBezTo>
                  <a:pt x="805732" y="154634"/>
                  <a:pt x="804037" y="159654"/>
                  <a:pt x="800647" y="164087"/>
                </a:cubicBezTo>
                <a:cubicBezTo>
                  <a:pt x="797192" y="168716"/>
                  <a:pt x="792726" y="172073"/>
                  <a:pt x="787250" y="174159"/>
                </a:cubicBezTo>
                <a:cubicBezTo>
                  <a:pt x="778841" y="177419"/>
                  <a:pt x="769160" y="179016"/>
                  <a:pt x="758207" y="178951"/>
                </a:cubicBezTo>
                <a:cubicBezTo>
                  <a:pt x="749928" y="179016"/>
                  <a:pt x="742431" y="178201"/>
                  <a:pt x="735716" y="176506"/>
                </a:cubicBezTo>
                <a:cubicBezTo>
                  <a:pt x="728936" y="174942"/>
                  <a:pt x="724080" y="172725"/>
                  <a:pt x="721146" y="169857"/>
                </a:cubicBezTo>
                <a:cubicBezTo>
                  <a:pt x="718212" y="167054"/>
                  <a:pt x="716746" y="164087"/>
                  <a:pt x="716746" y="160958"/>
                </a:cubicBezTo>
                <a:cubicBezTo>
                  <a:pt x="716746" y="158024"/>
                  <a:pt x="717886" y="155319"/>
                  <a:pt x="720168" y="152842"/>
                </a:cubicBezTo>
                <a:cubicBezTo>
                  <a:pt x="722319" y="150560"/>
                  <a:pt x="726492" y="148572"/>
                  <a:pt x="732685" y="146877"/>
                </a:cubicBezTo>
                <a:cubicBezTo>
                  <a:pt x="724145" y="142704"/>
                  <a:pt x="719907" y="136902"/>
                  <a:pt x="719973" y="129471"/>
                </a:cubicBezTo>
                <a:cubicBezTo>
                  <a:pt x="719973" y="124972"/>
                  <a:pt x="721700" y="120604"/>
                  <a:pt x="725155" y="116367"/>
                </a:cubicBezTo>
                <a:cubicBezTo>
                  <a:pt x="728545" y="112195"/>
                  <a:pt x="734021" y="108511"/>
                  <a:pt x="741584" y="105317"/>
                </a:cubicBezTo>
                <a:cubicBezTo>
                  <a:pt x="732848" y="102123"/>
                  <a:pt x="726524" y="97918"/>
                  <a:pt x="722613" y="92702"/>
                </a:cubicBezTo>
                <a:cubicBezTo>
                  <a:pt x="718701" y="87552"/>
                  <a:pt x="716746" y="81522"/>
                  <a:pt x="716746" y="74612"/>
                </a:cubicBezTo>
                <a:cubicBezTo>
                  <a:pt x="716680" y="65746"/>
                  <a:pt x="720331" y="57988"/>
                  <a:pt x="727698" y="51338"/>
                </a:cubicBezTo>
                <a:cubicBezTo>
                  <a:pt x="734999" y="44819"/>
                  <a:pt x="744387" y="41560"/>
                  <a:pt x="755861" y="41560"/>
                </a:cubicBezTo>
                <a:cubicBezTo>
                  <a:pt x="761923" y="41560"/>
                  <a:pt x="768182" y="42831"/>
                  <a:pt x="774636" y="45373"/>
                </a:cubicBezTo>
                <a:moveTo>
                  <a:pt x="757719" y="47622"/>
                </a:moveTo>
                <a:cubicBezTo>
                  <a:pt x="753872" y="47622"/>
                  <a:pt x="750678" y="49513"/>
                  <a:pt x="748135" y="53294"/>
                </a:cubicBezTo>
                <a:cubicBezTo>
                  <a:pt x="745462" y="57140"/>
                  <a:pt x="744159" y="65061"/>
                  <a:pt x="744224" y="77056"/>
                </a:cubicBezTo>
                <a:cubicBezTo>
                  <a:pt x="744159" y="86770"/>
                  <a:pt x="745462" y="93420"/>
                  <a:pt x="748135" y="97005"/>
                </a:cubicBezTo>
                <a:cubicBezTo>
                  <a:pt x="750678" y="100656"/>
                  <a:pt x="753709" y="102481"/>
                  <a:pt x="757230" y="102481"/>
                </a:cubicBezTo>
                <a:cubicBezTo>
                  <a:pt x="761076" y="102546"/>
                  <a:pt x="764335" y="100754"/>
                  <a:pt x="767008" y="97103"/>
                </a:cubicBezTo>
                <a:cubicBezTo>
                  <a:pt x="769616" y="93517"/>
                  <a:pt x="770920" y="86542"/>
                  <a:pt x="770920" y="76176"/>
                </a:cubicBezTo>
                <a:cubicBezTo>
                  <a:pt x="770920" y="64572"/>
                  <a:pt x="769453" y="56619"/>
                  <a:pt x="766519" y="52316"/>
                </a:cubicBezTo>
                <a:cubicBezTo>
                  <a:pt x="764433" y="49187"/>
                  <a:pt x="761500" y="47622"/>
                  <a:pt x="757719" y="47622"/>
                </a:cubicBezTo>
                <a:moveTo>
                  <a:pt x="751949" y="149224"/>
                </a:moveTo>
                <a:cubicBezTo>
                  <a:pt x="745300" y="149289"/>
                  <a:pt x="740899" y="149843"/>
                  <a:pt x="738748" y="150886"/>
                </a:cubicBezTo>
                <a:cubicBezTo>
                  <a:pt x="735032" y="152972"/>
                  <a:pt x="733174" y="155710"/>
                  <a:pt x="733174" y="159100"/>
                </a:cubicBezTo>
                <a:cubicBezTo>
                  <a:pt x="733174" y="162490"/>
                  <a:pt x="735097" y="165489"/>
                  <a:pt x="738943" y="168097"/>
                </a:cubicBezTo>
                <a:cubicBezTo>
                  <a:pt x="742724" y="170835"/>
                  <a:pt x="749961" y="172204"/>
                  <a:pt x="760652" y="172204"/>
                </a:cubicBezTo>
                <a:cubicBezTo>
                  <a:pt x="769714" y="172269"/>
                  <a:pt x="776852" y="171063"/>
                  <a:pt x="782068" y="168586"/>
                </a:cubicBezTo>
                <a:cubicBezTo>
                  <a:pt x="787218" y="166239"/>
                  <a:pt x="789793" y="162849"/>
                  <a:pt x="789793" y="158416"/>
                </a:cubicBezTo>
                <a:cubicBezTo>
                  <a:pt x="789793" y="156786"/>
                  <a:pt x="789304" y="155417"/>
                  <a:pt x="788326" y="154309"/>
                </a:cubicBezTo>
                <a:cubicBezTo>
                  <a:pt x="786566" y="152353"/>
                  <a:pt x="783926" y="151016"/>
                  <a:pt x="780405" y="150299"/>
                </a:cubicBezTo>
                <a:cubicBezTo>
                  <a:pt x="776754" y="149647"/>
                  <a:pt x="767269" y="149289"/>
                  <a:pt x="751949" y="149224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Probability">
            <a:extLst xmlns:a="http://schemas.openxmlformats.org/drawingml/2006/main">
              <a:ext uri="{FF2B5EF4-FFF2-40B4-BE49-F238E27FC236}">
                <a16:creationId xmlns:a16="http://schemas.microsoft.com/office/drawing/2014/main" id="{34FB3F43-A7EA-4EBD-8891-176F9EFC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193" y="1303501"/>
            <a:ext cx="983274" cy="178951"/>
          </a:xfrm>
          <a:custGeom xmlns:a="http://schemas.openxmlformats.org/drawingml/2006/main">
            <a:pathLst>
              <a:path w="983274" h="178951">
                <a:moveTo>
                  <a:pt x="48991" y="75687"/>
                </a:moveTo>
                <a:lnTo>
                  <a:pt x="48991" y="112456"/>
                </a:lnTo>
                <a:cubicBezTo>
                  <a:pt x="48991" y="119627"/>
                  <a:pt x="49448" y="124125"/>
                  <a:pt x="50361" y="125950"/>
                </a:cubicBezTo>
                <a:cubicBezTo>
                  <a:pt x="51208" y="127906"/>
                  <a:pt x="52773" y="129405"/>
                  <a:pt x="55054" y="130448"/>
                </a:cubicBezTo>
                <a:cubicBezTo>
                  <a:pt x="57271" y="131557"/>
                  <a:pt x="61378" y="132111"/>
                  <a:pt x="67376" y="132111"/>
                </a:cubicBezTo>
                <a:lnTo>
                  <a:pt x="67376" y="135729"/>
                </a:lnTo>
                <a:lnTo>
                  <a:pt x="0" y="135729"/>
                </a:lnTo>
                <a:lnTo>
                  <a:pt x="0" y="132111"/>
                </a:lnTo>
                <a:cubicBezTo>
                  <a:pt x="6063" y="132111"/>
                  <a:pt x="10235" y="131524"/>
                  <a:pt x="12517" y="130351"/>
                </a:cubicBezTo>
                <a:cubicBezTo>
                  <a:pt x="14668" y="129308"/>
                  <a:pt x="16200" y="127841"/>
                  <a:pt x="17113" y="125950"/>
                </a:cubicBezTo>
                <a:cubicBezTo>
                  <a:pt x="17960" y="124125"/>
                  <a:pt x="18384" y="119627"/>
                  <a:pt x="18384" y="112456"/>
                </a:cubicBezTo>
                <a:lnTo>
                  <a:pt x="18384" y="26403"/>
                </a:lnTo>
                <a:cubicBezTo>
                  <a:pt x="18384" y="19297"/>
                  <a:pt x="17960" y="14766"/>
                  <a:pt x="17113" y="12810"/>
                </a:cubicBezTo>
                <a:cubicBezTo>
                  <a:pt x="16200" y="10985"/>
                  <a:pt x="14636" y="9518"/>
                  <a:pt x="12419" y="8410"/>
                </a:cubicBezTo>
                <a:cubicBezTo>
                  <a:pt x="10137" y="7367"/>
                  <a:pt x="5998" y="6813"/>
                  <a:pt x="0" y="6747"/>
                </a:cubicBezTo>
                <a:lnTo>
                  <a:pt x="0" y="3129"/>
                </a:lnTo>
                <a:lnTo>
                  <a:pt x="57792" y="3129"/>
                </a:lnTo>
                <a:cubicBezTo>
                  <a:pt x="76763" y="3194"/>
                  <a:pt x="90421" y="6584"/>
                  <a:pt x="98765" y="13299"/>
                </a:cubicBezTo>
                <a:cubicBezTo>
                  <a:pt x="107045" y="20079"/>
                  <a:pt x="111184" y="28554"/>
                  <a:pt x="111184" y="38724"/>
                </a:cubicBezTo>
                <a:cubicBezTo>
                  <a:pt x="111184" y="47329"/>
                  <a:pt x="108511" y="54696"/>
                  <a:pt x="103166" y="60824"/>
                </a:cubicBezTo>
                <a:cubicBezTo>
                  <a:pt x="97755" y="67017"/>
                  <a:pt x="90388" y="71189"/>
                  <a:pt x="81066" y="73341"/>
                </a:cubicBezTo>
                <a:cubicBezTo>
                  <a:pt x="74677" y="74905"/>
                  <a:pt x="63986" y="75687"/>
                  <a:pt x="48991" y="75687"/>
                </a:cubicBezTo>
                <a:moveTo>
                  <a:pt x="48991" y="10757"/>
                </a:moveTo>
                <a:lnTo>
                  <a:pt x="48991" y="68060"/>
                </a:lnTo>
                <a:cubicBezTo>
                  <a:pt x="51143" y="68190"/>
                  <a:pt x="52773" y="68256"/>
                  <a:pt x="53881" y="68256"/>
                </a:cubicBezTo>
                <a:cubicBezTo>
                  <a:pt x="61769" y="68321"/>
                  <a:pt x="67897" y="65941"/>
                  <a:pt x="72265" y="61117"/>
                </a:cubicBezTo>
                <a:cubicBezTo>
                  <a:pt x="76568" y="56423"/>
                  <a:pt x="78719" y="49122"/>
                  <a:pt x="78719" y="39213"/>
                </a:cubicBezTo>
                <a:cubicBezTo>
                  <a:pt x="78719" y="29434"/>
                  <a:pt x="76568" y="22230"/>
                  <a:pt x="72265" y="17602"/>
                </a:cubicBezTo>
                <a:cubicBezTo>
                  <a:pt x="67897" y="13038"/>
                  <a:pt x="61476" y="10757"/>
                  <a:pt x="53001" y="10757"/>
                </a:cubicBezTo>
                <a:lnTo>
                  <a:pt x="48991" y="10757"/>
                </a:lnTo>
                <a:close/>
                <a:moveTo>
                  <a:pt x="165699" y="44298"/>
                </a:moveTo>
                <a:lnTo>
                  <a:pt x="165699" y="65029"/>
                </a:lnTo>
                <a:cubicBezTo>
                  <a:pt x="171697" y="55576"/>
                  <a:pt x="177010" y="49285"/>
                  <a:pt x="181638" y="46156"/>
                </a:cubicBezTo>
                <a:cubicBezTo>
                  <a:pt x="186202" y="43157"/>
                  <a:pt x="190602" y="41625"/>
                  <a:pt x="194840" y="41560"/>
                </a:cubicBezTo>
                <a:cubicBezTo>
                  <a:pt x="198425" y="41560"/>
                  <a:pt x="201359" y="42668"/>
                  <a:pt x="203641" y="44884"/>
                </a:cubicBezTo>
                <a:cubicBezTo>
                  <a:pt x="205792" y="47166"/>
                  <a:pt x="206868" y="50361"/>
                  <a:pt x="206868" y="54468"/>
                </a:cubicBezTo>
                <a:cubicBezTo>
                  <a:pt x="206802" y="58901"/>
                  <a:pt x="205759" y="62291"/>
                  <a:pt x="203738" y="64637"/>
                </a:cubicBezTo>
                <a:cubicBezTo>
                  <a:pt x="201587" y="67115"/>
                  <a:pt x="199012" y="68321"/>
                  <a:pt x="196013" y="68256"/>
                </a:cubicBezTo>
                <a:cubicBezTo>
                  <a:pt x="192558" y="68321"/>
                  <a:pt x="189559" y="67213"/>
                  <a:pt x="187017" y="64931"/>
                </a:cubicBezTo>
                <a:cubicBezTo>
                  <a:pt x="184474" y="62780"/>
                  <a:pt x="182975" y="61541"/>
                  <a:pt x="182519" y="61215"/>
                </a:cubicBezTo>
                <a:cubicBezTo>
                  <a:pt x="181801" y="60824"/>
                  <a:pt x="181052" y="60628"/>
                  <a:pt x="180269" y="60628"/>
                </a:cubicBezTo>
                <a:cubicBezTo>
                  <a:pt x="178314" y="60628"/>
                  <a:pt x="176521" y="61345"/>
                  <a:pt x="174891" y="62780"/>
                </a:cubicBezTo>
                <a:cubicBezTo>
                  <a:pt x="172218" y="65061"/>
                  <a:pt x="170197" y="68223"/>
                  <a:pt x="168828" y="72265"/>
                </a:cubicBezTo>
                <a:cubicBezTo>
                  <a:pt x="166742" y="78654"/>
                  <a:pt x="165699" y="85629"/>
                  <a:pt x="165699" y="93191"/>
                </a:cubicBezTo>
                <a:lnTo>
                  <a:pt x="165699" y="114216"/>
                </a:lnTo>
                <a:lnTo>
                  <a:pt x="165797" y="119692"/>
                </a:lnTo>
                <a:cubicBezTo>
                  <a:pt x="165732" y="123408"/>
                  <a:pt x="165960" y="125787"/>
                  <a:pt x="166481" y="126830"/>
                </a:cubicBezTo>
                <a:cubicBezTo>
                  <a:pt x="167264" y="128590"/>
                  <a:pt x="168437" y="129862"/>
                  <a:pt x="170002" y="130644"/>
                </a:cubicBezTo>
                <a:cubicBezTo>
                  <a:pt x="171436" y="131557"/>
                  <a:pt x="174011" y="132078"/>
                  <a:pt x="177727" y="132209"/>
                </a:cubicBezTo>
                <a:lnTo>
                  <a:pt x="177727" y="135729"/>
                </a:lnTo>
                <a:lnTo>
                  <a:pt x="128344" y="135729"/>
                </a:lnTo>
                <a:lnTo>
                  <a:pt x="128344" y="132209"/>
                </a:lnTo>
                <a:cubicBezTo>
                  <a:pt x="132256" y="131948"/>
                  <a:pt x="134961" y="130840"/>
                  <a:pt x="136461" y="128884"/>
                </a:cubicBezTo>
                <a:cubicBezTo>
                  <a:pt x="137830" y="127058"/>
                  <a:pt x="138514" y="122169"/>
                  <a:pt x="138514" y="114216"/>
                </a:cubicBezTo>
                <a:lnTo>
                  <a:pt x="138514" y="63660"/>
                </a:lnTo>
                <a:cubicBezTo>
                  <a:pt x="138449" y="58509"/>
                  <a:pt x="138188" y="55185"/>
                  <a:pt x="137732" y="53685"/>
                </a:cubicBezTo>
                <a:cubicBezTo>
                  <a:pt x="137015" y="51925"/>
                  <a:pt x="136070" y="50589"/>
                  <a:pt x="134896" y="49676"/>
                </a:cubicBezTo>
                <a:cubicBezTo>
                  <a:pt x="133592" y="48829"/>
                  <a:pt x="131408" y="48242"/>
                  <a:pt x="128344" y="47916"/>
                </a:cubicBezTo>
                <a:lnTo>
                  <a:pt x="128344" y="44298"/>
                </a:lnTo>
                <a:lnTo>
                  <a:pt x="165699" y="44298"/>
                </a:lnTo>
                <a:close/>
                <a:moveTo>
                  <a:pt x="259890" y="41560"/>
                </a:moveTo>
                <a:cubicBezTo>
                  <a:pt x="267778" y="41560"/>
                  <a:pt x="275178" y="43613"/>
                  <a:pt x="282088" y="47720"/>
                </a:cubicBezTo>
                <a:cubicBezTo>
                  <a:pt x="288868" y="51893"/>
                  <a:pt x="294083" y="57727"/>
                  <a:pt x="297734" y="65224"/>
                </a:cubicBezTo>
                <a:cubicBezTo>
                  <a:pt x="301254" y="72786"/>
                  <a:pt x="303014" y="81066"/>
                  <a:pt x="303014" y="90062"/>
                </a:cubicBezTo>
                <a:cubicBezTo>
                  <a:pt x="302949" y="103101"/>
                  <a:pt x="299657" y="113955"/>
                  <a:pt x="293138" y="122625"/>
                </a:cubicBezTo>
                <a:cubicBezTo>
                  <a:pt x="285119" y="133186"/>
                  <a:pt x="274134" y="138467"/>
                  <a:pt x="260183" y="138467"/>
                </a:cubicBezTo>
                <a:cubicBezTo>
                  <a:pt x="246363" y="138532"/>
                  <a:pt x="235769" y="133708"/>
                  <a:pt x="228403" y="123994"/>
                </a:cubicBezTo>
                <a:cubicBezTo>
                  <a:pt x="220971" y="114346"/>
                  <a:pt x="217255" y="103166"/>
                  <a:pt x="217255" y="90453"/>
                </a:cubicBezTo>
                <a:cubicBezTo>
                  <a:pt x="217255" y="77350"/>
                  <a:pt x="221068" y="65909"/>
                  <a:pt x="228696" y="56130"/>
                </a:cubicBezTo>
                <a:cubicBezTo>
                  <a:pt x="236193" y="46482"/>
                  <a:pt x="246591" y="41625"/>
                  <a:pt x="259890" y="41560"/>
                </a:cubicBezTo>
                <a:moveTo>
                  <a:pt x="260281" y="48503"/>
                </a:moveTo>
                <a:cubicBezTo>
                  <a:pt x="256956" y="48568"/>
                  <a:pt x="254121" y="49806"/>
                  <a:pt x="251774" y="52218"/>
                </a:cubicBezTo>
                <a:cubicBezTo>
                  <a:pt x="249296" y="54826"/>
                  <a:pt x="247732" y="59781"/>
                  <a:pt x="247080" y="67082"/>
                </a:cubicBezTo>
                <a:cubicBezTo>
                  <a:pt x="246298" y="74514"/>
                  <a:pt x="245906" y="84814"/>
                  <a:pt x="245906" y="97983"/>
                </a:cubicBezTo>
                <a:cubicBezTo>
                  <a:pt x="245906" y="104958"/>
                  <a:pt x="246363" y="111478"/>
                  <a:pt x="247276" y="117540"/>
                </a:cubicBezTo>
                <a:cubicBezTo>
                  <a:pt x="247927" y="122169"/>
                  <a:pt x="249459" y="125689"/>
                  <a:pt x="251872" y="128102"/>
                </a:cubicBezTo>
                <a:cubicBezTo>
                  <a:pt x="254153" y="130579"/>
                  <a:pt x="256826" y="131785"/>
                  <a:pt x="259890" y="131720"/>
                </a:cubicBezTo>
                <a:cubicBezTo>
                  <a:pt x="262824" y="131785"/>
                  <a:pt x="265268" y="130970"/>
                  <a:pt x="267224" y="129275"/>
                </a:cubicBezTo>
                <a:cubicBezTo>
                  <a:pt x="269701" y="127124"/>
                  <a:pt x="271396" y="124027"/>
                  <a:pt x="272309" y="119985"/>
                </a:cubicBezTo>
                <a:cubicBezTo>
                  <a:pt x="273548" y="113857"/>
                  <a:pt x="274200" y="101340"/>
                  <a:pt x="274265" y="82435"/>
                </a:cubicBezTo>
                <a:cubicBezTo>
                  <a:pt x="274265" y="71417"/>
                  <a:pt x="273646" y="63790"/>
                  <a:pt x="272407" y="59553"/>
                </a:cubicBezTo>
                <a:cubicBezTo>
                  <a:pt x="271103" y="55445"/>
                  <a:pt x="269278" y="52447"/>
                  <a:pt x="266931" y="50556"/>
                </a:cubicBezTo>
                <a:cubicBezTo>
                  <a:pt x="265236" y="49187"/>
                  <a:pt x="263019" y="48503"/>
                  <a:pt x="260281" y="48503"/>
                </a:cubicBezTo>
                <a:close/>
                <a:moveTo>
                  <a:pt x="356008" y="3129"/>
                </a:moveTo>
                <a:lnTo>
                  <a:pt x="356008" y="53490"/>
                </a:lnTo>
                <a:cubicBezTo>
                  <a:pt x="363700" y="45602"/>
                  <a:pt x="372110" y="41625"/>
                  <a:pt x="381237" y="41560"/>
                </a:cubicBezTo>
                <a:cubicBezTo>
                  <a:pt x="387430" y="41625"/>
                  <a:pt x="393330" y="43450"/>
                  <a:pt x="398937" y="47036"/>
                </a:cubicBezTo>
                <a:cubicBezTo>
                  <a:pt x="404478" y="50817"/>
                  <a:pt x="408813" y="56065"/>
                  <a:pt x="411942" y="62780"/>
                </a:cubicBezTo>
                <a:cubicBezTo>
                  <a:pt x="415071" y="69559"/>
                  <a:pt x="416636" y="77382"/>
                  <a:pt x="416636" y="86249"/>
                </a:cubicBezTo>
                <a:cubicBezTo>
                  <a:pt x="416636" y="96288"/>
                  <a:pt x="414648" y="105350"/>
                  <a:pt x="410671" y="113433"/>
                </a:cubicBezTo>
                <a:cubicBezTo>
                  <a:pt x="406629" y="121648"/>
                  <a:pt x="401316" y="127841"/>
                  <a:pt x="394732" y="132013"/>
                </a:cubicBezTo>
                <a:cubicBezTo>
                  <a:pt x="388017" y="136316"/>
                  <a:pt x="380422" y="138467"/>
                  <a:pt x="371947" y="138467"/>
                </a:cubicBezTo>
                <a:cubicBezTo>
                  <a:pt x="366927" y="138467"/>
                  <a:pt x="362527" y="137685"/>
                  <a:pt x="358746" y="136120"/>
                </a:cubicBezTo>
                <a:cubicBezTo>
                  <a:pt x="354900" y="134555"/>
                  <a:pt x="351118" y="132013"/>
                  <a:pt x="347403" y="128493"/>
                </a:cubicBezTo>
                <a:lnTo>
                  <a:pt x="332246" y="138369"/>
                </a:lnTo>
                <a:lnTo>
                  <a:pt x="328921" y="138369"/>
                </a:lnTo>
                <a:lnTo>
                  <a:pt x="328921" y="22100"/>
                </a:lnTo>
                <a:cubicBezTo>
                  <a:pt x="328921" y="16885"/>
                  <a:pt x="328693" y="13625"/>
                  <a:pt x="328236" y="12321"/>
                </a:cubicBezTo>
                <a:cubicBezTo>
                  <a:pt x="327519" y="10496"/>
                  <a:pt x="326509" y="9127"/>
                  <a:pt x="325205" y="8214"/>
                </a:cubicBezTo>
                <a:cubicBezTo>
                  <a:pt x="323705" y="7367"/>
                  <a:pt x="321326" y="6878"/>
                  <a:pt x="318066" y="6747"/>
                </a:cubicBezTo>
                <a:lnTo>
                  <a:pt x="318066" y="3129"/>
                </a:lnTo>
                <a:lnTo>
                  <a:pt x="356008" y="3129"/>
                </a:lnTo>
                <a:moveTo>
                  <a:pt x="356008" y="62193"/>
                </a:moveTo>
                <a:lnTo>
                  <a:pt x="356008" y="102872"/>
                </a:lnTo>
                <a:cubicBezTo>
                  <a:pt x="356008" y="111217"/>
                  <a:pt x="356203" y="116497"/>
                  <a:pt x="356595" y="118714"/>
                </a:cubicBezTo>
                <a:cubicBezTo>
                  <a:pt x="357247" y="122560"/>
                  <a:pt x="358811" y="125657"/>
                  <a:pt x="361288" y="128004"/>
                </a:cubicBezTo>
                <a:cubicBezTo>
                  <a:pt x="363700" y="130481"/>
                  <a:pt x="366862" y="131687"/>
                  <a:pt x="370774" y="131622"/>
                </a:cubicBezTo>
                <a:cubicBezTo>
                  <a:pt x="374033" y="131622"/>
                  <a:pt x="376902" y="130677"/>
                  <a:pt x="379379" y="128786"/>
                </a:cubicBezTo>
                <a:cubicBezTo>
                  <a:pt x="381661" y="126961"/>
                  <a:pt x="383649" y="123212"/>
                  <a:pt x="385344" y="117540"/>
                </a:cubicBezTo>
                <a:cubicBezTo>
                  <a:pt x="386909" y="111999"/>
                  <a:pt x="387691" y="101894"/>
                  <a:pt x="387691" y="87226"/>
                </a:cubicBezTo>
                <a:cubicBezTo>
                  <a:pt x="387691" y="73275"/>
                  <a:pt x="385931" y="63660"/>
                  <a:pt x="382410" y="58379"/>
                </a:cubicBezTo>
                <a:cubicBezTo>
                  <a:pt x="379868" y="54598"/>
                  <a:pt x="376445" y="52707"/>
                  <a:pt x="372143" y="52707"/>
                </a:cubicBezTo>
                <a:cubicBezTo>
                  <a:pt x="366536" y="52707"/>
                  <a:pt x="361158" y="55869"/>
                  <a:pt x="356008" y="62193"/>
                </a:cubicBezTo>
                <a:close/>
                <a:moveTo>
                  <a:pt x="482328" y="122234"/>
                </a:moveTo>
                <a:cubicBezTo>
                  <a:pt x="471180" y="132143"/>
                  <a:pt x="461173" y="137065"/>
                  <a:pt x="452307" y="137000"/>
                </a:cubicBezTo>
                <a:cubicBezTo>
                  <a:pt x="447026" y="137000"/>
                  <a:pt x="442691" y="135273"/>
                  <a:pt x="439301" y="131817"/>
                </a:cubicBezTo>
                <a:cubicBezTo>
                  <a:pt x="435846" y="128493"/>
                  <a:pt x="434118" y="124223"/>
                  <a:pt x="434118" y="119007"/>
                </a:cubicBezTo>
                <a:cubicBezTo>
                  <a:pt x="434118" y="112097"/>
                  <a:pt x="437117" y="105806"/>
                  <a:pt x="443115" y="100134"/>
                </a:cubicBezTo>
                <a:cubicBezTo>
                  <a:pt x="449047" y="94658"/>
                  <a:pt x="462118" y="87259"/>
                  <a:pt x="482328" y="77937"/>
                </a:cubicBezTo>
                <a:lnTo>
                  <a:pt x="482328" y="68745"/>
                </a:lnTo>
                <a:cubicBezTo>
                  <a:pt x="482262" y="61899"/>
                  <a:pt x="481904" y="57532"/>
                  <a:pt x="481252" y="55641"/>
                </a:cubicBezTo>
                <a:cubicBezTo>
                  <a:pt x="480404" y="53881"/>
                  <a:pt x="478970" y="52316"/>
                  <a:pt x="476949" y="50947"/>
                </a:cubicBezTo>
                <a:cubicBezTo>
                  <a:pt x="474863" y="49709"/>
                  <a:pt x="472516" y="49057"/>
                  <a:pt x="469909" y="48991"/>
                </a:cubicBezTo>
                <a:cubicBezTo>
                  <a:pt x="465671" y="49057"/>
                  <a:pt x="462183" y="50002"/>
                  <a:pt x="459445" y="51827"/>
                </a:cubicBezTo>
                <a:cubicBezTo>
                  <a:pt x="457750" y="53001"/>
                  <a:pt x="456903" y="54370"/>
                  <a:pt x="456903" y="55934"/>
                </a:cubicBezTo>
                <a:cubicBezTo>
                  <a:pt x="456838" y="57303"/>
                  <a:pt x="457750" y="58998"/>
                  <a:pt x="459641" y="61019"/>
                </a:cubicBezTo>
                <a:cubicBezTo>
                  <a:pt x="462053" y="63888"/>
                  <a:pt x="463292" y="66593"/>
                  <a:pt x="463357" y="69136"/>
                </a:cubicBezTo>
                <a:cubicBezTo>
                  <a:pt x="463357" y="72395"/>
                  <a:pt x="462183" y="75101"/>
                  <a:pt x="459836" y="77252"/>
                </a:cubicBezTo>
                <a:cubicBezTo>
                  <a:pt x="457359" y="79534"/>
                  <a:pt x="454230" y="80675"/>
                  <a:pt x="450449" y="80675"/>
                </a:cubicBezTo>
                <a:cubicBezTo>
                  <a:pt x="446342" y="80675"/>
                  <a:pt x="442919" y="79436"/>
                  <a:pt x="440181" y="76959"/>
                </a:cubicBezTo>
                <a:cubicBezTo>
                  <a:pt x="437313" y="74547"/>
                  <a:pt x="435911" y="71646"/>
                  <a:pt x="435976" y="68256"/>
                </a:cubicBezTo>
                <a:cubicBezTo>
                  <a:pt x="435976" y="63562"/>
                  <a:pt x="437834" y="59064"/>
                  <a:pt x="441550" y="54761"/>
                </a:cubicBezTo>
                <a:cubicBezTo>
                  <a:pt x="445266" y="50589"/>
                  <a:pt x="450449" y="47329"/>
                  <a:pt x="457098" y="44982"/>
                </a:cubicBezTo>
                <a:cubicBezTo>
                  <a:pt x="463748" y="42766"/>
                  <a:pt x="470658" y="41625"/>
                  <a:pt x="477829" y="41560"/>
                </a:cubicBezTo>
                <a:cubicBezTo>
                  <a:pt x="486500" y="41625"/>
                  <a:pt x="493378" y="43450"/>
                  <a:pt x="498463" y="47036"/>
                </a:cubicBezTo>
                <a:cubicBezTo>
                  <a:pt x="503417" y="50752"/>
                  <a:pt x="506677" y="54761"/>
                  <a:pt x="508241" y="59064"/>
                </a:cubicBezTo>
                <a:cubicBezTo>
                  <a:pt x="509089" y="61802"/>
                  <a:pt x="509545" y="68093"/>
                  <a:pt x="509610" y="77937"/>
                </a:cubicBezTo>
                <a:lnTo>
                  <a:pt x="509610" y="113433"/>
                </a:lnTo>
                <a:cubicBezTo>
                  <a:pt x="509610" y="117671"/>
                  <a:pt x="509773" y="120279"/>
                  <a:pt x="510099" y="121256"/>
                </a:cubicBezTo>
                <a:cubicBezTo>
                  <a:pt x="510360" y="122430"/>
                  <a:pt x="510849" y="123245"/>
                  <a:pt x="511566" y="123701"/>
                </a:cubicBezTo>
                <a:cubicBezTo>
                  <a:pt x="512153" y="124223"/>
                  <a:pt x="512902" y="124483"/>
                  <a:pt x="513815" y="124483"/>
                </a:cubicBezTo>
                <a:cubicBezTo>
                  <a:pt x="515445" y="124549"/>
                  <a:pt x="517173" y="123343"/>
                  <a:pt x="518998" y="120865"/>
                </a:cubicBezTo>
                <a:lnTo>
                  <a:pt x="521932" y="123212"/>
                </a:lnTo>
                <a:cubicBezTo>
                  <a:pt x="518607" y="128036"/>
                  <a:pt x="515249" y="131524"/>
                  <a:pt x="511859" y="133675"/>
                </a:cubicBezTo>
                <a:cubicBezTo>
                  <a:pt x="508274" y="135957"/>
                  <a:pt x="504297" y="137065"/>
                  <a:pt x="499929" y="137000"/>
                </a:cubicBezTo>
                <a:cubicBezTo>
                  <a:pt x="494714" y="137000"/>
                  <a:pt x="490640" y="135762"/>
                  <a:pt x="487706" y="133284"/>
                </a:cubicBezTo>
                <a:cubicBezTo>
                  <a:pt x="484772" y="130937"/>
                  <a:pt x="482980" y="127254"/>
                  <a:pt x="482328" y="122234"/>
                </a:cubicBezTo>
                <a:moveTo>
                  <a:pt x="482328" y="115096"/>
                </a:moveTo>
                <a:lnTo>
                  <a:pt x="482328" y="84488"/>
                </a:lnTo>
                <a:cubicBezTo>
                  <a:pt x="474374" y="89117"/>
                  <a:pt x="468507" y="94071"/>
                  <a:pt x="464726" y="99352"/>
                </a:cubicBezTo>
                <a:cubicBezTo>
                  <a:pt x="462183" y="102872"/>
                  <a:pt x="460912" y="106425"/>
                  <a:pt x="460912" y="110011"/>
                </a:cubicBezTo>
                <a:cubicBezTo>
                  <a:pt x="460912" y="113075"/>
                  <a:pt x="461988" y="115715"/>
                  <a:pt x="464139" y="117932"/>
                </a:cubicBezTo>
                <a:cubicBezTo>
                  <a:pt x="465769" y="119692"/>
                  <a:pt x="468051" y="120572"/>
                  <a:pt x="470984" y="120572"/>
                </a:cubicBezTo>
                <a:cubicBezTo>
                  <a:pt x="474179" y="120572"/>
                  <a:pt x="477960" y="118747"/>
                  <a:pt x="482328" y="115096"/>
                </a:cubicBezTo>
                <a:close/>
                <a:moveTo>
                  <a:pt x="571111" y="3129"/>
                </a:moveTo>
                <a:lnTo>
                  <a:pt x="571111" y="53490"/>
                </a:lnTo>
                <a:cubicBezTo>
                  <a:pt x="578804" y="45602"/>
                  <a:pt x="587213" y="41625"/>
                  <a:pt x="596340" y="41560"/>
                </a:cubicBezTo>
                <a:cubicBezTo>
                  <a:pt x="602533" y="41625"/>
                  <a:pt x="608433" y="43450"/>
                  <a:pt x="614040" y="47036"/>
                </a:cubicBezTo>
                <a:cubicBezTo>
                  <a:pt x="619581" y="50817"/>
                  <a:pt x="623916" y="56065"/>
                  <a:pt x="627045" y="62780"/>
                </a:cubicBezTo>
                <a:cubicBezTo>
                  <a:pt x="630175" y="69559"/>
                  <a:pt x="631739" y="77382"/>
                  <a:pt x="631739" y="86249"/>
                </a:cubicBezTo>
                <a:cubicBezTo>
                  <a:pt x="631739" y="96288"/>
                  <a:pt x="629751" y="105350"/>
                  <a:pt x="625774" y="113433"/>
                </a:cubicBezTo>
                <a:cubicBezTo>
                  <a:pt x="621732" y="121648"/>
                  <a:pt x="616419" y="127841"/>
                  <a:pt x="609835" y="132013"/>
                </a:cubicBezTo>
                <a:cubicBezTo>
                  <a:pt x="603120" y="136316"/>
                  <a:pt x="595525" y="138467"/>
                  <a:pt x="587050" y="138467"/>
                </a:cubicBezTo>
                <a:cubicBezTo>
                  <a:pt x="582031" y="138467"/>
                  <a:pt x="577630" y="137685"/>
                  <a:pt x="573849" y="136120"/>
                </a:cubicBezTo>
                <a:cubicBezTo>
                  <a:pt x="570003" y="134555"/>
                  <a:pt x="566222" y="132013"/>
                  <a:pt x="562506" y="128493"/>
                </a:cubicBezTo>
                <a:lnTo>
                  <a:pt x="547349" y="138369"/>
                </a:lnTo>
                <a:lnTo>
                  <a:pt x="544024" y="138369"/>
                </a:lnTo>
                <a:lnTo>
                  <a:pt x="544024" y="22100"/>
                </a:lnTo>
                <a:cubicBezTo>
                  <a:pt x="544024" y="16885"/>
                  <a:pt x="543796" y="13625"/>
                  <a:pt x="543339" y="12321"/>
                </a:cubicBezTo>
                <a:cubicBezTo>
                  <a:pt x="542622" y="10496"/>
                  <a:pt x="541612" y="9127"/>
                  <a:pt x="540308" y="8214"/>
                </a:cubicBezTo>
                <a:cubicBezTo>
                  <a:pt x="538809" y="7367"/>
                  <a:pt x="536429" y="6878"/>
                  <a:pt x="533170" y="6747"/>
                </a:cubicBezTo>
                <a:lnTo>
                  <a:pt x="533170" y="3129"/>
                </a:lnTo>
                <a:lnTo>
                  <a:pt x="571111" y="3129"/>
                </a:lnTo>
                <a:moveTo>
                  <a:pt x="571111" y="62193"/>
                </a:moveTo>
                <a:lnTo>
                  <a:pt x="571111" y="102872"/>
                </a:lnTo>
                <a:cubicBezTo>
                  <a:pt x="571111" y="111217"/>
                  <a:pt x="571307" y="116497"/>
                  <a:pt x="571698" y="118714"/>
                </a:cubicBezTo>
                <a:cubicBezTo>
                  <a:pt x="572350" y="122560"/>
                  <a:pt x="573914" y="125657"/>
                  <a:pt x="576392" y="128004"/>
                </a:cubicBezTo>
                <a:cubicBezTo>
                  <a:pt x="578804" y="130481"/>
                  <a:pt x="581965" y="131687"/>
                  <a:pt x="585877" y="131622"/>
                </a:cubicBezTo>
                <a:cubicBezTo>
                  <a:pt x="589137" y="131622"/>
                  <a:pt x="592005" y="130677"/>
                  <a:pt x="594482" y="128786"/>
                </a:cubicBezTo>
                <a:cubicBezTo>
                  <a:pt x="596764" y="126961"/>
                  <a:pt x="598752" y="123212"/>
                  <a:pt x="600447" y="117540"/>
                </a:cubicBezTo>
                <a:cubicBezTo>
                  <a:pt x="602012" y="111999"/>
                  <a:pt x="602794" y="101894"/>
                  <a:pt x="602794" y="87226"/>
                </a:cubicBezTo>
                <a:cubicBezTo>
                  <a:pt x="602794" y="73275"/>
                  <a:pt x="601034" y="63660"/>
                  <a:pt x="597514" y="58379"/>
                </a:cubicBezTo>
                <a:cubicBezTo>
                  <a:pt x="594971" y="54598"/>
                  <a:pt x="591549" y="52707"/>
                  <a:pt x="587246" y="52707"/>
                </a:cubicBezTo>
                <a:cubicBezTo>
                  <a:pt x="581639" y="52707"/>
                  <a:pt x="576261" y="55869"/>
                  <a:pt x="571111" y="62193"/>
                </a:cubicBezTo>
                <a:close/>
                <a:moveTo>
                  <a:pt x="668975" y="0"/>
                </a:moveTo>
                <a:cubicBezTo>
                  <a:pt x="673147" y="0"/>
                  <a:pt x="676733" y="1467"/>
                  <a:pt x="679732" y="4400"/>
                </a:cubicBezTo>
                <a:cubicBezTo>
                  <a:pt x="682665" y="7464"/>
                  <a:pt x="684132" y="11050"/>
                  <a:pt x="684132" y="15157"/>
                </a:cubicBezTo>
                <a:cubicBezTo>
                  <a:pt x="684132" y="19395"/>
                  <a:pt x="682665" y="22947"/>
                  <a:pt x="679732" y="25816"/>
                </a:cubicBezTo>
                <a:cubicBezTo>
                  <a:pt x="676668" y="28750"/>
                  <a:pt x="673082" y="30216"/>
                  <a:pt x="668975" y="30216"/>
                </a:cubicBezTo>
                <a:cubicBezTo>
                  <a:pt x="664737" y="30216"/>
                  <a:pt x="661185" y="28750"/>
                  <a:pt x="658316" y="25816"/>
                </a:cubicBezTo>
                <a:cubicBezTo>
                  <a:pt x="655382" y="22947"/>
                  <a:pt x="653916" y="19395"/>
                  <a:pt x="653916" y="15157"/>
                </a:cubicBezTo>
                <a:cubicBezTo>
                  <a:pt x="653916" y="11050"/>
                  <a:pt x="655382" y="7464"/>
                  <a:pt x="658316" y="4400"/>
                </a:cubicBezTo>
                <a:cubicBezTo>
                  <a:pt x="661185" y="1467"/>
                  <a:pt x="664737" y="0"/>
                  <a:pt x="668975" y="0"/>
                </a:cubicBezTo>
                <a:moveTo>
                  <a:pt x="682665" y="44298"/>
                </a:moveTo>
                <a:lnTo>
                  <a:pt x="682665" y="116758"/>
                </a:lnTo>
                <a:cubicBezTo>
                  <a:pt x="682665" y="123212"/>
                  <a:pt x="683415" y="127319"/>
                  <a:pt x="684914" y="129079"/>
                </a:cubicBezTo>
                <a:cubicBezTo>
                  <a:pt x="686348" y="130970"/>
                  <a:pt x="689282" y="132013"/>
                  <a:pt x="693715" y="132209"/>
                </a:cubicBezTo>
                <a:lnTo>
                  <a:pt x="693715" y="135729"/>
                </a:lnTo>
                <a:lnTo>
                  <a:pt x="644332" y="135729"/>
                </a:lnTo>
                <a:lnTo>
                  <a:pt x="644332" y="132209"/>
                </a:lnTo>
                <a:cubicBezTo>
                  <a:pt x="648309" y="132143"/>
                  <a:pt x="651308" y="130970"/>
                  <a:pt x="653329" y="128688"/>
                </a:cubicBezTo>
                <a:cubicBezTo>
                  <a:pt x="654568" y="127254"/>
                  <a:pt x="655219" y="123277"/>
                  <a:pt x="655285" y="116758"/>
                </a:cubicBezTo>
                <a:lnTo>
                  <a:pt x="655285" y="63366"/>
                </a:lnTo>
                <a:cubicBezTo>
                  <a:pt x="655219" y="56977"/>
                  <a:pt x="654470" y="52838"/>
                  <a:pt x="653036" y="50947"/>
                </a:cubicBezTo>
                <a:cubicBezTo>
                  <a:pt x="651536" y="49252"/>
                  <a:pt x="648635" y="48242"/>
                  <a:pt x="644332" y="47916"/>
                </a:cubicBezTo>
                <a:lnTo>
                  <a:pt x="644332" y="44298"/>
                </a:lnTo>
                <a:lnTo>
                  <a:pt x="682665" y="44298"/>
                </a:lnTo>
                <a:close/>
                <a:moveTo>
                  <a:pt x="742102" y="3129"/>
                </a:moveTo>
                <a:lnTo>
                  <a:pt x="742102" y="116758"/>
                </a:lnTo>
                <a:cubicBezTo>
                  <a:pt x="742102" y="123212"/>
                  <a:pt x="742851" y="127319"/>
                  <a:pt x="744351" y="129079"/>
                </a:cubicBezTo>
                <a:cubicBezTo>
                  <a:pt x="745785" y="130970"/>
                  <a:pt x="748719" y="132013"/>
                  <a:pt x="753152" y="132209"/>
                </a:cubicBezTo>
                <a:lnTo>
                  <a:pt x="753152" y="135729"/>
                </a:lnTo>
                <a:lnTo>
                  <a:pt x="703769" y="135729"/>
                </a:lnTo>
                <a:lnTo>
                  <a:pt x="703769" y="132209"/>
                </a:lnTo>
                <a:cubicBezTo>
                  <a:pt x="707746" y="132143"/>
                  <a:pt x="710745" y="130970"/>
                  <a:pt x="712766" y="128688"/>
                </a:cubicBezTo>
                <a:cubicBezTo>
                  <a:pt x="714004" y="127254"/>
                  <a:pt x="714656" y="123277"/>
                  <a:pt x="714721" y="116758"/>
                </a:cubicBezTo>
                <a:lnTo>
                  <a:pt x="714721" y="22100"/>
                </a:lnTo>
                <a:cubicBezTo>
                  <a:pt x="714656" y="15776"/>
                  <a:pt x="713906" y="11669"/>
                  <a:pt x="712472" y="9779"/>
                </a:cubicBezTo>
                <a:cubicBezTo>
                  <a:pt x="710973" y="8084"/>
                  <a:pt x="708072" y="7073"/>
                  <a:pt x="703769" y="6747"/>
                </a:cubicBezTo>
                <a:lnTo>
                  <a:pt x="703769" y="3129"/>
                </a:lnTo>
                <a:lnTo>
                  <a:pt x="742102" y="3129"/>
                </a:lnTo>
                <a:close/>
                <a:moveTo>
                  <a:pt x="787653" y="0"/>
                </a:moveTo>
                <a:cubicBezTo>
                  <a:pt x="791825" y="0"/>
                  <a:pt x="795410" y="1467"/>
                  <a:pt x="798409" y="4400"/>
                </a:cubicBezTo>
                <a:cubicBezTo>
                  <a:pt x="801343" y="7464"/>
                  <a:pt x="802810" y="11050"/>
                  <a:pt x="802810" y="15157"/>
                </a:cubicBezTo>
                <a:cubicBezTo>
                  <a:pt x="802810" y="19395"/>
                  <a:pt x="801343" y="22947"/>
                  <a:pt x="798409" y="25816"/>
                </a:cubicBezTo>
                <a:cubicBezTo>
                  <a:pt x="795345" y="28750"/>
                  <a:pt x="791760" y="30216"/>
                  <a:pt x="787653" y="30216"/>
                </a:cubicBezTo>
                <a:cubicBezTo>
                  <a:pt x="783415" y="30216"/>
                  <a:pt x="779862" y="28750"/>
                  <a:pt x="776994" y="25816"/>
                </a:cubicBezTo>
                <a:cubicBezTo>
                  <a:pt x="774060" y="22947"/>
                  <a:pt x="772593" y="19395"/>
                  <a:pt x="772593" y="15157"/>
                </a:cubicBezTo>
                <a:cubicBezTo>
                  <a:pt x="772593" y="11050"/>
                  <a:pt x="774060" y="7464"/>
                  <a:pt x="776994" y="4400"/>
                </a:cubicBezTo>
                <a:cubicBezTo>
                  <a:pt x="779862" y="1467"/>
                  <a:pt x="783415" y="0"/>
                  <a:pt x="787653" y="0"/>
                </a:cubicBezTo>
                <a:moveTo>
                  <a:pt x="801343" y="44298"/>
                </a:moveTo>
                <a:lnTo>
                  <a:pt x="801343" y="116758"/>
                </a:lnTo>
                <a:cubicBezTo>
                  <a:pt x="801343" y="123212"/>
                  <a:pt x="802093" y="127319"/>
                  <a:pt x="803592" y="129079"/>
                </a:cubicBezTo>
                <a:cubicBezTo>
                  <a:pt x="805026" y="130970"/>
                  <a:pt x="807960" y="132013"/>
                  <a:pt x="812393" y="132209"/>
                </a:cubicBezTo>
                <a:lnTo>
                  <a:pt x="812393" y="135729"/>
                </a:lnTo>
                <a:lnTo>
                  <a:pt x="763010" y="135729"/>
                </a:lnTo>
                <a:lnTo>
                  <a:pt x="763010" y="132209"/>
                </a:lnTo>
                <a:cubicBezTo>
                  <a:pt x="766987" y="132143"/>
                  <a:pt x="769986" y="130970"/>
                  <a:pt x="772007" y="128688"/>
                </a:cubicBezTo>
                <a:cubicBezTo>
                  <a:pt x="773245" y="127254"/>
                  <a:pt x="773897" y="123277"/>
                  <a:pt x="773962" y="116758"/>
                </a:cubicBezTo>
                <a:lnTo>
                  <a:pt x="773962" y="63366"/>
                </a:lnTo>
                <a:cubicBezTo>
                  <a:pt x="773897" y="56977"/>
                  <a:pt x="773147" y="52838"/>
                  <a:pt x="771713" y="50947"/>
                </a:cubicBezTo>
                <a:cubicBezTo>
                  <a:pt x="770214" y="49252"/>
                  <a:pt x="767313" y="48242"/>
                  <a:pt x="763010" y="47916"/>
                </a:cubicBezTo>
                <a:lnTo>
                  <a:pt x="763010" y="44298"/>
                </a:lnTo>
                <a:lnTo>
                  <a:pt x="801343" y="44298"/>
                </a:lnTo>
                <a:close/>
                <a:moveTo>
                  <a:pt x="861268" y="10854"/>
                </a:moveTo>
                <a:lnTo>
                  <a:pt x="861268" y="44298"/>
                </a:lnTo>
                <a:lnTo>
                  <a:pt x="882977" y="44298"/>
                </a:lnTo>
                <a:lnTo>
                  <a:pt x="882977" y="53979"/>
                </a:lnTo>
                <a:lnTo>
                  <a:pt x="861268" y="53979"/>
                </a:lnTo>
                <a:lnTo>
                  <a:pt x="861268" y="110402"/>
                </a:lnTo>
                <a:cubicBezTo>
                  <a:pt x="861268" y="115748"/>
                  <a:pt x="861529" y="119138"/>
                  <a:pt x="862051" y="120572"/>
                </a:cubicBezTo>
                <a:cubicBezTo>
                  <a:pt x="862442" y="122202"/>
                  <a:pt x="863289" y="123440"/>
                  <a:pt x="864593" y="124288"/>
                </a:cubicBezTo>
                <a:cubicBezTo>
                  <a:pt x="865767" y="125266"/>
                  <a:pt x="866907" y="125755"/>
                  <a:pt x="868016" y="125755"/>
                </a:cubicBezTo>
                <a:cubicBezTo>
                  <a:pt x="872188" y="125755"/>
                  <a:pt x="876197" y="122528"/>
                  <a:pt x="880044" y="116074"/>
                </a:cubicBezTo>
                <a:lnTo>
                  <a:pt x="882977" y="118225"/>
                </a:lnTo>
                <a:cubicBezTo>
                  <a:pt x="877632" y="130742"/>
                  <a:pt x="869059" y="137000"/>
                  <a:pt x="857259" y="137000"/>
                </a:cubicBezTo>
                <a:cubicBezTo>
                  <a:pt x="851457" y="137000"/>
                  <a:pt x="846568" y="135370"/>
                  <a:pt x="842591" y="132111"/>
                </a:cubicBezTo>
                <a:cubicBezTo>
                  <a:pt x="838484" y="128982"/>
                  <a:pt x="835909" y="125396"/>
                  <a:pt x="834866" y="121354"/>
                </a:cubicBezTo>
                <a:cubicBezTo>
                  <a:pt x="834149" y="119138"/>
                  <a:pt x="833823" y="113140"/>
                  <a:pt x="833888" y="103361"/>
                </a:cubicBezTo>
                <a:lnTo>
                  <a:pt x="833888" y="53979"/>
                </a:lnTo>
                <a:lnTo>
                  <a:pt x="821958" y="53979"/>
                </a:lnTo>
                <a:lnTo>
                  <a:pt x="821958" y="50556"/>
                </a:lnTo>
                <a:cubicBezTo>
                  <a:pt x="830172" y="44819"/>
                  <a:pt x="837180" y="38724"/>
                  <a:pt x="842982" y="32270"/>
                </a:cubicBezTo>
                <a:cubicBezTo>
                  <a:pt x="848719" y="25946"/>
                  <a:pt x="853739" y="18808"/>
                  <a:pt x="858041" y="10854"/>
                </a:cubicBezTo>
                <a:lnTo>
                  <a:pt x="861268" y="10854"/>
                </a:lnTo>
                <a:close/>
                <a:moveTo>
                  <a:pt x="933696" y="139445"/>
                </a:moveTo>
                <a:lnTo>
                  <a:pt x="904164" y="71678"/>
                </a:lnTo>
                <a:cubicBezTo>
                  <a:pt x="899666" y="61443"/>
                  <a:pt x="896406" y="55152"/>
                  <a:pt x="894385" y="52805"/>
                </a:cubicBezTo>
                <a:cubicBezTo>
                  <a:pt x="892234" y="50458"/>
                  <a:pt x="889659" y="48829"/>
                  <a:pt x="886660" y="47916"/>
                </a:cubicBezTo>
                <a:lnTo>
                  <a:pt x="886660" y="44298"/>
                </a:lnTo>
                <a:lnTo>
                  <a:pt x="935260" y="44298"/>
                </a:lnTo>
                <a:lnTo>
                  <a:pt x="935260" y="47916"/>
                </a:lnTo>
                <a:cubicBezTo>
                  <a:pt x="932001" y="48111"/>
                  <a:pt x="929752" y="48731"/>
                  <a:pt x="928513" y="49774"/>
                </a:cubicBezTo>
                <a:cubicBezTo>
                  <a:pt x="927209" y="50882"/>
                  <a:pt x="926557" y="52218"/>
                  <a:pt x="926557" y="53783"/>
                </a:cubicBezTo>
                <a:cubicBezTo>
                  <a:pt x="926557" y="56260"/>
                  <a:pt x="928187" y="61150"/>
                  <a:pt x="931447" y="68451"/>
                </a:cubicBezTo>
                <a:lnTo>
                  <a:pt x="947093" y="104241"/>
                </a:lnTo>
                <a:lnTo>
                  <a:pt x="957752" y="76568"/>
                </a:lnTo>
                <a:cubicBezTo>
                  <a:pt x="961533" y="66724"/>
                  <a:pt x="963456" y="59878"/>
                  <a:pt x="963521" y="56032"/>
                </a:cubicBezTo>
                <a:cubicBezTo>
                  <a:pt x="963521" y="53685"/>
                  <a:pt x="962739" y="51762"/>
                  <a:pt x="961174" y="50263"/>
                </a:cubicBezTo>
                <a:cubicBezTo>
                  <a:pt x="959479" y="48829"/>
                  <a:pt x="956643" y="48046"/>
                  <a:pt x="952667" y="47916"/>
                </a:cubicBezTo>
                <a:lnTo>
                  <a:pt x="952667" y="44298"/>
                </a:lnTo>
                <a:lnTo>
                  <a:pt x="983274" y="44298"/>
                </a:lnTo>
                <a:lnTo>
                  <a:pt x="983274" y="47916"/>
                </a:lnTo>
                <a:cubicBezTo>
                  <a:pt x="980210" y="48242"/>
                  <a:pt x="977765" y="49383"/>
                  <a:pt x="975940" y="51338"/>
                </a:cubicBezTo>
                <a:cubicBezTo>
                  <a:pt x="973984" y="53425"/>
                  <a:pt x="970822" y="60204"/>
                  <a:pt x="966455" y="71678"/>
                </a:cubicBezTo>
                <a:lnTo>
                  <a:pt x="940345" y="139445"/>
                </a:lnTo>
                <a:cubicBezTo>
                  <a:pt x="933761" y="156395"/>
                  <a:pt x="928872" y="166825"/>
                  <a:pt x="925677" y="170737"/>
                </a:cubicBezTo>
                <a:cubicBezTo>
                  <a:pt x="921114" y="176213"/>
                  <a:pt x="915475" y="178951"/>
                  <a:pt x="908760" y="178951"/>
                </a:cubicBezTo>
                <a:cubicBezTo>
                  <a:pt x="903349" y="178951"/>
                  <a:pt x="898981" y="177386"/>
                  <a:pt x="895657" y="174257"/>
                </a:cubicBezTo>
                <a:cubicBezTo>
                  <a:pt x="892201" y="171258"/>
                  <a:pt x="890506" y="167542"/>
                  <a:pt x="890572" y="163109"/>
                </a:cubicBezTo>
                <a:cubicBezTo>
                  <a:pt x="890572" y="159328"/>
                  <a:pt x="891745" y="156199"/>
                  <a:pt x="894092" y="153722"/>
                </a:cubicBezTo>
                <a:cubicBezTo>
                  <a:pt x="896308" y="151310"/>
                  <a:pt x="899144" y="150071"/>
                  <a:pt x="902599" y="150006"/>
                </a:cubicBezTo>
                <a:cubicBezTo>
                  <a:pt x="905794" y="150071"/>
                  <a:pt x="908434" y="151114"/>
                  <a:pt x="910520" y="153135"/>
                </a:cubicBezTo>
                <a:cubicBezTo>
                  <a:pt x="912411" y="155221"/>
                  <a:pt x="913421" y="158448"/>
                  <a:pt x="913552" y="162816"/>
                </a:cubicBezTo>
                <a:cubicBezTo>
                  <a:pt x="913617" y="165359"/>
                  <a:pt x="913910" y="166956"/>
                  <a:pt x="914432" y="167608"/>
                </a:cubicBezTo>
                <a:cubicBezTo>
                  <a:pt x="914888" y="168325"/>
                  <a:pt x="915638" y="168683"/>
                  <a:pt x="916681" y="168683"/>
                </a:cubicBezTo>
                <a:cubicBezTo>
                  <a:pt x="918245" y="168683"/>
                  <a:pt x="919908" y="167738"/>
                  <a:pt x="921668" y="165847"/>
                </a:cubicBezTo>
                <a:cubicBezTo>
                  <a:pt x="924276" y="163109"/>
                  <a:pt x="927340" y="156851"/>
                  <a:pt x="930860" y="147072"/>
                </a:cubicBezTo>
                <a:lnTo>
                  <a:pt x="933696" y="139445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p">
            <a:extLst xmlns:a="http://schemas.openxmlformats.org/drawingml/2006/main">
              <a:ext uri="{FF2B5EF4-FFF2-40B4-BE49-F238E27FC236}">
                <a16:creationId xmlns:a16="http://schemas.microsoft.com/office/drawing/2014/main" id="{390D2DD5-D0C8-4429-AA87-962CC711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774" y="1582416"/>
            <a:ext cx="98863" cy="137000"/>
          </a:xfrm>
          <a:custGeom xmlns:a="http://schemas.openxmlformats.org/drawingml/2006/main">
            <a:pathLst>
              <a:path w="98863" h="137000">
                <a:moveTo>
                  <a:pt x="38333" y="84879"/>
                </a:moveTo>
                <a:lnTo>
                  <a:pt x="38333" y="118909"/>
                </a:lnTo>
                <a:cubicBezTo>
                  <a:pt x="38333" y="123668"/>
                  <a:pt x="38724" y="126863"/>
                  <a:pt x="39506" y="128493"/>
                </a:cubicBezTo>
                <a:cubicBezTo>
                  <a:pt x="40158" y="130188"/>
                  <a:pt x="41299" y="131426"/>
                  <a:pt x="42929" y="132209"/>
                </a:cubicBezTo>
                <a:cubicBezTo>
                  <a:pt x="44428" y="132991"/>
                  <a:pt x="47492" y="133382"/>
                  <a:pt x="52121" y="133382"/>
                </a:cubicBezTo>
                <a:lnTo>
                  <a:pt x="52121" y="137000"/>
                </a:lnTo>
                <a:lnTo>
                  <a:pt x="0" y="137000"/>
                </a:lnTo>
                <a:lnTo>
                  <a:pt x="0" y="133382"/>
                </a:lnTo>
                <a:cubicBezTo>
                  <a:pt x="3977" y="133317"/>
                  <a:pt x="6976" y="132176"/>
                  <a:pt x="8996" y="129959"/>
                </a:cubicBezTo>
                <a:cubicBezTo>
                  <a:pt x="10235" y="128525"/>
                  <a:pt x="10887" y="124646"/>
                  <a:pt x="10952" y="118323"/>
                </a:cubicBezTo>
                <a:lnTo>
                  <a:pt x="10952" y="21807"/>
                </a:lnTo>
                <a:cubicBezTo>
                  <a:pt x="10887" y="15418"/>
                  <a:pt x="10137" y="11278"/>
                  <a:pt x="8703" y="9388"/>
                </a:cubicBezTo>
                <a:cubicBezTo>
                  <a:pt x="7204" y="7693"/>
                  <a:pt x="4303" y="6682"/>
                  <a:pt x="0" y="6356"/>
                </a:cubicBezTo>
                <a:lnTo>
                  <a:pt x="0" y="2738"/>
                </a:lnTo>
                <a:lnTo>
                  <a:pt x="38333" y="2738"/>
                </a:lnTo>
                <a:lnTo>
                  <a:pt x="38333" y="14766"/>
                </a:lnTo>
                <a:cubicBezTo>
                  <a:pt x="41527" y="10072"/>
                  <a:pt x="44787" y="6682"/>
                  <a:pt x="48111" y="4596"/>
                </a:cubicBezTo>
                <a:cubicBezTo>
                  <a:pt x="52870" y="1597"/>
                  <a:pt x="58053" y="65"/>
                  <a:pt x="63660" y="0"/>
                </a:cubicBezTo>
                <a:cubicBezTo>
                  <a:pt x="70309" y="65"/>
                  <a:pt x="76437" y="2184"/>
                  <a:pt x="82044" y="6356"/>
                </a:cubicBezTo>
                <a:cubicBezTo>
                  <a:pt x="87520" y="10594"/>
                  <a:pt x="91692" y="16428"/>
                  <a:pt x="94560" y="23860"/>
                </a:cubicBezTo>
                <a:cubicBezTo>
                  <a:pt x="97364" y="31422"/>
                  <a:pt x="98798" y="39474"/>
                  <a:pt x="98863" y="48014"/>
                </a:cubicBezTo>
                <a:cubicBezTo>
                  <a:pt x="98863" y="57336"/>
                  <a:pt x="97396" y="65778"/>
                  <a:pt x="94463" y="73341"/>
                </a:cubicBezTo>
                <a:cubicBezTo>
                  <a:pt x="91399" y="81098"/>
                  <a:pt x="87096" y="86933"/>
                  <a:pt x="81555" y="90845"/>
                </a:cubicBezTo>
                <a:cubicBezTo>
                  <a:pt x="75883" y="94886"/>
                  <a:pt x="69592" y="96907"/>
                  <a:pt x="62682" y="96907"/>
                </a:cubicBezTo>
                <a:cubicBezTo>
                  <a:pt x="57662" y="96973"/>
                  <a:pt x="52968" y="95864"/>
                  <a:pt x="48600" y="93583"/>
                </a:cubicBezTo>
                <a:cubicBezTo>
                  <a:pt x="45341" y="91953"/>
                  <a:pt x="41918" y="89052"/>
                  <a:pt x="38333" y="84879"/>
                </a:cubicBezTo>
                <a:moveTo>
                  <a:pt x="38333" y="75003"/>
                </a:moveTo>
                <a:cubicBezTo>
                  <a:pt x="43874" y="82956"/>
                  <a:pt x="49872" y="86933"/>
                  <a:pt x="56326" y="86933"/>
                </a:cubicBezTo>
                <a:cubicBezTo>
                  <a:pt x="59846" y="86933"/>
                  <a:pt x="62747" y="85075"/>
                  <a:pt x="65029" y="81359"/>
                </a:cubicBezTo>
                <a:cubicBezTo>
                  <a:pt x="68419" y="75883"/>
                  <a:pt x="70114" y="65452"/>
                  <a:pt x="70114" y="50067"/>
                </a:cubicBezTo>
                <a:cubicBezTo>
                  <a:pt x="70114" y="34356"/>
                  <a:pt x="68256" y="23567"/>
                  <a:pt x="64540" y="17700"/>
                </a:cubicBezTo>
                <a:cubicBezTo>
                  <a:pt x="62062" y="13918"/>
                  <a:pt x="58738" y="11995"/>
                  <a:pt x="54565" y="11930"/>
                </a:cubicBezTo>
                <a:cubicBezTo>
                  <a:pt x="47916" y="11995"/>
                  <a:pt x="42505" y="16754"/>
                  <a:pt x="38333" y="26207"/>
                </a:cubicBezTo>
                <a:lnTo>
                  <a:pt x="38333" y="75003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s">
            <a:extLst xmlns:a="http://schemas.openxmlformats.org/drawingml/2006/main">
              <a:ext uri="{FF2B5EF4-FFF2-40B4-BE49-F238E27FC236}">
                <a16:creationId xmlns:a16="http://schemas.microsoft.com/office/drawing/2014/main" id="{AF7BBA60-A68C-494D-9837-58F9DA99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207" y="1640705"/>
            <a:ext cx="39589" cy="61057"/>
          </a:xfrm>
          <a:custGeom xmlns:a="http://schemas.openxmlformats.org/drawingml/2006/main">
            <a:pathLst>
              <a:path w="39589" h="61057">
                <a:moveTo>
                  <a:pt x="35649" y="123"/>
                </a:moveTo>
                <a:lnTo>
                  <a:pt x="36572" y="19764"/>
                </a:lnTo>
                <a:lnTo>
                  <a:pt x="34479" y="19764"/>
                </a:lnTo>
                <a:cubicBezTo>
                  <a:pt x="31934" y="13976"/>
                  <a:pt x="29348" y="9995"/>
                  <a:pt x="26721" y="7819"/>
                </a:cubicBezTo>
                <a:cubicBezTo>
                  <a:pt x="23971" y="5685"/>
                  <a:pt x="21283" y="4618"/>
                  <a:pt x="18656" y="4618"/>
                </a:cubicBezTo>
                <a:cubicBezTo>
                  <a:pt x="16932" y="4618"/>
                  <a:pt x="15495" y="5172"/>
                  <a:pt x="14346" y="6280"/>
                </a:cubicBezTo>
                <a:cubicBezTo>
                  <a:pt x="13155" y="7470"/>
                  <a:pt x="12560" y="8784"/>
                  <a:pt x="12560" y="10221"/>
                </a:cubicBezTo>
                <a:cubicBezTo>
                  <a:pt x="12560" y="11329"/>
                  <a:pt x="12971" y="12396"/>
                  <a:pt x="13792" y="13422"/>
                </a:cubicBezTo>
                <a:cubicBezTo>
                  <a:pt x="15064" y="15105"/>
                  <a:pt x="18738" y="17978"/>
                  <a:pt x="24813" y="22042"/>
                </a:cubicBezTo>
                <a:cubicBezTo>
                  <a:pt x="30846" y="26188"/>
                  <a:pt x="34828" y="29656"/>
                  <a:pt x="36757" y="32447"/>
                </a:cubicBezTo>
                <a:cubicBezTo>
                  <a:pt x="38645" y="35362"/>
                  <a:pt x="39589" y="38563"/>
                  <a:pt x="39589" y="42052"/>
                </a:cubicBezTo>
                <a:cubicBezTo>
                  <a:pt x="39589" y="45254"/>
                  <a:pt x="38789" y="48394"/>
                  <a:pt x="37188" y="51472"/>
                </a:cubicBezTo>
                <a:cubicBezTo>
                  <a:pt x="35546" y="54551"/>
                  <a:pt x="33289" y="56911"/>
                  <a:pt x="30416" y="58553"/>
                </a:cubicBezTo>
                <a:cubicBezTo>
                  <a:pt x="27460" y="60236"/>
                  <a:pt x="24238" y="61057"/>
                  <a:pt x="20749" y="61016"/>
                </a:cubicBezTo>
                <a:cubicBezTo>
                  <a:pt x="17958" y="61016"/>
                  <a:pt x="14284" y="60154"/>
                  <a:pt x="9728" y="58430"/>
                </a:cubicBezTo>
                <a:cubicBezTo>
                  <a:pt x="8456" y="58019"/>
                  <a:pt x="7614" y="57794"/>
                  <a:pt x="7204" y="57753"/>
                </a:cubicBezTo>
                <a:cubicBezTo>
                  <a:pt x="5849" y="57794"/>
                  <a:pt x="4720" y="58820"/>
                  <a:pt x="3817" y="60831"/>
                </a:cubicBezTo>
                <a:lnTo>
                  <a:pt x="1786" y="60831"/>
                </a:lnTo>
                <a:lnTo>
                  <a:pt x="800" y="40144"/>
                </a:lnTo>
                <a:lnTo>
                  <a:pt x="2894" y="40144"/>
                </a:lnTo>
                <a:cubicBezTo>
                  <a:pt x="4700" y="45562"/>
                  <a:pt x="7245" y="49625"/>
                  <a:pt x="10528" y="52334"/>
                </a:cubicBezTo>
                <a:cubicBezTo>
                  <a:pt x="13689" y="55043"/>
                  <a:pt x="16726" y="56398"/>
                  <a:pt x="19641" y="56398"/>
                </a:cubicBezTo>
                <a:cubicBezTo>
                  <a:pt x="21570" y="56398"/>
                  <a:pt x="23191" y="55782"/>
                  <a:pt x="24505" y="54551"/>
                </a:cubicBezTo>
                <a:cubicBezTo>
                  <a:pt x="25736" y="53402"/>
                  <a:pt x="26352" y="51944"/>
                  <a:pt x="26352" y="50179"/>
                </a:cubicBezTo>
                <a:cubicBezTo>
                  <a:pt x="26352" y="48209"/>
                  <a:pt x="25736" y="46506"/>
                  <a:pt x="24505" y="45069"/>
                </a:cubicBezTo>
                <a:cubicBezTo>
                  <a:pt x="23232" y="43674"/>
                  <a:pt x="20482" y="41498"/>
                  <a:pt x="16254" y="38543"/>
                </a:cubicBezTo>
                <a:cubicBezTo>
                  <a:pt x="9974" y="34192"/>
                  <a:pt x="5911" y="30867"/>
                  <a:pt x="4064" y="28568"/>
                </a:cubicBezTo>
                <a:cubicBezTo>
                  <a:pt x="1355" y="25203"/>
                  <a:pt x="0" y="21488"/>
                  <a:pt x="0" y="17424"/>
                </a:cubicBezTo>
                <a:cubicBezTo>
                  <a:pt x="0" y="13032"/>
                  <a:pt x="1539" y="9010"/>
                  <a:pt x="4618" y="5357"/>
                </a:cubicBezTo>
                <a:cubicBezTo>
                  <a:pt x="7614" y="1786"/>
                  <a:pt x="12027" y="0"/>
                  <a:pt x="17855" y="0"/>
                </a:cubicBezTo>
                <a:cubicBezTo>
                  <a:pt x="20975" y="0"/>
                  <a:pt x="23992" y="759"/>
                  <a:pt x="26906" y="2278"/>
                </a:cubicBezTo>
                <a:cubicBezTo>
                  <a:pt x="28014" y="2894"/>
                  <a:pt x="28917" y="3202"/>
                  <a:pt x="29615" y="3202"/>
                </a:cubicBezTo>
                <a:cubicBezTo>
                  <a:pt x="30354" y="3202"/>
                  <a:pt x="30949" y="3037"/>
                  <a:pt x="31401" y="2709"/>
                </a:cubicBezTo>
                <a:cubicBezTo>
                  <a:pt x="31811" y="2422"/>
                  <a:pt x="32529" y="1560"/>
                  <a:pt x="33556" y="123"/>
                </a:cubicBezTo>
                <a:lnTo>
                  <a:pt x="35649" y="123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(t">
            <a:extLst xmlns:a="http://schemas.openxmlformats.org/drawingml/2006/main">
              <a:ext uri="{FF2B5EF4-FFF2-40B4-BE49-F238E27FC236}">
                <a16:creationId xmlns:a16="http://schemas.microsoft.com/office/drawing/2014/main" id="{0ADD500E-7E38-4612-B5D4-584F371D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830" y="1540954"/>
            <a:ext cx="123473" cy="175724"/>
          </a:xfrm>
          <a:custGeom xmlns:a="http://schemas.openxmlformats.org/drawingml/2006/main">
            <a:pathLst>
              <a:path w="123473" h="175724">
                <a:moveTo>
                  <a:pt x="56326" y="0"/>
                </a:moveTo>
                <a:lnTo>
                  <a:pt x="56326" y="4498"/>
                </a:lnTo>
                <a:cubicBezTo>
                  <a:pt x="49546" y="8996"/>
                  <a:pt x="44558" y="13332"/>
                  <a:pt x="41364" y="17504"/>
                </a:cubicBezTo>
                <a:cubicBezTo>
                  <a:pt x="36866" y="23371"/>
                  <a:pt x="33411" y="30901"/>
                  <a:pt x="30999" y="40093"/>
                </a:cubicBezTo>
                <a:cubicBezTo>
                  <a:pt x="27869" y="51567"/>
                  <a:pt x="26305" y="67506"/>
                  <a:pt x="26305" y="87911"/>
                </a:cubicBezTo>
                <a:cubicBezTo>
                  <a:pt x="26305" y="107273"/>
                  <a:pt x="27739" y="122267"/>
                  <a:pt x="30607" y="132893"/>
                </a:cubicBezTo>
                <a:cubicBezTo>
                  <a:pt x="33411" y="143650"/>
                  <a:pt x="37257" y="152288"/>
                  <a:pt x="42146" y="158807"/>
                </a:cubicBezTo>
                <a:cubicBezTo>
                  <a:pt x="45536" y="163435"/>
                  <a:pt x="50263" y="167445"/>
                  <a:pt x="56326" y="170835"/>
                </a:cubicBezTo>
                <a:lnTo>
                  <a:pt x="56326" y="175724"/>
                </a:lnTo>
                <a:cubicBezTo>
                  <a:pt x="40549" y="170509"/>
                  <a:pt x="27250" y="159719"/>
                  <a:pt x="16428" y="143356"/>
                </a:cubicBezTo>
                <a:cubicBezTo>
                  <a:pt x="5476" y="127124"/>
                  <a:pt x="0" y="108446"/>
                  <a:pt x="0" y="87324"/>
                </a:cubicBezTo>
                <a:cubicBezTo>
                  <a:pt x="0" y="66528"/>
                  <a:pt x="5444" y="48046"/>
                  <a:pt x="16330" y="31879"/>
                </a:cubicBezTo>
                <a:cubicBezTo>
                  <a:pt x="27152" y="15842"/>
                  <a:pt x="40484" y="5215"/>
                  <a:pt x="56326" y="0"/>
                </a:cubicBezTo>
                <a:close/>
                <a:moveTo>
                  <a:pt x="101764" y="10757"/>
                </a:moveTo>
                <a:lnTo>
                  <a:pt x="101764" y="44200"/>
                </a:lnTo>
                <a:lnTo>
                  <a:pt x="123473" y="44200"/>
                </a:lnTo>
                <a:lnTo>
                  <a:pt x="123473" y="53881"/>
                </a:lnTo>
                <a:lnTo>
                  <a:pt x="101764" y="53881"/>
                </a:lnTo>
                <a:lnTo>
                  <a:pt x="101764" y="110304"/>
                </a:lnTo>
                <a:cubicBezTo>
                  <a:pt x="101764" y="115650"/>
                  <a:pt x="102025" y="119040"/>
                  <a:pt x="102546" y="120474"/>
                </a:cubicBezTo>
                <a:cubicBezTo>
                  <a:pt x="102937" y="122104"/>
                  <a:pt x="103785" y="123343"/>
                  <a:pt x="105089" y="124190"/>
                </a:cubicBezTo>
                <a:cubicBezTo>
                  <a:pt x="106262" y="125168"/>
                  <a:pt x="107403" y="125657"/>
                  <a:pt x="108511" y="125657"/>
                </a:cubicBezTo>
                <a:cubicBezTo>
                  <a:pt x="112684" y="125657"/>
                  <a:pt x="116693" y="122430"/>
                  <a:pt x="120539" y="115976"/>
                </a:cubicBezTo>
                <a:lnTo>
                  <a:pt x="123473" y="118127"/>
                </a:lnTo>
                <a:cubicBezTo>
                  <a:pt x="118127" y="130644"/>
                  <a:pt x="109554" y="136902"/>
                  <a:pt x="97755" y="136902"/>
                </a:cubicBezTo>
                <a:cubicBezTo>
                  <a:pt x="91953" y="136902"/>
                  <a:pt x="87063" y="135273"/>
                  <a:pt x="83087" y="132013"/>
                </a:cubicBezTo>
                <a:cubicBezTo>
                  <a:pt x="78979" y="128884"/>
                  <a:pt x="76404" y="125298"/>
                  <a:pt x="75361" y="121256"/>
                </a:cubicBezTo>
                <a:cubicBezTo>
                  <a:pt x="74644" y="119040"/>
                  <a:pt x="74318" y="113042"/>
                  <a:pt x="74383" y="103264"/>
                </a:cubicBezTo>
                <a:lnTo>
                  <a:pt x="74383" y="53881"/>
                </a:lnTo>
                <a:lnTo>
                  <a:pt x="62453" y="53881"/>
                </a:lnTo>
                <a:lnTo>
                  <a:pt x="62453" y="50458"/>
                </a:lnTo>
                <a:cubicBezTo>
                  <a:pt x="70668" y="44721"/>
                  <a:pt x="77676" y="38626"/>
                  <a:pt x="83478" y="32172"/>
                </a:cubicBezTo>
                <a:cubicBezTo>
                  <a:pt x="89215" y="25848"/>
                  <a:pt x="94234" y="18710"/>
                  <a:pt x="98537" y="10757"/>
                </a:cubicBezTo>
                <a:lnTo>
                  <a:pt x="101764" y="1075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k+1">
            <a:extLst xmlns:a="http://schemas.openxmlformats.org/drawingml/2006/main">
              <a:ext uri="{FF2B5EF4-FFF2-40B4-BE49-F238E27FC236}">
                <a16:creationId xmlns:a16="http://schemas.microsoft.com/office/drawing/2014/main" id="{07B71E02-097B-4E1E-B74F-E76C555D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7510" y="1614784"/>
            <a:ext cx="190124" cy="85213"/>
          </a:xfrm>
          <a:custGeom xmlns:a="http://schemas.openxmlformats.org/drawingml/2006/main">
            <a:pathLst>
              <a:path w="190124" h="85213">
                <a:moveTo>
                  <a:pt x="23458" y="1724"/>
                </a:moveTo>
                <a:lnTo>
                  <a:pt x="23458" y="56644"/>
                </a:lnTo>
                <a:lnTo>
                  <a:pt x="36819" y="43530"/>
                </a:lnTo>
                <a:cubicBezTo>
                  <a:pt x="39569" y="40903"/>
                  <a:pt x="41293" y="38974"/>
                  <a:pt x="41991" y="37742"/>
                </a:cubicBezTo>
                <a:cubicBezTo>
                  <a:pt x="42647" y="36593"/>
                  <a:pt x="42976" y="35444"/>
                  <a:pt x="42976" y="34294"/>
                </a:cubicBezTo>
                <a:cubicBezTo>
                  <a:pt x="42976" y="33186"/>
                  <a:pt x="42524" y="32263"/>
                  <a:pt x="41621" y="31524"/>
                </a:cubicBezTo>
                <a:cubicBezTo>
                  <a:pt x="40677" y="30785"/>
                  <a:pt x="38912" y="30251"/>
                  <a:pt x="36326" y="29923"/>
                </a:cubicBezTo>
                <a:lnTo>
                  <a:pt x="36326" y="27645"/>
                </a:lnTo>
                <a:lnTo>
                  <a:pt x="62124" y="27645"/>
                </a:lnTo>
                <a:lnTo>
                  <a:pt x="62124" y="29923"/>
                </a:lnTo>
                <a:cubicBezTo>
                  <a:pt x="59661" y="30046"/>
                  <a:pt x="57506" y="30621"/>
                  <a:pt x="55659" y="31647"/>
                </a:cubicBezTo>
                <a:cubicBezTo>
                  <a:pt x="53771" y="32755"/>
                  <a:pt x="50159" y="35916"/>
                  <a:pt x="44823" y="41129"/>
                </a:cubicBezTo>
                <a:lnTo>
                  <a:pt x="38543" y="47286"/>
                </a:lnTo>
                <a:lnTo>
                  <a:pt x="52088" y="67111"/>
                </a:lnTo>
                <a:cubicBezTo>
                  <a:pt x="57506" y="75197"/>
                  <a:pt x="60749" y="79712"/>
                  <a:pt x="61816" y="80657"/>
                </a:cubicBezTo>
                <a:cubicBezTo>
                  <a:pt x="63171" y="82093"/>
                  <a:pt x="64936" y="82873"/>
                  <a:pt x="67111" y="82996"/>
                </a:cubicBezTo>
                <a:lnTo>
                  <a:pt x="67111" y="85213"/>
                </a:lnTo>
                <a:lnTo>
                  <a:pt x="37373" y="85213"/>
                </a:lnTo>
                <a:lnTo>
                  <a:pt x="37373" y="82996"/>
                </a:lnTo>
                <a:cubicBezTo>
                  <a:pt x="38645" y="82996"/>
                  <a:pt x="39610" y="82750"/>
                  <a:pt x="40267" y="82257"/>
                </a:cubicBezTo>
                <a:cubicBezTo>
                  <a:pt x="40800" y="81765"/>
                  <a:pt x="41088" y="81231"/>
                  <a:pt x="41129" y="80657"/>
                </a:cubicBezTo>
                <a:cubicBezTo>
                  <a:pt x="41129" y="79753"/>
                  <a:pt x="40267" y="78009"/>
                  <a:pt x="38543" y="75423"/>
                </a:cubicBezTo>
                <a:lnTo>
                  <a:pt x="27152" y="58738"/>
                </a:lnTo>
                <a:lnTo>
                  <a:pt x="23458" y="62370"/>
                </a:lnTo>
                <a:lnTo>
                  <a:pt x="23458" y="72714"/>
                </a:lnTo>
                <a:cubicBezTo>
                  <a:pt x="23458" y="77147"/>
                  <a:pt x="23869" y="79877"/>
                  <a:pt x="24690" y="80903"/>
                </a:cubicBezTo>
                <a:cubicBezTo>
                  <a:pt x="25469" y="82011"/>
                  <a:pt x="27152" y="82709"/>
                  <a:pt x="29738" y="82996"/>
                </a:cubicBezTo>
                <a:lnTo>
                  <a:pt x="29738" y="85213"/>
                </a:lnTo>
                <a:lnTo>
                  <a:pt x="0" y="85213"/>
                </a:lnTo>
                <a:lnTo>
                  <a:pt x="0" y="82996"/>
                </a:lnTo>
                <a:cubicBezTo>
                  <a:pt x="2381" y="82750"/>
                  <a:pt x="4105" y="81970"/>
                  <a:pt x="5172" y="80657"/>
                </a:cubicBezTo>
                <a:cubicBezTo>
                  <a:pt x="5829" y="79753"/>
                  <a:pt x="6178" y="77106"/>
                  <a:pt x="6219" y="72714"/>
                </a:cubicBezTo>
                <a:lnTo>
                  <a:pt x="6219" y="14223"/>
                </a:lnTo>
                <a:cubicBezTo>
                  <a:pt x="6219" y="9872"/>
                  <a:pt x="5829" y="7163"/>
                  <a:pt x="5049" y="6095"/>
                </a:cubicBezTo>
                <a:cubicBezTo>
                  <a:pt x="4187" y="5069"/>
                  <a:pt x="2504" y="4371"/>
                  <a:pt x="0" y="4002"/>
                </a:cubicBezTo>
                <a:lnTo>
                  <a:pt x="0" y="1724"/>
                </a:lnTo>
                <a:lnTo>
                  <a:pt x="23458" y="1724"/>
                </a:lnTo>
                <a:close/>
                <a:moveTo>
                  <a:pt x="65032" y="39405"/>
                </a:moveTo>
                <a:lnTo>
                  <a:pt x="94647" y="39405"/>
                </a:lnTo>
                <a:lnTo>
                  <a:pt x="94647" y="9851"/>
                </a:lnTo>
                <a:lnTo>
                  <a:pt x="102713" y="9851"/>
                </a:lnTo>
                <a:lnTo>
                  <a:pt x="102713" y="39405"/>
                </a:lnTo>
                <a:lnTo>
                  <a:pt x="132328" y="39405"/>
                </a:lnTo>
                <a:lnTo>
                  <a:pt x="132328" y="47532"/>
                </a:lnTo>
                <a:lnTo>
                  <a:pt x="102713" y="47532"/>
                </a:lnTo>
                <a:lnTo>
                  <a:pt x="102713" y="76839"/>
                </a:lnTo>
                <a:lnTo>
                  <a:pt x="94647" y="76839"/>
                </a:lnTo>
                <a:lnTo>
                  <a:pt x="94647" y="47532"/>
                </a:lnTo>
                <a:lnTo>
                  <a:pt x="65032" y="47532"/>
                </a:lnTo>
                <a:lnTo>
                  <a:pt x="65032" y="39405"/>
                </a:lnTo>
                <a:close/>
                <a:moveTo>
                  <a:pt x="177810" y="0"/>
                </a:moveTo>
                <a:lnTo>
                  <a:pt x="177810" y="68281"/>
                </a:lnTo>
                <a:cubicBezTo>
                  <a:pt x="177810" y="73412"/>
                  <a:pt x="178036" y="76675"/>
                  <a:pt x="178488" y="78071"/>
                </a:cubicBezTo>
                <a:cubicBezTo>
                  <a:pt x="178898" y="79507"/>
                  <a:pt x="179842" y="80677"/>
                  <a:pt x="181320" y="81580"/>
                </a:cubicBezTo>
                <a:cubicBezTo>
                  <a:pt x="182715" y="82524"/>
                  <a:pt x="185014" y="82976"/>
                  <a:pt x="188216" y="82935"/>
                </a:cubicBezTo>
                <a:lnTo>
                  <a:pt x="190124" y="82935"/>
                </a:lnTo>
                <a:lnTo>
                  <a:pt x="190124" y="85213"/>
                </a:lnTo>
                <a:lnTo>
                  <a:pt x="146163" y="85213"/>
                </a:lnTo>
                <a:lnTo>
                  <a:pt x="146163" y="82935"/>
                </a:lnTo>
                <a:lnTo>
                  <a:pt x="148380" y="82935"/>
                </a:lnTo>
                <a:cubicBezTo>
                  <a:pt x="151910" y="82935"/>
                  <a:pt x="154455" y="82524"/>
                  <a:pt x="156015" y="81703"/>
                </a:cubicBezTo>
                <a:cubicBezTo>
                  <a:pt x="157492" y="80923"/>
                  <a:pt x="158518" y="79795"/>
                  <a:pt x="159093" y="78317"/>
                </a:cubicBezTo>
                <a:cubicBezTo>
                  <a:pt x="159627" y="76921"/>
                  <a:pt x="159893" y="73576"/>
                  <a:pt x="159893" y="68281"/>
                </a:cubicBezTo>
                <a:lnTo>
                  <a:pt x="159893" y="24997"/>
                </a:lnTo>
                <a:cubicBezTo>
                  <a:pt x="159893" y="21139"/>
                  <a:pt x="159709" y="18717"/>
                  <a:pt x="159339" y="17732"/>
                </a:cubicBezTo>
                <a:cubicBezTo>
                  <a:pt x="158970" y="16829"/>
                  <a:pt x="158293" y="16008"/>
                  <a:pt x="157307" y="15269"/>
                </a:cubicBezTo>
                <a:cubicBezTo>
                  <a:pt x="156240" y="14613"/>
                  <a:pt x="155070" y="14284"/>
                  <a:pt x="153798" y="14284"/>
                </a:cubicBezTo>
                <a:cubicBezTo>
                  <a:pt x="151705" y="14325"/>
                  <a:pt x="149160" y="14982"/>
                  <a:pt x="146163" y="16254"/>
                </a:cubicBezTo>
                <a:lnTo>
                  <a:pt x="145055" y="14038"/>
                </a:lnTo>
                <a:lnTo>
                  <a:pt x="175778" y="0"/>
                </a:lnTo>
                <a:lnTo>
                  <a:pt x="177810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)">
            <a:extLst xmlns:a="http://schemas.openxmlformats.org/drawingml/2006/main">
              <a:ext uri="{FF2B5EF4-FFF2-40B4-BE49-F238E27FC236}">
                <a16:creationId xmlns:a16="http://schemas.microsoft.com/office/drawing/2014/main" id="{A525DE69-AE41-4431-A3BC-1DB36653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454" y="1540954"/>
            <a:ext cx="56326" cy="175724"/>
          </a:xfrm>
          <a:custGeom xmlns:a="http://schemas.openxmlformats.org/drawingml/2006/main">
            <a:pathLst>
              <a:path w="56326" h="175724">
                <a:moveTo>
                  <a:pt x="0" y="175724"/>
                </a:moveTo>
                <a:lnTo>
                  <a:pt x="0" y="171226"/>
                </a:lnTo>
                <a:cubicBezTo>
                  <a:pt x="6715" y="166728"/>
                  <a:pt x="11702" y="162360"/>
                  <a:pt x="14961" y="158122"/>
                </a:cubicBezTo>
                <a:cubicBezTo>
                  <a:pt x="19329" y="152255"/>
                  <a:pt x="22784" y="144758"/>
                  <a:pt x="25327" y="135631"/>
                </a:cubicBezTo>
                <a:cubicBezTo>
                  <a:pt x="28456" y="124223"/>
                  <a:pt x="30021" y="108251"/>
                  <a:pt x="30021" y="87715"/>
                </a:cubicBezTo>
                <a:cubicBezTo>
                  <a:pt x="30021" y="68484"/>
                  <a:pt x="28619" y="53490"/>
                  <a:pt x="25816" y="42733"/>
                </a:cubicBezTo>
                <a:cubicBezTo>
                  <a:pt x="22947" y="32107"/>
                  <a:pt x="19069" y="23502"/>
                  <a:pt x="14179" y="16917"/>
                </a:cubicBezTo>
                <a:cubicBezTo>
                  <a:pt x="10724" y="12354"/>
                  <a:pt x="5998" y="8345"/>
                  <a:pt x="0" y="4889"/>
                </a:cubicBezTo>
                <a:lnTo>
                  <a:pt x="0" y="0"/>
                </a:lnTo>
                <a:cubicBezTo>
                  <a:pt x="15711" y="5281"/>
                  <a:pt x="29043" y="16037"/>
                  <a:pt x="39995" y="32270"/>
                </a:cubicBezTo>
                <a:cubicBezTo>
                  <a:pt x="50817" y="48633"/>
                  <a:pt x="56260" y="67343"/>
                  <a:pt x="56326" y="88400"/>
                </a:cubicBezTo>
                <a:cubicBezTo>
                  <a:pt x="56260" y="109261"/>
                  <a:pt x="50817" y="127678"/>
                  <a:pt x="39995" y="143650"/>
                </a:cubicBezTo>
                <a:cubicBezTo>
                  <a:pt x="29043" y="159817"/>
                  <a:pt x="15711" y="170509"/>
                  <a:pt x="0" y="175724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Sampling">
            <a:extLst xmlns:a="http://schemas.openxmlformats.org/drawingml/2006/main">
              <a:ext uri="{FF2B5EF4-FFF2-40B4-BE49-F238E27FC236}">
                <a16:creationId xmlns:a16="http://schemas.microsoft.com/office/drawing/2014/main" id="{93444E8A-73C7-470A-8C10-CF981DF1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9774" y="2616373"/>
            <a:ext cx="805732" cy="179016"/>
          </a:xfrm>
          <a:custGeom xmlns:a="http://schemas.openxmlformats.org/drawingml/2006/main">
            <a:pathLst>
              <a:path w="805732" h="179016">
                <a:moveTo>
                  <a:pt x="83706" y="98"/>
                </a:moveTo>
                <a:lnTo>
                  <a:pt x="84782" y="44298"/>
                </a:lnTo>
                <a:lnTo>
                  <a:pt x="80772" y="44298"/>
                </a:lnTo>
                <a:cubicBezTo>
                  <a:pt x="78817" y="33280"/>
                  <a:pt x="74188" y="24349"/>
                  <a:pt x="66887" y="17504"/>
                </a:cubicBezTo>
                <a:cubicBezTo>
                  <a:pt x="59455" y="10789"/>
                  <a:pt x="51436" y="7432"/>
                  <a:pt x="42831" y="7432"/>
                </a:cubicBezTo>
                <a:cubicBezTo>
                  <a:pt x="36116" y="7432"/>
                  <a:pt x="30868" y="9192"/>
                  <a:pt x="27087" y="12712"/>
                </a:cubicBezTo>
                <a:cubicBezTo>
                  <a:pt x="23176" y="16363"/>
                  <a:pt x="21220" y="20470"/>
                  <a:pt x="21220" y="25034"/>
                </a:cubicBezTo>
                <a:cubicBezTo>
                  <a:pt x="21220" y="28032"/>
                  <a:pt x="21904" y="30640"/>
                  <a:pt x="23273" y="32857"/>
                </a:cubicBezTo>
                <a:cubicBezTo>
                  <a:pt x="25099" y="35921"/>
                  <a:pt x="28130" y="38952"/>
                  <a:pt x="32368" y="41951"/>
                </a:cubicBezTo>
                <a:cubicBezTo>
                  <a:pt x="35366" y="44102"/>
                  <a:pt x="42440" y="47916"/>
                  <a:pt x="53588" y="53392"/>
                </a:cubicBezTo>
                <a:cubicBezTo>
                  <a:pt x="69103" y="61085"/>
                  <a:pt x="79566" y="68288"/>
                  <a:pt x="84977" y="75003"/>
                </a:cubicBezTo>
                <a:cubicBezTo>
                  <a:pt x="90323" y="81848"/>
                  <a:pt x="92996" y="89606"/>
                  <a:pt x="92996" y="98276"/>
                </a:cubicBezTo>
                <a:cubicBezTo>
                  <a:pt x="92996" y="109424"/>
                  <a:pt x="88693" y="118942"/>
                  <a:pt x="80088" y="126830"/>
                </a:cubicBezTo>
                <a:cubicBezTo>
                  <a:pt x="71352" y="134849"/>
                  <a:pt x="60367" y="138858"/>
                  <a:pt x="47134" y="138858"/>
                </a:cubicBezTo>
                <a:cubicBezTo>
                  <a:pt x="42896" y="138923"/>
                  <a:pt x="38952" y="138500"/>
                  <a:pt x="35301" y="137587"/>
                </a:cubicBezTo>
                <a:cubicBezTo>
                  <a:pt x="31520" y="136739"/>
                  <a:pt x="26859" y="135142"/>
                  <a:pt x="21318" y="132795"/>
                </a:cubicBezTo>
                <a:cubicBezTo>
                  <a:pt x="18188" y="131557"/>
                  <a:pt x="15613" y="130905"/>
                  <a:pt x="13592" y="130840"/>
                </a:cubicBezTo>
                <a:cubicBezTo>
                  <a:pt x="11832" y="130905"/>
                  <a:pt x="10040" y="131557"/>
                  <a:pt x="8214" y="132795"/>
                </a:cubicBezTo>
                <a:cubicBezTo>
                  <a:pt x="6324" y="134164"/>
                  <a:pt x="4792" y="136153"/>
                  <a:pt x="3618" y="138760"/>
                </a:cubicBezTo>
                <a:lnTo>
                  <a:pt x="0" y="138760"/>
                </a:lnTo>
                <a:lnTo>
                  <a:pt x="0" y="88693"/>
                </a:lnTo>
                <a:lnTo>
                  <a:pt x="3618" y="88693"/>
                </a:lnTo>
                <a:cubicBezTo>
                  <a:pt x="6421" y="102840"/>
                  <a:pt x="11963" y="113564"/>
                  <a:pt x="20242" y="120865"/>
                </a:cubicBezTo>
                <a:cubicBezTo>
                  <a:pt x="28326" y="128297"/>
                  <a:pt x="37127" y="132013"/>
                  <a:pt x="46645" y="132013"/>
                </a:cubicBezTo>
                <a:cubicBezTo>
                  <a:pt x="53881" y="132078"/>
                  <a:pt x="59716" y="130090"/>
                  <a:pt x="64149" y="126048"/>
                </a:cubicBezTo>
                <a:cubicBezTo>
                  <a:pt x="68451" y="122071"/>
                  <a:pt x="70603" y="117443"/>
                  <a:pt x="70603" y="112162"/>
                </a:cubicBezTo>
                <a:cubicBezTo>
                  <a:pt x="70603" y="109033"/>
                  <a:pt x="69788" y="106002"/>
                  <a:pt x="68158" y="103068"/>
                </a:cubicBezTo>
                <a:cubicBezTo>
                  <a:pt x="66463" y="100134"/>
                  <a:pt x="63920" y="97331"/>
                  <a:pt x="60530" y="94658"/>
                </a:cubicBezTo>
                <a:cubicBezTo>
                  <a:pt x="57075" y="92051"/>
                  <a:pt x="51078" y="88628"/>
                  <a:pt x="42538" y="84391"/>
                </a:cubicBezTo>
                <a:cubicBezTo>
                  <a:pt x="30477" y="78523"/>
                  <a:pt x="21807" y="73471"/>
                  <a:pt x="16526" y="69233"/>
                </a:cubicBezTo>
                <a:cubicBezTo>
                  <a:pt x="11246" y="65126"/>
                  <a:pt x="7204" y="60465"/>
                  <a:pt x="4400" y="55250"/>
                </a:cubicBezTo>
                <a:cubicBezTo>
                  <a:pt x="1532" y="50100"/>
                  <a:pt x="98" y="44428"/>
                  <a:pt x="98" y="38235"/>
                </a:cubicBezTo>
                <a:cubicBezTo>
                  <a:pt x="98" y="27674"/>
                  <a:pt x="3977" y="18677"/>
                  <a:pt x="11734" y="11246"/>
                </a:cubicBezTo>
                <a:cubicBezTo>
                  <a:pt x="19427" y="3814"/>
                  <a:pt x="29206" y="98"/>
                  <a:pt x="41071" y="98"/>
                </a:cubicBezTo>
                <a:cubicBezTo>
                  <a:pt x="45373" y="98"/>
                  <a:pt x="49546" y="619"/>
                  <a:pt x="53588" y="1662"/>
                </a:cubicBezTo>
                <a:cubicBezTo>
                  <a:pt x="56586" y="2510"/>
                  <a:pt x="60335" y="3944"/>
                  <a:pt x="64833" y="5965"/>
                </a:cubicBezTo>
                <a:cubicBezTo>
                  <a:pt x="69201" y="8116"/>
                  <a:pt x="72265" y="9192"/>
                  <a:pt x="74025" y="9192"/>
                </a:cubicBezTo>
                <a:cubicBezTo>
                  <a:pt x="75655" y="9257"/>
                  <a:pt x="76991" y="8736"/>
                  <a:pt x="78034" y="7627"/>
                </a:cubicBezTo>
                <a:cubicBezTo>
                  <a:pt x="78947" y="6650"/>
                  <a:pt x="79860" y="4140"/>
                  <a:pt x="80772" y="98"/>
                </a:cubicBezTo>
                <a:lnTo>
                  <a:pt x="83706" y="98"/>
                </a:lnTo>
                <a:close/>
                <a:moveTo>
                  <a:pt x="158100" y="122234"/>
                </a:moveTo>
                <a:cubicBezTo>
                  <a:pt x="146953" y="132143"/>
                  <a:pt x="136946" y="137065"/>
                  <a:pt x="128080" y="137000"/>
                </a:cubicBezTo>
                <a:cubicBezTo>
                  <a:pt x="122799" y="137000"/>
                  <a:pt x="118464" y="135273"/>
                  <a:pt x="115074" y="131817"/>
                </a:cubicBezTo>
                <a:cubicBezTo>
                  <a:pt x="111619" y="128493"/>
                  <a:pt x="109891" y="124223"/>
                  <a:pt x="109891" y="119007"/>
                </a:cubicBezTo>
                <a:cubicBezTo>
                  <a:pt x="109891" y="112097"/>
                  <a:pt x="112890" y="105806"/>
                  <a:pt x="118888" y="100134"/>
                </a:cubicBezTo>
                <a:cubicBezTo>
                  <a:pt x="124820" y="94658"/>
                  <a:pt x="137891" y="87259"/>
                  <a:pt x="158100" y="77937"/>
                </a:cubicBezTo>
                <a:lnTo>
                  <a:pt x="158100" y="68745"/>
                </a:lnTo>
                <a:cubicBezTo>
                  <a:pt x="158035" y="61899"/>
                  <a:pt x="157677" y="57532"/>
                  <a:pt x="157025" y="55641"/>
                </a:cubicBezTo>
                <a:cubicBezTo>
                  <a:pt x="156177" y="53881"/>
                  <a:pt x="154743" y="52316"/>
                  <a:pt x="152722" y="50947"/>
                </a:cubicBezTo>
                <a:cubicBezTo>
                  <a:pt x="150636" y="49709"/>
                  <a:pt x="148289" y="49057"/>
                  <a:pt x="145681" y="48991"/>
                </a:cubicBezTo>
                <a:cubicBezTo>
                  <a:pt x="141444" y="49057"/>
                  <a:pt x="137956" y="50002"/>
                  <a:pt x="135218" y="51827"/>
                </a:cubicBezTo>
                <a:cubicBezTo>
                  <a:pt x="133523" y="53001"/>
                  <a:pt x="132676" y="54370"/>
                  <a:pt x="132676" y="55934"/>
                </a:cubicBezTo>
                <a:cubicBezTo>
                  <a:pt x="132610" y="57303"/>
                  <a:pt x="133523" y="58998"/>
                  <a:pt x="135414" y="61019"/>
                </a:cubicBezTo>
                <a:cubicBezTo>
                  <a:pt x="137826" y="63888"/>
                  <a:pt x="139064" y="66593"/>
                  <a:pt x="139130" y="69136"/>
                </a:cubicBezTo>
                <a:cubicBezTo>
                  <a:pt x="139130" y="72395"/>
                  <a:pt x="137956" y="75101"/>
                  <a:pt x="135609" y="77252"/>
                </a:cubicBezTo>
                <a:cubicBezTo>
                  <a:pt x="133132" y="79534"/>
                  <a:pt x="130003" y="80675"/>
                  <a:pt x="126222" y="80675"/>
                </a:cubicBezTo>
                <a:cubicBezTo>
                  <a:pt x="122115" y="80675"/>
                  <a:pt x="118692" y="79436"/>
                  <a:pt x="115954" y="76959"/>
                </a:cubicBezTo>
                <a:cubicBezTo>
                  <a:pt x="113086" y="74547"/>
                  <a:pt x="111684" y="71646"/>
                  <a:pt x="111749" y="68256"/>
                </a:cubicBezTo>
                <a:cubicBezTo>
                  <a:pt x="111749" y="63562"/>
                  <a:pt x="113607" y="59064"/>
                  <a:pt x="117323" y="54761"/>
                </a:cubicBezTo>
                <a:cubicBezTo>
                  <a:pt x="121039" y="50589"/>
                  <a:pt x="126222" y="47329"/>
                  <a:pt x="132871" y="44982"/>
                </a:cubicBezTo>
                <a:cubicBezTo>
                  <a:pt x="139521" y="42766"/>
                  <a:pt x="146431" y="41625"/>
                  <a:pt x="153602" y="41560"/>
                </a:cubicBezTo>
                <a:cubicBezTo>
                  <a:pt x="162273" y="41625"/>
                  <a:pt x="169150" y="43450"/>
                  <a:pt x="174235" y="47036"/>
                </a:cubicBezTo>
                <a:cubicBezTo>
                  <a:pt x="179190" y="50752"/>
                  <a:pt x="182449" y="54761"/>
                  <a:pt x="184014" y="59064"/>
                </a:cubicBezTo>
                <a:cubicBezTo>
                  <a:pt x="184862" y="61802"/>
                  <a:pt x="185318" y="68093"/>
                  <a:pt x="185383" y="77937"/>
                </a:cubicBezTo>
                <a:lnTo>
                  <a:pt x="185383" y="113433"/>
                </a:lnTo>
                <a:cubicBezTo>
                  <a:pt x="185383" y="117671"/>
                  <a:pt x="185546" y="120279"/>
                  <a:pt x="185872" y="121256"/>
                </a:cubicBezTo>
                <a:cubicBezTo>
                  <a:pt x="186133" y="122430"/>
                  <a:pt x="186622" y="123245"/>
                  <a:pt x="187339" y="123701"/>
                </a:cubicBezTo>
                <a:cubicBezTo>
                  <a:pt x="187926" y="124223"/>
                  <a:pt x="188675" y="124483"/>
                  <a:pt x="189588" y="124483"/>
                </a:cubicBezTo>
                <a:cubicBezTo>
                  <a:pt x="191218" y="124549"/>
                  <a:pt x="192945" y="123343"/>
                  <a:pt x="194771" y="120865"/>
                </a:cubicBezTo>
                <a:lnTo>
                  <a:pt x="197704" y="123212"/>
                </a:lnTo>
                <a:cubicBezTo>
                  <a:pt x="194379" y="128036"/>
                  <a:pt x="191022" y="131524"/>
                  <a:pt x="187632" y="133675"/>
                </a:cubicBezTo>
                <a:cubicBezTo>
                  <a:pt x="184047" y="135957"/>
                  <a:pt x="180070" y="137065"/>
                  <a:pt x="175702" y="137000"/>
                </a:cubicBezTo>
                <a:cubicBezTo>
                  <a:pt x="170487" y="137000"/>
                  <a:pt x="166412" y="135762"/>
                  <a:pt x="163479" y="133284"/>
                </a:cubicBezTo>
                <a:cubicBezTo>
                  <a:pt x="160545" y="130937"/>
                  <a:pt x="158752" y="127254"/>
                  <a:pt x="158100" y="122234"/>
                </a:cubicBezTo>
                <a:moveTo>
                  <a:pt x="158100" y="115096"/>
                </a:moveTo>
                <a:lnTo>
                  <a:pt x="158100" y="84488"/>
                </a:lnTo>
                <a:cubicBezTo>
                  <a:pt x="150147" y="89117"/>
                  <a:pt x="144280" y="94071"/>
                  <a:pt x="140499" y="99352"/>
                </a:cubicBezTo>
                <a:cubicBezTo>
                  <a:pt x="137956" y="102872"/>
                  <a:pt x="136685" y="106425"/>
                  <a:pt x="136685" y="110011"/>
                </a:cubicBezTo>
                <a:cubicBezTo>
                  <a:pt x="136685" y="113075"/>
                  <a:pt x="137761" y="115715"/>
                  <a:pt x="139912" y="117932"/>
                </a:cubicBezTo>
                <a:cubicBezTo>
                  <a:pt x="141542" y="119692"/>
                  <a:pt x="143823" y="120572"/>
                  <a:pt x="146757" y="120572"/>
                </a:cubicBezTo>
                <a:cubicBezTo>
                  <a:pt x="149951" y="120572"/>
                  <a:pt x="153733" y="118747"/>
                  <a:pt x="158100" y="115096"/>
                </a:cubicBezTo>
                <a:close/>
                <a:moveTo>
                  <a:pt x="249427" y="44298"/>
                </a:moveTo>
                <a:lnTo>
                  <a:pt x="249427" y="56326"/>
                </a:lnTo>
                <a:cubicBezTo>
                  <a:pt x="254381" y="50915"/>
                  <a:pt x="259042" y="47068"/>
                  <a:pt x="263410" y="44787"/>
                </a:cubicBezTo>
                <a:cubicBezTo>
                  <a:pt x="267582" y="42635"/>
                  <a:pt x="272244" y="41560"/>
                  <a:pt x="277394" y="41560"/>
                </a:cubicBezTo>
                <a:cubicBezTo>
                  <a:pt x="283196" y="41560"/>
                  <a:pt x="288118" y="42929"/>
                  <a:pt x="292160" y="45667"/>
                </a:cubicBezTo>
                <a:cubicBezTo>
                  <a:pt x="296136" y="48470"/>
                  <a:pt x="299200" y="52642"/>
                  <a:pt x="301352" y="58184"/>
                </a:cubicBezTo>
                <a:cubicBezTo>
                  <a:pt x="306502" y="52381"/>
                  <a:pt x="311522" y="48144"/>
                  <a:pt x="316411" y="45471"/>
                </a:cubicBezTo>
                <a:cubicBezTo>
                  <a:pt x="321170" y="42863"/>
                  <a:pt x="326157" y="41560"/>
                  <a:pt x="331372" y="41560"/>
                </a:cubicBezTo>
                <a:cubicBezTo>
                  <a:pt x="337631" y="41625"/>
                  <a:pt x="342683" y="43059"/>
                  <a:pt x="346529" y="45862"/>
                </a:cubicBezTo>
                <a:cubicBezTo>
                  <a:pt x="350245" y="48861"/>
                  <a:pt x="352853" y="52544"/>
                  <a:pt x="354352" y="56912"/>
                </a:cubicBezTo>
                <a:cubicBezTo>
                  <a:pt x="355787" y="61410"/>
                  <a:pt x="356504" y="68549"/>
                  <a:pt x="356504" y="78328"/>
                </a:cubicBezTo>
                <a:lnTo>
                  <a:pt x="356504" y="115780"/>
                </a:lnTo>
                <a:cubicBezTo>
                  <a:pt x="356504" y="122886"/>
                  <a:pt x="357156" y="127254"/>
                  <a:pt x="358460" y="128884"/>
                </a:cubicBezTo>
                <a:cubicBezTo>
                  <a:pt x="359698" y="130644"/>
                  <a:pt x="362338" y="131752"/>
                  <a:pt x="366380" y="132209"/>
                </a:cubicBezTo>
                <a:lnTo>
                  <a:pt x="366380" y="135729"/>
                </a:lnTo>
                <a:lnTo>
                  <a:pt x="319149" y="135729"/>
                </a:lnTo>
                <a:lnTo>
                  <a:pt x="319149" y="132209"/>
                </a:lnTo>
                <a:cubicBezTo>
                  <a:pt x="322865" y="131948"/>
                  <a:pt x="325603" y="130514"/>
                  <a:pt x="327363" y="127906"/>
                </a:cubicBezTo>
                <a:cubicBezTo>
                  <a:pt x="328537" y="126211"/>
                  <a:pt x="329123" y="122169"/>
                  <a:pt x="329123" y="115780"/>
                </a:cubicBezTo>
                <a:lnTo>
                  <a:pt x="329123" y="76470"/>
                </a:lnTo>
                <a:cubicBezTo>
                  <a:pt x="329123" y="68386"/>
                  <a:pt x="328797" y="63203"/>
                  <a:pt x="328145" y="60922"/>
                </a:cubicBezTo>
                <a:cubicBezTo>
                  <a:pt x="327428" y="58705"/>
                  <a:pt x="326418" y="57043"/>
                  <a:pt x="325114" y="55934"/>
                </a:cubicBezTo>
                <a:cubicBezTo>
                  <a:pt x="323615" y="54891"/>
                  <a:pt x="321952" y="54370"/>
                  <a:pt x="320127" y="54370"/>
                </a:cubicBezTo>
                <a:cubicBezTo>
                  <a:pt x="317258" y="54370"/>
                  <a:pt x="314423" y="55380"/>
                  <a:pt x="311619" y="57401"/>
                </a:cubicBezTo>
                <a:cubicBezTo>
                  <a:pt x="308751" y="59487"/>
                  <a:pt x="305850" y="62584"/>
                  <a:pt x="302916" y="66691"/>
                </a:cubicBezTo>
                <a:lnTo>
                  <a:pt x="302916" y="115780"/>
                </a:lnTo>
                <a:cubicBezTo>
                  <a:pt x="302916" y="122430"/>
                  <a:pt x="303470" y="126570"/>
                  <a:pt x="304579" y="128199"/>
                </a:cubicBezTo>
                <a:cubicBezTo>
                  <a:pt x="306013" y="130677"/>
                  <a:pt x="308881" y="132013"/>
                  <a:pt x="313184" y="132209"/>
                </a:cubicBezTo>
                <a:lnTo>
                  <a:pt x="313184" y="135729"/>
                </a:lnTo>
                <a:lnTo>
                  <a:pt x="265855" y="135729"/>
                </a:lnTo>
                <a:lnTo>
                  <a:pt x="265855" y="132209"/>
                </a:lnTo>
                <a:cubicBezTo>
                  <a:pt x="268397" y="132143"/>
                  <a:pt x="270418" y="131491"/>
                  <a:pt x="271918" y="130253"/>
                </a:cubicBezTo>
                <a:cubicBezTo>
                  <a:pt x="273352" y="129210"/>
                  <a:pt x="274330" y="127841"/>
                  <a:pt x="274851" y="126146"/>
                </a:cubicBezTo>
                <a:cubicBezTo>
                  <a:pt x="275308" y="124646"/>
                  <a:pt x="275536" y="121191"/>
                  <a:pt x="275536" y="115780"/>
                </a:cubicBezTo>
                <a:lnTo>
                  <a:pt x="275536" y="76470"/>
                </a:lnTo>
                <a:cubicBezTo>
                  <a:pt x="275536" y="68190"/>
                  <a:pt x="275210" y="63008"/>
                  <a:pt x="274558" y="60922"/>
                </a:cubicBezTo>
                <a:cubicBezTo>
                  <a:pt x="273841" y="58901"/>
                  <a:pt x="272765" y="57271"/>
                  <a:pt x="271331" y="56032"/>
                </a:cubicBezTo>
                <a:cubicBezTo>
                  <a:pt x="269766" y="54859"/>
                  <a:pt x="268104" y="54272"/>
                  <a:pt x="266344" y="54272"/>
                </a:cubicBezTo>
                <a:cubicBezTo>
                  <a:pt x="263671" y="54272"/>
                  <a:pt x="261291" y="54957"/>
                  <a:pt x="259205" y="56326"/>
                </a:cubicBezTo>
                <a:cubicBezTo>
                  <a:pt x="256076" y="58412"/>
                  <a:pt x="252817" y="61867"/>
                  <a:pt x="249427" y="66691"/>
                </a:cubicBezTo>
                <a:lnTo>
                  <a:pt x="249427" y="115780"/>
                </a:lnTo>
                <a:cubicBezTo>
                  <a:pt x="249427" y="122234"/>
                  <a:pt x="250078" y="126472"/>
                  <a:pt x="251382" y="128493"/>
                </a:cubicBezTo>
                <a:cubicBezTo>
                  <a:pt x="252621" y="130579"/>
                  <a:pt x="255261" y="131817"/>
                  <a:pt x="259303" y="132209"/>
                </a:cubicBezTo>
                <a:lnTo>
                  <a:pt x="259303" y="135729"/>
                </a:lnTo>
                <a:lnTo>
                  <a:pt x="212170" y="135729"/>
                </a:lnTo>
                <a:lnTo>
                  <a:pt x="212170" y="132209"/>
                </a:lnTo>
                <a:cubicBezTo>
                  <a:pt x="215951" y="131817"/>
                  <a:pt x="218689" y="130579"/>
                  <a:pt x="220384" y="128493"/>
                </a:cubicBezTo>
                <a:cubicBezTo>
                  <a:pt x="221427" y="127058"/>
                  <a:pt x="221981" y="122821"/>
                  <a:pt x="222046" y="115780"/>
                </a:cubicBezTo>
                <a:lnTo>
                  <a:pt x="222046" y="64149"/>
                </a:lnTo>
                <a:cubicBezTo>
                  <a:pt x="222046" y="57238"/>
                  <a:pt x="221427" y="52936"/>
                  <a:pt x="220188" y="51241"/>
                </a:cubicBezTo>
                <a:cubicBezTo>
                  <a:pt x="218819" y="49611"/>
                  <a:pt x="216146" y="48503"/>
                  <a:pt x="212170" y="47916"/>
                </a:cubicBezTo>
                <a:lnTo>
                  <a:pt x="212170" y="44298"/>
                </a:lnTo>
                <a:lnTo>
                  <a:pt x="249427" y="44298"/>
                </a:lnTo>
                <a:close/>
                <a:moveTo>
                  <a:pt x="410066" y="126439"/>
                </a:moveTo>
                <a:lnTo>
                  <a:pt x="410066" y="160469"/>
                </a:lnTo>
                <a:cubicBezTo>
                  <a:pt x="410066" y="165228"/>
                  <a:pt x="410457" y="168423"/>
                  <a:pt x="411240" y="170052"/>
                </a:cubicBezTo>
                <a:cubicBezTo>
                  <a:pt x="411892" y="171747"/>
                  <a:pt x="413032" y="172986"/>
                  <a:pt x="414662" y="173768"/>
                </a:cubicBezTo>
                <a:cubicBezTo>
                  <a:pt x="416162" y="174551"/>
                  <a:pt x="419226" y="174942"/>
                  <a:pt x="423854" y="174942"/>
                </a:cubicBezTo>
                <a:lnTo>
                  <a:pt x="423854" y="178560"/>
                </a:lnTo>
                <a:lnTo>
                  <a:pt x="371734" y="178560"/>
                </a:lnTo>
                <a:lnTo>
                  <a:pt x="371734" y="174942"/>
                </a:lnTo>
                <a:cubicBezTo>
                  <a:pt x="375710" y="174876"/>
                  <a:pt x="378709" y="173736"/>
                  <a:pt x="380730" y="171519"/>
                </a:cubicBezTo>
                <a:cubicBezTo>
                  <a:pt x="381969" y="170085"/>
                  <a:pt x="382621" y="166206"/>
                  <a:pt x="382686" y="159882"/>
                </a:cubicBezTo>
                <a:lnTo>
                  <a:pt x="382686" y="63366"/>
                </a:lnTo>
                <a:cubicBezTo>
                  <a:pt x="382621" y="56977"/>
                  <a:pt x="381871" y="52838"/>
                  <a:pt x="380437" y="50947"/>
                </a:cubicBezTo>
                <a:cubicBezTo>
                  <a:pt x="378937" y="49252"/>
                  <a:pt x="376036" y="48242"/>
                  <a:pt x="371734" y="47916"/>
                </a:cubicBezTo>
                <a:lnTo>
                  <a:pt x="371734" y="44298"/>
                </a:lnTo>
                <a:lnTo>
                  <a:pt x="410066" y="44298"/>
                </a:lnTo>
                <a:lnTo>
                  <a:pt x="410066" y="56326"/>
                </a:lnTo>
                <a:cubicBezTo>
                  <a:pt x="413261" y="51632"/>
                  <a:pt x="416520" y="48242"/>
                  <a:pt x="419845" y="46156"/>
                </a:cubicBezTo>
                <a:cubicBezTo>
                  <a:pt x="424604" y="43157"/>
                  <a:pt x="429787" y="41625"/>
                  <a:pt x="435393" y="41560"/>
                </a:cubicBezTo>
                <a:cubicBezTo>
                  <a:pt x="442043" y="41625"/>
                  <a:pt x="448171" y="43744"/>
                  <a:pt x="453777" y="47916"/>
                </a:cubicBezTo>
                <a:cubicBezTo>
                  <a:pt x="459253" y="52153"/>
                  <a:pt x="463426" y="57988"/>
                  <a:pt x="466294" y="65420"/>
                </a:cubicBezTo>
                <a:cubicBezTo>
                  <a:pt x="469097" y="72982"/>
                  <a:pt x="470531" y="81033"/>
                  <a:pt x="470597" y="89573"/>
                </a:cubicBezTo>
                <a:cubicBezTo>
                  <a:pt x="470597" y="98896"/>
                  <a:pt x="469130" y="107338"/>
                  <a:pt x="466196" y="114900"/>
                </a:cubicBezTo>
                <a:cubicBezTo>
                  <a:pt x="463132" y="122658"/>
                  <a:pt x="458830" y="128493"/>
                  <a:pt x="453288" y="132404"/>
                </a:cubicBezTo>
                <a:cubicBezTo>
                  <a:pt x="447617" y="136446"/>
                  <a:pt x="441326" y="138467"/>
                  <a:pt x="434415" y="138467"/>
                </a:cubicBezTo>
                <a:cubicBezTo>
                  <a:pt x="429396" y="138532"/>
                  <a:pt x="424702" y="137424"/>
                  <a:pt x="420334" y="135142"/>
                </a:cubicBezTo>
                <a:cubicBezTo>
                  <a:pt x="417074" y="133512"/>
                  <a:pt x="413652" y="130611"/>
                  <a:pt x="410066" y="126439"/>
                </a:cubicBezTo>
                <a:moveTo>
                  <a:pt x="410066" y="116563"/>
                </a:moveTo>
                <a:cubicBezTo>
                  <a:pt x="415607" y="124516"/>
                  <a:pt x="421605" y="128493"/>
                  <a:pt x="428059" y="128493"/>
                </a:cubicBezTo>
                <a:cubicBezTo>
                  <a:pt x="431579" y="128493"/>
                  <a:pt x="434480" y="126635"/>
                  <a:pt x="436762" y="122919"/>
                </a:cubicBezTo>
                <a:cubicBezTo>
                  <a:pt x="440152" y="117443"/>
                  <a:pt x="441847" y="107012"/>
                  <a:pt x="441847" y="91627"/>
                </a:cubicBezTo>
                <a:cubicBezTo>
                  <a:pt x="441847" y="75916"/>
                  <a:pt x="439989" y="65126"/>
                  <a:pt x="436273" y="59259"/>
                </a:cubicBezTo>
                <a:cubicBezTo>
                  <a:pt x="433796" y="55478"/>
                  <a:pt x="430471" y="53555"/>
                  <a:pt x="426299" y="53490"/>
                </a:cubicBezTo>
                <a:cubicBezTo>
                  <a:pt x="419649" y="53555"/>
                  <a:pt x="414238" y="58314"/>
                  <a:pt x="410066" y="67767"/>
                </a:cubicBezTo>
                <a:lnTo>
                  <a:pt x="410066" y="116563"/>
                </a:lnTo>
                <a:close/>
                <a:moveTo>
                  <a:pt x="521718" y="3129"/>
                </a:moveTo>
                <a:lnTo>
                  <a:pt x="521718" y="116758"/>
                </a:lnTo>
                <a:cubicBezTo>
                  <a:pt x="521718" y="123212"/>
                  <a:pt x="522467" y="127319"/>
                  <a:pt x="523967" y="129079"/>
                </a:cubicBezTo>
                <a:cubicBezTo>
                  <a:pt x="525401" y="130970"/>
                  <a:pt x="528334" y="132013"/>
                  <a:pt x="532768" y="132209"/>
                </a:cubicBezTo>
                <a:lnTo>
                  <a:pt x="532768" y="135729"/>
                </a:lnTo>
                <a:lnTo>
                  <a:pt x="483385" y="135729"/>
                </a:lnTo>
                <a:lnTo>
                  <a:pt x="483385" y="132209"/>
                </a:lnTo>
                <a:cubicBezTo>
                  <a:pt x="487362" y="132143"/>
                  <a:pt x="490360" y="130970"/>
                  <a:pt x="492381" y="128688"/>
                </a:cubicBezTo>
                <a:cubicBezTo>
                  <a:pt x="493620" y="127254"/>
                  <a:pt x="494272" y="123277"/>
                  <a:pt x="494337" y="116758"/>
                </a:cubicBezTo>
                <a:lnTo>
                  <a:pt x="494337" y="22100"/>
                </a:lnTo>
                <a:cubicBezTo>
                  <a:pt x="494272" y="15776"/>
                  <a:pt x="493522" y="11669"/>
                  <a:pt x="492088" y="9779"/>
                </a:cubicBezTo>
                <a:cubicBezTo>
                  <a:pt x="490589" y="8084"/>
                  <a:pt x="487688" y="7073"/>
                  <a:pt x="483385" y="6747"/>
                </a:cubicBezTo>
                <a:lnTo>
                  <a:pt x="483385" y="3129"/>
                </a:lnTo>
                <a:lnTo>
                  <a:pt x="521718" y="3129"/>
                </a:lnTo>
                <a:close/>
                <a:moveTo>
                  <a:pt x="567268" y="0"/>
                </a:moveTo>
                <a:cubicBezTo>
                  <a:pt x="571441" y="0"/>
                  <a:pt x="575026" y="1467"/>
                  <a:pt x="578025" y="4400"/>
                </a:cubicBezTo>
                <a:cubicBezTo>
                  <a:pt x="580959" y="7464"/>
                  <a:pt x="582425" y="11050"/>
                  <a:pt x="582425" y="15157"/>
                </a:cubicBezTo>
                <a:cubicBezTo>
                  <a:pt x="582425" y="19395"/>
                  <a:pt x="580959" y="22947"/>
                  <a:pt x="578025" y="25816"/>
                </a:cubicBezTo>
                <a:cubicBezTo>
                  <a:pt x="574961" y="28750"/>
                  <a:pt x="571375" y="30216"/>
                  <a:pt x="567268" y="30216"/>
                </a:cubicBezTo>
                <a:cubicBezTo>
                  <a:pt x="563031" y="30216"/>
                  <a:pt x="559478" y="28750"/>
                  <a:pt x="556610" y="25816"/>
                </a:cubicBezTo>
                <a:cubicBezTo>
                  <a:pt x="553676" y="22947"/>
                  <a:pt x="552209" y="19395"/>
                  <a:pt x="552209" y="15157"/>
                </a:cubicBezTo>
                <a:cubicBezTo>
                  <a:pt x="552209" y="11050"/>
                  <a:pt x="553676" y="7464"/>
                  <a:pt x="556610" y="4400"/>
                </a:cubicBezTo>
                <a:cubicBezTo>
                  <a:pt x="559478" y="1467"/>
                  <a:pt x="563031" y="0"/>
                  <a:pt x="567268" y="0"/>
                </a:cubicBezTo>
                <a:moveTo>
                  <a:pt x="580959" y="44298"/>
                </a:moveTo>
                <a:lnTo>
                  <a:pt x="580959" y="116758"/>
                </a:lnTo>
                <a:cubicBezTo>
                  <a:pt x="580959" y="123212"/>
                  <a:pt x="581708" y="127319"/>
                  <a:pt x="583208" y="129079"/>
                </a:cubicBezTo>
                <a:cubicBezTo>
                  <a:pt x="584642" y="130970"/>
                  <a:pt x="587576" y="132013"/>
                  <a:pt x="592009" y="132209"/>
                </a:cubicBezTo>
                <a:lnTo>
                  <a:pt x="592009" y="135729"/>
                </a:lnTo>
                <a:lnTo>
                  <a:pt x="542626" y="135729"/>
                </a:lnTo>
                <a:lnTo>
                  <a:pt x="542626" y="132209"/>
                </a:lnTo>
                <a:cubicBezTo>
                  <a:pt x="546603" y="132143"/>
                  <a:pt x="549601" y="130970"/>
                  <a:pt x="551622" y="128688"/>
                </a:cubicBezTo>
                <a:cubicBezTo>
                  <a:pt x="552861" y="127254"/>
                  <a:pt x="553513" y="123277"/>
                  <a:pt x="553578" y="116758"/>
                </a:cubicBezTo>
                <a:lnTo>
                  <a:pt x="553578" y="63366"/>
                </a:lnTo>
                <a:cubicBezTo>
                  <a:pt x="553513" y="56977"/>
                  <a:pt x="552763" y="52838"/>
                  <a:pt x="551329" y="50947"/>
                </a:cubicBezTo>
                <a:cubicBezTo>
                  <a:pt x="549830" y="49252"/>
                  <a:pt x="546929" y="48242"/>
                  <a:pt x="542626" y="47916"/>
                </a:cubicBezTo>
                <a:lnTo>
                  <a:pt x="542626" y="44298"/>
                </a:lnTo>
                <a:lnTo>
                  <a:pt x="580959" y="44298"/>
                </a:lnTo>
                <a:close/>
                <a:moveTo>
                  <a:pt x="641960" y="44298"/>
                </a:moveTo>
                <a:lnTo>
                  <a:pt x="641960" y="56130"/>
                </a:lnTo>
                <a:cubicBezTo>
                  <a:pt x="646654" y="51045"/>
                  <a:pt x="651152" y="47329"/>
                  <a:pt x="655454" y="44982"/>
                </a:cubicBezTo>
                <a:cubicBezTo>
                  <a:pt x="659692" y="42766"/>
                  <a:pt x="664321" y="41625"/>
                  <a:pt x="669340" y="41560"/>
                </a:cubicBezTo>
                <a:cubicBezTo>
                  <a:pt x="675273" y="41625"/>
                  <a:pt x="680195" y="43255"/>
                  <a:pt x="684106" y="46449"/>
                </a:cubicBezTo>
                <a:cubicBezTo>
                  <a:pt x="688018" y="49774"/>
                  <a:pt x="690625" y="53881"/>
                  <a:pt x="691929" y="58770"/>
                </a:cubicBezTo>
                <a:cubicBezTo>
                  <a:pt x="692972" y="62486"/>
                  <a:pt x="693494" y="69625"/>
                  <a:pt x="693494" y="80186"/>
                </a:cubicBezTo>
                <a:lnTo>
                  <a:pt x="693494" y="115780"/>
                </a:lnTo>
                <a:cubicBezTo>
                  <a:pt x="693494" y="122886"/>
                  <a:pt x="694146" y="127254"/>
                  <a:pt x="695450" y="128884"/>
                </a:cubicBezTo>
                <a:cubicBezTo>
                  <a:pt x="696688" y="130644"/>
                  <a:pt x="699328" y="131752"/>
                  <a:pt x="703370" y="132209"/>
                </a:cubicBezTo>
                <a:lnTo>
                  <a:pt x="703370" y="135729"/>
                </a:lnTo>
                <a:lnTo>
                  <a:pt x="657117" y="135729"/>
                </a:lnTo>
                <a:lnTo>
                  <a:pt x="657117" y="132209"/>
                </a:lnTo>
                <a:cubicBezTo>
                  <a:pt x="660507" y="131817"/>
                  <a:pt x="662984" y="130383"/>
                  <a:pt x="664549" y="127906"/>
                </a:cubicBezTo>
                <a:cubicBezTo>
                  <a:pt x="665592" y="126276"/>
                  <a:pt x="666113" y="122234"/>
                  <a:pt x="666113" y="115780"/>
                </a:cubicBezTo>
                <a:lnTo>
                  <a:pt x="666113" y="75101"/>
                </a:lnTo>
                <a:cubicBezTo>
                  <a:pt x="666113" y="67604"/>
                  <a:pt x="665820" y="62877"/>
                  <a:pt x="665233" y="60922"/>
                </a:cubicBezTo>
                <a:cubicBezTo>
                  <a:pt x="664646" y="58966"/>
                  <a:pt x="663669" y="57434"/>
                  <a:pt x="662300" y="56326"/>
                </a:cubicBezTo>
                <a:cubicBezTo>
                  <a:pt x="660800" y="55282"/>
                  <a:pt x="659236" y="54761"/>
                  <a:pt x="657606" y="54761"/>
                </a:cubicBezTo>
                <a:cubicBezTo>
                  <a:pt x="651934" y="54761"/>
                  <a:pt x="646719" y="58770"/>
                  <a:pt x="641960" y="66789"/>
                </a:cubicBezTo>
                <a:lnTo>
                  <a:pt x="641960" y="115780"/>
                </a:lnTo>
                <a:cubicBezTo>
                  <a:pt x="641960" y="122625"/>
                  <a:pt x="642612" y="126961"/>
                  <a:pt x="643916" y="128786"/>
                </a:cubicBezTo>
                <a:cubicBezTo>
                  <a:pt x="645154" y="130677"/>
                  <a:pt x="647501" y="131817"/>
                  <a:pt x="650956" y="132209"/>
                </a:cubicBezTo>
                <a:lnTo>
                  <a:pt x="650956" y="135729"/>
                </a:lnTo>
                <a:lnTo>
                  <a:pt x="604703" y="135729"/>
                </a:lnTo>
                <a:lnTo>
                  <a:pt x="604703" y="132209"/>
                </a:lnTo>
                <a:cubicBezTo>
                  <a:pt x="608484" y="131817"/>
                  <a:pt x="611222" y="130579"/>
                  <a:pt x="612917" y="128493"/>
                </a:cubicBezTo>
                <a:cubicBezTo>
                  <a:pt x="613960" y="127058"/>
                  <a:pt x="614514" y="122821"/>
                  <a:pt x="614579" y="115780"/>
                </a:cubicBezTo>
                <a:lnTo>
                  <a:pt x="614579" y="64149"/>
                </a:lnTo>
                <a:cubicBezTo>
                  <a:pt x="614579" y="57238"/>
                  <a:pt x="613960" y="52936"/>
                  <a:pt x="612721" y="51241"/>
                </a:cubicBezTo>
                <a:cubicBezTo>
                  <a:pt x="611352" y="49611"/>
                  <a:pt x="608680" y="48503"/>
                  <a:pt x="604703" y="47916"/>
                </a:cubicBezTo>
                <a:lnTo>
                  <a:pt x="604703" y="44298"/>
                </a:lnTo>
                <a:lnTo>
                  <a:pt x="641960" y="44298"/>
                </a:lnTo>
                <a:close/>
                <a:moveTo>
                  <a:pt x="774636" y="45373"/>
                </a:moveTo>
                <a:lnTo>
                  <a:pt x="805439" y="45373"/>
                </a:lnTo>
                <a:lnTo>
                  <a:pt x="805439" y="56130"/>
                </a:lnTo>
                <a:lnTo>
                  <a:pt x="787935" y="56130"/>
                </a:lnTo>
                <a:cubicBezTo>
                  <a:pt x="791064" y="59390"/>
                  <a:pt x="793281" y="62291"/>
                  <a:pt x="794584" y="64833"/>
                </a:cubicBezTo>
                <a:cubicBezTo>
                  <a:pt x="796149" y="68419"/>
                  <a:pt x="796931" y="72102"/>
                  <a:pt x="796931" y="75883"/>
                </a:cubicBezTo>
                <a:cubicBezTo>
                  <a:pt x="796931" y="82467"/>
                  <a:pt x="795139" y="88106"/>
                  <a:pt x="791553" y="92800"/>
                </a:cubicBezTo>
                <a:cubicBezTo>
                  <a:pt x="787837" y="97690"/>
                  <a:pt x="782915" y="101438"/>
                  <a:pt x="776787" y="104046"/>
                </a:cubicBezTo>
                <a:cubicBezTo>
                  <a:pt x="770463" y="106784"/>
                  <a:pt x="764922" y="108153"/>
                  <a:pt x="760163" y="108153"/>
                </a:cubicBezTo>
                <a:cubicBezTo>
                  <a:pt x="759772" y="108153"/>
                  <a:pt x="755861" y="107990"/>
                  <a:pt x="748429" y="107664"/>
                </a:cubicBezTo>
                <a:cubicBezTo>
                  <a:pt x="745495" y="107729"/>
                  <a:pt x="743050" y="108674"/>
                  <a:pt x="741095" y="110500"/>
                </a:cubicBezTo>
                <a:cubicBezTo>
                  <a:pt x="739009" y="112521"/>
                  <a:pt x="737998" y="114835"/>
                  <a:pt x="738063" y="117443"/>
                </a:cubicBezTo>
                <a:cubicBezTo>
                  <a:pt x="737998" y="119855"/>
                  <a:pt x="738911" y="121778"/>
                  <a:pt x="740801" y="123212"/>
                </a:cubicBezTo>
                <a:cubicBezTo>
                  <a:pt x="742561" y="124712"/>
                  <a:pt x="745462" y="125461"/>
                  <a:pt x="749504" y="125461"/>
                </a:cubicBezTo>
                <a:lnTo>
                  <a:pt x="766422" y="125266"/>
                </a:lnTo>
                <a:cubicBezTo>
                  <a:pt x="780047" y="125266"/>
                  <a:pt x="789467" y="126765"/>
                  <a:pt x="794682" y="129764"/>
                </a:cubicBezTo>
                <a:cubicBezTo>
                  <a:pt x="801984" y="134001"/>
                  <a:pt x="805667" y="140423"/>
                  <a:pt x="805732" y="149028"/>
                </a:cubicBezTo>
                <a:cubicBezTo>
                  <a:pt x="805732" y="154634"/>
                  <a:pt x="804037" y="159654"/>
                  <a:pt x="800647" y="164087"/>
                </a:cubicBezTo>
                <a:cubicBezTo>
                  <a:pt x="797192" y="168716"/>
                  <a:pt x="792726" y="172073"/>
                  <a:pt x="787250" y="174159"/>
                </a:cubicBezTo>
                <a:cubicBezTo>
                  <a:pt x="778841" y="177419"/>
                  <a:pt x="769160" y="179016"/>
                  <a:pt x="758207" y="178951"/>
                </a:cubicBezTo>
                <a:cubicBezTo>
                  <a:pt x="749928" y="179016"/>
                  <a:pt x="742431" y="178201"/>
                  <a:pt x="735716" y="176506"/>
                </a:cubicBezTo>
                <a:cubicBezTo>
                  <a:pt x="728936" y="174942"/>
                  <a:pt x="724080" y="172725"/>
                  <a:pt x="721146" y="169857"/>
                </a:cubicBezTo>
                <a:cubicBezTo>
                  <a:pt x="718212" y="167054"/>
                  <a:pt x="716746" y="164087"/>
                  <a:pt x="716746" y="160958"/>
                </a:cubicBezTo>
                <a:cubicBezTo>
                  <a:pt x="716746" y="158024"/>
                  <a:pt x="717886" y="155319"/>
                  <a:pt x="720168" y="152842"/>
                </a:cubicBezTo>
                <a:cubicBezTo>
                  <a:pt x="722319" y="150560"/>
                  <a:pt x="726492" y="148572"/>
                  <a:pt x="732685" y="146877"/>
                </a:cubicBezTo>
                <a:cubicBezTo>
                  <a:pt x="724145" y="142704"/>
                  <a:pt x="719907" y="136902"/>
                  <a:pt x="719973" y="129471"/>
                </a:cubicBezTo>
                <a:cubicBezTo>
                  <a:pt x="719973" y="124972"/>
                  <a:pt x="721700" y="120604"/>
                  <a:pt x="725155" y="116367"/>
                </a:cubicBezTo>
                <a:cubicBezTo>
                  <a:pt x="728545" y="112195"/>
                  <a:pt x="734021" y="108511"/>
                  <a:pt x="741584" y="105317"/>
                </a:cubicBezTo>
                <a:cubicBezTo>
                  <a:pt x="732848" y="102123"/>
                  <a:pt x="726524" y="97918"/>
                  <a:pt x="722613" y="92702"/>
                </a:cubicBezTo>
                <a:cubicBezTo>
                  <a:pt x="718701" y="87552"/>
                  <a:pt x="716746" y="81522"/>
                  <a:pt x="716746" y="74612"/>
                </a:cubicBezTo>
                <a:cubicBezTo>
                  <a:pt x="716680" y="65746"/>
                  <a:pt x="720331" y="57988"/>
                  <a:pt x="727698" y="51338"/>
                </a:cubicBezTo>
                <a:cubicBezTo>
                  <a:pt x="734999" y="44819"/>
                  <a:pt x="744387" y="41560"/>
                  <a:pt x="755861" y="41560"/>
                </a:cubicBezTo>
                <a:cubicBezTo>
                  <a:pt x="761923" y="41560"/>
                  <a:pt x="768182" y="42831"/>
                  <a:pt x="774636" y="45373"/>
                </a:cubicBezTo>
                <a:moveTo>
                  <a:pt x="757719" y="47622"/>
                </a:moveTo>
                <a:cubicBezTo>
                  <a:pt x="753872" y="47622"/>
                  <a:pt x="750678" y="49513"/>
                  <a:pt x="748135" y="53294"/>
                </a:cubicBezTo>
                <a:cubicBezTo>
                  <a:pt x="745462" y="57140"/>
                  <a:pt x="744159" y="65061"/>
                  <a:pt x="744224" y="77056"/>
                </a:cubicBezTo>
                <a:cubicBezTo>
                  <a:pt x="744159" y="86770"/>
                  <a:pt x="745462" y="93420"/>
                  <a:pt x="748135" y="97005"/>
                </a:cubicBezTo>
                <a:cubicBezTo>
                  <a:pt x="750678" y="100656"/>
                  <a:pt x="753709" y="102481"/>
                  <a:pt x="757230" y="102481"/>
                </a:cubicBezTo>
                <a:cubicBezTo>
                  <a:pt x="761076" y="102546"/>
                  <a:pt x="764335" y="100754"/>
                  <a:pt x="767008" y="97103"/>
                </a:cubicBezTo>
                <a:cubicBezTo>
                  <a:pt x="769616" y="93517"/>
                  <a:pt x="770920" y="86542"/>
                  <a:pt x="770920" y="76176"/>
                </a:cubicBezTo>
                <a:cubicBezTo>
                  <a:pt x="770920" y="64572"/>
                  <a:pt x="769453" y="56619"/>
                  <a:pt x="766519" y="52316"/>
                </a:cubicBezTo>
                <a:cubicBezTo>
                  <a:pt x="764433" y="49187"/>
                  <a:pt x="761500" y="47622"/>
                  <a:pt x="757719" y="47622"/>
                </a:cubicBezTo>
                <a:moveTo>
                  <a:pt x="751949" y="149224"/>
                </a:moveTo>
                <a:cubicBezTo>
                  <a:pt x="745300" y="149289"/>
                  <a:pt x="740899" y="149843"/>
                  <a:pt x="738748" y="150886"/>
                </a:cubicBezTo>
                <a:cubicBezTo>
                  <a:pt x="735032" y="152972"/>
                  <a:pt x="733174" y="155710"/>
                  <a:pt x="733174" y="159100"/>
                </a:cubicBezTo>
                <a:cubicBezTo>
                  <a:pt x="733174" y="162490"/>
                  <a:pt x="735097" y="165489"/>
                  <a:pt x="738943" y="168097"/>
                </a:cubicBezTo>
                <a:cubicBezTo>
                  <a:pt x="742724" y="170835"/>
                  <a:pt x="749961" y="172204"/>
                  <a:pt x="760652" y="172204"/>
                </a:cubicBezTo>
                <a:cubicBezTo>
                  <a:pt x="769714" y="172269"/>
                  <a:pt x="776852" y="171063"/>
                  <a:pt x="782068" y="168586"/>
                </a:cubicBezTo>
                <a:cubicBezTo>
                  <a:pt x="787218" y="166239"/>
                  <a:pt x="789793" y="162849"/>
                  <a:pt x="789793" y="158416"/>
                </a:cubicBezTo>
                <a:cubicBezTo>
                  <a:pt x="789793" y="156786"/>
                  <a:pt x="789304" y="155417"/>
                  <a:pt x="788326" y="154309"/>
                </a:cubicBezTo>
                <a:cubicBezTo>
                  <a:pt x="786566" y="152353"/>
                  <a:pt x="783926" y="151016"/>
                  <a:pt x="780405" y="150299"/>
                </a:cubicBezTo>
                <a:cubicBezTo>
                  <a:pt x="776754" y="149647"/>
                  <a:pt x="767269" y="149289"/>
                  <a:pt x="751949" y="149224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Probability">
            <a:extLst xmlns:a="http://schemas.openxmlformats.org/drawingml/2006/main">
              <a:ext uri="{FF2B5EF4-FFF2-40B4-BE49-F238E27FC236}">
                <a16:creationId xmlns:a16="http://schemas.microsoft.com/office/drawing/2014/main" id="{5B78F124-78D5-46BC-B6C3-492FA37F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193" y="2853729"/>
            <a:ext cx="983274" cy="178951"/>
          </a:xfrm>
          <a:custGeom xmlns:a="http://schemas.openxmlformats.org/drawingml/2006/main">
            <a:pathLst>
              <a:path w="983274" h="178951">
                <a:moveTo>
                  <a:pt x="48991" y="75687"/>
                </a:moveTo>
                <a:lnTo>
                  <a:pt x="48991" y="112456"/>
                </a:lnTo>
                <a:cubicBezTo>
                  <a:pt x="48991" y="119627"/>
                  <a:pt x="49448" y="124125"/>
                  <a:pt x="50361" y="125950"/>
                </a:cubicBezTo>
                <a:cubicBezTo>
                  <a:pt x="51208" y="127906"/>
                  <a:pt x="52773" y="129405"/>
                  <a:pt x="55054" y="130448"/>
                </a:cubicBezTo>
                <a:cubicBezTo>
                  <a:pt x="57271" y="131557"/>
                  <a:pt x="61378" y="132111"/>
                  <a:pt x="67376" y="132111"/>
                </a:cubicBezTo>
                <a:lnTo>
                  <a:pt x="67376" y="135729"/>
                </a:lnTo>
                <a:lnTo>
                  <a:pt x="0" y="135729"/>
                </a:lnTo>
                <a:lnTo>
                  <a:pt x="0" y="132111"/>
                </a:lnTo>
                <a:cubicBezTo>
                  <a:pt x="6063" y="132111"/>
                  <a:pt x="10235" y="131524"/>
                  <a:pt x="12517" y="130351"/>
                </a:cubicBezTo>
                <a:cubicBezTo>
                  <a:pt x="14668" y="129308"/>
                  <a:pt x="16200" y="127841"/>
                  <a:pt x="17113" y="125950"/>
                </a:cubicBezTo>
                <a:cubicBezTo>
                  <a:pt x="17960" y="124125"/>
                  <a:pt x="18384" y="119627"/>
                  <a:pt x="18384" y="112456"/>
                </a:cubicBezTo>
                <a:lnTo>
                  <a:pt x="18384" y="26403"/>
                </a:lnTo>
                <a:cubicBezTo>
                  <a:pt x="18384" y="19297"/>
                  <a:pt x="17960" y="14766"/>
                  <a:pt x="17113" y="12810"/>
                </a:cubicBezTo>
                <a:cubicBezTo>
                  <a:pt x="16200" y="10985"/>
                  <a:pt x="14636" y="9518"/>
                  <a:pt x="12419" y="8410"/>
                </a:cubicBezTo>
                <a:cubicBezTo>
                  <a:pt x="10137" y="7367"/>
                  <a:pt x="5998" y="6813"/>
                  <a:pt x="0" y="6747"/>
                </a:cubicBezTo>
                <a:lnTo>
                  <a:pt x="0" y="3129"/>
                </a:lnTo>
                <a:lnTo>
                  <a:pt x="57792" y="3129"/>
                </a:lnTo>
                <a:cubicBezTo>
                  <a:pt x="76763" y="3194"/>
                  <a:pt x="90421" y="6584"/>
                  <a:pt x="98765" y="13299"/>
                </a:cubicBezTo>
                <a:cubicBezTo>
                  <a:pt x="107045" y="20079"/>
                  <a:pt x="111184" y="28554"/>
                  <a:pt x="111184" y="38724"/>
                </a:cubicBezTo>
                <a:cubicBezTo>
                  <a:pt x="111184" y="47329"/>
                  <a:pt x="108511" y="54696"/>
                  <a:pt x="103166" y="60824"/>
                </a:cubicBezTo>
                <a:cubicBezTo>
                  <a:pt x="97755" y="67017"/>
                  <a:pt x="90388" y="71189"/>
                  <a:pt x="81066" y="73341"/>
                </a:cubicBezTo>
                <a:cubicBezTo>
                  <a:pt x="74677" y="74905"/>
                  <a:pt x="63986" y="75687"/>
                  <a:pt x="48991" y="75687"/>
                </a:cubicBezTo>
                <a:moveTo>
                  <a:pt x="48991" y="10757"/>
                </a:moveTo>
                <a:lnTo>
                  <a:pt x="48991" y="68060"/>
                </a:lnTo>
                <a:cubicBezTo>
                  <a:pt x="51143" y="68190"/>
                  <a:pt x="52773" y="68256"/>
                  <a:pt x="53881" y="68256"/>
                </a:cubicBezTo>
                <a:cubicBezTo>
                  <a:pt x="61769" y="68321"/>
                  <a:pt x="67897" y="65941"/>
                  <a:pt x="72265" y="61117"/>
                </a:cubicBezTo>
                <a:cubicBezTo>
                  <a:pt x="76568" y="56423"/>
                  <a:pt x="78719" y="49122"/>
                  <a:pt x="78719" y="39213"/>
                </a:cubicBezTo>
                <a:cubicBezTo>
                  <a:pt x="78719" y="29434"/>
                  <a:pt x="76568" y="22230"/>
                  <a:pt x="72265" y="17602"/>
                </a:cubicBezTo>
                <a:cubicBezTo>
                  <a:pt x="67897" y="13038"/>
                  <a:pt x="61476" y="10757"/>
                  <a:pt x="53001" y="10757"/>
                </a:cubicBezTo>
                <a:lnTo>
                  <a:pt x="48991" y="10757"/>
                </a:lnTo>
                <a:close/>
                <a:moveTo>
                  <a:pt x="165699" y="44298"/>
                </a:moveTo>
                <a:lnTo>
                  <a:pt x="165699" y="65029"/>
                </a:lnTo>
                <a:cubicBezTo>
                  <a:pt x="171697" y="55576"/>
                  <a:pt x="177010" y="49285"/>
                  <a:pt x="181638" y="46156"/>
                </a:cubicBezTo>
                <a:cubicBezTo>
                  <a:pt x="186202" y="43157"/>
                  <a:pt x="190602" y="41625"/>
                  <a:pt x="194840" y="41560"/>
                </a:cubicBezTo>
                <a:cubicBezTo>
                  <a:pt x="198425" y="41560"/>
                  <a:pt x="201359" y="42668"/>
                  <a:pt x="203641" y="44884"/>
                </a:cubicBezTo>
                <a:cubicBezTo>
                  <a:pt x="205792" y="47166"/>
                  <a:pt x="206868" y="50361"/>
                  <a:pt x="206868" y="54468"/>
                </a:cubicBezTo>
                <a:cubicBezTo>
                  <a:pt x="206802" y="58901"/>
                  <a:pt x="205759" y="62291"/>
                  <a:pt x="203738" y="64637"/>
                </a:cubicBezTo>
                <a:cubicBezTo>
                  <a:pt x="201587" y="67115"/>
                  <a:pt x="199012" y="68321"/>
                  <a:pt x="196013" y="68256"/>
                </a:cubicBezTo>
                <a:cubicBezTo>
                  <a:pt x="192558" y="68321"/>
                  <a:pt x="189559" y="67213"/>
                  <a:pt x="187017" y="64931"/>
                </a:cubicBezTo>
                <a:cubicBezTo>
                  <a:pt x="184474" y="62780"/>
                  <a:pt x="182975" y="61541"/>
                  <a:pt x="182519" y="61215"/>
                </a:cubicBezTo>
                <a:cubicBezTo>
                  <a:pt x="181801" y="60824"/>
                  <a:pt x="181052" y="60628"/>
                  <a:pt x="180269" y="60628"/>
                </a:cubicBezTo>
                <a:cubicBezTo>
                  <a:pt x="178314" y="60628"/>
                  <a:pt x="176521" y="61345"/>
                  <a:pt x="174891" y="62780"/>
                </a:cubicBezTo>
                <a:cubicBezTo>
                  <a:pt x="172218" y="65061"/>
                  <a:pt x="170197" y="68223"/>
                  <a:pt x="168828" y="72265"/>
                </a:cubicBezTo>
                <a:cubicBezTo>
                  <a:pt x="166742" y="78654"/>
                  <a:pt x="165699" y="85629"/>
                  <a:pt x="165699" y="93191"/>
                </a:cubicBezTo>
                <a:lnTo>
                  <a:pt x="165699" y="114216"/>
                </a:lnTo>
                <a:lnTo>
                  <a:pt x="165797" y="119692"/>
                </a:lnTo>
                <a:cubicBezTo>
                  <a:pt x="165732" y="123408"/>
                  <a:pt x="165960" y="125787"/>
                  <a:pt x="166481" y="126830"/>
                </a:cubicBezTo>
                <a:cubicBezTo>
                  <a:pt x="167264" y="128590"/>
                  <a:pt x="168437" y="129862"/>
                  <a:pt x="170002" y="130644"/>
                </a:cubicBezTo>
                <a:cubicBezTo>
                  <a:pt x="171436" y="131557"/>
                  <a:pt x="174011" y="132078"/>
                  <a:pt x="177727" y="132209"/>
                </a:cubicBezTo>
                <a:lnTo>
                  <a:pt x="177727" y="135729"/>
                </a:lnTo>
                <a:lnTo>
                  <a:pt x="128344" y="135729"/>
                </a:lnTo>
                <a:lnTo>
                  <a:pt x="128344" y="132209"/>
                </a:lnTo>
                <a:cubicBezTo>
                  <a:pt x="132256" y="131948"/>
                  <a:pt x="134961" y="130840"/>
                  <a:pt x="136461" y="128884"/>
                </a:cubicBezTo>
                <a:cubicBezTo>
                  <a:pt x="137830" y="127058"/>
                  <a:pt x="138514" y="122169"/>
                  <a:pt x="138514" y="114216"/>
                </a:cubicBezTo>
                <a:lnTo>
                  <a:pt x="138514" y="63660"/>
                </a:lnTo>
                <a:cubicBezTo>
                  <a:pt x="138449" y="58509"/>
                  <a:pt x="138188" y="55185"/>
                  <a:pt x="137732" y="53685"/>
                </a:cubicBezTo>
                <a:cubicBezTo>
                  <a:pt x="137015" y="51925"/>
                  <a:pt x="136070" y="50589"/>
                  <a:pt x="134896" y="49676"/>
                </a:cubicBezTo>
                <a:cubicBezTo>
                  <a:pt x="133592" y="48829"/>
                  <a:pt x="131408" y="48242"/>
                  <a:pt x="128344" y="47916"/>
                </a:cubicBezTo>
                <a:lnTo>
                  <a:pt x="128344" y="44298"/>
                </a:lnTo>
                <a:lnTo>
                  <a:pt x="165699" y="44298"/>
                </a:lnTo>
                <a:close/>
                <a:moveTo>
                  <a:pt x="259890" y="41560"/>
                </a:moveTo>
                <a:cubicBezTo>
                  <a:pt x="267778" y="41560"/>
                  <a:pt x="275178" y="43613"/>
                  <a:pt x="282088" y="47720"/>
                </a:cubicBezTo>
                <a:cubicBezTo>
                  <a:pt x="288868" y="51893"/>
                  <a:pt x="294083" y="57727"/>
                  <a:pt x="297734" y="65224"/>
                </a:cubicBezTo>
                <a:cubicBezTo>
                  <a:pt x="301254" y="72786"/>
                  <a:pt x="303014" y="81066"/>
                  <a:pt x="303014" y="90062"/>
                </a:cubicBezTo>
                <a:cubicBezTo>
                  <a:pt x="302949" y="103101"/>
                  <a:pt x="299657" y="113955"/>
                  <a:pt x="293138" y="122625"/>
                </a:cubicBezTo>
                <a:cubicBezTo>
                  <a:pt x="285119" y="133186"/>
                  <a:pt x="274134" y="138467"/>
                  <a:pt x="260183" y="138467"/>
                </a:cubicBezTo>
                <a:cubicBezTo>
                  <a:pt x="246363" y="138532"/>
                  <a:pt x="235769" y="133708"/>
                  <a:pt x="228403" y="123994"/>
                </a:cubicBezTo>
                <a:cubicBezTo>
                  <a:pt x="220971" y="114346"/>
                  <a:pt x="217255" y="103166"/>
                  <a:pt x="217255" y="90453"/>
                </a:cubicBezTo>
                <a:cubicBezTo>
                  <a:pt x="217255" y="77350"/>
                  <a:pt x="221068" y="65909"/>
                  <a:pt x="228696" y="56130"/>
                </a:cubicBezTo>
                <a:cubicBezTo>
                  <a:pt x="236193" y="46482"/>
                  <a:pt x="246591" y="41625"/>
                  <a:pt x="259890" y="41560"/>
                </a:cubicBezTo>
                <a:moveTo>
                  <a:pt x="260281" y="48503"/>
                </a:moveTo>
                <a:cubicBezTo>
                  <a:pt x="256956" y="48568"/>
                  <a:pt x="254121" y="49806"/>
                  <a:pt x="251774" y="52218"/>
                </a:cubicBezTo>
                <a:cubicBezTo>
                  <a:pt x="249296" y="54826"/>
                  <a:pt x="247732" y="59781"/>
                  <a:pt x="247080" y="67082"/>
                </a:cubicBezTo>
                <a:cubicBezTo>
                  <a:pt x="246298" y="74514"/>
                  <a:pt x="245906" y="84814"/>
                  <a:pt x="245906" y="97983"/>
                </a:cubicBezTo>
                <a:cubicBezTo>
                  <a:pt x="245906" y="104958"/>
                  <a:pt x="246363" y="111478"/>
                  <a:pt x="247276" y="117540"/>
                </a:cubicBezTo>
                <a:cubicBezTo>
                  <a:pt x="247927" y="122169"/>
                  <a:pt x="249459" y="125689"/>
                  <a:pt x="251872" y="128102"/>
                </a:cubicBezTo>
                <a:cubicBezTo>
                  <a:pt x="254153" y="130579"/>
                  <a:pt x="256826" y="131785"/>
                  <a:pt x="259890" y="131720"/>
                </a:cubicBezTo>
                <a:cubicBezTo>
                  <a:pt x="262824" y="131785"/>
                  <a:pt x="265268" y="130970"/>
                  <a:pt x="267224" y="129275"/>
                </a:cubicBezTo>
                <a:cubicBezTo>
                  <a:pt x="269701" y="127124"/>
                  <a:pt x="271396" y="124027"/>
                  <a:pt x="272309" y="119985"/>
                </a:cubicBezTo>
                <a:cubicBezTo>
                  <a:pt x="273548" y="113857"/>
                  <a:pt x="274200" y="101340"/>
                  <a:pt x="274265" y="82435"/>
                </a:cubicBezTo>
                <a:cubicBezTo>
                  <a:pt x="274265" y="71417"/>
                  <a:pt x="273646" y="63790"/>
                  <a:pt x="272407" y="59553"/>
                </a:cubicBezTo>
                <a:cubicBezTo>
                  <a:pt x="271103" y="55445"/>
                  <a:pt x="269278" y="52447"/>
                  <a:pt x="266931" y="50556"/>
                </a:cubicBezTo>
                <a:cubicBezTo>
                  <a:pt x="265236" y="49187"/>
                  <a:pt x="263019" y="48503"/>
                  <a:pt x="260281" y="48503"/>
                </a:cubicBezTo>
                <a:close/>
                <a:moveTo>
                  <a:pt x="356008" y="3129"/>
                </a:moveTo>
                <a:lnTo>
                  <a:pt x="356008" y="53490"/>
                </a:lnTo>
                <a:cubicBezTo>
                  <a:pt x="363700" y="45602"/>
                  <a:pt x="372110" y="41625"/>
                  <a:pt x="381237" y="41560"/>
                </a:cubicBezTo>
                <a:cubicBezTo>
                  <a:pt x="387430" y="41625"/>
                  <a:pt x="393330" y="43450"/>
                  <a:pt x="398937" y="47036"/>
                </a:cubicBezTo>
                <a:cubicBezTo>
                  <a:pt x="404478" y="50817"/>
                  <a:pt x="408813" y="56065"/>
                  <a:pt x="411942" y="62780"/>
                </a:cubicBezTo>
                <a:cubicBezTo>
                  <a:pt x="415071" y="69559"/>
                  <a:pt x="416636" y="77382"/>
                  <a:pt x="416636" y="86249"/>
                </a:cubicBezTo>
                <a:cubicBezTo>
                  <a:pt x="416636" y="96288"/>
                  <a:pt x="414648" y="105350"/>
                  <a:pt x="410671" y="113433"/>
                </a:cubicBezTo>
                <a:cubicBezTo>
                  <a:pt x="406629" y="121648"/>
                  <a:pt x="401316" y="127841"/>
                  <a:pt x="394732" y="132013"/>
                </a:cubicBezTo>
                <a:cubicBezTo>
                  <a:pt x="388017" y="136316"/>
                  <a:pt x="380422" y="138467"/>
                  <a:pt x="371947" y="138467"/>
                </a:cubicBezTo>
                <a:cubicBezTo>
                  <a:pt x="366927" y="138467"/>
                  <a:pt x="362527" y="137685"/>
                  <a:pt x="358746" y="136120"/>
                </a:cubicBezTo>
                <a:cubicBezTo>
                  <a:pt x="354900" y="134555"/>
                  <a:pt x="351118" y="132013"/>
                  <a:pt x="347403" y="128493"/>
                </a:cubicBezTo>
                <a:lnTo>
                  <a:pt x="332246" y="138369"/>
                </a:lnTo>
                <a:lnTo>
                  <a:pt x="328921" y="138369"/>
                </a:lnTo>
                <a:lnTo>
                  <a:pt x="328921" y="22100"/>
                </a:lnTo>
                <a:cubicBezTo>
                  <a:pt x="328921" y="16885"/>
                  <a:pt x="328693" y="13625"/>
                  <a:pt x="328236" y="12321"/>
                </a:cubicBezTo>
                <a:cubicBezTo>
                  <a:pt x="327519" y="10496"/>
                  <a:pt x="326509" y="9127"/>
                  <a:pt x="325205" y="8214"/>
                </a:cubicBezTo>
                <a:cubicBezTo>
                  <a:pt x="323705" y="7367"/>
                  <a:pt x="321326" y="6878"/>
                  <a:pt x="318066" y="6747"/>
                </a:cubicBezTo>
                <a:lnTo>
                  <a:pt x="318066" y="3129"/>
                </a:lnTo>
                <a:lnTo>
                  <a:pt x="356008" y="3129"/>
                </a:lnTo>
                <a:moveTo>
                  <a:pt x="356008" y="62193"/>
                </a:moveTo>
                <a:lnTo>
                  <a:pt x="356008" y="102872"/>
                </a:lnTo>
                <a:cubicBezTo>
                  <a:pt x="356008" y="111217"/>
                  <a:pt x="356203" y="116497"/>
                  <a:pt x="356595" y="118714"/>
                </a:cubicBezTo>
                <a:cubicBezTo>
                  <a:pt x="357247" y="122560"/>
                  <a:pt x="358811" y="125657"/>
                  <a:pt x="361288" y="128004"/>
                </a:cubicBezTo>
                <a:cubicBezTo>
                  <a:pt x="363700" y="130481"/>
                  <a:pt x="366862" y="131687"/>
                  <a:pt x="370774" y="131622"/>
                </a:cubicBezTo>
                <a:cubicBezTo>
                  <a:pt x="374033" y="131622"/>
                  <a:pt x="376902" y="130677"/>
                  <a:pt x="379379" y="128786"/>
                </a:cubicBezTo>
                <a:cubicBezTo>
                  <a:pt x="381661" y="126961"/>
                  <a:pt x="383649" y="123212"/>
                  <a:pt x="385344" y="117540"/>
                </a:cubicBezTo>
                <a:cubicBezTo>
                  <a:pt x="386909" y="111999"/>
                  <a:pt x="387691" y="101894"/>
                  <a:pt x="387691" y="87226"/>
                </a:cubicBezTo>
                <a:cubicBezTo>
                  <a:pt x="387691" y="73275"/>
                  <a:pt x="385931" y="63660"/>
                  <a:pt x="382410" y="58379"/>
                </a:cubicBezTo>
                <a:cubicBezTo>
                  <a:pt x="379868" y="54598"/>
                  <a:pt x="376445" y="52707"/>
                  <a:pt x="372143" y="52707"/>
                </a:cubicBezTo>
                <a:cubicBezTo>
                  <a:pt x="366536" y="52707"/>
                  <a:pt x="361158" y="55869"/>
                  <a:pt x="356008" y="62193"/>
                </a:cubicBezTo>
                <a:close/>
                <a:moveTo>
                  <a:pt x="482328" y="122234"/>
                </a:moveTo>
                <a:cubicBezTo>
                  <a:pt x="471180" y="132143"/>
                  <a:pt x="461173" y="137065"/>
                  <a:pt x="452307" y="137000"/>
                </a:cubicBezTo>
                <a:cubicBezTo>
                  <a:pt x="447026" y="137000"/>
                  <a:pt x="442691" y="135273"/>
                  <a:pt x="439301" y="131817"/>
                </a:cubicBezTo>
                <a:cubicBezTo>
                  <a:pt x="435846" y="128493"/>
                  <a:pt x="434118" y="124223"/>
                  <a:pt x="434118" y="119007"/>
                </a:cubicBezTo>
                <a:cubicBezTo>
                  <a:pt x="434118" y="112097"/>
                  <a:pt x="437117" y="105806"/>
                  <a:pt x="443115" y="100134"/>
                </a:cubicBezTo>
                <a:cubicBezTo>
                  <a:pt x="449047" y="94658"/>
                  <a:pt x="462118" y="87259"/>
                  <a:pt x="482328" y="77937"/>
                </a:cubicBezTo>
                <a:lnTo>
                  <a:pt x="482328" y="68745"/>
                </a:lnTo>
                <a:cubicBezTo>
                  <a:pt x="482262" y="61899"/>
                  <a:pt x="481904" y="57532"/>
                  <a:pt x="481252" y="55641"/>
                </a:cubicBezTo>
                <a:cubicBezTo>
                  <a:pt x="480404" y="53881"/>
                  <a:pt x="478970" y="52316"/>
                  <a:pt x="476949" y="50947"/>
                </a:cubicBezTo>
                <a:cubicBezTo>
                  <a:pt x="474863" y="49709"/>
                  <a:pt x="472516" y="49057"/>
                  <a:pt x="469909" y="48991"/>
                </a:cubicBezTo>
                <a:cubicBezTo>
                  <a:pt x="465671" y="49057"/>
                  <a:pt x="462183" y="50002"/>
                  <a:pt x="459445" y="51827"/>
                </a:cubicBezTo>
                <a:cubicBezTo>
                  <a:pt x="457750" y="53001"/>
                  <a:pt x="456903" y="54370"/>
                  <a:pt x="456903" y="55934"/>
                </a:cubicBezTo>
                <a:cubicBezTo>
                  <a:pt x="456838" y="57303"/>
                  <a:pt x="457750" y="58998"/>
                  <a:pt x="459641" y="61019"/>
                </a:cubicBezTo>
                <a:cubicBezTo>
                  <a:pt x="462053" y="63888"/>
                  <a:pt x="463292" y="66593"/>
                  <a:pt x="463357" y="69136"/>
                </a:cubicBezTo>
                <a:cubicBezTo>
                  <a:pt x="463357" y="72395"/>
                  <a:pt x="462183" y="75101"/>
                  <a:pt x="459836" y="77252"/>
                </a:cubicBezTo>
                <a:cubicBezTo>
                  <a:pt x="457359" y="79534"/>
                  <a:pt x="454230" y="80675"/>
                  <a:pt x="450449" y="80675"/>
                </a:cubicBezTo>
                <a:cubicBezTo>
                  <a:pt x="446342" y="80675"/>
                  <a:pt x="442919" y="79436"/>
                  <a:pt x="440181" y="76959"/>
                </a:cubicBezTo>
                <a:cubicBezTo>
                  <a:pt x="437313" y="74547"/>
                  <a:pt x="435911" y="71646"/>
                  <a:pt x="435976" y="68256"/>
                </a:cubicBezTo>
                <a:cubicBezTo>
                  <a:pt x="435976" y="63562"/>
                  <a:pt x="437834" y="59064"/>
                  <a:pt x="441550" y="54761"/>
                </a:cubicBezTo>
                <a:cubicBezTo>
                  <a:pt x="445266" y="50589"/>
                  <a:pt x="450449" y="47329"/>
                  <a:pt x="457098" y="44982"/>
                </a:cubicBezTo>
                <a:cubicBezTo>
                  <a:pt x="463748" y="42766"/>
                  <a:pt x="470658" y="41625"/>
                  <a:pt x="477829" y="41560"/>
                </a:cubicBezTo>
                <a:cubicBezTo>
                  <a:pt x="486500" y="41625"/>
                  <a:pt x="493378" y="43450"/>
                  <a:pt x="498463" y="47036"/>
                </a:cubicBezTo>
                <a:cubicBezTo>
                  <a:pt x="503417" y="50752"/>
                  <a:pt x="506677" y="54761"/>
                  <a:pt x="508241" y="59064"/>
                </a:cubicBezTo>
                <a:cubicBezTo>
                  <a:pt x="509089" y="61802"/>
                  <a:pt x="509545" y="68093"/>
                  <a:pt x="509610" y="77937"/>
                </a:cubicBezTo>
                <a:lnTo>
                  <a:pt x="509610" y="113433"/>
                </a:lnTo>
                <a:cubicBezTo>
                  <a:pt x="509610" y="117671"/>
                  <a:pt x="509773" y="120279"/>
                  <a:pt x="510099" y="121256"/>
                </a:cubicBezTo>
                <a:cubicBezTo>
                  <a:pt x="510360" y="122430"/>
                  <a:pt x="510849" y="123245"/>
                  <a:pt x="511566" y="123701"/>
                </a:cubicBezTo>
                <a:cubicBezTo>
                  <a:pt x="512153" y="124223"/>
                  <a:pt x="512902" y="124483"/>
                  <a:pt x="513815" y="124483"/>
                </a:cubicBezTo>
                <a:cubicBezTo>
                  <a:pt x="515445" y="124549"/>
                  <a:pt x="517173" y="123343"/>
                  <a:pt x="518998" y="120865"/>
                </a:cubicBezTo>
                <a:lnTo>
                  <a:pt x="521932" y="123212"/>
                </a:lnTo>
                <a:cubicBezTo>
                  <a:pt x="518607" y="128036"/>
                  <a:pt x="515249" y="131524"/>
                  <a:pt x="511859" y="133675"/>
                </a:cubicBezTo>
                <a:cubicBezTo>
                  <a:pt x="508274" y="135957"/>
                  <a:pt x="504297" y="137065"/>
                  <a:pt x="499929" y="137000"/>
                </a:cubicBezTo>
                <a:cubicBezTo>
                  <a:pt x="494714" y="137000"/>
                  <a:pt x="490640" y="135762"/>
                  <a:pt x="487706" y="133284"/>
                </a:cubicBezTo>
                <a:cubicBezTo>
                  <a:pt x="484772" y="130937"/>
                  <a:pt x="482980" y="127254"/>
                  <a:pt x="482328" y="122234"/>
                </a:cubicBezTo>
                <a:moveTo>
                  <a:pt x="482328" y="115096"/>
                </a:moveTo>
                <a:lnTo>
                  <a:pt x="482328" y="84488"/>
                </a:lnTo>
                <a:cubicBezTo>
                  <a:pt x="474374" y="89117"/>
                  <a:pt x="468507" y="94071"/>
                  <a:pt x="464726" y="99352"/>
                </a:cubicBezTo>
                <a:cubicBezTo>
                  <a:pt x="462183" y="102872"/>
                  <a:pt x="460912" y="106425"/>
                  <a:pt x="460912" y="110011"/>
                </a:cubicBezTo>
                <a:cubicBezTo>
                  <a:pt x="460912" y="113075"/>
                  <a:pt x="461988" y="115715"/>
                  <a:pt x="464139" y="117932"/>
                </a:cubicBezTo>
                <a:cubicBezTo>
                  <a:pt x="465769" y="119692"/>
                  <a:pt x="468051" y="120572"/>
                  <a:pt x="470984" y="120572"/>
                </a:cubicBezTo>
                <a:cubicBezTo>
                  <a:pt x="474179" y="120572"/>
                  <a:pt x="477960" y="118747"/>
                  <a:pt x="482328" y="115096"/>
                </a:cubicBezTo>
                <a:close/>
                <a:moveTo>
                  <a:pt x="571111" y="3129"/>
                </a:moveTo>
                <a:lnTo>
                  <a:pt x="571111" y="53490"/>
                </a:lnTo>
                <a:cubicBezTo>
                  <a:pt x="578804" y="45602"/>
                  <a:pt x="587213" y="41625"/>
                  <a:pt x="596340" y="41560"/>
                </a:cubicBezTo>
                <a:cubicBezTo>
                  <a:pt x="602533" y="41625"/>
                  <a:pt x="608433" y="43450"/>
                  <a:pt x="614040" y="47036"/>
                </a:cubicBezTo>
                <a:cubicBezTo>
                  <a:pt x="619581" y="50817"/>
                  <a:pt x="623916" y="56065"/>
                  <a:pt x="627045" y="62780"/>
                </a:cubicBezTo>
                <a:cubicBezTo>
                  <a:pt x="630175" y="69559"/>
                  <a:pt x="631739" y="77382"/>
                  <a:pt x="631739" y="86249"/>
                </a:cubicBezTo>
                <a:cubicBezTo>
                  <a:pt x="631739" y="96288"/>
                  <a:pt x="629751" y="105350"/>
                  <a:pt x="625774" y="113433"/>
                </a:cubicBezTo>
                <a:cubicBezTo>
                  <a:pt x="621732" y="121648"/>
                  <a:pt x="616419" y="127841"/>
                  <a:pt x="609835" y="132013"/>
                </a:cubicBezTo>
                <a:cubicBezTo>
                  <a:pt x="603120" y="136316"/>
                  <a:pt x="595525" y="138467"/>
                  <a:pt x="587050" y="138467"/>
                </a:cubicBezTo>
                <a:cubicBezTo>
                  <a:pt x="582031" y="138467"/>
                  <a:pt x="577630" y="137685"/>
                  <a:pt x="573849" y="136120"/>
                </a:cubicBezTo>
                <a:cubicBezTo>
                  <a:pt x="570003" y="134555"/>
                  <a:pt x="566222" y="132013"/>
                  <a:pt x="562506" y="128493"/>
                </a:cubicBezTo>
                <a:lnTo>
                  <a:pt x="547349" y="138369"/>
                </a:lnTo>
                <a:lnTo>
                  <a:pt x="544024" y="138369"/>
                </a:lnTo>
                <a:lnTo>
                  <a:pt x="544024" y="22100"/>
                </a:lnTo>
                <a:cubicBezTo>
                  <a:pt x="544024" y="16885"/>
                  <a:pt x="543796" y="13625"/>
                  <a:pt x="543339" y="12321"/>
                </a:cubicBezTo>
                <a:cubicBezTo>
                  <a:pt x="542622" y="10496"/>
                  <a:pt x="541612" y="9127"/>
                  <a:pt x="540308" y="8214"/>
                </a:cubicBezTo>
                <a:cubicBezTo>
                  <a:pt x="538809" y="7367"/>
                  <a:pt x="536429" y="6878"/>
                  <a:pt x="533170" y="6747"/>
                </a:cubicBezTo>
                <a:lnTo>
                  <a:pt x="533170" y="3129"/>
                </a:lnTo>
                <a:lnTo>
                  <a:pt x="571111" y="3129"/>
                </a:lnTo>
                <a:moveTo>
                  <a:pt x="571111" y="62193"/>
                </a:moveTo>
                <a:lnTo>
                  <a:pt x="571111" y="102872"/>
                </a:lnTo>
                <a:cubicBezTo>
                  <a:pt x="571111" y="111217"/>
                  <a:pt x="571307" y="116497"/>
                  <a:pt x="571698" y="118714"/>
                </a:cubicBezTo>
                <a:cubicBezTo>
                  <a:pt x="572350" y="122560"/>
                  <a:pt x="573914" y="125657"/>
                  <a:pt x="576392" y="128004"/>
                </a:cubicBezTo>
                <a:cubicBezTo>
                  <a:pt x="578804" y="130481"/>
                  <a:pt x="581965" y="131687"/>
                  <a:pt x="585877" y="131622"/>
                </a:cubicBezTo>
                <a:cubicBezTo>
                  <a:pt x="589137" y="131622"/>
                  <a:pt x="592005" y="130677"/>
                  <a:pt x="594482" y="128786"/>
                </a:cubicBezTo>
                <a:cubicBezTo>
                  <a:pt x="596764" y="126961"/>
                  <a:pt x="598752" y="123212"/>
                  <a:pt x="600447" y="117540"/>
                </a:cubicBezTo>
                <a:cubicBezTo>
                  <a:pt x="602012" y="111999"/>
                  <a:pt x="602794" y="101894"/>
                  <a:pt x="602794" y="87226"/>
                </a:cubicBezTo>
                <a:cubicBezTo>
                  <a:pt x="602794" y="73275"/>
                  <a:pt x="601034" y="63660"/>
                  <a:pt x="597514" y="58379"/>
                </a:cubicBezTo>
                <a:cubicBezTo>
                  <a:pt x="594971" y="54598"/>
                  <a:pt x="591549" y="52707"/>
                  <a:pt x="587246" y="52707"/>
                </a:cubicBezTo>
                <a:cubicBezTo>
                  <a:pt x="581639" y="52707"/>
                  <a:pt x="576261" y="55869"/>
                  <a:pt x="571111" y="62193"/>
                </a:cubicBezTo>
                <a:close/>
                <a:moveTo>
                  <a:pt x="668975" y="0"/>
                </a:moveTo>
                <a:cubicBezTo>
                  <a:pt x="673147" y="0"/>
                  <a:pt x="676733" y="1467"/>
                  <a:pt x="679732" y="4400"/>
                </a:cubicBezTo>
                <a:cubicBezTo>
                  <a:pt x="682665" y="7464"/>
                  <a:pt x="684132" y="11050"/>
                  <a:pt x="684132" y="15157"/>
                </a:cubicBezTo>
                <a:cubicBezTo>
                  <a:pt x="684132" y="19395"/>
                  <a:pt x="682665" y="22947"/>
                  <a:pt x="679732" y="25816"/>
                </a:cubicBezTo>
                <a:cubicBezTo>
                  <a:pt x="676668" y="28750"/>
                  <a:pt x="673082" y="30216"/>
                  <a:pt x="668975" y="30216"/>
                </a:cubicBezTo>
                <a:cubicBezTo>
                  <a:pt x="664737" y="30216"/>
                  <a:pt x="661185" y="28750"/>
                  <a:pt x="658316" y="25816"/>
                </a:cubicBezTo>
                <a:cubicBezTo>
                  <a:pt x="655382" y="22947"/>
                  <a:pt x="653916" y="19395"/>
                  <a:pt x="653916" y="15157"/>
                </a:cubicBezTo>
                <a:cubicBezTo>
                  <a:pt x="653916" y="11050"/>
                  <a:pt x="655382" y="7464"/>
                  <a:pt x="658316" y="4400"/>
                </a:cubicBezTo>
                <a:cubicBezTo>
                  <a:pt x="661185" y="1467"/>
                  <a:pt x="664737" y="0"/>
                  <a:pt x="668975" y="0"/>
                </a:cubicBezTo>
                <a:moveTo>
                  <a:pt x="682665" y="44298"/>
                </a:moveTo>
                <a:lnTo>
                  <a:pt x="682665" y="116758"/>
                </a:lnTo>
                <a:cubicBezTo>
                  <a:pt x="682665" y="123212"/>
                  <a:pt x="683415" y="127319"/>
                  <a:pt x="684914" y="129079"/>
                </a:cubicBezTo>
                <a:cubicBezTo>
                  <a:pt x="686348" y="130970"/>
                  <a:pt x="689282" y="132013"/>
                  <a:pt x="693715" y="132209"/>
                </a:cubicBezTo>
                <a:lnTo>
                  <a:pt x="693715" y="135729"/>
                </a:lnTo>
                <a:lnTo>
                  <a:pt x="644332" y="135729"/>
                </a:lnTo>
                <a:lnTo>
                  <a:pt x="644332" y="132209"/>
                </a:lnTo>
                <a:cubicBezTo>
                  <a:pt x="648309" y="132143"/>
                  <a:pt x="651308" y="130970"/>
                  <a:pt x="653329" y="128688"/>
                </a:cubicBezTo>
                <a:cubicBezTo>
                  <a:pt x="654568" y="127254"/>
                  <a:pt x="655219" y="123277"/>
                  <a:pt x="655285" y="116758"/>
                </a:cubicBezTo>
                <a:lnTo>
                  <a:pt x="655285" y="63366"/>
                </a:lnTo>
                <a:cubicBezTo>
                  <a:pt x="655219" y="56977"/>
                  <a:pt x="654470" y="52838"/>
                  <a:pt x="653036" y="50947"/>
                </a:cubicBezTo>
                <a:cubicBezTo>
                  <a:pt x="651536" y="49252"/>
                  <a:pt x="648635" y="48242"/>
                  <a:pt x="644332" y="47916"/>
                </a:cubicBezTo>
                <a:lnTo>
                  <a:pt x="644332" y="44298"/>
                </a:lnTo>
                <a:lnTo>
                  <a:pt x="682665" y="44298"/>
                </a:lnTo>
                <a:close/>
                <a:moveTo>
                  <a:pt x="742102" y="3129"/>
                </a:moveTo>
                <a:lnTo>
                  <a:pt x="742102" y="116758"/>
                </a:lnTo>
                <a:cubicBezTo>
                  <a:pt x="742102" y="123212"/>
                  <a:pt x="742851" y="127319"/>
                  <a:pt x="744351" y="129079"/>
                </a:cubicBezTo>
                <a:cubicBezTo>
                  <a:pt x="745785" y="130970"/>
                  <a:pt x="748719" y="132013"/>
                  <a:pt x="753152" y="132209"/>
                </a:cubicBezTo>
                <a:lnTo>
                  <a:pt x="753152" y="135729"/>
                </a:lnTo>
                <a:lnTo>
                  <a:pt x="703769" y="135729"/>
                </a:lnTo>
                <a:lnTo>
                  <a:pt x="703769" y="132209"/>
                </a:lnTo>
                <a:cubicBezTo>
                  <a:pt x="707746" y="132143"/>
                  <a:pt x="710745" y="130970"/>
                  <a:pt x="712766" y="128688"/>
                </a:cubicBezTo>
                <a:cubicBezTo>
                  <a:pt x="714004" y="127254"/>
                  <a:pt x="714656" y="123277"/>
                  <a:pt x="714721" y="116758"/>
                </a:cubicBezTo>
                <a:lnTo>
                  <a:pt x="714721" y="22100"/>
                </a:lnTo>
                <a:cubicBezTo>
                  <a:pt x="714656" y="15776"/>
                  <a:pt x="713906" y="11669"/>
                  <a:pt x="712472" y="9779"/>
                </a:cubicBezTo>
                <a:cubicBezTo>
                  <a:pt x="710973" y="8084"/>
                  <a:pt x="708072" y="7073"/>
                  <a:pt x="703769" y="6747"/>
                </a:cubicBezTo>
                <a:lnTo>
                  <a:pt x="703769" y="3129"/>
                </a:lnTo>
                <a:lnTo>
                  <a:pt x="742102" y="3129"/>
                </a:lnTo>
                <a:close/>
                <a:moveTo>
                  <a:pt x="787653" y="0"/>
                </a:moveTo>
                <a:cubicBezTo>
                  <a:pt x="791825" y="0"/>
                  <a:pt x="795410" y="1467"/>
                  <a:pt x="798409" y="4400"/>
                </a:cubicBezTo>
                <a:cubicBezTo>
                  <a:pt x="801343" y="7464"/>
                  <a:pt x="802810" y="11050"/>
                  <a:pt x="802810" y="15157"/>
                </a:cubicBezTo>
                <a:cubicBezTo>
                  <a:pt x="802810" y="19395"/>
                  <a:pt x="801343" y="22947"/>
                  <a:pt x="798409" y="25816"/>
                </a:cubicBezTo>
                <a:cubicBezTo>
                  <a:pt x="795345" y="28750"/>
                  <a:pt x="791760" y="30216"/>
                  <a:pt x="787653" y="30216"/>
                </a:cubicBezTo>
                <a:cubicBezTo>
                  <a:pt x="783415" y="30216"/>
                  <a:pt x="779862" y="28750"/>
                  <a:pt x="776994" y="25816"/>
                </a:cubicBezTo>
                <a:cubicBezTo>
                  <a:pt x="774060" y="22947"/>
                  <a:pt x="772593" y="19395"/>
                  <a:pt x="772593" y="15157"/>
                </a:cubicBezTo>
                <a:cubicBezTo>
                  <a:pt x="772593" y="11050"/>
                  <a:pt x="774060" y="7464"/>
                  <a:pt x="776994" y="4400"/>
                </a:cubicBezTo>
                <a:cubicBezTo>
                  <a:pt x="779862" y="1467"/>
                  <a:pt x="783415" y="0"/>
                  <a:pt x="787653" y="0"/>
                </a:cubicBezTo>
                <a:moveTo>
                  <a:pt x="801343" y="44298"/>
                </a:moveTo>
                <a:lnTo>
                  <a:pt x="801343" y="116758"/>
                </a:lnTo>
                <a:cubicBezTo>
                  <a:pt x="801343" y="123212"/>
                  <a:pt x="802093" y="127319"/>
                  <a:pt x="803592" y="129079"/>
                </a:cubicBezTo>
                <a:cubicBezTo>
                  <a:pt x="805026" y="130970"/>
                  <a:pt x="807960" y="132013"/>
                  <a:pt x="812393" y="132209"/>
                </a:cubicBezTo>
                <a:lnTo>
                  <a:pt x="812393" y="135729"/>
                </a:lnTo>
                <a:lnTo>
                  <a:pt x="763010" y="135729"/>
                </a:lnTo>
                <a:lnTo>
                  <a:pt x="763010" y="132209"/>
                </a:lnTo>
                <a:cubicBezTo>
                  <a:pt x="766987" y="132143"/>
                  <a:pt x="769986" y="130970"/>
                  <a:pt x="772007" y="128688"/>
                </a:cubicBezTo>
                <a:cubicBezTo>
                  <a:pt x="773245" y="127254"/>
                  <a:pt x="773897" y="123277"/>
                  <a:pt x="773962" y="116758"/>
                </a:cubicBezTo>
                <a:lnTo>
                  <a:pt x="773962" y="63366"/>
                </a:lnTo>
                <a:cubicBezTo>
                  <a:pt x="773897" y="56977"/>
                  <a:pt x="773147" y="52838"/>
                  <a:pt x="771713" y="50947"/>
                </a:cubicBezTo>
                <a:cubicBezTo>
                  <a:pt x="770214" y="49252"/>
                  <a:pt x="767313" y="48242"/>
                  <a:pt x="763010" y="47916"/>
                </a:cubicBezTo>
                <a:lnTo>
                  <a:pt x="763010" y="44298"/>
                </a:lnTo>
                <a:lnTo>
                  <a:pt x="801343" y="44298"/>
                </a:lnTo>
                <a:close/>
                <a:moveTo>
                  <a:pt x="861268" y="10854"/>
                </a:moveTo>
                <a:lnTo>
                  <a:pt x="861268" y="44298"/>
                </a:lnTo>
                <a:lnTo>
                  <a:pt x="882977" y="44298"/>
                </a:lnTo>
                <a:lnTo>
                  <a:pt x="882977" y="53979"/>
                </a:lnTo>
                <a:lnTo>
                  <a:pt x="861268" y="53979"/>
                </a:lnTo>
                <a:lnTo>
                  <a:pt x="861268" y="110402"/>
                </a:lnTo>
                <a:cubicBezTo>
                  <a:pt x="861268" y="115748"/>
                  <a:pt x="861529" y="119138"/>
                  <a:pt x="862051" y="120572"/>
                </a:cubicBezTo>
                <a:cubicBezTo>
                  <a:pt x="862442" y="122202"/>
                  <a:pt x="863289" y="123440"/>
                  <a:pt x="864593" y="124288"/>
                </a:cubicBezTo>
                <a:cubicBezTo>
                  <a:pt x="865767" y="125266"/>
                  <a:pt x="866907" y="125755"/>
                  <a:pt x="868016" y="125755"/>
                </a:cubicBezTo>
                <a:cubicBezTo>
                  <a:pt x="872188" y="125755"/>
                  <a:pt x="876197" y="122528"/>
                  <a:pt x="880044" y="116074"/>
                </a:cubicBezTo>
                <a:lnTo>
                  <a:pt x="882977" y="118225"/>
                </a:lnTo>
                <a:cubicBezTo>
                  <a:pt x="877632" y="130742"/>
                  <a:pt x="869059" y="137000"/>
                  <a:pt x="857259" y="137000"/>
                </a:cubicBezTo>
                <a:cubicBezTo>
                  <a:pt x="851457" y="137000"/>
                  <a:pt x="846568" y="135370"/>
                  <a:pt x="842591" y="132111"/>
                </a:cubicBezTo>
                <a:cubicBezTo>
                  <a:pt x="838484" y="128982"/>
                  <a:pt x="835909" y="125396"/>
                  <a:pt x="834866" y="121354"/>
                </a:cubicBezTo>
                <a:cubicBezTo>
                  <a:pt x="834149" y="119138"/>
                  <a:pt x="833823" y="113140"/>
                  <a:pt x="833888" y="103361"/>
                </a:cubicBezTo>
                <a:lnTo>
                  <a:pt x="833888" y="53979"/>
                </a:lnTo>
                <a:lnTo>
                  <a:pt x="821958" y="53979"/>
                </a:lnTo>
                <a:lnTo>
                  <a:pt x="821958" y="50556"/>
                </a:lnTo>
                <a:cubicBezTo>
                  <a:pt x="830172" y="44819"/>
                  <a:pt x="837180" y="38724"/>
                  <a:pt x="842982" y="32270"/>
                </a:cubicBezTo>
                <a:cubicBezTo>
                  <a:pt x="848719" y="25946"/>
                  <a:pt x="853739" y="18808"/>
                  <a:pt x="858041" y="10854"/>
                </a:cubicBezTo>
                <a:lnTo>
                  <a:pt x="861268" y="10854"/>
                </a:lnTo>
                <a:close/>
                <a:moveTo>
                  <a:pt x="933696" y="139445"/>
                </a:moveTo>
                <a:lnTo>
                  <a:pt x="904164" y="71678"/>
                </a:lnTo>
                <a:cubicBezTo>
                  <a:pt x="899666" y="61443"/>
                  <a:pt x="896406" y="55152"/>
                  <a:pt x="894385" y="52805"/>
                </a:cubicBezTo>
                <a:cubicBezTo>
                  <a:pt x="892234" y="50458"/>
                  <a:pt x="889659" y="48829"/>
                  <a:pt x="886660" y="47916"/>
                </a:cubicBezTo>
                <a:lnTo>
                  <a:pt x="886660" y="44298"/>
                </a:lnTo>
                <a:lnTo>
                  <a:pt x="935260" y="44298"/>
                </a:lnTo>
                <a:lnTo>
                  <a:pt x="935260" y="47916"/>
                </a:lnTo>
                <a:cubicBezTo>
                  <a:pt x="932001" y="48111"/>
                  <a:pt x="929752" y="48731"/>
                  <a:pt x="928513" y="49774"/>
                </a:cubicBezTo>
                <a:cubicBezTo>
                  <a:pt x="927209" y="50882"/>
                  <a:pt x="926557" y="52218"/>
                  <a:pt x="926557" y="53783"/>
                </a:cubicBezTo>
                <a:cubicBezTo>
                  <a:pt x="926557" y="56260"/>
                  <a:pt x="928187" y="61150"/>
                  <a:pt x="931447" y="68451"/>
                </a:cubicBezTo>
                <a:lnTo>
                  <a:pt x="947093" y="104241"/>
                </a:lnTo>
                <a:lnTo>
                  <a:pt x="957752" y="76568"/>
                </a:lnTo>
                <a:cubicBezTo>
                  <a:pt x="961533" y="66724"/>
                  <a:pt x="963456" y="59878"/>
                  <a:pt x="963521" y="56032"/>
                </a:cubicBezTo>
                <a:cubicBezTo>
                  <a:pt x="963521" y="53685"/>
                  <a:pt x="962739" y="51762"/>
                  <a:pt x="961174" y="50263"/>
                </a:cubicBezTo>
                <a:cubicBezTo>
                  <a:pt x="959479" y="48829"/>
                  <a:pt x="956643" y="48046"/>
                  <a:pt x="952667" y="47916"/>
                </a:cubicBezTo>
                <a:lnTo>
                  <a:pt x="952667" y="44298"/>
                </a:lnTo>
                <a:lnTo>
                  <a:pt x="983274" y="44298"/>
                </a:lnTo>
                <a:lnTo>
                  <a:pt x="983274" y="47916"/>
                </a:lnTo>
                <a:cubicBezTo>
                  <a:pt x="980210" y="48242"/>
                  <a:pt x="977765" y="49383"/>
                  <a:pt x="975940" y="51338"/>
                </a:cubicBezTo>
                <a:cubicBezTo>
                  <a:pt x="973984" y="53425"/>
                  <a:pt x="970822" y="60204"/>
                  <a:pt x="966455" y="71678"/>
                </a:cubicBezTo>
                <a:lnTo>
                  <a:pt x="940345" y="139445"/>
                </a:lnTo>
                <a:cubicBezTo>
                  <a:pt x="933761" y="156395"/>
                  <a:pt x="928872" y="166825"/>
                  <a:pt x="925677" y="170737"/>
                </a:cubicBezTo>
                <a:cubicBezTo>
                  <a:pt x="921114" y="176213"/>
                  <a:pt x="915475" y="178951"/>
                  <a:pt x="908760" y="178951"/>
                </a:cubicBezTo>
                <a:cubicBezTo>
                  <a:pt x="903349" y="178951"/>
                  <a:pt x="898981" y="177386"/>
                  <a:pt x="895657" y="174257"/>
                </a:cubicBezTo>
                <a:cubicBezTo>
                  <a:pt x="892201" y="171258"/>
                  <a:pt x="890506" y="167542"/>
                  <a:pt x="890572" y="163109"/>
                </a:cubicBezTo>
                <a:cubicBezTo>
                  <a:pt x="890572" y="159328"/>
                  <a:pt x="891745" y="156199"/>
                  <a:pt x="894092" y="153722"/>
                </a:cubicBezTo>
                <a:cubicBezTo>
                  <a:pt x="896308" y="151310"/>
                  <a:pt x="899144" y="150071"/>
                  <a:pt x="902599" y="150006"/>
                </a:cubicBezTo>
                <a:cubicBezTo>
                  <a:pt x="905794" y="150071"/>
                  <a:pt x="908434" y="151114"/>
                  <a:pt x="910520" y="153135"/>
                </a:cubicBezTo>
                <a:cubicBezTo>
                  <a:pt x="912411" y="155221"/>
                  <a:pt x="913421" y="158448"/>
                  <a:pt x="913552" y="162816"/>
                </a:cubicBezTo>
                <a:cubicBezTo>
                  <a:pt x="913617" y="165359"/>
                  <a:pt x="913910" y="166956"/>
                  <a:pt x="914432" y="167608"/>
                </a:cubicBezTo>
                <a:cubicBezTo>
                  <a:pt x="914888" y="168325"/>
                  <a:pt x="915638" y="168683"/>
                  <a:pt x="916681" y="168683"/>
                </a:cubicBezTo>
                <a:cubicBezTo>
                  <a:pt x="918245" y="168683"/>
                  <a:pt x="919908" y="167738"/>
                  <a:pt x="921668" y="165847"/>
                </a:cubicBezTo>
                <a:cubicBezTo>
                  <a:pt x="924276" y="163109"/>
                  <a:pt x="927340" y="156851"/>
                  <a:pt x="930860" y="147072"/>
                </a:cubicBezTo>
                <a:lnTo>
                  <a:pt x="933696" y="139445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p">
            <a:extLst xmlns:a="http://schemas.openxmlformats.org/drawingml/2006/main">
              <a:ext uri="{FF2B5EF4-FFF2-40B4-BE49-F238E27FC236}">
                <a16:creationId xmlns:a16="http://schemas.microsoft.com/office/drawing/2014/main" id="{03F0CBF5-BF5F-4738-9891-935EF3C0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191" y="3132643"/>
            <a:ext cx="98863" cy="137000"/>
          </a:xfrm>
          <a:custGeom xmlns:a="http://schemas.openxmlformats.org/drawingml/2006/main">
            <a:pathLst>
              <a:path w="98863" h="137000">
                <a:moveTo>
                  <a:pt x="38333" y="84879"/>
                </a:moveTo>
                <a:lnTo>
                  <a:pt x="38333" y="118909"/>
                </a:lnTo>
                <a:cubicBezTo>
                  <a:pt x="38333" y="123668"/>
                  <a:pt x="38724" y="126863"/>
                  <a:pt x="39506" y="128493"/>
                </a:cubicBezTo>
                <a:cubicBezTo>
                  <a:pt x="40158" y="130188"/>
                  <a:pt x="41299" y="131426"/>
                  <a:pt x="42929" y="132209"/>
                </a:cubicBezTo>
                <a:cubicBezTo>
                  <a:pt x="44428" y="132991"/>
                  <a:pt x="47492" y="133382"/>
                  <a:pt x="52121" y="133382"/>
                </a:cubicBezTo>
                <a:lnTo>
                  <a:pt x="52121" y="137000"/>
                </a:lnTo>
                <a:lnTo>
                  <a:pt x="0" y="137000"/>
                </a:lnTo>
                <a:lnTo>
                  <a:pt x="0" y="133382"/>
                </a:lnTo>
                <a:cubicBezTo>
                  <a:pt x="3977" y="133317"/>
                  <a:pt x="6976" y="132176"/>
                  <a:pt x="8996" y="129959"/>
                </a:cubicBezTo>
                <a:cubicBezTo>
                  <a:pt x="10235" y="128525"/>
                  <a:pt x="10887" y="124646"/>
                  <a:pt x="10952" y="118323"/>
                </a:cubicBezTo>
                <a:lnTo>
                  <a:pt x="10952" y="21807"/>
                </a:lnTo>
                <a:cubicBezTo>
                  <a:pt x="10887" y="15418"/>
                  <a:pt x="10137" y="11278"/>
                  <a:pt x="8703" y="9388"/>
                </a:cubicBezTo>
                <a:cubicBezTo>
                  <a:pt x="7204" y="7693"/>
                  <a:pt x="4303" y="6682"/>
                  <a:pt x="0" y="6356"/>
                </a:cubicBezTo>
                <a:lnTo>
                  <a:pt x="0" y="2738"/>
                </a:lnTo>
                <a:lnTo>
                  <a:pt x="38333" y="2738"/>
                </a:lnTo>
                <a:lnTo>
                  <a:pt x="38333" y="14766"/>
                </a:lnTo>
                <a:cubicBezTo>
                  <a:pt x="41527" y="10072"/>
                  <a:pt x="44787" y="6682"/>
                  <a:pt x="48111" y="4596"/>
                </a:cubicBezTo>
                <a:cubicBezTo>
                  <a:pt x="52870" y="1597"/>
                  <a:pt x="58053" y="65"/>
                  <a:pt x="63660" y="0"/>
                </a:cubicBezTo>
                <a:cubicBezTo>
                  <a:pt x="70309" y="65"/>
                  <a:pt x="76437" y="2184"/>
                  <a:pt x="82044" y="6356"/>
                </a:cubicBezTo>
                <a:cubicBezTo>
                  <a:pt x="87520" y="10594"/>
                  <a:pt x="91692" y="16428"/>
                  <a:pt x="94560" y="23860"/>
                </a:cubicBezTo>
                <a:cubicBezTo>
                  <a:pt x="97364" y="31422"/>
                  <a:pt x="98798" y="39474"/>
                  <a:pt x="98863" y="48014"/>
                </a:cubicBezTo>
                <a:cubicBezTo>
                  <a:pt x="98863" y="57336"/>
                  <a:pt x="97396" y="65778"/>
                  <a:pt x="94463" y="73341"/>
                </a:cubicBezTo>
                <a:cubicBezTo>
                  <a:pt x="91399" y="81098"/>
                  <a:pt x="87096" y="86933"/>
                  <a:pt x="81555" y="90845"/>
                </a:cubicBezTo>
                <a:cubicBezTo>
                  <a:pt x="75883" y="94886"/>
                  <a:pt x="69592" y="96907"/>
                  <a:pt x="62682" y="96907"/>
                </a:cubicBezTo>
                <a:cubicBezTo>
                  <a:pt x="57662" y="96973"/>
                  <a:pt x="52968" y="95864"/>
                  <a:pt x="48600" y="93583"/>
                </a:cubicBezTo>
                <a:cubicBezTo>
                  <a:pt x="45341" y="91953"/>
                  <a:pt x="41918" y="89052"/>
                  <a:pt x="38333" y="84879"/>
                </a:cubicBezTo>
                <a:moveTo>
                  <a:pt x="38333" y="75003"/>
                </a:moveTo>
                <a:cubicBezTo>
                  <a:pt x="43874" y="82956"/>
                  <a:pt x="49872" y="86933"/>
                  <a:pt x="56326" y="86933"/>
                </a:cubicBezTo>
                <a:cubicBezTo>
                  <a:pt x="59846" y="86933"/>
                  <a:pt x="62747" y="85075"/>
                  <a:pt x="65029" y="81359"/>
                </a:cubicBezTo>
                <a:cubicBezTo>
                  <a:pt x="68419" y="75883"/>
                  <a:pt x="70114" y="65452"/>
                  <a:pt x="70114" y="50067"/>
                </a:cubicBezTo>
                <a:cubicBezTo>
                  <a:pt x="70114" y="34356"/>
                  <a:pt x="68256" y="23567"/>
                  <a:pt x="64540" y="17700"/>
                </a:cubicBezTo>
                <a:cubicBezTo>
                  <a:pt x="62062" y="13918"/>
                  <a:pt x="58738" y="11995"/>
                  <a:pt x="54565" y="11930"/>
                </a:cubicBezTo>
                <a:cubicBezTo>
                  <a:pt x="47916" y="11995"/>
                  <a:pt x="42505" y="16754"/>
                  <a:pt x="38333" y="26207"/>
                </a:cubicBezTo>
                <a:lnTo>
                  <a:pt x="38333" y="75003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d">
            <a:extLst xmlns:a="http://schemas.openxmlformats.org/drawingml/2006/main">
              <a:ext uri="{FF2B5EF4-FFF2-40B4-BE49-F238E27FC236}">
                <a16:creationId xmlns:a16="http://schemas.microsoft.com/office/drawing/2014/main" id="{D6443A98-D9EA-4B8E-A8B9-206C127D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0522" y="3166735"/>
            <a:ext cx="62473" cy="85254"/>
          </a:xfrm>
          <a:custGeom xmlns:a="http://schemas.openxmlformats.org/drawingml/2006/main">
            <a:pathLst>
              <a:path w="62473" h="85254">
                <a:moveTo>
                  <a:pt x="55392" y="0"/>
                </a:moveTo>
                <a:lnTo>
                  <a:pt x="55392" y="66249"/>
                </a:lnTo>
                <a:cubicBezTo>
                  <a:pt x="55392" y="70764"/>
                  <a:pt x="55515" y="73412"/>
                  <a:pt x="55762" y="74192"/>
                </a:cubicBezTo>
                <a:cubicBezTo>
                  <a:pt x="56049" y="75546"/>
                  <a:pt x="56685" y="76552"/>
                  <a:pt x="57670" y="77209"/>
                </a:cubicBezTo>
                <a:cubicBezTo>
                  <a:pt x="58573" y="77906"/>
                  <a:pt x="60174" y="78317"/>
                  <a:pt x="62473" y="78440"/>
                </a:cubicBezTo>
                <a:lnTo>
                  <a:pt x="62473" y="80472"/>
                </a:lnTo>
                <a:lnTo>
                  <a:pt x="38153" y="85213"/>
                </a:lnTo>
                <a:lnTo>
                  <a:pt x="38153" y="76100"/>
                </a:lnTo>
                <a:cubicBezTo>
                  <a:pt x="35238" y="79630"/>
                  <a:pt x="32653" y="82032"/>
                  <a:pt x="30395" y="83304"/>
                </a:cubicBezTo>
                <a:cubicBezTo>
                  <a:pt x="28096" y="84617"/>
                  <a:pt x="25510" y="85254"/>
                  <a:pt x="22637" y="85213"/>
                </a:cubicBezTo>
                <a:cubicBezTo>
                  <a:pt x="15249" y="85254"/>
                  <a:pt x="9441" y="81970"/>
                  <a:pt x="5213" y="75361"/>
                </a:cubicBezTo>
                <a:cubicBezTo>
                  <a:pt x="1765" y="70025"/>
                  <a:pt x="41" y="63479"/>
                  <a:pt x="41" y="55721"/>
                </a:cubicBezTo>
                <a:cubicBezTo>
                  <a:pt x="0" y="49523"/>
                  <a:pt x="1067" y="43961"/>
                  <a:pt x="3243" y="39035"/>
                </a:cubicBezTo>
                <a:cubicBezTo>
                  <a:pt x="5336" y="34192"/>
                  <a:pt x="8271" y="30498"/>
                  <a:pt x="12047" y="27953"/>
                </a:cubicBezTo>
                <a:cubicBezTo>
                  <a:pt x="15741" y="25449"/>
                  <a:pt x="19723" y="24197"/>
                  <a:pt x="23992" y="24197"/>
                </a:cubicBezTo>
                <a:cubicBezTo>
                  <a:pt x="26701" y="24238"/>
                  <a:pt x="29143" y="24772"/>
                  <a:pt x="31319" y="25798"/>
                </a:cubicBezTo>
                <a:cubicBezTo>
                  <a:pt x="33453" y="26906"/>
                  <a:pt x="35731" y="28774"/>
                  <a:pt x="38153" y="31401"/>
                </a:cubicBezTo>
                <a:lnTo>
                  <a:pt x="38153" y="14038"/>
                </a:lnTo>
                <a:cubicBezTo>
                  <a:pt x="38153" y="9687"/>
                  <a:pt x="37968" y="7039"/>
                  <a:pt x="37599" y="6095"/>
                </a:cubicBezTo>
                <a:cubicBezTo>
                  <a:pt x="37106" y="4946"/>
                  <a:pt x="36367" y="4064"/>
                  <a:pt x="35382" y="3448"/>
                </a:cubicBezTo>
                <a:cubicBezTo>
                  <a:pt x="34397" y="2914"/>
                  <a:pt x="32550" y="2627"/>
                  <a:pt x="29841" y="2586"/>
                </a:cubicBezTo>
                <a:lnTo>
                  <a:pt x="29841" y="0"/>
                </a:lnTo>
                <a:lnTo>
                  <a:pt x="55392" y="0"/>
                </a:lnTo>
                <a:moveTo>
                  <a:pt x="38153" y="39035"/>
                </a:moveTo>
                <a:cubicBezTo>
                  <a:pt x="35074" y="33207"/>
                  <a:pt x="31360" y="30292"/>
                  <a:pt x="27009" y="30292"/>
                </a:cubicBezTo>
                <a:cubicBezTo>
                  <a:pt x="25449" y="30333"/>
                  <a:pt x="24197" y="30744"/>
                  <a:pt x="23253" y="31524"/>
                </a:cubicBezTo>
                <a:cubicBezTo>
                  <a:pt x="21693" y="32837"/>
                  <a:pt x="20462" y="35074"/>
                  <a:pt x="19559" y="38235"/>
                </a:cubicBezTo>
                <a:cubicBezTo>
                  <a:pt x="18574" y="41478"/>
                  <a:pt x="18081" y="46383"/>
                  <a:pt x="18081" y="52950"/>
                </a:cubicBezTo>
                <a:cubicBezTo>
                  <a:pt x="18081" y="60215"/>
                  <a:pt x="18615" y="65592"/>
                  <a:pt x="19682" y="69081"/>
                </a:cubicBezTo>
                <a:cubicBezTo>
                  <a:pt x="20708" y="72611"/>
                  <a:pt x="22165" y="75136"/>
                  <a:pt x="24053" y="76654"/>
                </a:cubicBezTo>
                <a:cubicBezTo>
                  <a:pt x="24956" y="77475"/>
                  <a:pt x="26249" y="77865"/>
                  <a:pt x="27932" y="77824"/>
                </a:cubicBezTo>
                <a:cubicBezTo>
                  <a:pt x="31544" y="77824"/>
                  <a:pt x="34951" y="74992"/>
                  <a:pt x="38153" y="69328"/>
                </a:cubicBezTo>
                <a:lnTo>
                  <a:pt x="38153" y="39035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(t">
            <a:extLst xmlns:a="http://schemas.openxmlformats.org/drawingml/2006/main">
              <a:ext uri="{FF2B5EF4-FFF2-40B4-BE49-F238E27FC236}">
                <a16:creationId xmlns:a16="http://schemas.microsoft.com/office/drawing/2014/main" id="{B7F6B009-7423-430E-9BFA-A57EC945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412" y="3091182"/>
            <a:ext cx="123473" cy="175724"/>
          </a:xfrm>
          <a:custGeom xmlns:a="http://schemas.openxmlformats.org/drawingml/2006/main">
            <a:pathLst>
              <a:path w="123473" h="175724">
                <a:moveTo>
                  <a:pt x="56326" y="0"/>
                </a:moveTo>
                <a:lnTo>
                  <a:pt x="56326" y="4498"/>
                </a:lnTo>
                <a:cubicBezTo>
                  <a:pt x="49546" y="8996"/>
                  <a:pt x="44558" y="13332"/>
                  <a:pt x="41364" y="17504"/>
                </a:cubicBezTo>
                <a:cubicBezTo>
                  <a:pt x="36866" y="23371"/>
                  <a:pt x="33411" y="30901"/>
                  <a:pt x="30999" y="40093"/>
                </a:cubicBezTo>
                <a:cubicBezTo>
                  <a:pt x="27869" y="51567"/>
                  <a:pt x="26305" y="67506"/>
                  <a:pt x="26305" y="87911"/>
                </a:cubicBezTo>
                <a:cubicBezTo>
                  <a:pt x="26305" y="107273"/>
                  <a:pt x="27739" y="122267"/>
                  <a:pt x="30607" y="132893"/>
                </a:cubicBezTo>
                <a:cubicBezTo>
                  <a:pt x="33411" y="143650"/>
                  <a:pt x="37257" y="152288"/>
                  <a:pt x="42146" y="158807"/>
                </a:cubicBezTo>
                <a:cubicBezTo>
                  <a:pt x="45536" y="163435"/>
                  <a:pt x="50263" y="167445"/>
                  <a:pt x="56326" y="170835"/>
                </a:cubicBezTo>
                <a:lnTo>
                  <a:pt x="56326" y="175724"/>
                </a:lnTo>
                <a:cubicBezTo>
                  <a:pt x="40549" y="170509"/>
                  <a:pt x="27250" y="159719"/>
                  <a:pt x="16428" y="143356"/>
                </a:cubicBezTo>
                <a:cubicBezTo>
                  <a:pt x="5476" y="127124"/>
                  <a:pt x="0" y="108446"/>
                  <a:pt x="0" y="87324"/>
                </a:cubicBezTo>
                <a:cubicBezTo>
                  <a:pt x="0" y="66528"/>
                  <a:pt x="5444" y="48046"/>
                  <a:pt x="16330" y="31879"/>
                </a:cubicBezTo>
                <a:cubicBezTo>
                  <a:pt x="27152" y="15842"/>
                  <a:pt x="40484" y="5215"/>
                  <a:pt x="56326" y="0"/>
                </a:cubicBezTo>
                <a:close/>
                <a:moveTo>
                  <a:pt x="101764" y="10757"/>
                </a:moveTo>
                <a:lnTo>
                  <a:pt x="101764" y="44200"/>
                </a:lnTo>
                <a:lnTo>
                  <a:pt x="123473" y="44200"/>
                </a:lnTo>
                <a:lnTo>
                  <a:pt x="123473" y="53881"/>
                </a:lnTo>
                <a:lnTo>
                  <a:pt x="101764" y="53881"/>
                </a:lnTo>
                <a:lnTo>
                  <a:pt x="101764" y="110304"/>
                </a:lnTo>
                <a:cubicBezTo>
                  <a:pt x="101764" y="115650"/>
                  <a:pt x="102025" y="119040"/>
                  <a:pt x="102547" y="120474"/>
                </a:cubicBezTo>
                <a:cubicBezTo>
                  <a:pt x="102938" y="122104"/>
                  <a:pt x="103785" y="123343"/>
                  <a:pt x="105089" y="124190"/>
                </a:cubicBezTo>
                <a:cubicBezTo>
                  <a:pt x="106262" y="125168"/>
                  <a:pt x="107403" y="125657"/>
                  <a:pt x="108512" y="125657"/>
                </a:cubicBezTo>
                <a:cubicBezTo>
                  <a:pt x="112684" y="125657"/>
                  <a:pt x="116693" y="122430"/>
                  <a:pt x="120539" y="115976"/>
                </a:cubicBezTo>
                <a:lnTo>
                  <a:pt x="123473" y="118127"/>
                </a:lnTo>
                <a:cubicBezTo>
                  <a:pt x="118127" y="130644"/>
                  <a:pt x="109555" y="136902"/>
                  <a:pt x="97755" y="136902"/>
                </a:cubicBezTo>
                <a:cubicBezTo>
                  <a:pt x="91953" y="136902"/>
                  <a:pt x="87064" y="135273"/>
                  <a:pt x="83087" y="132013"/>
                </a:cubicBezTo>
                <a:cubicBezTo>
                  <a:pt x="78980" y="128884"/>
                  <a:pt x="76405" y="125298"/>
                  <a:pt x="75362" y="121256"/>
                </a:cubicBezTo>
                <a:cubicBezTo>
                  <a:pt x="74645" y="119040"/>
                  <a:pt x="74319" y="113042"/>
                  <a:pt x="74384" y="103264"/>
                </a:cubicBezTo>
                <a:lnTo>
                  <a:pt x="74384" y="53881"/>
                </a:lnTo>
                <a:lnTo>
                  <a:pt x="62454" y="53881"/>
                </a:lnTo>
                <a:lnTo>
                  <a:pt x="62454" y="50458"/>
                </a:lnTo>
                <a:cubicBezTo>
                  <a:pt x="70668" y="44721"/>
                  <a:pt x="77676" y="38626"/>
                  <a:pt x="83478" y="32172"/>
                </a:cubicBezTo>
                <a:cubicBezTo>
                  <a:pt x="89215" y="25848"/>
                  <a:pt x="94235" y="18710"/>
                  <a:pt x="98537" y="10757"/>
                </a:cubicBezTo>
                <a:lnTo>
                  <a:pt x="101764" y="1075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k+1">
            <a:extLst xmlns:a="http://schemas.openxmlformats.org/drawingml/2006/main">
              <a:ext uri="{FF2B5EF4-FFF2-40B4-BE49-F238E27FC236}">
                <a16:creationId xmlns:a16="http://schemas.microsoft.com/office/drawing/2014/main" id="{D90E27BC-6DCD-4B29-A296-643594B8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093" y="3165011"/>
            <a:ext cx="190124" cy="85213"/>
          </a:xfrm>
          <a:custGeom xmlns:a="http://schemas.openxmlformats.org/drawingml/2006/main">
            <a:pathLst>
              <a:path w="190124" h="85213">
                <a:moveTo>
                  <a:pt x="23458" y="1724"/>
                </a:moveTo>
                <a:lnTo>
                  <a:pt x="23458" y="56644"/>
                </a:lnTo>
                <a:lnTo>
                  <a:pt x="36819" y="43530"/>
                </a:lnTo>
                <a:cubicBezTo>
                  <a:pt x="39569" y="40903"/>
                  <a:pt x="41293" y="38974"/>
                  <a:pt x="41991" y="37742"/>
                </a:cubicBezTo>
                <a:cubicBezTo>
                  <a:pt x="42647" y="36593"/>
                  <a:pt x="42976" y="35444"/>
                  <a:pt x="42976" y="34294"/>
                </a:cubicBezTo>
                <a:cubicBezTo>
                  <a:pt x="42976" y="33186"/>
                  <a:pt x="42524" y="32263"/>
                  <a:pt x="41621" y="31524"/>
                </a:cubicBezTo>
                <a:cubicBezTo>
                  <a:pt x="40677" y="30785"/>
                  <a:pt x="38912" y="30251"/>
                  <a:pt x="36326" y="29923"/>
                </a:cubicBezTo>
                <a:lnTo>
                  <a:pt x="36326" y="27645"/>
                </a:lnTo>
                <a:lnTo>
                  <a:pt x="62124" y="27645"/>
                </a:lnTo>
                <a:lnTo>
                  <a:pt x="62124" y="29923"/>
                </a:lnTo>
                <a:cubicBezTo>
                  <a:pt x="59661" y="30046"/>
                  <a:pt x="57506" y="30621"/>
                  <a:pt x="55659" y="31647"/>
                </a:cubicBezTo>
                <a:cubicBezTo>
                  <a:pt x="53771" y="32755"/>
                  <a:pt x="50159" y="35916"/>
                  <a:pt x="44823" y="41129"/>
                </a:cubicBezTo>
                <a:lnTo>
                  <a:pt x="38543" y="47286"/>
                </a:lnTo>
                <a:lnTo>
                  <a:pt x="52088" y="67111"/>
                </a:lnTo>
                <a:cubicBezTo>
                  <a:pt x="57506" y="75197"/>
                  <a:pt x="60749" y="79712"/>
                  <a:pt x="61816" y="80657"/>
                </a:cubicBezTo>
                <a:cubicBezTo>
                  <a:pt x="63171" y="82093"/>
                  <a:pt x="64936" y="82873"/>
                  <a:pt x="67111" y="82996"/>
                </a:cubicBezTo>
                <a:lnTo>
                  <a:pt x="67111" y="85213"/>
                </a:lnTo>
                <a:lnTo>
                  <a:pt x="37373" y="85213"/>
                </a:lnTo>
                <a:lnTo>
                  <a:pt x="37373" y="82996"/>
                </a:lnTo>
                <a:cubicBezTo>
                  <a:pt x="38645" y="82996"/>
                  <a:pt x="39610" y="82750"/>
                  <a:pt x="40267" y="82257"/>
                </a:cubicBezTo>
                <a:cubicBezTo>
                  <a:pt x="40800" y="81765"/>
                  <a:pt x="41088" y="81231"/>
                  <a:pt x="41129" y="80657"/>
                </a:cubicBezTo>
                <a:cubicBezTo>
                  <a:pt x="41129" y="79753"/>
                  <a:pt x="40267" y="78009"/>
                  <a:pt x="38543" y="75423"/>
                </a:cubicBezTo>
                <a:lnTo>
                  <a:pt x="27152" y="58738"/>
                </a:lnTo>
                <a:lnTo>
                  <a:pt x="23458" y="62370"/>
                </a:lnTo>
                <a:lnTo>
                  <a:pt x="23458" y="72714"/>
                </a:lnTo>
                <a:cubicBezTo>
                  <a:pt x="23458" y="77147"/>
                  <a:pt x="23869" y="79877"/>
                  <a:pt x="24690" y="80903"/>
                </a:cubicBezTo>
                <a:cubicBezTo>
                  <a:pt x="25469" y="82011"/>
                  <a:pt x="27152" y="82709"/>
                  <a:pt x="29738" y="82996"/>
                </a:cubicBezTo>
                <a:lnTo>
                  <a:pt x="29738" y="85213"/>
                </a:lnTo>
                <a:lnTo>
                  <a:pt x="0" y="85213"/>
                </a:lnTo>
                <a:lnTo>
                  <a:pt x="0" y="82996"/>
                </a:lnTo>
                <a:cubicBezTo>
                  <a:pt x="2381" y="82750"/>
                  <a:pt x="4105" y="81970"/>
                  <a:pt x="5172" y="80657"/>
                </a:cubicBezTo>
                <a:cubicBezTo>
                  <a:pt x="5829" y="79753"/>
                  <a:pt x="6178" y="77106"/>
                  <a:pt x="6219" y="72714"/>
                </a:cubicBezTo>
                <a:lnTo>
                  <a:pt x="6219" y="14223"/>
                </a:lnTo>
                <a:cubicBezTo>
                  <a:pt x="6219" y="9872"/>
                  <a:pt x="5829" y="7163"/>
                  <a:pt x="5049" y="6095"/>
                </a:cubicBezTo>
                <a:cubicBezTo>
                  <a:pt x="4187" y="5069"/>
                  <a:pt x="2504" y="4371"/>
                  <a:pt x="0" y="4002"/>
                </a:cubicBezTo>
                <a:lnTo>
                  <a:pt x="0" y="1724"/>
                </a:lnTo>
                <a:lnTo>
                  <a:pt x="23458" y="1724"/>
                </a:lnTo>
                <a:close/>
                <a:moveTo>
                  <a:pt x="65032" y="39405"/>
                </a:moveTo>
                <a:lnTo>
                  <a:pt x="94647" y="39405"/>
                </a:lnTo>
                <a:lnTo>
                  <a:pt x="94647" y="9851"/>
                </a:lnTo>
                <a:lnTo>
                  <a:pt x="102713" y="9851"/>
                </a:lnTo>
                <a:lnTo>
                  <a:pt x="102713" y="39405"/>
                </a:lnTo>
                <a:lnTo>
                  <a:pt x="132328" y="39405"/>
                </a:lnTo>
                <a:lnTo>
                  <a:pt x="132328" y="47532"/>
                </a:lnTo>
                <a:lnTo>
                  <a:pt x="102713" y="47532"/>
                </a:lnTo>
                <a:lnTo>
                  <a:pt x="102713" y="76839"/>
                </a:lnTo>
                <a:lnTo>
                  <a:pt x="94647" y="76839"/>
                </a:lnTo>
                <a:lnTo>
                  <a:pt x="94647" y="47532"/>
                </a:lnTo>
                <a:lnTo>
                  <a:pt x="65032" y="47532"/>
                </a:lnTo>
                <a:lnTo>
                  <a:pt x="65032" y="39405"/>
                </a:lnTo>
                <a:close/>
                <a:moveTo>
                  <a:pt x="177810" y="0"/>
                </a:moveTo>
                <a:lnTo>
                  <a:pt x="177810" y="68281"/>
                </a:lnTo>
                <a:cubicBezTo>
                  <a:pt x="177810" y="73412"/>
                  <a:pt x="178036" y="76675"/>
                  <a:pt x="178487" y="78071"/>
                </a:cubicBezTo>
                <a:cubicBezTo>
                  <a:pt x="178898" y="79507"/>
                  <a:pt x="179842" y="80677"/>
                  <a:pt x="181319" y="81580"/>
                </a:cubicBezTo>
                <a:cubicBezTo>
                  <a:pt x="182715" y="82524"/>
                  <a:pt x="185014" y="82976"/>
                  <a:pt x="188215" y="82935"/>
                </a:cubicBezTo>
                <a:lnTo>
                  <a:pt x="190124" y="82935"/>
                </a:lnTo>
                <a:lnTo>
                  <a:pt x="190124" y="85213"/>
                </a:lnTo>
                <a:lnTo>
                  <a:pt x="146163" y="85213"/>
                </a:lnTo>
                <a:lnTo>
                  <a:pt x="146163" y="82935"/>
                </a:lnTo>
                <a:lnTo>
                  <a:pt x="148380" y="82935"/>
                </a:lnTo>
                <a:cubicBezTo>
                  <a:pt x="151910" y="82935"/>
                  <a:pt x="154454" y="82524"/>
                  <a:pt x="156014" y="81703"/>
                </a:cubicBezTo>
                <a:cubicBezTo>
                  <a:pt x="157492" y="80923"/>
                  <a:pt x="158518" y="79795"/>
                  <a:pt x="159093" y="78317"/>
                </a:cubicBezTo>
                <a:cubicBezTo>
                  <a:pt x="159626" y="76921"/>
                  <a:pt x="159893" y="73576"/>
                  <a:pt x="159893" y="68281"/>
                </a:cubicBezTo>
                <a:lnTo>
                  <a:pt x="159893" y="24997"/>
                </a:lnTo>
                <a:cubicBezTo>
                  <a:pt x="159893" y="21139"/>
                  <a:pt x="159708" y="18717"/>
                  <a:pt x="159339" y="17732"/>
                </a:cubicBezTo>
                <a:cubicBezTo>
                  <a:pt x="158970" y="16829"/>
                  <a:pt x="158292" y="16008"/>
                  <a:pt x="157307" y="15269"/>
                </a:cubicBezTo>
                <a:cubicBezTo>
                  <a:pt x="156240" y="14613"/>
                  <a:pt x="155070" y="14284"/>
                  <a:pt x="153798" y="14284"/>
                </a:cubicBezTo>
                <a:cubicBezTo>
                  <a:pt x="151704" y="14325"/>
                  <a:pt x="149159" y="14982"/>
                  <a:pt x="146163" y="16254"/>
                </a:cubicBezTo>
                <a:lnTo>
                  <a:pt x="145055" y="14038"/>
                </a:lnTo>
                <a:lnTo>
                  <a:pt x="175778" y="0"/>
                </a:lnTo>
                <a:lnTo>
                  <a:pt x="177810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)">
            <a:extLst xmlns:a="http://schemas.openxmlformats.org/drawingml/2006/main">
              <a:ext uri="{FF2B5EF4-FFF2-40B4-BE49-F238E27FC236}">
                <a16:creationId xmlns:a16="http://schemas.microsoft.com/office/drawing/2014/main" id="{F3272ACF-EC06-41CA-BA8E-8FD475B5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037" y="3091182"/>
            <a:ext cx="56326" cy="175724"/>
          </a:xfrm>
          <a:custGeom xmlns:a="http://schemas.openxmlformats.org/drawingml/2006/main">
            <a:pathLst>
              <a:path w="56326" h="175724">
                <a:moveTo>
                  <a:pt x="0" y="175724"/>
                </a:moveTo>
                <a:lnTo>
                  <a:pt x="0" y="171226"/>
                </a:lnTo>
                <a:cubicBezTo>
                  <a:pt x="6715" y="166728"/>
                  <a:pt x="11702" y="162360"/>
                  <a:pt x="14961" y="158122"/>
                </a:cubicBezTo>
                <a:cubicBezTo>
                  <a:pt x="19329" y="152255"/>
                  <a:pt x="22784" y="144758"/>
                  <a:pt x="25327" y="135631"/>
                </a:cubicBezTo>
                <a:cubicBezTo>
                  <a:pt x="28456" y="124223"/>
                  <a:pt x="30021" y="108251"/>
                  <a:pt x="30021" y="87715"/>
                </a:cubicBezTo>
                <a:cubicBezTo>
                  <a:pt x="30021" y="68484"/>
                  <a:pt x="28619" y="53490"/>
                  <a:pt x="25816" y="42733"/>
                </a:cubicBezTo>
                <a:cubicBezTo>
                  <a:pt x="22947" y="32107"/>
                  <a:pt x="19069" y="23502"/>
                  <a:pt x="14179" y="16917"/>
                </a:cubicBezTo>
                <a:cubicBezTo>
                  <a:pt x="10724" y="12354"/>
                  <a:pt x="5998" y="8345"/>
                  <a:pt x="0" y="4889"/>
                </a:cubicBezTo>
                <a:lnTo>
                  <a:pt x="0" y="0"/>
                </a:lnTo>
                <a:cubicBezTo>
                  <a:pt x="15711" y="5281"/>
                  <a:pt x="29043" y="16037"/>
                  <a:pt x="39995" y="32270"/>
                </a:cubicBezTo>
                <a:cubicBezTo>
                  <a:pt x="50817" y="48633"/>
                  <a:pt x="56260" y="67343"/>
                  <a:pt x="56326" y="88400"/>
                </a:cubicBezTo>
                <a:cubicBezTo>
                  <a:pt x="56260" y="109261"/>
                  <a:pt x="50817" y="127678"/>
                  <a:pt x="39995" y="143650"/>
                </a:cubicBezTo>
                <a:cubicBezTo>
                  <a:pt x="29043" y="159817"/>
                  <a:pt x="15711" y="170509"/>
                  <a:pt x="0" y="175724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Sampling">
            <a:extLst xmlns:a="http://schemas.openxmlformats.org/drawingml/2006/main">
              <a:ext uri="{FF2B5EF4-FFF2-40B4-BE49-F238E27FC236}">
                <a16:creationId xmlns:a16="http://schemas.microsoft.com/office/drawing/2014/main" id="{6B112EF5-A355-40D0-9DDD-F49A93BA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1471" y="1181093"/>
            <a:ext cx="805732" cy="179016"/>
          </a:xfrm>
          <a:custGeom xmlns:a="http://schemas.openxmlformats.org/drawingml/2006/main">
            <a:pathLst>
              <a:path w="805732" h="179016">
                <a:moveTo>
                  <a:pt x="83706" y="98"/>
                </a:moveTo>
                <a:lnTo>
                  <a:pt x="84782" y="44298"/>
                </a:lnTo>
                <a:lnTo>
                  <a:pt x="80772" y="44298"/>
                </a:lnTo>
                <a:cubicBezTo>
                  <a:pt x="78817" y="33280"/>
                  <a:pt x="74188" y="24349"/>
                  <a:pt x="66887" y="17504"/>
                </a:cubicBezTo>
                <a:cubicBezTo>
                  <a:pt x="59455" y="10789"/>
                  <a:pt x="51436" y="7432"/>
                  <a:pt x="42831" y="7432"/>
                </a:cubicBezTo>
                <a:cubicBezTo>
                  <a:pt x="36116" y="7432"/>
                  <a:pt x="30868" y="9192"/>
                  <a:pt x="27087" y="12712"/>
                </a:cubicBezTo>
                <a:cubicBezTo>
                  <a:pt x="23176" y="16363"/>
                  <a:pt x="21220" y="20470"/>
                  <a:pt x="21220" y="25034"/>
                </a:cubicBezTo>
                <a:cubicBezTo>
                  <a:pt x="21220" y="28032"/>
                  <a:pt x="21904" y="30640"/>
                  <a:pt x="23273" y="32857"/>
                </a:cubicBezTo>
                <a:cubicBezTo>
                  <a:pt x="25099" y="35921"/>
                  <a:pt x="28130" y="38952"/>
                  <a:pt x="32368" y="41951"/>
                </a:cubicBezTo>
                <a:cubicBezTo>
                  <a:pt x="35366" y="44102"/>
                  <a:pt x="42440" y="47916"/>
                  <a:pt x="53588" y="53392"/>
                </a:cubicBezTo>
                <a:cubicBezTo>
                  <a:pt x="69103" y="61085"/>
                  <a:pt x="79566" y="68288"/>
                  <a:pt x="84977" y="75003"/>
                </a:cubicBezTo>
                <a:cubicBezTo>
                  <a:pt x="90323" y="81848"/>
                  <a:pt x="92996" y="89606"/>
                  <a:pt x="92996" y="98276"/>
                </a:cubicBezTo>
                <a:cubicBezTo>
                  <a:pt x="92996" y="109424"/>
                  <a:pt x="88693" y="118942"/>
                  <a:pt x="80088" y="126830"/>
                </a:cubicBezTo>
                <a:cubicBezTo>
                  <a:pt x="71352" y="134849"/>
                  <a:pt x="60367" y="138858"/>
                  <a:pt x="47134" y="138858"/>
                </a:cubicBezTo>
                <a:cubicBezTo>
                  <a:pt x="42896" y="138923"/>
                  <a:pt x="38952" y="138500"/>
                  <a:pt x="35301" y="137587"/>
                </a:cubicBezTo>
                <a:cubicBezTo>
                  <a:pt x="31520" y="136739"/>
                  <a:pt x="26859" y="135142"/>
                  <a:pt x="21318" y="132795"/>
                </a:cubicBezTo>
                <a:cubicBezTo>
                  <a:pt x="18188" y="131557"/>
                  <a:pt x="15613" y="130905"/>
                  <a:pt x="13592" y="130840"/>
                </a:cubicBezTo>
                <a:cubicBezTo>
                  <a:pt x="11832" y="130905"/>
                  <a:pt x="10040" y="131557"/>
                  <a:pt x="8214" y="132795"/>
                </a:cubicBezTo>
                <a:cubicBezTo>
                  <a:pt x="6324" y="134164"/>
                  <a:pt x="4792" y="136153"/>
                  <a:pt x="3618" y="138760"/>
                </a:cubicBezTo>
                <a:lnTo>
                  <a:pt x="0" y="138760"/>
                </a:lnTo>
                <a:lnTo>
                  <a:pt x="0" y="88693"/>
                </a:lnTo>
                <a:lnTo>
                  <a:pt x="3618" y="88693"/>
                </a:lnTo>
                <a:cubicBezTo>
                  <a:pt x="6421" y="102840"/>
                  <a:pt x="11963" y="113564"/>
                  <a:pt x="20242" y="120865"/>
                </a:cubicBezTo>
                <a:cubicBezTo>
                  <a:pt x="28326" y="128297"/>
                  <a:pt x="37127" y="132013"/>
                  <a:pt x="46645" y="132013"/>
                </a:cubicBezTo>
                <a:cubicBezTo>
                  <a:pt x="53881" y="132078"/>
                  <a:pt x="59716" y="130090"/>
                  <a:pt x="64149" y="126048"/>
                </a:cubicBezTo>
                <a:cubicBezTo>
                  <a:pt x="68451" y="122071"/>
                  <a:pt x="70603" y="117443"/>
                  <a:pt x="70603" y="112162"/>
                </a:cubicBezTo>
                <a:cubicBezTo>
                  <a:pt x="70603" y="109033"/>
                  <a:pt x="69788" y="106002"/>
                  <a:pt x="68158" y="103068"/>
                </a:cubicBezTo>
                <a:cubicBezTo>
                  <a:pt x="66463" y="100134"/>
                  <a:pt x="63920" y="97331"/>
                  <a:pt x="60530" y="94658"/>
                </a:cubicBezTo>
                <a:cubicBezTo>
                  <a:pt x="57075" y="92051"/>
                  <a:pt x="51078" y="88628"/>
                  <a:pt x="42538" y="84391"/>
                </a:cubicBezTo>
                <a:cubicBezTo>
                  <a:pt x="30477" y="78523"/>
                  <a:pt x="21807" y="73471"/>
                  <a:pt x="16526" y="69233"/>
                </a:cubicBezTo>
                <a:cubicBezTo>
                  <a:pt x="11246" y="65126"/>
                  <a:pt x="7204" y="60465"/>
                  <a:pt x="4400" y="55250"/>
                </a:cubicBezTo>
                <a:cubicBezTo>
                  <a:pt x="1532" y="50100"/>
                  <a:pt x="98" y="44428"/>
                  <a:pt x="98" y="38235"/>
                </a:cubicBezTo>
                <a:cubicBezTo>
                  <a:pt x="98" y="27674"/>
                  <a:pt x="3977" y="18677"/>
                  <a:pt x="11734" y="11246"/>
                </a:cubicBezTo>
                <a:cubicBezTo>
                  <a:pt x="19427" y="3814"/>
                  <a:pt x="29206" y="98"/>
                  <a:pt x="41071" y="98"/>
                </a:cubicBezTo>
                <a:cubicBezTo>
                  <a:pt x="45373" y="98"/>
                  <a:pt x="49546" y="619"/>
                  <a:pt x="53588" y="1662"/>
                </a:cubicBezTo>
                <a:cubicBezTo>
                  <a:pt x="56586" y="2510"/>
                  <a:pt x="60335" y="3944"/>
                  <a:pt x="64833" y="5965"/>
                </a:cubicBezTo>
                <a:cubicBezTo>
                  <a:pt x="69201" y="8116"/>
                  <a:pt x="72265" y="9192"/>
                  <a:pt x="74025" y="9192"/>
                </a:cubicBezTo>
                <a:cubicBezTo>
                  <a:pt x="75655" y="9257"/>
                  <a:pt x="76991" y="8736"/>
                  <a:pt x="78034" y="7627"/>
                </a:cubicBezTo>
                <a:cubicBezTo>
                  <a:pt x="78947" y="6650"/>
                  <a:pt x="79860" y="4140"/>
                  <a:pt x="80772" y="98"/>
                </a:cubicBezTo>
                <a:lnTo>
                  <a:pt x="83706" y="98"/>
                </a:lnTo>
                <a:close/>
                <a:moveTo>
                  <a:pt x="158100" y="122234"/>
                </a:moveTo>
                <a:cubicBezTo>
                  <a:pt x="146952" y="132143"/>
                  <a:pt x="136945" y="137065"/>
                  <a:pt x="128079" y="137000"/>
                </a:cubicBezTo>
                <a:cubicBezTo>
                  <a:pt x="122799" y="137000"/>
                  <a:pt x="118464" y="135273"/>
                  <a:pt x="115074" y="131817"/>
                </a:cubicBezTo>
                <a:cubicBezTo>
                  <a:pt x="111618" y="128493"/>
                  <a:pt x="109891" y="124223"/>
                  <a:pt x="109891" y="119007"/>
                </a:cubicBezTo>
                <a:cubicBezTo>
                  <a:pt x="109891" y="112097"/>
                  <a:pt x="112890" y="105806"/>
                  <a:pt x="118887" y="100134"/>
                </a:cubicBezTo>
                <a:cubicBezTo>
                  <a:pt x="124820" y="94658"/>
                  <a:pt x="137891" y="87259"/>
                  <a:pt x="158100" y="77937"/>
                </a:cubicBezTo>
                <a:lnTo>
                  <a:pt x="158100" y="68745"/>
                </a:lnTo>
                <a:cubicBezTo>
                  <a:pt x="158035" y="61899"/>
                  <a:pt x="157676" y="57532"/>
                  <a:pt x="157024" y="55641"/>
                </a:cubicBezTo>
                <a:cubicBezTo>
                  <a:pt x="156177" y="53881"/>
                  <a:pt x="154743" y="52316"/>
                  <a:pt x="152722" y="50947"/>
                </a:cubicBezTo>
                <a:cubicBezTo>
                  <a:pt x="150636" y="49709"/>
                  <a:pt x="148289" y="49057"/>
                  <a:pt x="145681" y="48991"/>
                </a:cubicBezTo>
                <a:cubicBezTo>
                  <a:pt x="141444" y="49057"/>
                  <a:pt x="137956" y="50002"/>
                  <a:pt x="135218" y="51827"/>
                </a:cubicBezTo>
                <a:cubicBezTo>
                  <a:pt x="133523" y="53001"/>
                  <a:pt x="132675" y="54370"/>
                  <a:pt x="132675" y="55934"/>
                </a:cubicBezTo>
                <a:cubicBezTo>
                  <a:pt x="132610" y="57303"/>
                  <a:pt x="133523" y="58998"/>
                  <a:pt x="135413" y="61019"/>
                </a:cubicBezTo>
                <a:cubicBezTo>
                  <a:pt x="137825" y="63888"/>
                  <a:pt x="139064" y="66593"/>
                  <a:pt x="139129" y="69136"/>
                </a:cubicBezTo>
                <a:cubicBezTo>
                  <a:pt x="139129" y="72395"/>
                  <a:pt x="137956" y="75101"/>
                  <a:pt x="135609" y="77252"/>
                </a:cubicBezTo>
                <a:cubicBezTo>
                  <a:pt x="133132" y="79534"/>
                  <a:pt x="130002" y="80675"/>
                  <a:pt x="126221" y="80675"/>
                </a:cubicBezTo>
                <a:cubicBezTo>
                  <a:pt x="122114" y="80675"/>
                  <a:pt x="118692" y="79436"/>
                  <a:pt x="115954" y="76959"/>
                </a:cubicBezTo>
                <a:cubicBezTo>
                  <a:pt x="113085" y="74547"/>
                  <a:pt x="111684" y="71646"/>
                  <a:pt x="111749" y="68256"/>
                </a:cubicBezTo>
                <a:cubicBezTo>
                  <a:pt x="111749" y="63562"/>
                  <a:pt x="113607" y="59064"/>
                  <a:pt x="117323" y="54761"/>
                </a:cubicBezTo>
                <a:cubicBezTo>
                  <a:pt x="121039" y="50589"/>
                  <a:pt x="126221" y="47329"/>
                  <a:pt x="132871" y="44982"/>
                </a:cubicBezTo>
                <a:cubicBezTo>
                  <a:pt x="139520" y="42766"/>
                  <a:pt x="146431" y="41625"/>
                  <a:pt x="153602" y="41560"/>
                </a:cubicBezTo>
                <a:cubicBezTo>
                  <a:pt x="162272" y="41625"/>
                  <a:pt x="169150" y="43450"/>
                  <a:pt x="174235" y="47036"/>
                </a:cubicBezTo>
                <a:cubicBezTo>
                  <a:pt x="179190" y="50752"/>
                  <a:pt x="182449" y="54761"/>
                  <a:pt x="184014" y="59064"/>
                </a:cubicBezTo>
                <a:cubicBezTo>
                  <a:pt x="184861" y="61802"/>
                  <a:pt x="185318" y="68093"/>
                  <a:pt x="185383" y="77937"/>
                </a:cubicBezTo>
                <a:lnTo>
                  <a:pt x="185383" y="113433"/>
                </a:lnTo>
                <a:cubicBezTo>
                  <a:pt x="185383" y="117671"/>
                  <a:pt x="185546" y="120279"/>
                  <a:pt x="185872" y="121256"/>
                </a:cubicBezTo>
                <a:cubicBezTo>
                  <a:pt x="186132" y="122430"/>
                  <a:pt x="186621" y="123245"/>
                  <a:pt x="187339" y="123701"/>
                </a:cubicBezTo>
                <a:cubicBezTo>
                  <a:pt x="187925" y="124223"/>
                  <a:pt x="188675" y="124483"/>
                  <a:pt x="189588" y="124483"/>
                </a:cubicBezTo>
                <a:cubicBezTo>
                  <a:pt x="191217" y="124549"/>
                  <a:pt x="192945" y="123343"/>
                  <a:pt x="194770" y="120865"/>
                </a:cubicBezTo>
                <a:lnTo>
                  <a:pt x="197704" y="123212"/>
                </a:lnTo>
                <a:cubicBezTo>
                  <a:pt x="194379" y="128036"/>
                  <a:pt x="191022" y="131524"/>
                  <a:pt x="187632" y="133675"/>
                </a:cubicBezTo>
                <a:cubicBezTo>
                  <a:pt x="184046" y="135957"/>
                  <a:pt x="180070" y="137065"/>
                  <a:pt x="175702" y="137000"/>
                </a:cubicBezTo>
                <a:cubicBezTo>
                  <a:pt x="170486" y="137000"/>
                  <a:pt x="166412" y="135762"/>
                  <a:pt x="163478" y="133284"/>
                </a:cubicBezTo>
                <a:cubicBezTo>
                  <a:pt x="160545" y="130937"/>
                  <a:pt x="158752" y="127254"/>
                  <a:pt x="158100" y="122234"/>
                </a:cubicBezTo>
                <a:moveTo>
                  <a:pt x="158100" y="115096"/>
                </a:moveTo>
                <a:lnTo>
                  <a:pt x="158100" y="84488"/>
                </a:lnTo>
                <a:cubicBezTo>
                  <a:pt x="150147" y="89117"/>
                  <a:pt x="144279" y="94071"/>
                  <a:pt x="140498" y="99352"/>
                </a:cubicBezTo>
                <a:cubicBezTo>
                  <a:pt x="137956" y="102872"/>
                  <a:pt x="136685" y="106425"/>
                  <a:pt x="136685" y="110011"/>
                </a:cubicBezTo>
                <a:cubicBezTo>
                  <a:pt x="136685" y="113075"/>
                  <a:pt x="137760" y="115715"/>
                  <a:pt x="139912" y="117932"/>
                </a:cubicBezTo>
                <a:cubicBezTo>
                  <a:pt x="141541" y="119692"/>
                  <a:pt x="143823" y="120572"/>
                  <a:pt x="146757" y="120572"/>
                </a:cubicBezTo>
                <a:cubicBezTo>
                  <a:pt x="149951" y="120572"/>
                  <a:pt x="153732" y="118747"/>
                  <a:pt x="158100" y="115096"/>
                </a:cubicBezTo>
                <a:close/>
                <a:moveTo>
                  <a:pt x="249427" y="44298"/>
                </a:moveTo>
                <a:lnTo>
                  <a:pt x="249427" y="56326"/>
                </a:lnTo>
                <a:cubicBezTo>
                  <a:pt x="254381" y="50915"/>
                  <a:pt x="259042" y="47068"/>
                  <a:pt x="263410" y="44787"/>
                </a:cubicBezTo>
                <a:cubicBezTo>
                  <a:pt x="267582" y="42635"/>
                  <a:pt x="272244" y="41560"/>
                  <a:pt x="277394" y="41560"/>
                </a:cubicBezTo>
                <a:cubicBezTo>
                  <a:pt x="283196" y="41560"/>
                  <a:pt x="288118" y="42929"/>
                  <a:pt x="292160" y="45667"/>
                </a:cubicBezTo>
                <a:cubicBezTo>
                  <a:pt x="296136" y="48470"/>
                  <a:pt x="299200" y="52642"/>
                  <a:pt x="301352" y="58184"/>
                </a:cubicBezTo>
                <a:cubicBezTo>
                  <a:pt x="306502" y="52381"/>
                  <a:pt x="311522" y="48144"/>
                  <a:pt x="316411" y="45471"/>
                </a:cubicBezTo>
                <a:cubicBezTo>
                  <a:pt x="321170" y="42863"/>
                  <a:pt x="326157" y="41560"/>
                  <a:pt x="331372" y="41560"/>
                </a:cubicBezTo>
                <a:cubicBezTo>
                  <a:pt x="337631" y="41625"/>
                  <a:pt x="342683" y="43059"/>
                  <a:pt x="346529" y="45862"/>
                </a:cubicBezTo>
                <a:cubicBezTo>
                  <a:pt x="350245" y="48861"/>
                  <a:pt x="352853" y="52544"/>
                  <a:pt x="354352" y="56912"/>
                </a:cubicBezTo>
                <a:cubicBezTo>
                  <a:pt x="355787" y="61410"/>
                  <a:pt x="356504" y="68549"/>
                  <a:pt x="356504" y="78328"/>
                </a:cubicBezTo>
                <a:lnTo>
                  <a:pt x="356504" y="115780"/>
                </a:lnTo>
                <a:cubicBezTo>
                  <a:pt x="356504" y="122886"/>
                  <a:pt x="357156" y="127254"/>
                  <a:pt x="358460" y="128884"/>
                </a:cubicBezTo>
                <a:cubicBezTo>
                  <a:pt x="359698" y="130644"/>
                  <a:pt x="362338" y="131752"/>
                  <a:pt x="366380" y="132209"/>
                </a:cubicBezTo>
                <a:lnTo>
                  <a:pt x="366380" y="135729"/>
                </a:lnTo>
                <a:lnTo>
                  <a:pt x="319149" y="135729"/>
                </a:lnTo>
                <a:lnTo>
                  <a:pt x="319149" y="132209"/>
                </a:lnTo>
                <a:cubicBezTo>
                  <a:pt x="322865" y="131948"/>
                  <a:pt x="325603" y="130514"/>
                  <a:pt x="327363" y="127906"/>
                </a:cubicBezTo>
                <a:cubicBezTo>
                  <a:pt x="328537" y="126211"/>
                  <a:pt x="329123" y="122169"/>
                  <a:pt x="329123" y="115780"/>
                </a:cubicBezTo>
                <a:lnTo>
                  <a:pt x="329123" y="76470"/>
                </a:lnTo>
                <a:cubicBezTo>
                  <a:pt x="329123" y="68386"/>
                  <a:pt x="328797" y="63203"/>
                  <a:pt x="328145" y="60922"/>
                </a:cubicBezTo>
                <a:cubicBezTo>
                  <a:pt x="327428" y="58705"/>
                  <a:pt x="326418" y="57043"/>
                  <a:pt x="325114" y="55934"/>
                </a:cubicBezTo>
                <a:cubicBezTo>
                  <a:pt x="323615" y="54891"/>
                  <a:pt x="321952" y="54370"/>
                  <a:pt x="320127" y="54370"/>
                </a:cubicBezTo>
                <a:cubicBezTo>
                  <a:pt x="317258" y="54370"/>
                  <a:pt x="314423" y="55380"/>
                  <a:pt x="311619" y="57401"/>
                </a:cubicBezTo>
                <a:cubicBezTo>
                  <a:pt x="308751" y="59487"/>
                  <a:pt x="305850" y="62584"/>
                  <a:pt x="302916" y="66691"/>
                </a:cubicBezTo>
                <a:lnTo>
                  <a:pt x="302916" y="115780"/>
                </a:lnTo>
                <a:cubicBezTo>
                  <a:pt x="302916" y="122430"/>
                  <a:pt x="303470" y="126570"/>
                  <a:pt x="304579" y="128199"/>
                </a:cubicBezTo>
                <a:cubicBezTo>
                  <a:pt x="306013" y="130677"/>
                  <a:pt x="308881" y="132013"/>
                  <a:pt x="313184" y="132209"/>
                </a:cubicBezTo>
                <a:lnTo>
                  <a:pt x="313184" y="135729"/>
                </a:lnTo>
                <a:lnTo>
                  <a:pt x="265855" y="135729"/>
                </a:lnTo>
                <a:lnTo>
                  <a:pt x="265855" y="132209"/>
                </a:lnTo>
                <a:cubicBezTo>
                  <a:pt x="268397" y="132143"/>
                  <a:pt x="270418" y="131491"/>
                  <a:pt x="271918" y="130253"/>
                </a:cubicBezTo>
                <a:cubicBezTo>
                  <a:pt x="273352" y="129210"/>
                  <a:pt x="274330" y="127841"/>
                  <a:pt x="274851" y="126146"/>
                </a:cubicBezTo>
                <a:cubicBezTo>
                  <a:pt x="275308" y="124646"/>
                  <a:pt x="275536" y="121191"/>
                  <a:pt x="275536" y="115780"/>
                </a:cubicBezTo>
                <a:lnTo>
                  <a:pt x="275536" y="76470"/>
                </a:lnTo>
                <a:cubicBezTo>
                  <a:pt x="275536" y="68190"/>
                  <a:pt x="275210" y="63008"/>
                  <a:pt x="274558" y="60922"/>
                </a:cubicBezTo>
                <a:cubicBezTo>
                  <a:pt x="273841" y="58901"/>
                  <a:pt x="272765" y="57271"/>
                  <a:pt x="271331" y="56032"/>
                </a:cubicBezTo>
                <a:cubicBezTo>
                  <a:pt x="269766" y="54859"/>
                  <a:pt x="268104" y="54272"/>
                  <a:pt x="266344" y="54272"/>
                </a:cubicBezTo>
                <a:cubicBezTo>
                  <a:pt x="263671" y="54272"/>
                  <a:pt x="261291" y="54957"/>
                  <a:pt x="259205" y="56326"/>
                </a:cubicBezTo>
                <a:cubicBezTo>
                  <a:pt x="256076" y="58412"/>
                  <a:pt x="252817" y="61867"/>
                  <a:pt x="249427" y="66691"/>
                </a:cubicBezTo>
                <a:lnTo>
                  <a:pt x="249427" y="115780"/>
                </a:lnTo>
                <a:cubicBezTo>
                  <a:pt x="249427" y="122234"/>
                  <a:pt x="250078" y="126472"/>
                  <a:pt x="251382" y="128493"/>
                </a:cubicBezTo>
                <a:cubicBezTo>
                  <a:pt x="252621" y="130579"/>
                  <a:pt x="255261" y="131817"/>
                  <a:pt x="259303" y="132209"/>
                </a:cubicBezTo>
                <a:lnTo>
                  <a:pt x="259303" y="135729"/>
                </a:lnTo>
                <a:lnTo>
                  <a:pt x="212170" y="135729"/>
                </a:lnTo>
                <a:lnTo>
                  <a:pt x="212170" y="132209"/>
                </a:lnTo>
                <a:cubicBezTo>
                  <a:pt x="215951" y="131817"/>
                  <a:pt x="218689" y="130579"/>
                  <a:pt x="220384" y="128493"/>
                </a:cubicBezTo>
                <a:cubicBezTo>
                  <a:pt x="221427" y="127058"/>
                  <a:pt x="221981" y="122821"/>
                  <a:pt x="222046" y="115780"/>
                </a:cubicBezTo>
                <a:lnTo>
                  <a:pt x="222046" y="64149"/>
                </a:lnTo>
                <a:cubicBezTo>
                  <a:pt x="222046" y="57238"/>
                  <a:pt x="221427" y="52936"/>
                  <a:pt x="220188" y="51241"/>
                </a:cubicBezTo>
                <a:cubicBezTo>
                  <a:pt x="218819" y="49611"/>
                  <a:pt x="216146" y="48503"/>
                  <a:pt x="212170" y="47916"/>
                </a:cubicBezTo>
                <a:lnTo>
                  <a:pt x="212170" y="44298"/>
                </a:lnTo>
                <a:lnTo>
                  <a:pt x="249427" y="44298"/>
                </a:lnTo>
                <a:close/>
                <a:moveTo>
                  <a:pt x="410066" y="126439"/>
                </a:moveTo>
                <a:lnTo>
                  <a:pt x="410066" y="160469"/>
                </a:lnTo>
                <a:cubicBezTo>
                  <a:pt x="410066" y="165228"/>
                  <a:pt x="410457" y="168423"/>
                  <a:pt x="411240" y="170052"/>
                </a:cubicBezTo>
                <a:cubicBezTo>
                  <a:pt x="411892" y="171747"/>
                  <a:pt x="413032" y="172986"/>
                  <a:pt x="414662" y="173768"/>
                </a:cubicBezTo>
                <a:cubicBezTo>
                  <a:pt x="416162" y="174551"/>
                  <a:pt x="419226" y="174942"/>
                  <a:pt x="423854" y="174942"/>
                </a:cubicBezTo>
                <a:lnTo>
                  <a:pt x="423854" y="178560"/>
                </a:lnTo>
                <a:lnTo>
                  <a:pt x="371734" y="178560"/>
                </a:lnTo>
                <a:lnTo>
                  <a:pt x="371734" y="174942"/>
                </a:lnTo>
                <a:cubicBezTo>
                  <a:pt x="375710" y="174876"/>
                  <a:pt x="378709" y="173736"/>
                  <a:pt x="380730" y="171519"/>
                </a:cubicBezTo>
                <a:cubicBezTo>
                  <a:pt x="381969" y="170085"/>
                  <a:pt x="382621" y="166206"/>
                  <a:pt x="382686" y="159882"/>
                </a:cubicBezTo>
                <a:lnTo>
                  <a:pt x="382686" y="63366"/>
                </a:lnTo>
                <a:cubicBezTo>
                  <a:pt x="382621" y="56977"/>
                  <a:pt x="381871" y="52838"/>
                  <a:pt x="380437" y="50947"/>
                </a:cubicBezTo>
                <a:cubicBezTo>
                  <a:pt x="378937" y="49252"/>
                  <a:pt x="376036" y="48242"/>
                  <a:pt x="371734" y="47916"/>
                </a:cubicBezTo>
                <a:lnTo>
                  <a:pt x="371734" y="44298"/>
                </a:lnTo>
                <a:lnTo>
                  <a:pt x="410066" y="44298"/>
                </a:lnTo>
                <a:lnTo>
                  <a:pt x="410066" y="56326"/>
                </a:lnTo>
                <a:cubicBezTo>
                  <a:pt x="413261" y="51632"/>
                  <a:pt x="416520" y="48242"/>
                  <a:pt x="419845" y="46156"/>
                </a:cubicBezTo>
                <a:cubicBezTo>
                  <a:pt x="424604" y="43157"/>
                  <a:pt x="429787" y="41625"/>
                  <a:pt x="435393" y="41560"/>
                </a:cubicBezTo>
                <a:cubicBezTo>
                  <a:pt x="442043" y="41625"/>
                  <a:pt x="448171" y="43744"/>
                  <a:pt x="453777" y="47916"/>
                </a:cubicBezTo>
                <a:cubicBezTo>
                  <a:pt x="459253" y="52153"/>
                  <a:pt x="463426" y="57988"/>
                  <a:pt x="466294" y="65420"/>
                </a:cubicBezTo>
                <a:cubicBezTo>
                  <a:pt x="469097" y="72982"/>
                  <a:pt x="470531" y="81033"/>
                  <a:pt x="470597" y="89573"/>
                </a:cubicBezTo>
                <a:cubicBezTo>
                  <a:pt x="470597" y="98896"/>
                  <a:pt x="469130" y="107338"/>
                  <a:pt x="466196" y="114900"/>
                </a:cubicBezTo>
                <a:cubicBezTo>
                  <a:pt x="463132" y="122658"/>
                  <a:pt x="458830" y="128493"/>
                  <a:pt x="453288" y="132404"/>
                </a:cubicBezTo>
                <a:cubicBezTo>
                  <a:pt x="447617" y="136446"/>
                  <a:pt x="441326" y="138467"/>
                  <a:pt x="434415" y="138467"/>
                </a:cubicBezTo>
                <a:cubicBezTo>
                  <a:pt x="429396" y="138532"/>
                  <a:pt x="424702" y="137424"/>
                  <a:pt x="420334" y="135142"/>
                </a:cubicBezTo>
                <a:cubicBezTo>
                  <a:pt x="417074" y="133512"/>
                  <a:pt x="413652" y="130611"/>
                  <a:pt x="410066" y="126439"/>
                </a:cubicBezTo>
                <a:moveTo>
                  <a:pt x="410066" y="116563"/>
                </a:moveTo>
                <a:cubicBezTo>
                  <a:pt x="415607" y="124516"/>
                  <a:pt x="421605" y="128493"/>
                  <a:pt x="428059" y="128493"/>
                </a:cubicBezTo>
                <a:cubicBezTo>
                  <a:pt x="431579" y="128493"/>
                  <a:pt x="434480" y="126635"/>
                  <a:pt x="436762" y="122919"/>
                </a:cubicBezTo>
                <a:cubicBezTo>
                  <a:pt x="440152" y="117443"/>
                  <a:pt x="441847" y="107012"/>
                  <a:pt x="441847" y="91627"/>
                </a:cubicBezTo>
                <a:cubicBezTo>
                  <a:pt x="441847" y="75916"/>
                  <a:pt x="439989" y="65126"/>
                  <a:pt x="436273" y="59259"/>
                </a:cubicBezTo>
                <a:cubicBezTo>
                  <a:pt x="433796" y="55478"/>
                  <a:pt x="430471" y="53555"/>
                  <a:pt x="426299" y="53490"/>
                </a:cubicBezTo>
                <a:cubicBezTo>
                  <a:pt x="419649" y="53555"/>
                  <a:pt x="414238" y="58314"/>
                  <a:pt x="410066" y="67767"/>
                </a:cubicBezTo>
                <a:lnTo>
                  <a:pt x="410066" y="116563"/>
                </a:lnTo>
                <a:close/>
                <a:moveTo>
                  <a:pt x="521717" y="3129"/>
                </a:moveTo>
                <a:lnTo>
                  <a:pt x="521717" y="116758"/>
                </a:lnTo>
                <a:cubicBezTo>
                  <a:pt x="521717" y="123212"/>
                  <a:pt x="522467" y="127319"/>
                  <a:pt x="523966" y="129079"/>
                </a:cubicBezTo>
                <a:cubicBezTo>
                  <a:pt x="525401" y="130970"/>
                  <a:pt x="528334" y="132013"/>
                  <a:pt x="532767" y="132209"/>
                </a:cubicBezTo>
                <a:lnTo>
                  <a:pt x="532767" y="135729"/>
                </a:lnTo>
                <a:lnTo>
                  <a:pt x="483385" y="135729"/>
                </a:lnTo>
                <a:lnTo>
                  <a:pt x="483385" y="132209"/>
                </a:lnTo>
                <a:cubicBezTo>
                  <a:pt x="487361" y="132143"/>
                  <a:pt x="490360" y="130970"/>
                  <a:pt x="492381" y="128688"/>
                </a:cubicBezTo>
                <a:cubicBezTo>
                  <a:pt x="493620" y="127254"/>
                  <a:pt x="494272" y="123277"/>
                  <a:pt x="494337" y="116758"/>
                </a:cubicBezTo>
                <a:lnTo>
                  <a:pt x="494337" y="22100"/>
                </a:lnTo>
                <a:cubicBezTo>
                  <a:pt x="494272" y="15776"/>
                  <a:pt x="493522" y="11669"/>
                  <a:pt x="492088" y="9779"/>
                </a:cubicBezTo>
                <a:cubicBezTo>
                  <a:pt x="490588" y="8084"/>
                  <a:pt x="487687" y="7073"/>
                  <a:pt x="483385" y="6747"/>
                </a:cubicBezTo>
                <a:lnTo>
                  <a:pt x="483385" y="3129"/>
                </a:lnTo>
                <a:lnTo>
                  <a:pt x="521717" y="3129"/>
                </a:lnTo>
                <a:close/>
                <a:moveTo>
                  <a:pt x="567268" y="0"/>
                </a:moveTo>
                <a:cubicBezTo>
                  <a:pt x="571440" y="0"/>
                  <a:pt x="575026" y="1467"/>
                  <a:pt x="578025" y="4400"/>
                </a:cubicBezTo>
                <a:cubicBezTo>
                  <a:pt x="580958" y="7464"/>
                  <a:pt x="582425" y="11050"/>
                  <a:pt x="582425" y="15157"/>
                </a:cubicBezTo>
                <a:cubicBezTo>
                  <a:pt x="582425" y="19395"/>
                  <a:pt x="580958" y="22947"/>
                  <a:pt x="578025" y="25816"/>
                </a:cubicBezTo>
                <a:cubicBezTo>
                  <a:pt x="574961" y="28750"/>
                  <a:pt x="571375" y="30216"/>
                  <a:pt x="567268" y="30216"/>
                </a:cubicBezTo>
                <a:cubicBezTo>
                  <a:pt x="563031" y="30216"/>
                  <a:pt x="559478" y="28750"/>
                  <a:pt x="556609" y="25816"/>
                </a:cubicBezTo>
                <a:cubicBezTo>
                  <a:pt x="553676" y="22947"/>
                  <a:pt x="552209" y="19395"/>
                  <a:pt x="552209" y="15157"/>
                </a:cubicBezTo>
                <a:cubicBezTo>
                  <a:pt x="552209" y="11050"/>
                  <a:pt x="553676" y="7464"/>
                  <a:pt x="556609" y="4400"/>
                </a:cubicBezTo>
                <a:cubicBezTo>
                  <a:pt x="559478" y="1467"/>
                  <a:pt x="563031" y="0"/>
                  <a:pt x="567268" y="0"/>
                </a:cubicBezTo>
                <a:moveTo>
                  <a:pt x="580958" y="44298"/>
                </a:moveTo>
                <a:lnTo>
                  <a:pt x="580958" y="116758"/>
                </a:lnTo>
                <a:cubicBezTo>
                  <a:pt x="580958" y="123212"/>
                  <a:pt x="581708" y="127319"/>
                  <a:pt x="583207" y="129079"/>
                </a:cubicBezTo>
                <a:cubicBezTo>
                  <a:pt x="584642" y="130970"/>
                  <a:pt x="587575" y="132013"/>
                  <a:pt x="592008" y="132209"/>
                </a:cubicBezTo>
                <a:lnTo>
                  <a:pt x="592008" y="135729"/>
                </a:lnTo>
                <a:lnTo>
                  <a:pt x="542626" y="135729"/>
                </a:lnTo>
                <a:lnTo>
                  <a:pt x="542626" y="132209"/>
                </a:lnTo>
                <a:cubicBezTo>
                  <a:pt x="546602" y="132143"/>
                  <a:pt x="549601" y="130970"/>
                  <a:pt x="551622" y="128688"/>
                </a:cubicBezTo>
                <a:cubicBezTo>
                  <a:pt x="552861" y="127254"/>
                  <a:pt x="553513" y="123277"/>
                  <a:pt x="553578" y="116758"/>
                </a:cubicBezTo>
                <a:lnTo>
                  <a:pt x="553578" y="63366"/>
                </a:lnTo>
                <a:cubicBezTo>
                  <a:pt x="553513" y="56977"/>
                  <a:pt x="552763" y="52838"/>
                  <a:pt x="551329" y="50947"/>
                </a:cubicBezTo>
                <a:cubicBezTo>
                  <a:pt x="549829" y="49252"/>
                  <a:pt x="546928" y="48242"/>
                  <a:pt x="542626" y="47916"/>
                </a:cubicBezTo>
                <a:lnTo>
                  <a:pt x="542626" y="44298"/>
                </a:lnTo>
                <a:lnTo>
                  <a:pt x="580958" y="44298"/>
                </a:lnTo>
                <a:close/>
                <a:moveTo>
                  <a:pt x="641960" y="44298"/>
                </a:moveTo>
                <a:lnTo>
                  <a:pt x="641960" y="56130"/>
                </a:lnTo>
                <a:cubicBezTo>
                  <a:pt x="646653" y="51045"/>
                  <a:pt x="651152" y="47329"/>
                  <a:pt x="655454" y="44982"/>
                </a:cubicBezTo>
                <a:cubicBezTo>
                  <a:pt x="659692" y="42766"/>
                  <a:pt x="664320" y="41625"/>
                  <a:pt x="669340" y="41560"/>
                </a:cubicBezTo>
                <a:cubicBezTo>
                  <a:pt x="675272" y="41625"/>
                  <a:pt x="680194" y="43255"/>
                  <a:pt x="684106" y="46449"/>
                </a:cubicBezTo>
                <a:cubicBezTo>
                  <a:pt x="688017" y="49774"/>
                  <a:pt x="690625" y="53881"/>
                  <a:pt x="691929" y="58770"/>
                </a:cubicBezTo>
                <a:cubicBezTo>
                  <a:pt x="692972" y="62486"/>
                  <a:pt x="693493" y="69625"/>
                  <a:pt x="693493" y="80186"/>
                </a:cubicBezTo>
                <a:lnTo>
                  <a:pt x="693493" y="115780"/>
                </a:lnTo>
                <a:cubicBezTo>
                  <a:pt x="693493" y="122886"/>
                  <a:pt x="694145" y="127254"/>
                  <a:pt x="695449" y="128884"/>
                </a:cubicBezTo>
                <a:cubicBezTo>
                  <a:pt x="696688" y="130644"/>
                  <a:pt x="699328" y="131752"/>
                  <a:pt x="703370" y="132209"/>
                </a:cubicBezTo>
                <a:lnTo>
                  <a:pt x="703370" y="135729"/>
                </a:lnTo>
                <a:lnTo>
                  <a:pt x="657117" y="135729"/>
                </a:lnTo>
                <a:lnTo>
                  <a:pt x="657117" y="132209"/>
                </a:lnTo>
                <a:cubicBezTo>
                  <a:pt x="660507" y="131817"/>
                  <a:pt x="662984" y="130383"/>
                  <a:pt x="664548" y="127906"/>
                </a:cubicBezTo>
                <a:cubicBezTo>
                  <a:pt x="665591" y="126276"/>
                  <a:pt x="666113" y="122234"/>
                  <a:pt x="666113" y="115780"/>
                </a:cubicBezTo>
                <a:lnTo>
                  <a:pt x="666113" y="75101"/>
                </a:lnTo>
                <a:cubicBezTo>
                  <a:pt x="666113" y="67604"/>
                  <a:pt x="665820" y="62877"/>
                  <a:pt x="665233" y="60922"/>
                </a:cubicBezTo>
                <a:cubicBezTo>
                  <a:pt x="664646" y="58966"/>
                  <a:pt x="663668" y="57434"/>
                  <a:pt x="662299" y="56326"/>
                </a:cubicBezTo>
                <a:cubicBezTo>
                  <a:pt x="660800" y="55282"/>
                  <a:pt x="659235" y="54761"/>
                  <a:pt x="657606" y="54761"/>
                </a:cubicBezTo>
                <a:cubicBezTo>
                  <a:pt x="651934" y="54761"/>
                  <a:pt x="646719" y="58770"/>
                  <a:pt x="641960" y="66789"/>
                </a:cubicBezTo>
                <a:lnTo>
                  <a:pt x="641960" y="115780"/>
                </a:lnTo>
                <a:cubicBezTo>
                  <a:pt x="641960" y="122625"/>
                  <a:pt x="642611" y="126961"/>
                  <a:pt x="643915" y="128786"/>
                </a:cubicBezTo>
                <a:cubicBezTo>
                  <a:pt x="645154" y="130677"/>
                  <a:pt x="647501" y="131817"/>
                  <a:pt x="650956" y="132209"/>
                </a:cubicBezTo>
                <a:lnTo>
                  <a:pt x="650956" y="135729"/>
                </a:lnTo>
                <a:lnTo>
                  <a:pt x="604703" y="135729"/>
                </a:lnTo>
                <a:lnTo>
                  <a:pt x="604703" y="132209"/>
                </a:lnTo>
                <a:cubicBezTo>
                  <a:pt x="608484" y="131817"/>
                  <a:pt x="611222" y="130579"/>
                  <a:pt x="612917" y="128493"/>
                </a:cubicBezTo>
                <a:cubicBezTo>
                  <a:pt x="613960" y="127058"/>
                  <a:pt x="614514" y="122821"/>
                  <a:pt x="614579" y="115780"/>
                </a:cubicBezTo>
                <a:lnTo>
                  <a:pt x="614579" y="64149"/>
                </a:lnTo>
                <a:cubicBezTo>
                  <a:pt x="614579" y="57238"/>
                  <a:pt x="613960" y="52936"/>
                  <a:pt x="612721" y="51241"/>
                </a:cubicBezTo>
                <a:cubicBezTo>
                  <a:pt x="611352" y="49611"/>
                  <a:pt x="608679" y="48503"/>
                  <a:pt x="604703" y="47916"/>
                </a:cubicBezTo>
                <a:lnTo>
                  <a:pt x="604703" y="44298"/>
                </a:lnTo>
                <a:lnTo>
                  <a:pt x="641960" y="44298"/>
                </a:lnTo>
                <a:close/>
                <a:moveTo>
                  <a:pt x="774635" y="45373"/>
                </a:moveTo>
                <a:lnTo>
                  <a:pt x="805438" y="45373"/>
                </a:lnTo>
                <a:lnTo>
                  <a:pt x="805438" y="56130"/>
                </a:lnTo>
                <a:lnTo>
                  <a:pt x="787935" y="56130"/>
                </a:lnTo>
                <a:cubicBezTo>
                  <a:pt x="791064" y="59390"/>
                  <a:pt x="793280" y="62291"/>
                  <a:pt x="794584" y="64833"/>
                </a:cubicBezTo>
                <a:cubicBezTo>
                  <a:pt x="796149" y="68419"/>
                  <a:pt x="796931" y="72102"/>
                  <a:pt x="796931" y="75883"/>
                </a:cubicBezTo>
                <a:cubicBezTo>
                  <a:pt x="796931" y="82467"/>
                  <a:pt x="795138" y="88106"/>
                  <a:pt x="791553" y="92800"/>
                </a:cubicBezTo>
                <a:cubicBezTo>
                  <a:pt x="787837" y="97690"/>
                  <a:pt x="782915" y="101438"/>
                  <a:pt x="776787" y="104046"/>
                </a:cubicBezTo>
                <a:cubicBezTo>
                  <a:pt x="770463" y="106784"/>
                  <a:pt x="764922" y="108153"/>
                  <a:pt x="760163" y="108153"/>
                </a:cubicBezTo>
                <a:cubicBezTo>
                  <a:pt x="759772" y="108153"/>
                  <a:pt x="755860" y="107990"/>
                  <a:pt x="748428" y="107664"/>
                </a:cubicBezTo>
                <a:cubicBezTo>
                  <a:pt x="745495" y="107729"/>
                  <a:pt x="743050" y="108674"/>
                  <a:pt x="741094" y="110500"/>
                </a:cubicBezTo>
                <a:cubicBezTo>
                  <a:pt x="739008" y="112521"/>
                  <a:pt x="737998" y="114835"/>
                  <a:pt x="738063" y="117443"/>
                </a:cubicBezTo>
                <a:cubicBezTo>
                  <a:pt x="737998" y="119855"/>
                  <a:pt x="738910" y="121778"/>
                  <a:pt x="740801" y="123212"/>
                </a:cubicBezTo>
                <a:cubicBezTo>
                  <a:pt x="742561" y="124712"/>
                  <a:pt x="745462" y="125461"/>
                  <a:pt x="749504" y="125461"/>
                </a:cubicBezTo>
                <a:lnTo>
                  <a:pt x="766421" y="125266"/>
                </a:lnTo>
                <a:cubicBezTo>
                  <a:pt x="780046" y="125266"/>
                  <a:pt x="789467" y="126765"/>
                  <a:pt x="794682" y="129764"/>
                </a:cubicBezTo>
                <a:cubicBezTo>
                  <a:pt x="801983" y="134001"/>
                  <a:pt x="805667" y="140423"/>
                  <a:pt x="805732" y="149028"/>
                </a:cubicBezTo>
                <a:cubicBezTo>
                  <a:pt x="805732" y="154634"/>
                  <a:pt x="804037" y="159654"/>
                  <a:pt x="800647" y="164087"/>
                </a:cubicBezTo>
                <a:cubicBezTo>
                  <a:pt x="797192" y="168716"/>
                  <a:pt x="792726" y="172073"/>
                  <a:pt x="787250" y="174159"/>
                </a:cubicBezTo>
                <a:cubicBezTo>
                  <a:pt x="778840" y="177419"/>
                  <a:pt x="769159" y="179016"/>
                  <a:pt x="758207" y="178951"/>
                </a:cubicBezTo>
                <a:cubicBezTo>
                  <a:pt x="749928" y="179016"/>
                  <a:pt x="742431" y="178201"/>
                  <a:pt x="735716" y="176506"/>
                </a:cubicBezTo>
                <a:cubicBezTo>
                  <a:pt x="728936" y="174942"/>
                  <a:pt x="724079" y="172725"/>
                  <a:pt x="721146" y="169857"/>
                </a:cubicBezTo>
                <a:cubicBezTo>
                  <a:pt x="718212" y="167054"/>
                  <a:pt x="716745" y="164087"/>
                  <a:pt x="716745" y="160958"/>
                </a:cubicBezTo>
                <a:cubicBezTo>
                  <a:pt x="716745" y="158024"/>
                  <a:pt x="717886" y="155319"/>
                  <a:pt x="720168" y="152842"/>
                </a:cubicBezTo>
                <a:cubicBezTo>
                  <a:pt x="722319" y="150560"/>
                  <a:pt x="726491" y="148572"/>
                  <a:pt x="732685" y="146877"/>
                </a:cubicBezTo>
                <a:cubicBezTo>
                  <a:pt x="724145" y="142704"/>
                  <a:pt x="719907" y="136902"/>
                  <a:pt x="719972" y="129471"/>
                </a:cubicBezTo>
                <a:cubicBezTo>
                  <a:pt x="719972" y="124972"/>
                  <a:pt x="721700" y="120604"/>
                  <a:pt x="725155" y="116367"/>
                </a:cubicBezTo>
                <a:cubicBezTo>
                  <a:pt x="728545" y="112195"/>
                  <a:pt x="734021" y="108511"/>
                  <a:pt x="741583" y="105317"/>
                </a:cubicBezTo>
                <a:cubicBezTo>
                  <a:pt x="732848" y="102123"/>
                  <a:pt x="726524" y="97918"/>
                  <a:pt x="722613" y="92702"/>
                </a:cubicBezTo>
                <a:cubicBezTo>
                  <a:pt x="718701" y="87552"/>
                  <a:pt x="716745" y="81522"/>
                  <a:pt x="716745" y="74612"/>
                </a:cubicBezTo>
                <a:cubicBezTo>
                  <a:pt x="716680" y="65746"/>
                  <a:pt x="720331" y="57988"/>
                  <a:pt x="727697" y="51338"/>
                </a:cubicBezTo>
                <a:cubicBezTo>
                  <a:pt x="734999" y="44819"/>
                  <a:pt x="744387" y="41560"/>
                  <a:pt x="755860" y="41560"/>
                </a:cubicBezTo>
                <a:cubicBezTo>
                  <a:pt x="761923" y="41560"/>
                  <a:pt x="768181" y="42831"/>
                  <a:pt x="774635" y="45373"/>
                </a:cubicBezTo>
                <a:moveTo>
                  <a:pt x="757718" y="47622"/>
                </a:moveTo>
                <a:cubicBezTo>
                  <a:pt x="753872" y="47622"/>
                  <a:pt x="750678" y="49513"/>
                  <a:pt x="748135" y="53294"/>
                </a:cubicBezTo>
                <a:cubicBezTo>
                  <a:pt x="745462" y="57140"/>
                  <a:pt x="744158" y="65061"/>
                  <a:pt x="744224" y="77056"/>
                </a:cubicBezTo>
                <a:cubicBezTo>
                  <a:pt x="744158" y="86770"/>
                  <a:pt x="745462" y="93420"/>
                  <a:pt x="748135" y="97005"/>
                </a:cubicBezTo>
                <a:cubicBezTo>
                  <a:pt x="750678" y="100656"/>
                  <a:pt x="753709" y="102481"/>
                  <a:pt x="757229" y="102481"/>
                </a:cubicBezTo>
                <a:cubicBezTo>
                  <a:pt x="761076" y="102546"/>
                  <a:pt x="764335" y="100754"/>
                  <a:pt x="767008" y="97103"/>
                </a:cubicBezTo>
                <a:cubicBezTo>
                  <a:pt x="769616" y="93517"/>
                  <a:pt x="770920" y="86542"/>
                  <a:pt x="770920" y="76176"/>
                </a:cubicBezTo>
                <a:cubicBezTo>
                  <a:pt x="770920" y="64572"/>
                  <a:pt x="769453" y="56619"/>
                  <a:pt x="766519" y="52316"/>
                </a:cubicBezTo>
                <a:cubicBezTo>
                  <a:pt x="764433" y="49187"/>
                  <a:pt x="761499" y="47622"/>
                  <a:pt x="757718" y="47622"/>
                </a:cubicBezTo>
                <a:moveTo>
                  <a:pt x="751949" y="149224"/>
                </a:moveTo>
                <a:cubicBezTo>
                  <a:pt x="745299" y="149289"/>
                  <a:pt x="740899" y="149843"/>
                  <a:pt x="738747" y="150886"/>
                </a:cubicBezTo>
                <a:cubicBezTo>
                  <a:pt x="735032" y="152972"/>
                  <a:pt x="733174" y="155710"/>
                  <a:pt x="733174" y="159100"/>
                </a:cubicBezTo>
                <a:cubicBezTo>
                  <a:pt x="733174" y="162490"/>
                  <a:pt x="735097" y="165489"/>
                  <a:pt x="738943" y="168097"/>
                </a:cubicBezTo>
                <a:cubicBezTo>
                  <a:pt x="742724" y="170835"/>
                  <a:pt x="749960" y="172204"/>
                  <a:pt x="760652" y="172204"/>
                </a:cubicBezTo>
                <a:cubicBezTo>
                  <a:pt x="769713" y="172269"/>
                  <a:pt x="776852" y="171063"/>
                  <a:pt x="782067" y="168586"/>
                </a:cubicBezTo>
                <a:cubicBezTo>
                  <a:pt x="787217" y="166239"/>
                  <a:pt x="789793" y="162849"/>
                  <a:pt x="789793" y="158416"/>
                </a:cubicBezTo>
                <a:cubicBezTo>
                  <a:pt x="789793" y="156786"/>
                  <a:pt x="789304" y="155417"/>
                  <a:pt x="788326" y="154309"/>
                </a:cubicBezTo>
                <a:cubicBezTo>
                  <a:pt x="786566" y="152353"/>
                  <a:pt x="783925" y="151016"/>
                  <a:pt x="780405" y="150299"/>
                </a:cubicBezTo>
                <a:cubicBezTo>
                  <a:pt x="776754" y="149647"/>
                  <a:pt x="767269" y="149289"/>
                  <a:pt x="751949" y="149224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Result">
            <a:extLst xmlns:a="http://schemas.openxmlformats.org/drawingml/2006/main">
              <a:ext uri="{FF2B5EF4-FFF2-40B4-BE49-F238E27FC236}">
                <a16:creationId xmlns:a16="http://schemas.microsoft.com/office/drawing/2014/main" id="{514E0DCC-D7D5-454D-8791-E7B86C32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625" y="1421577"/>
            <a:ext cx="550565" cy="135403"/>
          </a:xfrm>
          <a:custGeom xmlns:a="http://schemas.openxmlformats.org/drawingml/2006/main">
            <a:pathLst>
              <a:path w="550565" h="135403">
                <a:moveTo>
                  <a:pt x="49480" y="72167"/>
                </a:moveTo>
                <a:lnTo>
                  <a:pt x="49480" y="109326"/>
                </a:lnTo>
                <a:cubicBezTo>
                  <a:pt x="49480" y="116497"/>
                  <a:pt x="49937" y="120996"/>
                  <a:pt x="50849" y="122821"/>
                </a:cubicBezTo>
                <a:cubicBezTo>
                  <a:pt x="51632" y="124777"/>
                  <a:pt x="53164" y="126276"/>
                  <a:pt x="55445" y="127319"/>
                </a:cubicBezTo>
                <a:cubicBezTo>
                  <a:pt x="57662" y="128427"/>
                  <a:pt x="61802" y="128982"/>
                  <a:pt x="67864" y="128982"/>
                </a:cubicBezTo>
                <a:lnTo>
                  <a:pt x="67864" y="132600"/>
                </a:lnTo>
                <a:lnTo>
                  <a:pt x="0" y="132600"/>
                </a:lnTo>
                <a:lnTo>
                  <a:pt x="0" y="128982"/>
                </a:lnTo>
                <a:cubicBezTo>
                  <a:pt x="6063" y="128982"/>
                  <a:pt x="10235" y="128395"/>
                  <a:pt x="12517" y="127221"/>
                </a:cubicBezTo>
                <a:cubicBezTo>
                  <a:pt x="14668" y="126178"/>
                  <a:pt x="16200" y="124712"/>
                  <a:pt x="17113" y="122821"/>
                </a:cubicBezTo>
                <a:cubicBezTo>
                  <a:pt x="17960" y="120996"/>
                  <a:pt x="18384" y="116497"/>
                  <a:pt x="18384" y="109326"/>
                </a:cubicBezTo>
                <a:lnTo>
                  <a:pt x="18384" y="23273"/>
                </a:lnTo>
                <a:cubicBezTo>
                  <a:pt x="18384" y="16168"/>
                  <a:pt x="17960" y="11637"/>
                  <a:pt x="17113" y="9681"/>
                </a:cubicBezTo>
                <a:cubicBezTo>
                  <a:pt x="16200" y="7856"/>
                  <a:pt x="14636" y="6389"/>
                  <a:pt x="12419" y="5281"/>
                </a:cubicBezTo>
                <a:cubicBezTo>
                  <a:pt x="10137" y="4237"/>
                  <a:pt x="5998" y="3683"/>
                  <a:pt x="0" y="3618"/>
                </a:cubicBezTo>
                <a:lnTo>
                  <a:pt x="0" y="0"/>
                </a:lnTo>
                <a:lnTo>
                  <a:pt x="61606" y="0"/>
                </a:lnTo>
                <a:cubicBezTo>
                  <a:pt x="77643" y="0"/>
                  <a:pt x="89378" y="1108"/>
                  <a:pt x="96810" y="3325"/>
                </a:cubicBezTo>
                <a:cubicBezTo>
                  <a:pt x="104241" y="5606"/>
                  <a:pt x="110304" y="9681"/>
                  <a:pt x="114998" y="15548"/>
                </a:cubicBezTo>
                <a:cubicBezTo>
                  <a:pt x="119692" y="21546"/>
                  <a:pt x="122039" y="28554"/>
                  <a:pt x="122039" y="36572"/>
                </a:cubicBezTo>
                <a:cubicBezTo>
                  <a:pt x="122039" y="46416"/>
                  <a:pt x="118518" y="54500"/>
                  <a:pt x="111478" y="60824"/>
                </a:cubicBezTo>
                <a:cubicBezTo>
                  <a:pt x="106979" y="64866"/>
                  <a:pt x="100688" y="67897"/>
                  <a:pt x="92605" y="69918"/>
                </a:cubicBezTo>
                <a:lnTo>
                  <a:pt x="124483" y="114802"/>
                </a:lnTo>
                <a:cubicBezTo>
                  <a:pt x="128656" y="120604"/>
                  <a:pt x="131622" y="124223"/>
                  <a:pt x="133382" y="125657"/>
                </a:cubicBezTo>
                <a:cubicBezTo>
                  <a:pt x="135990" y="127743"/>
                  <a:pt x="139086" y="128851"/>
                  <a:pt x="142672" y="128982"/>
                </a:cubicBezTo>
                <a:lnTo>
                  <a:pt x="142672" y="132600"/>
                </a:lnTo>
                <a:lnTo>
                  <a:pt x="100917" y="132600"/>
                </a:lnTo>
                <a:lnTo>
                  <a:pt x="58184" y="72167"/>
                </a:lnTo>
                <a:lnTo>
                  <a:pt x="49480" y="72167"/>
                </a:lnTo>
                <a:moveTo>
                  <a:pt x="49480" y="7138"/>
                </a:moveTo>
                <a:lnTo>
                  <a:pt x="49480" y="65224"/>
                </a:lnTo>
                <a:lnTo>
                  <a:pt x="55054" y="65224"/>
                </a:lnTo>
                <a:cubicBezTo>
                  <a:pt x="64116" y="65224"/>
                  <a:pt x="70896" y="64377"/>
                  <a:pt x="75394" y="62682"/>
                </a:cubicBezTo>
                <a:cubicBezTo>
                  <a:pt x="79827" y="61117"/>
                  <a:pt x="83380" y="58118"/>
                  <a:pt x="86053" y="53685"/>
                </a:cubicBezTo>
                <a:cubicBezTo>
                  <a:pt x="88595" y="49383"/>
                  <a:pt x="89867" y="43744"/>
                  <a:pt x="89867" y="36768"/>
                </a:cubicBezTo>
                <a:cubicBezTo>
                  <a:pt x="89867" y="26729"/>
                  <a:pt x="87520" y="19264"/>
                  <a:pt x="82826" y="14375"/>
                </a:cubicBezTo>
                <a:cubicBezTo>
                  <a:pt x="78002" y="9616"/>
                  <a:pt x="70374" y="7204"/>
                  <a:pt x="59944" y="7138"/>
                </a:cubicBezTo>
                <a:lnTo>
                  <a:pt x="49480" y="7138"/>
                </a:lnTo>
                <a:close/>
                <a:moveTo>
                  <a:pt x="228924" y="83608"/>
                </a:moveTo>
                <a:lnTo>
                  <a:pt x="178759" y="83608"/>
                </a:lnTo>
                <a:cubicBezTo>
                  <a:pt x="179346" y="95734"/>
                  <a:pt x="182573" y="105317"/>
                  <a:pt x="188440" y="112358"/>
                </a:cubicBezTo>
                <a:cubicBezTo>
                  <a:pt x="192873" y="117769"/>
                  <a:pt x="198284" y="120474"/>
                  <a:pt x="204673" y="120474"/>
                </a:cubicBezTo>
                <a:cubicBezTo>
                  <a:pt x="208519" y="120539"/>
                  <a:pt x="212072" y="119431"/>
                  <a:pt x="215331" y="117149"/>
                </a:cubicBezTo>
                <a:cubicBezTo>
                  <a:pt x="218526" y="114998"/>
                  <a:pt x="221948" y="111087"/>
                  <a:pt x="225599" y="105415"/>
                </a:cubicBezTo>
                <a:lnTo>
                  <a:pt x="228924" y="107566"/>
                </a:lnTo>
                <a:cubicBezTo>
                  <a:pt x="223904" y="117671"/>
                  <a:pt x="218428" y="124809"/>
                  <a:pt x="212496" y="128982"/>
                </a:cubicBezTo>
                <a:cubicBezTo>
                  <a:pt x="206498" y="133219"/>
                  <a:pt x="199555" y="135338"/>
                  <a:pt x="191667" y="135338"/>
                </a:cubicBezTo>
                <a:cubicBezTo>
                  <a:pt x="178042" y="135403"/>
                  <a:pt x="167774" y="130188"/>
                  <a:pt x="160864" y="119692"/>
                </a:cubicBezTo>
                <a:cubicBezTo>
                  <a:pt x="155257" y="111282"/>
                  <a:pt x="152454" y="100851"/>
                  <a:pt x="152454" y="88400"/>
                </a:cubicBezTo>
                <a:cubicBezTo>
                  <a:pt x="152389" y="73210"/>
                  <a:pt x="156529" y="61052"/>
                  <a:pt x="164873" y="51925"/>
                </a:cubicBezTo>
                <a:cubicBezTo>
                  <a:pt x="173087" y="42929"/>
                  <a:pt x="182736" y="38430"/>
                  <a:pt x="193818" y="38430"/>
                </a:cubicBezTo>
                <a:cubicBezTo>
                  <a:pt x="203075" y="38496"/>
                  <a:pt x="211127" y="42277"/>
                  <a:pt x="217972" y="49774"/>
                </a:cubicBezTo>
                <a:cubicBezTo>
                  <a:pt x="224686" y="57401"/>
                  <a:pt x="228337" y="68679"/>
                  <a:pt x="228924" y="83608"/>
                </a:cubicBezTo>
                <a:moveTo>
                  <a:pt x="204868" y="77056"/>
                </a:moveTo>
                <a:cubicBezTo>
                  <a:pt x="204803" y="66626"/>
                  <a:pt x="204249" y="59422"/>
                  <a:pt x="203206" y="55445"/>
                </a:cubicBezTo>
                <a:cubicBezTo>
                  <a:pt x="202032" y="51599"/>
                  <a:pt x="200240" y="48633"/>
                  <a:pt x="197828" y="46547"/>
                </a:cubicBezTo>
                <a:cubicBezTo>
                  <a:pt x="196393" y="45373"/>
                  <a:pt x="194568" y="44787"/>
                  <a:pt x="192351" y="44787"/>
                </a:cubicBezTo>
                <a:cubicBezTo>
                  <a:pt x="188896" y="44787"/>
                  <a:pt x="186126" y="46449"/>
                  <a:pt x="184040" y="49774"/>
                </a:cubicBezTo>
                <a:cubicBezTo>
                  <a:pt x="180193" y="55641"/>
                  <a:pt x="178270" y="63594"/>
                  <a:pt x="178270" y="73634"/>
                </a:cubicBezTo>
                <a:lnTo>
                  <a:pt x="178270" y="77056"/>
                </a:lnTo>
                <a:lnTo>
                  <a:pt x="204868" y="77056"/>
                </a:lnTo>
                <a:close/>
                <a:moveTo>
                  <a:pt x="298179" y="38626"/>
                </a:moveTo>
                <a:lnTo>
                  <a:pt x="299646" y="69820"/>
                </a:lnTo>
                <a:lnTo>
                  <a:pt x="296321" y="69820"/>
                </a:lnTo>
                <a:cubicBezTo>
                  <a:pt x="292279" y="60628"/>
                  <a:pt x="288172" y="54305"/>
                  <a:pt x="284000" y="50849"/>
                </a:cubicBezTo>
                <a:cubicBezTo>
                  <a:pt x="279632" y="47459"/>
                  <a:pt x="275362" y="45765"/>
                  <a:pt x="271190" y="45765"/>
                </a:cubicBezTo>
                <a:cubicBezTo>
                  <a:pt x="268452" y="45765"/>
                  <a:pt x="266170" y="46645"/>
                  <a:pt x="264345" y="48405"/>
                </a:cubicBezTo>
                <a:cubicBezTo>
                  <a:pt x="262454" y="50295"/>
                  <a:pt x="261509" y="52381"/>
                  <a:pt x="261509" y="54663"/>
                </a:cubicBezTo>
                <a:cubicBezTo>
                  <a:pt x="261509" y="56423"/>
                  <a:pt x="262161" y="58118"/>
                  <a:pt x="263465" y="59748"/>
                </a:cubicBezTo>
                <a:cubicBezTo>
                  <a:pt x="265486" y="62421"/>
                  <a:pt x="271320" y="66984"/>
                  <a:pt x="280969" y="73438"/>
                </a:cubicBezTo>
                <a:cubicBezTo>
                  <a:pt x="290552" y="80023"/>
                  <a:pt x="296875" y="85531"/>
                  <a:pt x="299939" y="89964"/>
                </a:cubicBezTo>
                <a:cubicBezTo>
                  <a:pt x="302938" y="94593"/>
                  <a:pt x="304438" y="99678"/>
                  <a:pt x="304438" y="105219"/>
                </a:cubicBezTo>
                <a:cubicBezTo>
                  <a:pt x="304438" y="110304"/>
                  <a:pt x="303166" y="115291"/>
                  <a:pt x="300624" y="120181"/>
                </a:cubicBezTo>
                <a:cubicBezTo>
                  <a:pt x="298016" y="125070"/>
                  <a:pt x="294431" y="128819"/>
                  <a:pt x="289867" y="131426"/>
                </a:cubicBezTo>
                <a:cubicBezTo>
                  <a:pt x="285173" y="134099"/>
                  <a:pt x="280056" y="135403"/>
                  <a:pt x="274515" y="135338"/>
                </a:cubicBezTo>
                <a:cubicBezTo>
                  <a:pt x="270082" y="135338"/>
                  <a:pt x="264247" y="133969"/>
                  <a:pt x="257011" y="131231"/>
                </a:cubicBezTo>
                <a:cubicBezTo>
                  <a:pt x="254990" y="130579"/>
                  <a:pt x="253653" y="130220"/>
                  <a:pt x="253001" y="130155"/>
                </a:cubicBezTo>
                <a:cubicBezTo>
                  <a:pt x="250850" y="130220"/>
                  <a:pt x="249057" y="131850"/>
                  <a:pt x="247623" y="135044"/>
                </a:cubicBezTo>
                <a:lnTo>
                  <a:pt x="244396" y="135044"/>
                </a:lnTo>
                <a:lnTo>
                  <a:pt x="242831" y="102188"/>
                </a:lnTo>
                <a:lnTo>
                  <a:pt x="246156" y="102188"/>
                </a:lnTo>
                <a:cubicBezTo>
                  <a:pt x="249025" y="110793"/>
                  <a:pt x="253067" y="117247"/>
                  <a:pt x="258282" y="121550"/>
                </a:cubicBezTo>
                <a:cubicBezTo>
                  <a:pt x="263302" y="125852"/>
                  <a:pt x="268126" y="128004"/>
                  <a:pt x="272754" y="128004"/>
                </a:cubicBezTo>
                <a:cubicBezTo>
                  <a:pt x="275818" y="128004"/>
                  <a:pt x="278393" y="127026"/>
                  <a:pt x="280480" y="125070"/>
                </a:cubicBezTo>
                <a:cubicBezTo>
                  <a:pt x="282435" y="123245"/>
                  <a:pt x="283413" y="120930"/>
                  <a:pt x="283413" y="118127"/>
                </a:cubicBezTo>
                <a:cubicBezTo>
                  <a:pt x="283413" y="114998"/>
                  <a:pt x="282435" y="112293"/>
                  <a:pt x="280480" y="110011"/>
                </a:cubicBezTo>
                <a:cubicBezTo>
                  <a:pt x="278459" y="107794"/>
                  <a:pt x="274091" y="104339"/>
                  <a:pt x="267376" y="99645"/>
                </a:cubicBezTo>
                <a:cubicBezTo>
                  <a:pt x="257402" y="92735"/>
                  <a:pt x="250948" y="87455"/>
                  <a:pt x="248014" y="83804"/>
                </a:cubicBezTo>
                <a:cubicBezTo>
                  <a:pt x="243712" y="78458"/>
                  <a:pt x="241560" y="72558"/>
                  <a:pt x="241560" y="66104"/>
                </a:cubicBezTo>
                <a:cubicBezTo>
                  <a:pt x="241560" y="59129"/>
                  <a:pt x="244005" y="52740"/>
                  <a:pt x="248894" y="46938"/>
                </a:cubicBezTo>
                <a:cubicBezTo>
                  <a:pt x="253653" y="41266"/>
                  <a:pt x="260661" y="38430"/>
                  <a:pt x="269919" y="38430"/>
                </a:cubicBezTo>
                <a:cubicBezTo>
                  <a:pt x="274873" y="38430"/>
                  <a:pt x="279665" y="39636"/>
                  <a:pt x="284293" y="42049"/>
                </a:cubicBezTo>
                <a:cubicBezTo>
                  <a:pt x="286054" y="43026"/>
                  <a:pt x="287488" y="43515"/>
                  <a:pt x="288596" y="43515"/>
                </a:cubicBezTo>
                <a:cubicBezTo>
                  <a:pt x="289769" y="43515"/>
                  <a:pt x="290715" y="43255"/>
                  <a:pt x="291432" y="42733"/>
                </a:cubicBezTo>
                <a:cubicBezTo>
                  <a:pt x="292084" y="42277"/>
                  <a:pt x="293225" y="40908"/>
                  <a:pt x="294854" y="38626"/>
                </a:cubicBezTo>
                <a:lnTo>
                  <a:pt x="298179" y="38626"/>
                </a:lnTo>
                <a:close/>
                <a:moveTo>
                  <a:pt x="410280" y="41169"/>
                </a:moveTo>
                <a:lnTo>
                  <a:pt x="410280" y="112749"/>
                </a:lnTo>
                <a:cubicBezTo>
                  <a:pt x="410280" y="119790"/>
                  <a:pt x="410932" y="124125"/>
                  <a:pt x="412236" y="125755"/>
                </a:cubicBezTo>
                <a:cubicBezTo>
                  <a:pt x="413474" y="127515"/>
                  <a:pt x="416115" y="128623"/>
                  <a:pt x="420156" y="129079"/>
                </a:cubicBezTo>
                <a:lnTo>
                  <a:pt x="420156" y="132600"/>
                </a:lnTo>
                <a:lnTo>
                  <a:pt x="382899" y="132600"/>
                </a:lnTo>
                <a:lnTo>
                  <a:pt x="382899" y="120376"/>
                </a:lnTo>
                <a:cubicBezTo>
                  <a:pt x="378466" y="125592"/>
                  <a:pt x="374099" y="129373"/>
                  <a:pt x="369796" y="131720"/>
                </a:cubicBezTo>
                <a:cubicBezTo>
                  <a:pt x="365363" y="134197"/>
                  <a:pt x="360473" y="135403"/>
                  <a:pt x="355128" y="135338"/>
                </a:cubicBezTo>
                <a:cubicBezTo>
                  <a:pt x="349912" y="135403"/>
                  <a:pt x="345349" y="133806"/>
                  <a:pt x="341438" y="130546"/>
                </a:cubicBezTo>
                <a:cubicBezTo>
                  <a:pt x="337396" y="127417"/>
                  <a:pt x="334690" y="123734"/>
                  <a:pt x="333321" y="119496"/>
                </a:cubicBezTo>
                <a:cubicBezTo>
                  <a:pt x="331952" y="115324"/>
                  <a:pt x="331268" y="107925"/>
                  <a:pt x="331268" y="97298"/>
                </a:cubicBezTo>
                <a:lnTo>
                  <a:pt x="331268" y="61019"/>
                </a:lnTo>
                <a:cubicBezTo>
                  <a:pt x="331268" y="54109"/>
                  <a:pt x="330648" y="49806"/>
                  <a:pt x="329410" y="48111"/>
                </a:cubicBezTo>
                <a:cubicBezTo>
                  <a:pt x="328041" y="46482"/>
                  <a:pt x="325368" y="45373"/>
                  <a:pt x="321391" y="44787"/>
                </a:cubicBezTo>
                <a:lnTo>
                  <a:pt x="321391" y="41169"/>
                </a:lnTo>
                <a:lnTo>
                  <a:pt x="358648" y="41169"/>
                </a:lnTo>
                <a:lnTo>
                  <a:pt x="358648" y="103655"/>
                </a:lnTo>
                <a:cubicBezTo>
                  <a:pt x="358583" y="110239"/>
                  <a:pt x="358909" y="114444"/>
                  <a:pt x="359626" y="116269"/>
                </a:cubicBezTo>
                <a:cubicBezTo>
                  <a:pt x="360213" y="118160"/>
                  <a:pt x="361191" y="119594"/>
                  <a:pt x="362560" y="120572"/>
                </a:cubicBezTo>
                <a:cubicBezTo>
                  <a:pt x="363798" y="121550"/>
                  <a:pt x="365330" y="122039"/>
                  <a:pt x="367156" y="122039"/>
                </a:cubicBezTo>
                <a:cubicBezTo>
                  <a:pt x="369503" y="122104"/>
                  <a:pt x="371621" y="121485"/>
                  <a:pt x="373512" y="120181"/>
                </a:cubicBezTo>
                <a:cubicBezTo>
                  <a:pt x="376119" y="118551"/>
                  <a:pt x="379249" y="115128"/>
                  <a:pt x="382899" y="109913"/>
                </a:cubicBezTo>
                <a:lnTo>
                  <a:pt x="382899" y="61019"/>
                </a:lnTo>
                <a:cubicBezTo>
                  <a:pt x="382899" y="54109"/>
                  <a:pt x="382280" y="49806"/>
                  <a:pt x="381041" y="48111"/>
                </a:cubicBezTo>
                <a:cubicBezTo>
                  <a:pt x="379672" y="46482"/>
                  <a:pt x="377000" y="45373"/>
                  <a:pt x="373023" y="44787"/>
                </a:cubicBezTo>
                <a:lnTo>
                  <a:pt x="373023" y="41169"/>
                </a:lnTo>
                <a:lnTo>
                  <a:pt x="410280" y="41169"/>
                </a:lnTo>
                <a:close/>
                <a:moveTo>
                  <a:pt x="469028" y="0"/>
                </a:moveTo>
                <a:lnTo>
                  <a:pt x="469028" y="113629"/>
                </a:lnTo>
                <a:cubicBezTo>
                  <a:pt x="469028" y="120083"/>
                  <a:pt x="469778" y="124190"/>
                  <a:pt x="471277" y="125950"/>
                </a:cubicBezTo>
                <a:cubicBezTo>
                  <a:pt x="472712" y="127841"/>
                  <a:pt x="475645" y="128884"/>
                  <a:pt x="480078" y="129079"/>
                </a:cubicBezTo>
                <a:lnTo>
                  <a:pt x="480078" y="132600"/>
                </a:lnTo>
                <a:lnTo>
                  <a:pt x="430696" y="132600"/>
                </a:lnTo>
                <a:lnTo>
                  <a:pt x="430696" y="129079"/>
                </a:lnTo>
                <a:cubicBezTo>
                  <a:pt x="434672" y="129014"/>
                  <a:pt x="437671" y="127841"/>
                  <a:pt x="439692" y="125559"/>
                </a:cubicBezTo>
                <a:cubicBezTo>
                  <a:pt x="440931" y="124125"/>
                  <a:pt x="441583" y="120148"/>
                  <a:pt x="441648" y="113629"/>
                </a:cubicBezTo>
                <a:lnTo>
                  <a:pt x="441648" y="18971"/>
                </a:lnTo>
                <a:cubicBezTo>
                  <a:pt x="441583" y="12647"/>
                  <a:pt x="440833" y="8540"/>
                  <a:pt x="439399" y="6650"/>
                </a:cubicBezTo>
                <a:cubicBezTo>
                  <a:pt x="437899" y="4955"/>
                  <a:pt x="434998" y="3944"/>
                  <a:pt x="430696" y="3618"/>
                </a:cubicBezTo>
                <a:lnTo>
                  <a:pt x="430696" y="0"/>
                </a:lnTo>
                <a:lnTo>
                  <a:pt x="469028" y="0"/>
                </a:lnTo>
                <a:close/>
                <a:moveTo>
                  <a:pt x="528856" y="7725"/>
                </a:moveTo>
                <a:lnTo>
                  <a:pt x="528856" y="41169"/>
                </a:lnTo>
                <a:lnTo>
                  <a:pt x="550565" y="41169"/>
                </a:lnTo>
                <a:lnTo>
                  <a:pt x="550565" y="50849"/>
                </a:lnTo>
                <a:lnTo>
                  <a:pt x="528856" y="50849"/>
                </a:lnTo>
                <a:lnTo>
                  <a:pt x="528856" y="107273"/>
                </a:lnTo>
                <a:cubicBezTo>
                  <a:pt x="528856" y="112619"/>
                  <a:pt x="529117" y="116008"/>
                  <a:pt x="529638" y="117443"/>
                </a:cubicBezTo>
                <a:cubicBezTo>
                  <a:pt x="530029" y="119072"/>
                  <a:pt x="530877" y="120311"/>
                  <a:pt x="532181" y="121159"/>
                </a:cubicBezTo>
                <a:cubicBezTo>
                  <a:pt x="533354" y="122136"/>
                  <a:pt x="534495" y="122625"/>
                  <a:pt x="535603" y="122625"/>
                </a:cubicBezTo>
                <a:cubicBezTo>
                  <a:pt x="539776" y="122625"/>
                  <a:pt x="543785" y="119398"/>
                  <a:pt x="547631" y="112944"/>
                </a:cubicBezTo>
                <a:lnTo>
                  <a:pt x="550565" y="115096"/>
                </a:lnTo>
                <a:cubicBezTo>
                  <a:pt x="545219" y="127613"/>
                  <a:pt x="536646" y="133871"/>
                  <a:pt x="524847" y="133871"/>
                </a:cubicBezTo>
                <a:cubicBezTo>
                  <a:pt x="519045" y="133871"/>
                  <a:pt x="514155" y="132241"/>
                  <a:pt x="510179" y="128982"/>
                </a:cubicBezTo>
                <a:cubicBezTo>
                  <a:pt x="506072" y="125852"/>
                  <a:pt x="503496" y="122267"/>
                  <a:pt x="502453" y="118225"/>
                </a:cubicBezTo>
                <a:cubicBezTo>
                  <a:pt x="501736" y="116008"/>
                  <a:pt x="501410" y="110011"/>
                  <a:pt x="501476" y="100232"/>
                </a:cubicBezTo>
                <a:lnTo>
                  <a:pt x="501476" y="50849"/>
                </a:lnTo>
                <a:lnTo>
                  <a:pt x="489545" y="50849"/>
                </a:lnTo>
                <a:lnTo>
                  <a:pt x="489545" y="47427"/>
                </a:lnTo>
                <a:cubicBezTo>
                  <a:pt x="497760" y="41690"/>
                  <a:pt x="504768" y="35595"/>
                  <a:pt x="510570" y="29141"/>
                </a:cubicBezTo>
                <a:cubicBezTo>
                  <a:pt x="516307" y="22817"/>
                  <a:pt x="521326" y="15679"/>
                  <a:pt x="525629" y="7725"/>
                </a:cubicBezTo>
                <a:lnTo>
                  <a:pt x="528856" y="7725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Sampling">
            <a:extLst xmlns:a="http://schemas.openxmlformats.org/drawingml/2006/main">
              <a:ext uri="{FF2B5EF4-FFF2-40B4-BE49-F238E27FC236}">
                <a16:creationId xmlns:a16="http://schemas.microsoft.com/office/drawing/2014/main" id="{023F57CA-8369-4B72-8DE6-A4F05D27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1471" y="2731320"/>
            <a:ext cx="805732" cy="179016"/>
          </a:xfrm>
          <a:custGeom xmlns:a="http://schemas.openxmlformats.org/drawingml/2006/main">
            <a:pathLst>
              <a:path w="805732" h="179016">
                <a:moveTo>
                  <a:pt x="83706" y="98"/>
                </a:moveTo>
                <a:lnTo>
                  <a:pt x="84782" y="44298"/>
                </a:lnTo>
                <a:lnTo>
                  <a:pt x="80772" y="44298"/>
                </a:lnTo>
                <a:cubicBezTo>
                  <a:pt x="78817" y="33280"/>
                  <a:pt x="74188" y="24349"/>
                  <a:pt x="66887" y="17504"/>
                </a:cubicBezTo>
                <a:cubicBezTo>
                  <a:pt x="59455" y="10789"/>
                  <a:pt x="51436" y="7432"/>
                  <a:pt x="42831" y="7432"/>
                </a:cubicBezTo>
                <a:cubicBezTo>
                  <a:pt x="36116" y="7432"/>
                  <a:pt x="30868" y="9192"/>
                  <a:pt x="27087" y="12712"/>
                </a:cubicBezTo>
                <a:cubicBezTo>
                  <a:pt x="23176" y="16363"/>
                  <a:pt x="21220" y="20470"/>
                  <a:pt x="21220" y="25034"/>
                </a:cubicBezTo>
                <a:cubicBezTo>
                  <a:pt x="21220" y="28032"/>
                  <a:pt x="21904" y="30640"/>
                  <a:pt x="23273" y="32857"/>
                </a:cubicBezTo>
                <a:cubicBezTo>
                  <a:pt x="25099" y="35921"/>
                  <a:pt x="28130" y="38952"/>
                  <a:pt x="32368" y="41951"/>
                </a:cubicBezTo>
                <a:cubicBezTo>
                  <a:pt x="35366" y="44102"/>
                  <a:pt x="42440" y="47916"/>
                  <a:pt x="53588" y="53392"/>
                </a:cubicBezTo>
                <a:cubicBezTo>
                  <a:pt x="69103" y="61085"/>
                  <a:pt x="79566" y="68288"/>
                  <a:pt x="84977" y="75003"/>
                </a:cubicBezTo>
                <a:cubicBezTo>
                  <a:pt x="90323" y="81848"/>
                  <a:pt x="92996" y="89606"/>
                  <a:pt x="92996" y="98276"/>
                </a:cubicBezTo>
                <a:cubicBezTo>
                  <a:pt x="92996" y="109424"/>
                  <a:pt x="88693" y="118942"/>
                  <a:pt x="80088" y="126830"/>
                </a:cubicBezTo>
                <a:cubicBezTo>
                  <a:pt x="71352" y="134849"/>
                  <a:pt x="60367" y="138858"/>
                  <a:pt x="47134" y="138858"/>
                </a:cubicBezTo>
                <a:cubicBezTo>
                  <a:pt x="42896" y="138923"/>
                  <a:pt x="38952" y="138500"/>
                  <a:pt x="35301" y="137587"/>
                </a:cubicBezTo>
                <a:cubicBezTo>
                  <a:pt x="31520" y="136739"/>
                  <a:pt x="26859" y="135142"/>
                  <a:pt x="21318" y="132795"/>
                </a:cubicBezTo>
                <a:cubicBezTo>
                  <a:pt x="18188" y="131557"/>
                  <a:pt x="15613" y="130905"/>
                  <a:pt x="13592" y="130840"/>
                </a:cubicBezTo>
                <a:cubicBezTo>
                  <a:pt x="11832" y="130905"/>
                  <a:pt x="10040" y="131557"/>
                  <a:pt x="8214" y="132795"/>
                </a:cubicBezTo>
                <a:cubicBezTo>
                  <a:pt x="6324" y="134164"/>
                  <a:pt x="4792" y="136153"/>
                  <a:pt x="3618" y="138760"/>
                </a:cubicBezTo>
                <a:lnTo>
                  <a:pt x="0" y="138760"/>
                </a:lnTo>
                <a:lnTo>
                  <a:pt x="0" y="88693"/>
                </a:lnTo>
                <a:lnTo>
                  <a:pt x="3618" y="88693"/>
                </a:lnTo>
                <a:cubicBezTo>
                  <a:pt x="6421" y="102840"/>
                  <a:pt x="11963" y="113564"/>
                  <a:pt x="20242" y="120865"/>
                </a:cubicBezTo>
                <a:cubicBezTo>
                  <a:pt x="28326" y="128297"/>
                  <a:pt x="37127" y="132013"/>
                  <a:pt x="46645" y="132013"/>
                </a:cubicBezTo>
                <a:cubicBezTo>
                  <a:pt x="53881" y="132078"/>
                  <a:pt x="59716" y="130090"/>
                  <a:pt x="64149" y="126048"/>
                </a:cubicBezTo>
                <a:cubicBezTo>
                  <a:pt x="68451" y="122071"/>
                  <a:pt x="70603" y="117443"/>
                  <a:pt x="70603" y="112162"/>
                </a:cubicBezTo>
                <a:cubicBezTo>
                  <a:pt x="70603" y="109033"/>
                  <a:pt x="69788" y="106002"/>
                  <a:pt x="68158" y="103068"/>
                </a:cubicBezTo>
                <a:cubicBezTo>
                  <a:pt x="66463" y="100134"/>
                  <a:pt x="63920" y="97331"/>
                  <a:pt x="60530" y="94658"/>
                </a:cubicBezTo>
                <a:cubicBezTo>
                  <a:pt x="57075" y="92051"/>
                  <a:pt x="51078" y="88628"/>
                  <a:pt x="42538" y="84391"/>
                </a:cubicBezTo>
                <a:cubicBezTo>
                  <a:pt x="30477" y="78523"/>
                  <a:pt x="21807" y="73471"/>
                  <a:pt x="16526" y="69233"/>
                </a:cubicBezTo>
                <a:cubicBezTo>
                  <a:pt x="11246" y="65126"/>
                  <a:pt x="7204" y="60465"/>
                  <a:pt x="4400" y="55250"/>
                </a:cubicBezTo>
                <a:cubicBezTo>
                  <a:pt x="1532" y="50100"/>
                  <a:pt x="98" y="44428"/>
                  <a:pt x="98" y="38235"/>
                </a:cubicBezTo>
                <a:cubicBezTo>
                  <a:pt x="98" y="27674"/>
                  <a:pt x="3977" y="18677"/>
                  <a:pt x="11734" y="11246"/>
                </a:cubicBezTo>
                <a:cubicBezTo>
                  <a:pt x="19427" y="3814"/>
                  <a:pt x="29206" y="98"/>
                  <a:pt x="41071" y="98"/>
                </a:cubicBezTo>
                <a:cubicBezTo>
                  <a:pt x="45373" y="98"/>
                  <a:pt x="49546" y="619"/>
                  <a:pt x="53588" y="1662"/>
                </a:cubicBezTo>
                <a:cubicBezTo>
                  <a:pt x="56586" y="2510"/>
                  <a:pt x="60335" y="3944"/>
                  <a:pt x="64833" y="5965"/>
                </a:cubicBezTo>
                <a:cubicBezTo>
                  <a:pt x="69201" y="8116"/>
                  <a:pt x="72265" y="9192"/>
                  <a:pt x="74025" y="9192"/>
                </a:cubicBezTo>
                <a:cubicBezTo>
                  <a:pt x="75655" y="9257"/>
                  <a:pt x="76991" y="8736"/>
                  <a:pt x="78034" y="7627"/>
                </a:cubicBezTo>
                <a:cubicBezTo>
                  <a:pt x="78947" y="6650"/>
                  <a:pt x="79860" y="4140"/>
                  <a:pt x="80772" y="98"/>
                </a:cubicBezTo>
                <a:lnTo>
                  <a:pt x="83706" y="98"/>
                </a:lnTo>
                <a:close/>
                <a:moveTo>
                  <a:pt x="158100" y="122234"/>
                </a:moveTo>
                <a:cubicBezTo>
                  <a:pt x="146952" y="132143"/>
                  <a:pt x="136945" y="137065"/>
                  <a:pt x="128079" y="137000"/>
                </a:cubicBezTo>
                <a:cubicBezTo>
                  <a:pt x="122799" y="137000"/>
                  <a:pt x="118464" y="135273"/>
                  <a:pt x="115074" y="131817"/>
                </a:cubicBezTo>
                <a:cubicBezTo>
                  <a:pt x="111618" y="128493"/>
                  <a:pt x="109891" y="124223"/>
                  <a:pt x="109891" y="119007"/>
                </a:cubicBezTo>
                <a:cubicBezTo>
                  <a:pt x="109891" y="112097"/>
                  <a:pt x="112890" y="105806"/>
                  <a:pt x="118887" y="100134"/>
                </a:cubicBezTo>
                <a:cubicBezTo>
                  <a:pt x="124820" y="94658"/>
                  <a:pt x="137891" y="87259"/>
                  <a:pt x="158100" y="77937"/>
                </a:cubicBezTo>
                <a:lnTo>
                  <a:pt x="158100" y="68745"/>
                </a:lnTo>
                <a:cubicBezTo>
                  <a:pt x="158035" y="61899"/>
                  <a:pt x="157676" y="57532"/>
                  <a:pt x="157024" y="55641"/>
                </a:cubicBezTo>
                <a:cubicBezTo>
                  <a:pt x="156177" y="53881"/>
                  <a:pt x="154743" y="52316"/>
                  <a:pt x="152722" y="50947"/>
                </a:cubicBezTo>
                <a:cubicBezTo>
                  <a:pt x="150636" y="49709"/>
                  <a:pt x="148289" y="49057"/>
                  <a:pt x="145681" y="48991"/>
                </a:cubicBezTo>
                <a:cubicBezTo>
                  <a:pt x="141444" y="49057"/>
                  <a:pt x="137956" y="50002"/>
                  <a:pt x="135218" y="51827"/>
                </a:cubicBezTo>
                <a:cubicBezTo>
                  <a:pt x="133523" y="53001"/>
                  <a:pt x="132675" y="54370"/>
                  <a:pt x="132675" y="55934"/>
                </a:cubicBezTo>
                <a:cubicBezTo>
                  <a:pt x="132610" y="57303"/>
                  <a:pt x="133523" y="58998"/>
                  <a:pt x="135413" y="61019"/>
                </a:cubicBezTo>
                <a:cubicBezTo>
                  <a:pt x="137825" y="63888"/>
                  <a:pt x="139064" y="66593"/>
                  <a:pt x="139129" y="69136"/>
                </a:cubicBezTo>
                <a:cubicBezTo>
                  <a:pt x="139129" y="72395"/>
                  <a:pt x="137956" y="75101"/>
                  <a:pt x="135609" y="77252"/>
                </a:cubicBezTo>
                <a:cubicBezTo>
                  <a:pt x="133132" y="79534"/>
                  <a:pt x="130002" y="80675"/>
                  <a:pt x="126221" y="80675"/>
                </a:cubicBezTo>
                <a:cubicBezTo>
                  <a:pt x="122114" y="80675"/>
                  <a:pt x="118692" y="79436"/>
                  <a:pt x="115954" y="76959"/>
                </a:cubicBezTo>
                <a:cubicBezTo>
                  <a:pt x="113085" y="74547"/>
                  <a:pt x="111684" y="71646"/>
                  <a:pt x="111749" y="68256"/>
                </a:cubicBezTo>
                <a:cubicBezTo>
                  <a:pt x="111749" y="63562"/>
                  <a:pt x="113607" y="59064"/>
                  <a:pt x="117323" y="54761"/>
                </a:cubicBezTo>
                <a:cubicBezTo>
                  <a:pt x="121039" y="50589"/>
                  <a:pt x="126221" y="47329"/>
                  <a:pt x="132871" y="44982"/>
                </a:cubicBezTo>
                <a:cubicBezTo>
                  <a:pt x="139520" y="42766"/>
                  <a:pt x="146431" y="41625"/>
                  <a:pt x="153602" y="41560"/>
                </a:cubicBezTo>
                <a:cubicBezTo>
                  <a:pt x="162272" y="41625"/>
                  <a:pt x="169150" y="43450"/>
                  <a:pt x="174235" y="47036"/>
                </a:cubicBezTo>
                <a:cubicBezTo>
                  <a:pt x="179190" y="50752"/>
                  <a:pt x="182449" y="54761"/>
                  <a:pt x="184014" y="59064"/>
                </a:cubicBezTo>
                <a:cubicBezTo>
                  <a:pt x="184861" y="61802"/>
                  <a:pt x="185318" y="68093"/>
                  <a:pt x="185383" y="77937"/>
                </a:cubicBezTo>
                <a:lnTo>
                  <a:pt x="185383" y="113433"/>
                </a:lnTo>
                <a:cubicBezTo>
                  <a:pt x="185383" y="117671"/>
                  <a:pt x="185546" y="120279"/>
                  <a:pt x="185872" y="121256"/>
                </a:cubicBezTo>
                <a:cubicBezTo>
                  <a:pt x="186132" y="122430"/>
                  <a:pt x="186621" y="123245"/>
                  <a:pt x="187339" y="123701"/>
                </a:cubicBezTo>
                <a:cubicBezTo>
                  <a:pt x="187925" y="124223"/>
                  <a:pt x="188675" y="124483"/>
                  <a:pt x="189588" y="124483"/>
                </a:cubicBezTo>
                <a:cubicBezTo>
                  <a:pt x="191217" y="124549"/>
                  <a:pt x="192945" y="123343"/>
                  <a:pt x="194770" y="120865"/>
                </a:cubicBezTo>
                <a:lnTo>
                  <a:pt x="197704" y="123212"/>
                </a:lnTo>
                <a:cubicBezTo>
                  <a:pt x="194379" y="128036"/>
                  <a:pt x="191022" y="131524"/>
                  <a:pt x="187632" y="133675"/>
                </a:cubicBezTo>
                <a:cubicBezTo>
                  <a:pt x="184046" y="135957"/>
                  <a:pt x="180070" y="137065"/>
                  <a:pt x="175702" y="137000"/>
                </a:cubicBezTo>
                <a:cubicBezTo>
                  <a:pt x="170486" y="137000"/>
                  <a:pt x="166412" y="135762"/>
                  <a:pt x="163478" y="133284"/>
                </a:cubicBezTo>
                <a:cubicBezTo>
                  <a:pt x="160545" y="130937"/>
                  <a:pt x="158752" y="127254"/>
                  <a:pt x="158100" y="122234"/>
                </a:cubicBezTo>
                <a:moveTo>
                  <a:pt x="158100" y="115096"/>
                </a:moveTo>
                <a:lnTo>
                  <a:pt x="158100" y="84488"/>
                </a:lnTo>
                <a:cubicBezTo>
                  <a:pt x="150147" y="89117"/>
                  <a:pt x="144279" y="94071"/>
                  <a:pt x="140498" y="99352"/>
                </a:cubicBezTo>
                <a:cubicBezTo>
                  <a:pt x="137956" y="102872"/>
                  <a:pt x="136685" y="106425"/>
                  <a:pt x="136685" y="110011"/>
                </a:cubicBezTo>
                <a:cubicBezTo>
                  <a:pt x="136685" y="113075"/>
                  <a:pt x="137760" y="115715"/>
                  <a:pt x="139912" y="117932"/>
                </a:cubicBezTo>
                <a:cubicBezTo>
                  <a:pt x="141541" y="119692"/>
                  <a:pt x="143823" y="120572"/>
                  <a:pt x="146757" y="120572"/>
                </a:cubicBezTo>
                <a:cubicBezTo>
                  <a:pt x="149951" y="120572"/>
                  <a:pt x="153732" y="118747"/>
                  <a:pt x="158100" y="115096"/>
                </a:cubicBezTo>
                <a:close/>
                <a:moveTo>
                  <a:pt x="249427" y="44298"/>
                </a:moveTo>
                <a:lnTo>
                  <a:pt x="249427" y="56326"/>
                </a:lnTo>
                <a:cubicBezTo>
                  <a:pt x="254381" y="50915"/>
                  <a:pt x="259042" y="47068"/>
                  <a:pt x="263410" y="44787"/>
                </a:cubicBezTo>
                <a:cubicBezTo>
                  <a:pt x="267582" y="42635"/>
                  <a:pt x="272244" y="41560"/>
                  <a:pt x="277394" y="41560"/>
                </a:cubicBezTo>
                <a:cubicBezTo>
                  <a:pt x="283196" y="41560"/>
                  <a:pt x="288118" y="42929"/>
                  <a:pt x="292160" y="45667"/>
                </a:cubicBezTo>
                <a:cubicBezTo>
                  <a:pt x="296136" y="48470"/>
                  <a:pt x="299200" y="52642"/>
                  <a:pt x="301352" y="58184"/>
                </a:cubicBezTo>
                <a:cubicBezTo>
                  <a:pt x="306502" y="52381"/>
                  <a:pt x="311522" y="48144"/>
                  <a:pt x="316411" y="45471"/>
                </a:cubicBezTo>
                <a:cubicBezTo>
                  <a:pt x="321170" y="42863"/>
                  <a:pt x="326157" y="41560"/>
                  <a:pt x="331372" y="41560"/>
                </a:cubicBezTo>
                <a:cubicBezTo>
                  <a:pt x="337631" y="41625"/>
                  <a:pt x="342683" y="43059"/>
                  <a:pt x="346529" y="45862"/>
                </a:cubicBezTo>
                <a:cubicBezTo>
                  <a:pt x="350245" y="48861"/>
                  <a:pt x="352853" y="52544"/>
                  <a:pt x="354352" y="56912"/>
                </a:cubicBezTo>
                <a:cubicBezTo>
                  <a:pt x="355787" y="61410"/>
                  <a:pt x="356504" y="68549"/>
                  <a:pt x="356504" y="78328"/>
                </a:cubicBezTo>
                <a:lnTo>
                  <a:pt x="356504" y="115780"/>
                </a:lnTo>
                <a:cubicBezTo>
                  <a:pt x="356504" y="122886"/>
                  <a:pt x="357156" y="127254"/>
                  <a:pt x="358460" y="128884"/>
                </a:cubicBezTo>
                <a:cubicBezTo>
                  <a:pt x="359698" y="130644"/>
                  <a:pt x="362338" y="131752"/>
                  <a:pt x="366380" y="132209"/>
                </a:cubicBezTo>
                <a:lnTo>
                  <a:pt x="366380" y="135729"/>
                </a:lnTo>
                <a:lnTo>
                  <a:pt x="319149" y="135729"/>
                </a:lnTo>
                <a:lnTo>
                  <a:pt x="319149" y="132209"/>
                </a:lnTo>
                <a:cubicBezTo>
                  <a:pt x="322865" y="131948"/>
                  <a:pt x="325603" y="130514"/>
                  <a:pt x="327363" y="127906"/>
                </a:cubicBezTo>
                <a:cubicBezTo>
                  <a:pt x="328537" y="126211"/>
                  <a:pt x="329123" y="122169"/>
                  <a:pt x="329123" y="115780"/>
                </a:cubicBezTo>
                <a:lnTo>
                  <a:pt x="329123" y="76470"/>
                </a:lnTo>
                <a:cubicBezTo>
                  <a:pt x="329123" y="68386"/>
                  <a:pt x="328797" y="63203"/>
                  <a:pt x="328145" y="60922"/>
                </a:cubicBezTo>
                <a:cubicBezTo>
                  <a:pt x="327428" y="58705"/>
                  <a:pt x="326418" y="57043"/>
                  <a:pt x="325114" y="55934"/>
                </a:cubicBezTo>
                <a:cubicBezTo>
                  <a:pt x="323615" y="54891"/>
                  <a:pt x="321952" y="54370"/>
                  <a:pt x="320127" y="54370"/>
                </a:cubicBezTo>
                <a:cubicBezTo>
                  <a:pt x="317258" y="54370"/>
                  <a:pt x="314423" y="55380"/>
                  <a:pt x="311619" y="57401"/>
                </a:cubicBezTo>
                <a:cubicBezTo>
                  <a:pt x="308751" y="59487"/>
                  <a:pt x="305850" y="62584"/>
                  <a:pt x="302916" y="66691"/>
                </a:cubicBezTo>
                <a:lnTo>
                  <a:pt x="302916" y="115780"/>
                </a:lnTo>
                <a:cubicBezTo>
                  <a:pt x="302916" y="122430"/>
                  <a:pt x="303470" y="126570"/>
                  <a:pt x="304579" y="128199"/>
                </a:cubicBezTo>
                <a:cubicBezTo>
                  <a:pt x="306013" y="130677"/>
                  <a:pt x="308881" y="132013"/>
                  <a:pt x="313184" y="132209"/>
                </a:cubicBezTo>
                <a:lnTo>
                  <a:pt x="313184" y="135729"/>
                </a:lnTo>
                <a:lnTo>
                  <a:pt x="265855" y="135729"/>
                </a:lnTo>
                <a:lnTo>
                  <a:pt x="265855" y="132209"/>
                </a:lnTo>
                <a:cubicBezTo>
                  <a:pt x="268397" y="132143"/>
                  <a:pt x="270418" y="131491"/>
                  <a:pt x="271918" y="130253"/>
                </a:cubicBezTo>
                <a:cubicBezTo>
                  <a:pt x="273352" y="129210"/>
                  <a:pt x="274330" y="127841"/>
                  <a:pt x="274851" y="126146"/>
                </a:cubicBezTo>
                <a:cubicBezTo>
                  <a:pt x="275308" y="124646"/>
                  <a:pt x="275536" y="121191"/>
                  <a:pt x="275536" y="115780"/>
                </a:cubicBezTo>
                <a:lnTo>
                  <a:pt x="275536" y="76470"/>
                </a:lnTo>
                <a:cubicBezTo>
                  <a:pt x="275536" y="68190"/>
                  <a:pt x="275210" y="63008"/>
                  <a:pt x="274558" y="60922"/>
                </a:cubicBezTo>
                <a:cubicBezTo>
                  <a:pt x="273841" y="58901"/>
                  <a:pt x="272765" y="57271"/>
                  <a:pt x="271331" y="56032"/>
                </a:cubicBezTo>
                <a:cubicBezTo>
                  <a:pt x="269766" y="54859"/>
                  <a:pt x="268104" y="54272"/>
                  <a:pt x="266344" y="54272"/>
                </a:cubicBezTo>
                <a:cubicBezTo>
                  <a:pt x="263671" y="54272"/>
                  <a:pt x="261291" y="54957"/>
                  <a:pt x="259205" y="56326"/>
                </a:cubicBezTo>
                <a:cubicBezTo>
                  <a:pt x="256076" y="58412"/>
                  <a:pt x="252817" y="61867"/>
                  <a:pt x="249427" y="66691"/>
                </a:cubicBezTo>
                <a:lnTo>
                  <a:pt x="249427" y="115780"/>
                </a:lnTo>
                <a:cubicBezTo>
                  <a:pt x="249427" y="122234"/>
                  <a:pt x="250078" y="126472"/>
                  <a:pt x="251382" y="128493"/>
                </a:cubicBezTo>
                <a:cubicBezTo>
                  <a:pt x="252621" y="130579"/>
                  <a:pt x="255261" y="131817"/>
                  <a:pt x="259303" y="132209"/>
                </a:cubicBezTo>
                <a:lnTo>
                  <a:pt x="259303" y="135729"/>
                </a:lnTo>
                <a:lnTo>
                  <a:pt x="212170" y="135729"/>
                </a:lnTo>
                <a:lnTo>
                  <a:pt x="212170" y="132209"/>
                </a:lnTo>
                <a:cubicBezTo>
                  <a:pt x="215951" y="131817"/>
                  <a:pt x="218689" y="130579"/>
                  <a:pt x="220384" y="128493"/>
                </a:cubicBezTo>
                <a:cubicBezTo>
                  <a:pt x="221427" y="127058"/>
                  <a:pt x="221981" y="122821"/>
                  <a:pt x="222046" y="115780"/>
                </a:cubicBezTo>
                <a:lnTo>
                  <a:pt x="222046" y="64149"/>
                </a:lnTo>
                <a:cubicBezTo>
                  <a:pt x="222046" y="57238"/>
                  <a:pt x="221427" y="52936"/>
                  <a:pt x="220188" y="51241"/>
                </a:cubicBezTo>
                <a:cubicBezTo>
                  <a:pt x="218819" y="49611"/>
                  <a:pt x="216146" y="48503"/>
                  <a:pt x="212170" y="47916"/>
                </a:cubicBezTo>
                <a:lnTo>
                  <a:pt x="212170" y="44298"/>
                </a:lnTo>
                <a:lnTo>
                  <a:pt x="249427" y="44298"/>
                </a:lnTo>
                <a:close/>
                <a:moveTo>
                  <a:pt x="410066" y="126439"/>
                </a:moveTo>
                <a:lnTo>
                  <a:pt x="410066" y="160469"/>
                </a:lnTo>
                <a:cubicBezTo>
                  <a:pt x="410066" y="165228"/>
                  <a:pt x="410457" y="168423"/>
                  <a:pt x="411240" y="170052"/>
                </a:cubicBezTo>
                <a:cubicBezTo>
                  <a:pt x="411892" y="171747"/>
                  <a:pt x="413032" y="172986"/>
                  <a:pt x="414662" y="173768"/>
                </a:cubicBezTo>
                <a:cubicBezTo>
                  <a:pt x="416162" y="174551"/>
                  <a:pt x="419226" y="174942"/>
                  <a:pt x="423854" y="174942"/>
                </a:cubicBezTo>
                <a:lnTo>
                  <a:pt x="423854" y="178560"/>
                </a:lnTo>
                <a:lnTo>
                  <a:pt x="371734" y="178560"/>
                </a:lnTo>
                <a:lnTo>
                  <a:pt x="371734" y="174942"/>
                </a:lnTo>
                <a:cubicBezTo>
                  <a:pt x="375710" y="174876"/>
                  <a:pt x="378709" y="173736"/>
                  <a:pt x="380730" y="171519"/>
                </a:cubicBezTo>
                <a:cubicBezTo>
                  <a:pt x="381969" y="170085"/>
                  <a:pt x="382621" y="166206"/>
                  <a:pt x="382686" y="159882"/>
                </a:cubicBezTo>
                <a:lnTo>
                  <a:pt x="382686" y="63366"/>
                </a:lnTo>
                <a:cubicBezTo>
                  <a:pt x="382621" y="56977"/>
                  <a:pt x="381871" y="52838"/>
                  <a:pt x="380437" y="50947"/>
                </a:cubicBezTo>
                <a:cubicBezTo>
                  <a:pt x="378937" y="49252"/>
                  <a:pt x="376036" y="48242"/>
                  <a:pt x="371734" y="47916"/>
                </a:cubicBezTo>
                <a:lnTo>
                  <a:pt x="371734" y="44298"/>
                </a:lnTo>
                <a:lnTo>
                  <a:pt x="410066" y="44298"/>
                </a:lnTo>
                <a:lnTo>
                  <a:pt x="410066" y="56326"/>
                </a:lnTo>
                <a:cubicBezTo>
                  <a:pt x="413261" y="51632"/>
                  <a:pt x="416520" y="48242"/>
                  <a:pt x="419845" y="46156"/>
                </a:cubicBezTo>
                <a:cubicBezTo>
                  <a:pt x="424604" y="43157"/>
                  <a:pt x="429787" y="41625"/>
                  <a:pt x="435393" y="41560"/>
                </a:cubicBezTo>
                <a:cubicBezTo>
                  <a:pt x="442043" y="41625"/>
                  <a:pt x="448171" y="43744"/>
                  <a:pt x="453777" y="47916"/>
                </a:cubicBezTo>
                <a:cubicBezTo>
                  <a:pt x="459253" y="52153"/>
                  <a:pt x="463426" y="57988"/>
                  <a:pt x="466294" y="65420"/>
                </a:cubicBezTo>
                <a:cubicBezTo>
                  <a:pt x="469097" y="72982"/>
                  <a:pt x="470531" y="81033"/>
                  <a:pt x="470597" y="89573"/>
                </a:cubicBezTo>
                <a:cubicBezTo>
                  <a:pt x="470597" y="98896"/>
                  <a:pt x="469130" y="107338"/>
                  <a:pt x="466196" y="114900"/>
                </a:cubicBezTo>
                <a:cubicBezTo>
                  <a:pt x="463132" y="122658"/>
                  <a:pt x="458830" y="128493"/>
                  <a:pt x="453288" y="132404"/>
                </a:cubicBezTo>
                <a:cubicBezTo>
                  <a:pt x="447617" y="136446"/>
                  <a:pt x="441326" y="138467"/>
                  <a:pt x="434415" y="138467"/>
                </a:cubicBezTo>
                <a:cubicBezTo>
                  <a:pt x="429396" y="138532"/>
                  <a:pt x="424702" y="137424"/>
                  <a:pt x="420334" y="135142"/>
                </a:cubicBezTo>
                <a:cubicBezTo>
                  <a:pt x="417074" y="133512"/>
                  <a:pt x="413652" y="130611"/>
                  <a:pt x="410066" y="126439"/>
                </a:cubicBezTo>
                <a:moveTo>
                  <a:pt x="410066" y="116563"/>
                </a:moveTo>
                <a:cubicBezTo>
                  <a:pt x="415607" y="124516"/>
                  <a:pt x="421605" y="128493"/>
                  <a:pt x="428059" y="128493"/>
                </a:cubicBezTo>
                <a:cubicBezTo>
                  <a:pt x="431579" y="128493"/>
                  <a:pt x="434480" y="126635"/>
                  <a:pt x="436762" y="122919"/>
                </a:cubicBezTo>
                <a:cubicBezTo>
                  <a:pt x="440152" y="117443"/>
                  <a:pt x="441847" y="107012"/>
                  <a:pt x="441847" y="91627"/>
                </a:cubicBezTo>
                <a:cubicBezTo>
                  <a:pt x="441847" y="75916"/>
                  <a:pt x="439989" y="65126"/>
                  <a:pt x="436273" y="59259"/>
                </a:cubicBezTo>
                <a:cubicBezTo>
                  <a:pt x="433796" y="55478"/>
                  <a:pt x="430471" y="53555"/>
                  <a:pt x="426299" y="53490"/>
                </a:cubicBezTo>
                <a:cubicBezTo>
                  <a:pt x="419649" y="53555"/>
                  <a:pt x="414238" y="58314"/>
                  <a:pt x="410066" y="67767"/>
                </a:cubicBezTo>
                <a:lnTo>
                  <a:pt x="410066" y="116563"/>
                </a:lnTo>
                <a:close/>
                <a:moveTo>
                  <a:pt x="521717" y="3129"/>
                </a:moveTo>
                <a:lnTo>
                  <a:pt x="521717" y="116758"/>
                </a:lnTo>
                <a:cubicBezTo>
                  <a:pt x="521717" y="123212"/>
                  <a:pt x="522467" y="127319"/>
                  <a:pt x="523966" y="129079"/>
                </a:cubicBezTo>
                <a:cubicBezTo>
                  <a:pt x="525401" y="130970"/>
                  <a:pt x="528334" y="132013"/>
                  <a:pt x="532767" y="132209"/>
                </a:cubicBezTo>
                <a:lnTo>
                  <a:pt x="532767" y="135729"/>
                </a:lnTo>
                <a:lnTo>
                  <a:pt x="483385" y="135729"/>
                </a:lnTo>
                <a:lnTo>
                  <a:pt x="483385" y="132209"/>
                </a:lnTo>
                <a:cubicBezTo>
                  <a:pt x="487361" y="132143"/>
                  <a:pt x="490360" y="130970"/>
                  <a:pt x="492381" y="128688"/>
                </a:cubicBezTo>
                <a:cubicBezTo>
                  <a:pt x="493620" y="127254"/>
                  <a:pt x="494272" y="123277"/>
                  <a:pt x="494337" y="116758"/>
                </a:cubicBezTo>
                <a:lnTo>
                  <a:pt x="494337" y="22100"/>
                </a:lnTo>
                <a:cubicBezTo>
                  <a:pt x="494272" y="15776"/>
                  <a:pt x="493522" y="11669"/>
                  <a:pt x="492088" y="9779"/>
                </a:cubicBezTo>
                <a:cubicBezTo>
                  <a:pt x="490588" y="8084"/>
                  <a:pt x="487687" y="7073"/>
                  <a:pt x="483385" y="6747"/>
                </a:cubicBezTo>
                <a:lnTo>
                  <a:pt x="483385" y="3129"/>
                </a:lnTo>
                <a:lnTo>
                  <a:pt x="521717" y="3129"/>
                </a:lnTo>
                <a:close/>
                <a:moveTo>
                  <a:pt x="567268" y="0"/>
                </a:moveTo>
                <a:cubicBezTo>
                  <a:pt x="571440" y="0"/>
                  <a:pt x="575026" y="1467"/>
                  <a:pt x="578025" y="4400"/>
                </a:cubicBezTo>
                <a:cubicBezTo>
                  <a:pt x="580958" y="7464"/>
                  <a:pt x="582425" y="11050"/>
                  <a:pt x="582425" y="15157"/>
                </a:cubicBezTo>
                <a:cubicBezTo>
                  <a:pt x="582425" y="19395"/>
                  <a:pt x="580958" y="22947"/>
                  <a:pt x="578025" y="25816"/>
                </a:cubicBezTo>
                <a:cubicBezTo>
                  <a:pt x="574961" y="28750"/>
                  <a:pt x="571375" y="30216"/>
                  <a:pt x="567268" y="30216"/>
                </a:cubicBezTo>
                <a:cubicBezTo>
                  <a:pt x="563031" y="30216"/>
                  <a:pt x="559478" y="28750"/>
                  <a:pt x="556609" y="25816"/>
                </a:cubicBezTo>
                <a:cubicBezTo>
                  <a:pt x="553676" y="22947"/>
                  <a:pt x="552209" y="19395"/>
                  <a:pt x="552209" y="15157"/>
                </a:cubicBezTo>
                <a:cubicBezTo>
                  <a:pt x="552209" y="11050"/>
                  <a:pt x="553676" y="7464"/>
                  <a:pt x="556609" y="4400"/>
                </a:cubicBezTo>
                <a:cubicBezTo>
                  <a:pt x="559478" y="1467"/>
                  <a:pt x="563031" y="0"/>
                  <a:pt x="567268" y="0"/>
                </a:cubicBezTo>
                <a:moveTo>
                  <a:pt x="580958" y="44298"/>
                </a:moveTo>
                <a:lnTo>
                  <a:pt x="580958" y="116758"/>
                </a:lnTo>
                <a:cubicBezTo>
                  <a:pt x="580958" y="123212"/>
                  <a:pt x="581708" y="127319"/>
                  <a:pt x="583207" y="129079"/>
                </a:cubicBezTo>
                <a:cubicBezTo>
                  <a:pt x="584642" y="130970"/>
                  <a:pt x="587575" y="132013"/>
                  <a:pt x="592008" y="132209"/>
                </a:cubicBezTo>
                <a:lnTo>
                  <a:pt x="592008" y="135729"/>
                </a:lnTo>
                <a:lnTo>
                  <a:pt x="542626" y="135729"/>
                </a:lnTo>
                <a:lnTo>
                  <a:pt x="542626" y="132209"/>
                </a:lnTo>
                <a:cubicBezTo>
                  <a:pt x="546602" y="132143"/>
                  <a:pt x="549601" y="130970"/>
                  <a:pt x="551622" y="128688"/>
                </a:cubicBezTo>
                <a:cubicBezTo>
                  <a:pt x="552861" y="127254"/>
                  <a:pt x="553513" y="123277"/>
                  <a:pt x="553578" y="116758"/>
                </a:cubicBezTo>
                <a:lnTo>
                  <a:pt x="553578" y="63366"/>
                </a:lnTo>
                <a:cubicBezTo>
                  <a:pt x="553513" y="56977"/>
                  <a:pt x="552763" y="52838"/>
                  <a:pt x="551329" y="50947"/>
                </a:cubicBezTo>
                <a:cubicBezTo>
                  <a:pt x="549829" y="49252"/>
                  <a:pt x="546928" y="48242"/>
                  <a:pt x="542626" y="47916"/>
                </a:cubicBezTo>
                <a:lnTo>
                  <a:pt x="542626" y="44298"/>
                </a:lnTo>
                <a:lnTo>
                  <a:pt x="580958" y="44298"/>
                </a:lnTo>
                <a:close/>
                <a:moveTo>
                  <a:pt x="641960" y="44298"/>
                </a:moveTo>
                <a:lnTo>
                  <a:pt x="641960" y="56130"/>
                </a:lnTo>
                <a:cubicBezTo>
                  <a:pt x="646653" y="51045"/>
                  <a:pt x="651152" y="47329"/>
                  <a:pt x="655454" y="44982"/>
                </a:cubicBezTo>
                <a:cubicBezTo>
                  <a:pt x="659692" y="42766"/>
                  <a:pt x="664320" y="41625"/>
                  <a:pt x="669340" y="41560"/>
                </a:cubicBezTo>
                <a:cubicBezTo>
                  <a:pt x="675272" y="41625"/>
                  <a:pt x="680194" y="43255"/>
                  <a:pt x="684106" y="46449"/>
                </a:cubicBezTo>
                <a:cubicBezTo>
                  <a:pt x="688017" y="49774"/>
                  <a:pt x="690625" y="53881"/>
                  <a:pt x="691929" y="58770"/>
                </a:cubicBezTo>
                <a:cubicBezTo>
                  <a:pt x="692972" y="62486"/>
                  <a:pt x="693493" y="69625"/>
                  <a:pt x="693493" y="80186"/>
                </a:cubicBezTo>
                <a:lnTo>
                  <a:pt x="693493" y="115780"/>
                </a:lnTo>
                <a:cubicBezTo>
                  <a:pt x="693493" y="122886"/>
                  <a:pt x="694145" y="127254"/>
                  <a:pt x="695449" y="128884"/>
                </a:cubicBezTo>
                <a:cubicBezTo>
                  <a:pt x="696688" y="130644"/>
                  <a:pt x="699328" y="131752"/>
                  <a:pt x="703370" y="132209"/>
                </a:cubicBezTo>
                <a:lnTo>
                  <a:pt x="703370" y="135729"/>
                </a:lnTo>
                <a:lnTo>
                  <a:pt x="657117" y="135729"/>
                </a:lnTo>
                <a:lnTo>
                  <a:pt x="657117" y="132209"/>
                </a:lnTo>
                <a:cubicBezTo>
                  <a:pt x="660507" y="131817"/>
                  <a:pt x="662984" y="130383"/>
                  <a:pt x="664548" y="127906"/>
                </a:cubicBezTo>
                <a:cubicBezTo>
                  <a:pt x="665591" y="126276"/>
                  <a:pt x="666113" y="122234"/>
                  <a:pt x="666113" y="115780"/>
                </a:cubicBezTo>
                <a:lnTo>
                  <a:pt x="666113" y="75101"/>
                </a:lnTo>
                <a:cubicBezTo>
                  <a:pt x="666113" y="67604"/>
                  <a:pt x="665820" y="62877"/>
                  <a:pt x="665233" y="60922"/>
                </a:cubicBezTo>
                <a:cubicBezTo>
                  <a:pt x="664646" y="58966"/>
                  <a:pt x="663668" y="57434"/>
                  <a:pt x="662299" y="56326"/>
                </a:cubicBezTo>
                <a:cubicBezTo>
                  <a:pt x="660800" y="55282"/>
                  <a:pt x="659235" y="54761"/>
                  <a:pt x="657606" y="54761"/>
                </a:cubicBezTo>
                <a:cubicBezTo>
                  <a:pt x="651934" y="54761"/>
                  <a:pt x="646719" y="58770"/>
                  <a:pt x="641960" y="66789"/>
                </a:cubicBezTo>
                <a:lnTo>
                  <a:pt x="641960" y="115780"/>
                </a:lnTo>
                <a:cubicBezTo>
                  <a:pt x="641960" y="122625"/>
                  <a:pt x="642611" y="126961"/>
                  <a:pt x="643915" y="128786"/>
                </a:cubicBezTo>
                <a:cubicBezTo>
                  <a:pt x="645154" y="130677"/>
                  <a:pt x="647501" y="131817"/>
                  <a:pt x="650956" y="132209"/>
                </a:cubicBezTo>
                <a:lnTo>
                  <a:pt x="650956" y="135729"/>
                </a:lnTo>
                <a:lnTo>
                  <a:pt x="604703" y="135729"/>
                </a:lnTo>
                <a:lnTo>
                  <a:pt x="604703" y="132209"/>
                </a:lnTo>
                <a:cubicBezTo>
                  <a:pt x="608484" y="131817"/>
                  <a:pt x="611222" y="130579"/>
                  <a:pt x="612917" y="128493"/>
                </a:cubicBezTo>
                <a:cubicBezTo>
                  <a:pt x="613960" y="127058"/>
                  <a:pt x="614514" y="122821"/>
                  <a:pt x="614579" y="115780"/>
                </a:cubicBezTo>
                <a:lnTo>
                  <a:pt x="614579" y="64149"/>
                </a:lnTo>
                <a:cubicBezTo>
                  <a:pt x="614579" y="57238"/>
                  <a:pt x="613960" y="52936"/>
                  <a:pt x="612721" y="51241"/>
                </a:cubicBezTo>
                <a:cubicBezTo>
                  <a:pt x="611352" y="49611"/>
                  <a:pt x="608679" y="48503"/>
                  <a:pt x="604703" y="47916"/>
                </a:cubicBezTo>
                <a:lnTo>
                  <a:pt x="604703" y="44298"/>
                </a:lnTo>
                <a:lnTo>
                  <a:pt x="641960" y="44298"/>
                </a:lnTo>
                <a:close/>
                <a:moveTo>
                  <a:pt x="774635" y="45373"/>
                </a:moveTo>
                <a:lnTo>
                  <a:pt x="805438" y="45373"/>
                </a:lnTo>
                <a:lnTo>
                  <a:pt x="805438" y="56130"/>
                </a:lnTo>
                <a:lnTo>
                  <a:pt x="787935" y="56130"/>
                </a:lnTo>
                <a:cubicBezTo>
                  <a:pt x="791064" y="59390"/>
                  <a:pt x="793280" y="62291"/>
                  <a:pt x="794584" y="64833"/>
                </a:cubicBezTo>
                <a:cubicBezTo>
                  <a:pt x="796149" y="68419"/>
                  <a:pt x="796931" y="72102"/>
                  <a:pt x="796931" y="75883"/>
                </a:cubicBezTo>
                <a:cubicBezTo>
                  <a:pt x="796931" y="82467"/>
                  <a:pt x="795138" y="88106"/>
                  <a:pt x="791553" y="92800"/>
                </a:cubicBezTo>
                <a:cubicBezTo>
                  <a:pt x="787837" y="97690"/>
                  <a:pt x="782915" y="101438"/>
                  <a:pt x="776787" y="104046"/>
                </a:cubicBezTo>
                <a:cubicBezTo>
                  <a:pt x="770463" y="106784"/>
                  <a:pt x="764922" y="108153"/>
                  <a:pt x="760163" y="108153"/>
                </a:cubicBezTo>
                <a:cubicBezTo>
                  <a:pt x="759772" y="108153"/>
                  <a:pt x="755860" y="107990"/>
                  <a:pt x="748428" y="107664"/>
                </a:cubicBezTo>
                <a:cubicBezTo>
                  <a:pt x="745495" y="107729"/>
                  <a:pt x="743050" y="108674"/>
                  <a:pt x="741094" y="110500"/>
                </a:cubicBezTo>
                <a:cubicBezTo>
                  <a:pt x="739008" y="112521"/>
                  <a:pt x="737998" y="114835"/>
                  <a:pt x="738063" y="117443"/>
                </a:cubicBezTo>
                <a:cubicBezTo>
                  <a:pt x="737998" y="119855"/>
                  <a:pt x="738910" y="121778"/>
                  <a:pt x="740801" y="123212"/>
                </a:cubicBezTo>
                <a:cubicBezTo>
                  <a:pt x="742561" y="124712"/>
                  <a:pt x="745462" y="125461"/>
                  <a:pt x="749504" y="125461"/>
                </a:cubicBezTo>
                <a:lnTo>
                  <a:pt x="766421" y="125266"/>
                </a:lnTo>
                <a:cubicBezTo>
                  <a:pt x="780046" y="125266"/>
                  <a:pt x="789467" y="126765"/>
                  <a:pt x="794682" y="129764"/>
                </a:cubicBezTo>
                <a:cubicBezTo>
                  <a:pt x="801983" y="134001"/>
                  <a:pt x="805667" y="140423"/>
                  <a:pt x="805732" y="149028"/>
                </a:cubicBezTo>
                <a:cubicBezTo>
                  <a:pt x="805732" y="154634"/>
                  <a:pt x="804037" y="159654"/>
                  <a:pt x="800647" y="164087"/>
                </a:cubicBezTo>
                <a:cubicBezTo>
                  <a:pt x="797192" y="168716"/>
                  <a:pt x="792726" y="172073"/>
                  <a:pt x="787250" y="174159"/>
                </a:cubicBezTo>
                <a:cubicBezTo>
                  <a:pt x="778840" y="177419"/>
                  <a:pt x="769159" y="179016"/>
                  <a:pt x="758207" y="178951"/>
                </a:cubicBezTo>
                <a:cubicBezTo>
                  <a:pt x="749928" y="179016"/>
                  <a:pt x="742431" y="178201"/>
                  <a:pt x="735716" y="176506"/>
                </a:cubicBezTo>
                <a:cubicBezTo>
                  <a:pt x="728936" y="174942"/>
                  <a:pt x="724079" y="172725"/>
                  <a:pt x="721146" y="169857"/>
                </a:cubicBezTo>
                <a:cubicBezTo>
                  <a:pt x="718212" y="167054"/>
                  <a:pt x="716745" y="164087"/>
                  <a:pt x="716745" y="160958"/>
                </a:cubicBezTo>
                <a:cubicBezTo>
                  <a:pt x="716745" y="158024"/>
                  <a:pt x="717886" y="155319"/>
                  <a:pt x="720168" y="152842"/>
                </a:cubicBezTo>
                <a:cubicBezTo>
                  <a:pt x="722319" y="150560"/>
                  <a:pt x="726491" y="148572"/>
                  <a:pt x="732685" y="146877"/>
                </a:cubicBezTo>
                <a:cubicBezTo>
                  <a:pt x="724145" y="142704"/>
                  <a:pt x="719907" y="136902"/>
                  <a:pt x="719972" y="129471"/>
                </a:cubicBezTo>
                <a:cubicBezTo>
                  <a:pt x="719972" y="124972"/>
                  <a:pt x="721700" y="120604"/>
                  <a:pt x="725155" y="116367"/>
                </a:cubicBezTo>
                <a:cubicBezTo>
                  <a:pt x="728545" y="112195"/>
                  <a:pt x="734021" y="108511"/>
                  <a:pt x="741583" y="105317"/>
                </a:cubicBezTo>
                <a:cubicBezTo>
                  <a:pt x="732848" y="102123"/>
                  <a:pt x="726524" y="97918"/>
                  <a:pt x="722613" y="92702"/>
                </a:cubicBezTo>
                <a:cubicBezTo>
                  <a:pt x="718701" y="87552"/>
                  <a:pt x="716745" y="81522"/>
                  <a:pt x="716745" y="74612"/>
                </a:cubicBezTo>
                <a:cubicBezTo>
                  <a:pt x="716680" y="65746"/>
                  <a:pt x="720331" y="57988"/>
                  <a:pt x="727697" y="51338"/>
                </a:cubicBezTo>
                <a:cubicBezTo>
                  <a:pt x="734999" y="44819"/>
                  <a:pt x="744387" y="41560"/>
                  <a:pt x="755860" y="41560"/>
                </a:cubicBezTo>
                <a:cubicBezTo>
                  <a:pt x="761923" y="41560"/>
                  <a:pt x="768181" y="42831"/>
                  <a:pt x="774635" y="45373"/>
                </a:cubicBezTo>
                <a:moveTo>
                  <a:pt x="757718" y="47622"/>
                </a:moveTo>
                <a:cubicBezTo>
                  <a:pt x="753872" y="47622"/>
                  <a:pt x="750678" y="49513"/>
                  <a:pt x="748135" y="53294"/>
                </a:cubicBezTo>
                <a:cubicBezTo>
                  <a:pt x="745462" y="57140"/>
                  <a:pt x="744158" y="65061"/>
                  <a:pt x="744224" y="77056"/>
                </a:cubicBezTo>
                <a:cubicBezTo>
                  <a:pt x="744158" y="86770"/>
                  <a:pt x="745462" y="93420"/>
                  <a:pt x="748135" y="97005"/>
                </a:cubicBezTo>
                <a:cubicBezTo>
                  <a:pt x="750678" y="100656"/>
                  <a:pt x="753709" y="102481"/>
                  <a:pt x="757229" y="102481"/>
                </a:cubicBezTo>
                <a:cubicBezTo>
                  <a:pt x="761076" y="102546"/>
                  <a:pt x="764335" y="100754"/>
                  <a:pt x="767008" y="97103"/>
                </a:cubicBezTo>
                <a:cubicBezTo>
                  <a:pt x="769616" y="93517"/>
                  <a:pt x="770920" y="86542"/>
                  <a:pt x="770920" y="76176"/>
                </a:cubicBezTo>
                <a:cubicBezTo>
                  <a:pt x="770920" y="64572"/>
                  <a:pt x="769453" y="56619"/>
                  <a:pt x="766519" y="52316"/>
                </a:cubicBezTo>
                <a:cubicBezTo>
                  <a:pt x="764433" y="49187"/>
                  <a:pt x="761499" y="47622"/>
                  <a:pt x="757718" y="47622"/>
                </a:cubicBezTo>
                <a:moveTo>
                  <a:pt x="751949" y="149224"/>
                </a:moveTo>
                <a:cubicBezTo>
                  <a:pt x="745299" y="149289"/>
                  <a:pt x="740899" y="149843"/>
                  <a:pt x="738747" y="150886"/>
                </a:cubicBezTo>
                <a:cubicBezTo>
                  <a:pt x="735032" y="152972"/>
                  <a:pt x="733174" y="155710"/>
                  <a:pt x="733174" y="159100"/>
                </a:cubicBezTo>
                <a:cubicBezTo>
                  <a:pt x="733174" y="162490"/>
                  <a:pt x="735097" y="165489"/>
                  <a:pt x="738943" y="168097"/>
                </a:cubicBezTo>
                <a:cubicBezTo>
                  <a:pt x="742724" y="170835"/>
                  <a:pt x="749960" y="172204"/>
                  <a:pt x="760652" y="172204"/>
                </a:cubicBezTo>
                <a:cubicBezTo>
                  <a:pt x="769713" y="172269"/>
                  <a:pt x="776852" y="171063"/>
                  <a:pt x="782067" y="168586"/>
                </a:cubicBezTo>
                <a:cubicBezTo>
                  <a:pt x="787217" y="166239"/>
                  <a:pt x="789793" y="162849"/>
                  <a:pt x="789793" y="158416"/>
                </a:cubicBezTo>
                <a:cubicBezTo>
                  <a:pt x="789793" y="156786"/>
                  <a:pt x="789304" y="155417"/>
                  <a:pt x="788326" y="154309"/>
                </a:cubicBezTo>
                <a:cubicBezTo>
                  <a:pt x="786566" y="152353"/>
                  <a:pt x="783925" y="151016"/>
                  <a:pt x="780405" y="150299"/>
                </a:cubicBezTo>
                <a:cubicBezTo>
                  <a:pt x="776754" y="149647"/>
                  <a:pt x="767269" y="149289"/>
                  <a:pt x="751949" y="149224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Result">
            <a:extLst xmlns:a="http://schemas.openxmlformats.org/drawingml/2006/main">
              <a:ext uri="{FF2B5EF4-FFF2-40B4-BE49-F238E27FC236}">
                <a16:creationId xmlns:a16="http://schemas.microsoft.com/office/drawing/2014/main" id="{CA11B454-34A5-41F8-ACA1-9F933865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625" y="2971804"/>
            <a:ext cx="550565" cy="135403"/>
          </a:xfrm>
          <a:custGeom xmlns:a="http://schemas.openxmlformats.org/drawingml/2006/main">
            <a:pathLst>
              <a:path w="550565" h="135403">
                <a:moveTo>
                  <a:pt x="49480" y="72167"/>
                </a:moveTo>
                <a:lnTo>
                  <a:pt x="49480" y="109326"/>
                </a:lnTo>
                <a:cubicBezTo>
                  <a:pt x="49480" y="116497"/>
                  <a:pt x="49937" y="120996"/>
                  <a:pt x="50849" y="122821"/>
                </a:cubicBezTo>
                <a:cubicBezTo>
                  <a:pt x="51632" y="124777"/>
                  <a:pt x="53164" y="126276"/>
                  <a:pt x="55445" y="127319"/>
                </a:cubicBezTo>
                <a:cubicBezTo>
                  <a:pt x="57662" y="128427"/>
                  <a:pt x="61802" y="128982"/>
                  <a:pt x="67864" y="128982"/>
                </a:cubicBezTo>
                <a:lnTo>
                  <a:pt x="67864" y="132600"/>
                </a:lnTo>
                <a:lnTo>
                  <a:pt x="0" y="132600"/>
                </a:lnTo>
                <a:lnTo>
                  <a:pt x="0" y="128982"/>
                </a:lnTo>
                <a:cubicBezTo>
                  <a:pt x="6063" y="128982"/>
                  <a:pt x="10235" y="128395"/>
                  <a:pt x="12517" y="127221"/>
                </a:cubicBezTo>
                <a:cubicBezTo>
                  <a:pt x="14668" y="126178"/>
                  <a:pt x="16200" y="124712"/>
                  <a:pt x="17113" y="122821"/>
                </a:cubicBezTo>
                <a:cubicBezTo>
                  <a:pt x="17960" y="120996"/>
                  <a:pt x="18384" y="116497"/>
                  <a:pt x="18384" y="109326"/>
                </a:cubicBezTo>
                <a:lnTo>
                  <a:pt x="18384" y="23273"/>
                </a:lnTo>
                <a:cubicBezTo>
                  <a:pt x="18384" y="16168"/>
                  <a:pt x="17960" y="11637"/>
                  <a:pt x="17113" y="9681"/>
                </a:cubicBezTo>
                <a:cubicBezTo>
                  <a:pt x="16200" y="7856"/>
                  <a:pt x="14636" y="6389"/>
                  <a:pt x="12419" y="5281"/>
                </a:cubicBezTo>
                <a:cubicBezTo>
                  <a:pt x="10137" y="4237"/>
                  <a:pt x="5998" y="3683"/>
                  <a:pt x="0" y="3618"/>
                </a:cubicBezTo>
                <a:lnTo>
                  <a:pt x="0" y="0"/>
                </a:lnTo>
                <a:lnTo>
                  <a:pt x="61606" y="0"/>
                </a:lnTo>
                <a:cubicBezTo>
                  <a:pt x="77643" y="0"/>
                  <a:pt x="89378" y="1108"/>
                  <a:pt x="96810" y="3325"/>
                </a:cubicBezTo>
                <a:cubicBezTo>
                  <a:pt x="104241" y="5606"/>
                  <a:pt x="110304" y="9681"/>
                  <a:pt x="114998" y="15548"/>
                </a:cubicBezTo>
                <a:cubicBezTo>
                  <a:pt x="119692" y="21546"/>
                  <a:pt x="122039" y="28554"/>
                  <a:pt x="122039" y="36572"/>
                </a:cubicBezTo>
                <a:cubicBezTo>
                  <a:pt x="122039" y="46416"/>
                  <a:pt x="118518" y="54500"/>
                  <a:pt x="111478" y="60824"/>
                </a:cubicBezTo>
                <a:cubicBezTo>
                  <a:pt x="106979" y="64866"/>
                  <a:pt x="100688" y="67897"/>
                  <a:pt x="92605" y="69918"/>
                </a:cubicBezTo>
                <a:lnTo>
                  <a:pt x="124483" y="114802"/>
                </a:lnTo>
                <a:cubicBezTo>
                  <a:pt x="128656" y="120604"/>
                  <a:pt x="131622" y="124223"/>
                  <a:pt x="133382" y="125657"/>
                </a:cubicBezTo>
                <a:cubicBezTo>
                  <a:pt x="135990" y="127743"/>
                  <a:pt x="139086" y="128851"/>
                  <a:pt x="142672" y="128982"/>
                </a:cubicBezTo>
                <a:lnTo>
                  <a:pt x="142672" y="132600"/>
                </a:lnTo>
                <a:lnTo>
                  <a:pt x="100917" y="132600"/>
                </a:lnTo>
                <a:lnTo>
                  <a:pt x="58184" y="72167"/>
                </a:lnTo>
                <a:lnTo>
                  <a:pt x="49480" y="72167"/>
                </a:lnTo>
                <a:moveTo>
                  <a:pt x="49480" y="7138"/>
                </a:moveTo>
                <a:lnTo>
                  <a:pt x="49480" y="65224"/>
                </a:lnTo>
                <a:lnTo>
                  <a:pt x="55054" y="65224"/>
                </a:lnTo>
                <a:cubicBezTo>
                  <a:pt x="64116" y="65224"/>
                  <a:pt x="70896" y="64377"/>
                  <a:pt x="75394" y="62682"/>
                </a:cubicBezTo>
                <a:cubicBezTo>
                  <a:pt x="79827" y="61117"/>
                  <a:pt x="83380" y="58118"/>
                  <a:pt x="86053" y="53685"/>
                </a:cubicBezTo>
                <a:cubicBezTo>
                  <a:pt x="88595" y="49383"/>
                  <a:pt x="89867" y="43744"/>
                  <a:pt x="89867" y="36768"/>
                </a:cubicBezTo>
                <a:cubicBezTo>
                  <a:pt x="89867" y="26729"/>
                  <a:pt x="87520" y="19264"/>
                  <a:pt x="82826" y="14375"/>
                </a:cubicBezTo>
                <a:cubicBezTo>
                  <a:pt x="78002" y="9616"/>
                  <a:pt x="70374" y="7204"/>
                  <a:pt x="59944" y="7138"/>
                </a:cubicBezTo>
                <a:lnTo>
                  <a:pt x="49480" y="7138"/>
                </a:lnTo>
                <a:close/>
                <a:moveTo>
                  <a:pt x="228924" y="83608"/>
                </a:moveTo>
                <a:lnTo>
                  <a:pt x="178759" y="83608"/>
                </a:lnTo>
                <a:cubicBezTo>
                  <a:pt x="179346" y="95734"/>
                  <a:pt x="182573" y="105317"/>
                  <a:pt x="188440" y="112358"/>
                </a:cubicBezTo>
                <a:cubicBezTo>
                  <a:pt x="192873" y="117769"/>
                  <a:pt x="198284" y="120474"/>
                  <a:pt x="204673" y="120474"/>
                </a:cubicBezTo>
                <a:cubicBezTo>
                  <a:pt x="208519" y="120539"/>
                  <a:pt x="212072" y="119431"/>
                  <a:pt x="215331" y="117149"/>
                </a:cubicBezTo>
                <a:cubicBezTo>
                  <a:pt x="218526" y="114998"/>
                  <a:pt x="221948" y="111087"/>
                  <a:pt x="225599" y="105415"/>
                </a:cubicBezTo>
                <a:lnTo>
                  <a:pt x="228924" y="107566"/>
                </a:lnTo>
                <a:cubicBezTo>
                  <a:pt x="223904" y="117671"/>
                  <a:pt x="218428" y="124809"/>
                  <a:pt x="212496" y="128982"/>
                </a:cubicBezTo>
                <a:cubicBezTo>
                  <a:pt x="206498" y="133219"/>
                  <a:pt x="199555" y="135338"/>
                  <a:pt x="191667" y="135338"/>
                </a:cubicBezTo>
                <a:cubicBezTo>
                  <a:pt x="178042" y="135403"/>
                  <a:pt x="167774" y="130188"/>
                  <a:pt x="160864" y="119692"/>
                </a:cubicBezTo>
                <a:cubicBezTo>
                  <a:pt x="155257" y="111282"/>
                  <a:pt x="152454" y="100851"/>
                  <a:pt x="152454" y="88400"/>
                </a:cubicBezTo>
                <a:cubicBezTo>
                  <a:pt x="152389" y="73210"/>
                  <a:pt x="156529" y="61052"/>
                  <a:pt x="164873" y="51925"/>
                </a:cubicBezTo>
                <a:cubicBezTo>
                  <a:pt x="173087" y="42929"/>
                  <a:pt x="182736" y="38430"/>
                  <a:pt x="193818" y="38430"/>
                </a:cubicBezTo>
                <a:cubicBezTo>
                  <a:pt x="203075" y="38496"/>
                  <a:pt x="211127" y="42277"/>
                  <a:pt x="217972" y="49774"/>
                </a:cubicBezTo>
                <a:cubicBezTo>
                  <a:pt x="224686" y="57401"/>
                  <a:pt x="228337" y="68679"/>
                  <a:pt x="228924" y="83608"/>
                </a:cubicBezTo>
                <a:moveTo>
                  <a:pt x="204868" y="77056"/>
                </a:moveTo>
                <a:cubicBezTo>
                  <a:pt x="204803" y="66626"/>
                  <a:pt x="204249" y="59422"/>
                  <a:pt x="203206" y="55445"/>
                </a:cubicBezTo>
                <a:cubicBezTo>
                  <a:pt x="202032" y="51599"/>
                  <a:pt x="200240" y="48633"/>
                  <a:pt x="197828" y="46547"/>
                </a:cubicBezTo>
                <a:cubicBezTo>
                  <a:pt x="196393" y="45373"/>
                  <a:pt x="194568" y="44787"/>
                  <a:pt x="192351" y="44787"/>
                </a:cubicBezTo>
                <a:cubicBezTo>
                  <a:pt x="188896" y="44787"/>
                  <a:pt x="186126" y="46449"/>
                  <a:pt x="184040" y="49774"/>
                </a:cubicBezTo>
                <a:cubicBezTo>
                  <a:pt x="180193" y="55641"/>
                  <a:pt x="178270" y="63594"/>
                  <a:pt x="178270" y="73634"/>
                </a:cubicBezTo>
                <a:lnTo>
                  <a:pt x="178270" y="77056"/>
                </a:lnTo>
                <a:lnTo>
                  <a:pt x="204868" y="77056"/>
                </a:lnTo>
                <a:close/>
                <a:moveTo>
                  <a:pt x="298179" y="38626"/>
                </a:moveTo>
                <a:lnTo>
                  <a:pt x="299646" y="69820"/>
                </a:lnTo>
                <a:lnTo>
                  <a:pt x="296321" y="69820"/>
                </a:lnTo>
                <a:cubicBezTo>
                  <a:pt x="292279" y="60628"/>
                  <a:pt x="288172" y="54305"/>
                  <a:pt x="284000" y="50849"/>
                </a:cubicBezTo>
                <a:cubicBezTo>
                  <a:pt x="279632" y="47459"/>
                  <a:pt x="275362" y="45765"/>
                  <a:pt x="271190" y="45765"/>
                </a:cubicBezTo>
                <a:cubicBezTo>
                  <a:pt x="268452" y="45765"/>
                  <a:pt x="266170" y="46645"/>
                  <a:pt x="264345" y="48405"/>
                </a:cubicBezTo>
                <a:cubicBezTo>
                  <a:pt x="262454" y="50295"/>
                  <a:pt x="261509" y="52381"/>
                  <a:pt x="261509" y="54663"/>
                </a:cubicBezTo>
                <a:cubicBezTo>
                  <a:pt x="261509" y="56423"/>
                  <a:pt x="262161" y="58118"/>
                  <a:pt x="263465" y="59748"/>
                </a:cubicBezTo>
                <a:cubicBezTo>
                  <a:pt x="265486" y="62421"/>
                  <a:pt x="271320" y="66984"/>
                  <a:pt x="280969" y="73438"/>
                </a:cubicBezTo>
                <a:cubicBezTo>
                  <a:pt x="290552" y="80023"/>
                  <a:pt x="296875" y="85531"/>
                  <a:pt x="299939" y="89964"/>
                </a:cubicBezTo>
                <a:cubicBezTo>
                  <a:pt x="302938" y="94593"/>
                  <a:pt x="304438" y="99678"/>
                  <a:pt x="304438" y="105219"/>
                </a:cubicBezTo>
                <a:cubicBezTo>
                  <a:pt x="304438" y="110304"/>
                  <a:pt x="303166" y="115291"/>
                  <a:pt x="300624" y="120181"/>
                </a:cubicBezTo>
                <a:cubicBezTo>
                  <a:pt x="298016" y="125070"/>
                  <a:pt x="294431" y="128819"/>
                  <a:pt x="289867" y="131426"/>
                </a:cubicBezTo>
                <a:cubicBezTo>
                  <a:pt x="285173" y="134099"/>
                  <a:pt x="280056" y="135403"/>
                  <a:pt x="274515" y="135338"/>
                </a:cubicBezTo>
                <a:cubicBezTo>
                  <a:pt x="270082" y="135338"/>
                  <a:pt x="264247" y="133969"/>
                  <a:pt x="257011" y="131231"/>
                </a:cubicBezTo>
                <a:cubicBezTo>
                  <a:pt x="254990" y="130579"/>
                  <a:pt x="253653" y="130220"/>
                  <a:pt x="253001" y="130155"/>
                </a:cubicBezTo>
                <a:cubicBezTo>
                  <a:pt x="250850" y="130220"/>
                  <a:pt x="249057" y="131850"/>
                  <a:pt x="247623" y="135044"/>
                </a:cubicBezTo>
                <a:lnTo>
                  <a:pt x="244396" y="135044"/>
                </a:lnTo>
                <a:lnTo>
                  <a:pt x="242831" y="102188"/>
                </a:lnTo>
                <a:lnTo>
                  <a:pt x="246156" y="102188"/>
                </a:lnTo>
                <a:cubicBezTo>
                  <a:pt x="249025" y="110793"/>
                  <a:pt x="253067" y="117247"/>
                  <a:pt x="258282" y="121550"/>
                </a:cubicBezTo>
                <a:cubicBezTo>
                  <a:pt x="263302" y="125852"/>
                  <a:pt x="268126" y="128004"/>
                  <a:pt x="272754" y="128004"/>
                </a:cubicBezTo>
                <a:cubicBezTo>
                  <a:pt x="275818" y="128004"/>
                  <a:pt x="278393" y="127026"/>
                  <a:pt x="280480" y="125070"/>
                </a:cubicBezTo>
                <a:cubicBezTo>
                  <a:pt x="282435" y="123245"/>
                  <a:pt x="283413" y="120930"/>
                  <a:pt x="283413" y="118127"/>
                </a:cubicBezTo>
                <a:cubicBezTo>
                  <a:pt x="283413" y="114998"/>
                  <a:pt x="282435" y="112293"/>
                  <a:pt x="280480" y="110011"/>
                </a:cubicBezTo>
                <a:cubicBezTo>
                  <a:pt x="278459" y="107794"/>
                  <a:pt x="274091" y="104339"/>
                  <a:pt x="267376" y="99645"/>
                </a:cubicBezTo>
                <a:cubicBezTo>
                  <a:pt x="257402" y="92735"/>
                  <a:pt x="250948" y="87455"/>
                  <a:pt x="248014" y="83804"/>
                </a:cubicBezTo>
                <a:cubicBezTo>
                  <a:pt x="243712" y="78458"/>
                  <a:pt x="241560" y="72558"/>
                  <a:pt x="241560" y="66104"/>
                </a:cubicBezTo>
                <a:cubicBezTo>
                  <a:pt x="241560" y="59129"/>
                  <a:pt x="244005" y="52740"/>
                  <a:pt x="248894" y="46938"/>
                </a:cubicBezTo>
                <a:cubicBezTo>
                  <a:pt x="253653" y="41266"/>
                  <a:pt x="260661" y="38430"/>
                  <a:pt x="269919" y="38430"/>
                </a:cubicBezTo>
                <a:cubicBezTo>
                  <a:pt x="274873" y="38430"/>
                  <a:pt x="279665" y="39636"/>
                  <a:pt x="284293" y="42049"/>
                </a:cubicBezTo>
                <a:cubicBezTo>
                  <a:pt x="286054" y="43026"/>
                  <a:pt x="287488" y="43515"/>
                  <a:pt x="288596" y="43515"/>
                </a:cubicBezTo>
                <a:cubicBezTo>
                  <a:pt x="289769" y="43515"/>
                  <a:pt x="290715" y="43255"/>
                  <a:pt x="291432" y="42733"/>
                </a:cubicBezTo>
                <a:cubicBezTo>
                  <a:pt x="292084" y="42277"/>
                  <a:pt x="293225" y="40908"/>
                  <a:pt x="294854" y="38626"/>
                </a:cubicBezTo>
                <a:lnTo>
                  <a:pt x="298179" y="38626"/>
                </a:lnTo>
                <a:close/>
                <a:moveTo>
                  <a:pt x="410280" y="41169"/>
                </a:moveTo>
                <a:lnTo>
                  <a:pt x="410280" y="112749"/>
                </a:lnTo>
                <a:cubicBezTo>
                  <a:pt x="410280" y="119790"/>
                  <a:pt x="410932" y="124125"/>
                  <a:pt x="412236" y="125755"/>
                </a:cubicBezTo>
                <a:cubicBezTo>
                  <a:pt x="413474" y="127515"/>
                  <a:pt x="416115" y="128623"/>
                  <a:pt x="420156" y="129079"/>
                </a:cubicBezTo>
                <a:lnTo>
                  <a:pt x="420156" y="132600"/>
                </a:lnTo>
                <a:lnTo>
                  <a:pt x="382899" y="132600"/>
                </a:lnTo>
                <a:lnTo>
                  <a:pt x="382899" y="120376"/>
                </a:lnTo>
                <a:cubicBezTo>
                  <a:pt x="378466" y="125592"/>
                  <a:pt x="374099" y="129373"/>
                  <a:pt x="369796" y="131720"/>
                </a:cubicBezTo>
                <a:cubicBezTo>
                  <a:pt x="365363" y="134197"/>
                  <a:pt x="360473" y="135403"/>
                  <a:pt x="355128" y="135338"/>
                </a:cubicBezTo>
                <a:cubicBezTo>
                  <a:pt x="349912" y="135403"/>
                  <a:pt x="345349" y="133806"/>
                  <a:pt x="341438" y="130546"/>
                </a:cubicBezTo>
                <a:cubicBezTo>
                  <a:pt x="337396" y="127417"/>
                  <a:pt x="334690" y="123734"/>
                  <a:pt x="333321" y="119496"/>
                </a:cubicBezTo>
                <a:cubicBezTo>
                  <a:pt x="331952" y="115324"/>
                  <a:pt x="331268" y="107925"/>
                  <a:pt x="331268" y="97298"/>
                </a:cubicBezTo>
                <a:lnTo>
                  <a:pt x="331268" y="61019"/>
                </a:lnTo>
                <a:cubicBezTo>
                  <a:pt x="331268" y="54109"/>
                  <a:pt x="330648" y="49806"/>
                  <a:pt x="329410" y="48111"/>
                </a:cubicBezTo>
                <a:cubicBezTo>
                  <a:pt x="328041" y="46482"/>
                  <a:pt x="325368" y="45373"/>
                  <a:pt x="321391" y="44787"/>
                </a:cubicBezTo>
                <a:lnTo>
                  <a:pt x="321391" y="41169"/>
                </a:lnTo>
                <a:lnTo>
                  <a:pt x="358648" y="41169"/>
                </a:lnTo>
                <a:lnTo>
                  <a:pt x="358648" y="103655"/>
                </a:lnTo>
                <a:cubicBezTo>
                  <a:pt x="358583" y="110239"/>
                  <a:pt x="358909" y="114444"/>
                  <a:pt x="359626" y="116269"/>
                </a:cubicBezTo>
                <a:cubicBezTo>
                  <a:pt x="360213" y="118160"/>
                  <a:pt x="361191" y="119594"/>
                  <a:pt x="362560" y="120572"/>
                </a:cubicBezTo>
                <a:cubicBezTo>
                  <a:pt x="363798" y="121550"/>
                  <a:pt x="365330" y="122039"/>
                  <a:pt x="367156" y="122039"/>
                </a:cubicBezTo>
                <a:cubicBezTo>
                  <a:pt x="369503" y="122104"/>
                  <a:pt x="371621" y="121485"/>
                  <a:pt x="373512" y="120181"/>
                </a:cubicBezTo>
                <a:cubicBezTo>
                  <a:pt x="376119" y="118551"/>
                  <a:pt x="379249" y="115128"/>
                  <a:pt x="382899" y="109913"/>
                </a:cubicBezTo>
                <a:lnTo>
                  <a:pt x="382899" y="61019"/>
                </a:lnTo>
                <a:cubicBezTo>
                  <a:pt x="382899" y="54109"/>
                  <a:pt x="382280" y="49806"/>
                  <a:pt x="381041" y="48111"/>
                </a:cubicBezTo>
                <a:cubicBezTo>
                  <a:pt x="379672" y="46482"/>
                  <a:pt x="377000" y="45373"/>
                  <a:pt x="373023" y="44787"/>
                </a:cubicBezTo>
                <a:lnTo>
                  <a:pt x="373023" y="41169"/>
                </a:lnTo>
                <a:lnTo>
                  <a:pt x="410280" y="41169"/>
                </a:lnTo>
                <a:close/>
                <a:moveTo>
                  <a:pt x="469028" y="0"/>
                </a:moveTo>
                <a:lnTo>
                  <a:pt x="469028" y="113629"/>
                </a:lnTo>
                <a:cubicBezTo>
                  <a:pt x="469028" y="120083"/>
                  <a:pt x="469778" y="124190"/>
                  <a:pt x="471277" y="125950"/>
                </a:cubicBezTo>
                <a:cubicBezTo>
                  <a:pt x="472712" y="127841"/>
                  <a:pt x="475645" y="128884"/>
                  <a:pt x="480078" y="129079"/>
                </a:cubicBezTo>
                <a:lnTo>
                  <a:pt x="480078" y="132600"/>
                </a:lnTo>
                <a:lnTo>
                  <a:pt x="430696" y="132600"/>
                </a:lnTo>
                <a:lnTo>
                  <a:pt x="430696" y="129079"/>
                </a:lnTo>
                <a:cubicBezTo>
                  <a:pt x="434672" y="129014"/>
                  <a:pt x="437671" y="127841"/>
                  <a:pt x="439692" y="125559"/>
                </a:cubicBezTo>
                <a:cubicBezTo>
                  <a:pt x="440931" y="124125"/>
                  <a:pt x="441583" y="120148"/>
                  <a:pt x="441648" y="113629"/>
                </a:cubicBezTo>
                <a:lnTo>
                  <a:pt x="441648" y="18971"/>
                </a:lnTo>
                <a:cubicBezTo>
                  <a:pt x="441583" y="12647"/>
                  <a:pt x="440833" y="8540"/>
                  <a:pt x="439399" y="6650"/>
                </a:cubicBezTo>
                <a:cubicBezTo>
                  <a:pt x="437899" y="4955"/>
                  <a:pt x="434998" y="3944"/>
                  <a:pt x="430696" y="3618"/>
                </a:cubicBezTo>
                <a:lnTo>
                  <a:pt x="430696" y="0"/>
                </a:lnTo>
                <a:lnTo>
                  <a:pt x="469028" y="0"/>
                </a:lnTo>
                <a:close/>
                <a:moveTo>
                  <a:pt x="528856" y="7725"/>
                </a:moveTo>
                <a:lnTo>
                  <a:pt x="528856" y="41169"/>
                </a:lnTo>
                <a:lnTo>
                  <a:pt x="550565" y="41169"/>
                </a:lnTo>
                <a:lnTo>
                  <a:pt x="550565" y="50849"/>
                </a:lnTo>
                <a:lnTo>
                  <a:pt x="528856" y="50849"/>
                </a:lnTo>
                <a:lnTo>
                  <a:pt x="528856" y="107273"/>
                </a:lnTo>
                <a:cubicBezTo>
                  <a:pt x="528856" y="112619"/>
                  <a:pt x="529117" y="116008"/>
                  <a:pt x="529638" y="117443"/>
                </a:cubicBezTo>
                <a:cubicBezTo>
                  <a:pt x="530029" y="119072"/>
                  <a:pt x="530877" y="120311"/>
                  <a:pt x="532181" y="121159"/>
                </a:cubicBezTo>
                <a:cubicBezTo>
                  <a:pt x="533354" y="122136"/>
                  <a:pt x="534495" y="122625"/>
                  <a:pt x="535603" y="122625"/>
                </a:cubicBezTo>
                <a:cubicBezTo>
                  <a:pt x="539776" y="122625"/>
                  <a:pt x="543785" y="119398"/>
                  <a:pt x="547631" y="112944"/>
                </a:cubicBezTo>
                <a:lnTo>
                  <a:pt x="550565" y="115096"/>
                </a:lnTo>
                <a:cubicBezTo>
                  <a:pt x="545219" y="127613"/>
                  <a:pt x="536646" y="133871"/>
                  <a:pt x="524847" y="133871"/>
                </a:cubicBezTo>
                <a:cubicBezTo>
                  <a:pt x="519045" y="133871"/>
                  <a:pt x="514155" y="132241"/>
                  <a:pt x="510179" y="128982"/>
                </a:cubicBezTo>
                <a:cubicBezTo>
                  <a:pt x="506072" y="125852"/>
                  <a:pt x="503496" y="122267"/>
                  <a:pt x="502453" y="118225"/>
                </a:cubicBezTo>
                <a:cubicBezTo>
                  <a:pt x="501736" y="116008"/>
                  <a:pt x="501410" y="110011"/>
                  <a:pt x="501476" y="100232"/>
                </a:cubicBezTo>
                <a:lnTo>
                  <a:pt x="501476" y="50849"/>
                </a:lnTo>
                <a:lnTo>
                  <a:pt x="489545" y="50849"/>
                </a:lnTo>
                <a:lnTo>
                  <a:pt x="489545" y="47427"/>
                </a:lnTo>
                <a:cubicBezTo>
                  <a:pt x="497760" y="41690"/>
                  <a:pt x="504768" y="35595"/>
                  <a:pt x="510570" y="29141"/>
                </a:cubicBezTo>
                <a:cubicBezTo>
                  <a:pt x="516307" y="22817"/>
                  <a:pt x="521326" y="15679"/>
                  <a:pt x="525629" y="7725"/>
                </a:cubicBezTo>
                <a:lnTo>
                  <a:pt x="528856" y="7725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C789BE-AFA8-4019-8B3D-5BCFE6E7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149" y="1415142"/>
            <a:ext cx="281860" cy="281860"/>
          </a:xfrm>
          <a:custGeom xmlns:a="http://schemas.openxmlformats.org/drawingml/2006/main">
            <a:pathLst>
              <a:path w="281860" h="281860">
                <a:moveTo>
                  <a:pt x="140932" y="281860"/>
                </a:moveTo>
                <a:cubicBezTo>
                  <a:pt x="121912" y="281860"/>
                  <a:pt x="103455" y="278132"/>
                  <a:pt x="86070" y="270779"/>
                </a:cubicBezTo>
                <a:cubicBezTo>
                  <a:pt x="69288" y="263683"/>
                  <a:pt x="54216" y="253522"/>
                  <a:pt x="41278" y="240582"/>
                </a:cubicBezTo>
                <a:cubicBezTo>
                  <a:pt x="28339" y="227643"/>
                  <a:pt x="18181" y="212575"/>
                  <a:pt x="11080" y="195790"/>
                </a:cubicBezTo>
                <a:cubicBezTo>
                  <a:pt x="3728" y="178407"/>
                  <a:pt x="0" y="159951"/>
                  <a:pt x="0" y="140928"/>
                </a:cubicBezTo>
                <a:cubicBezTo>
                  <a:pt x="0" y="121906"/>
                  <a:pt x="3728" y="103452"/>
                  <a:pt x="11080" y="86070"/>
                </a:cubicBezTo>
                <a:cubicBezTo>
                  <a:pt x="18177" y="69285"/>
                  <a:pt x="28339" y="54216"/>
                  <a:pt x="41278" y="41277"/>
                </a:cubicBezTo>
                <a:cubicBezTo>
                  <a:pt x="54216" y="28338"/>
                  <a:pt x="69286" y="18180"/>
                  <a:pt x="86070" y="11080"/>
                </a:cubicBezTo>
                <a:cubicBezTo>
                  <a:pt x="103452" y="3728"/>
                  <a:pt x="121909" y="0"/>
                  <a:pt x="140932" y="0"/>
                </a:cubicBezTo>
                <a:cubicBezTo>
                  <a:pt x="159954" y="0"/>
                  <a:pt x="178408" y="3728"/>
                  <a:pt x="195791" y="11080"/>
                </a:cubicBezTo>
                <a:cubicBezTo>
                  <a:pt x="212576" y="18177"/>
                  <a:pt x="227645" y="28338"/>
                  <a:pt x="240582" y="41277"/>
                </a:cubicBezTo>
                <a:cubicBezTo>
                  <a:pt x="253522" y="54216"/>
                  <a:pt x="263680" y="69285"/>
                  <a:pt x="270779" y="86070"/>
                </a:cubicBezTo>
                <a:cubicBezTo>
                  <a:pt x="278132" y="103452"/>
                  <a:pt x="281860" y="121909"/>
                  <a:pt x="281860" y="140928"/>
                </a:cubicBezTo>
                <a:cubicBezTo>
                  <a:pt x="281860" y="159947"/>
                  <a:pt x="278132" y="178404"/>
                  <a:pt x="270779" y="195790"/>
                </a:cubicBezTo>
                <a:cubicBezTo>
                  <a:pt x="263683" y="212572"/>
                  <a:pt x="253522" y="227643"/>
                  <a:pt x="240582" y="240582"/>
                </a:cubicBezTo>
                <a:cubicBezTo>
                  <a:pt x="227645" y="253522"/>
                  <a:pt x="212576" y="263680"/>
                  <a:pt x="195791" y="270779"/>
                </a:cubicBezTo>
                <a:cubicBezTo>
                  <a:pt x="178408" y="278132"/>
                  <a:pt x="159952" y="281860"/>
                  <a:pt x="140932" y="281860"/>
                </a:cubicBezTo>
                <a:close/>
                <a:moveTo>
                  <a:pt x="140932" y="25427"/>
                </a:moveTo>
                <a:cubicBezTo>
                  <a:pt x="77243" y="25427"/>
                  <a:pt x="25430" y="77241"/>
                  <a:pt x="25430" y="140928"/>
                </a:cubicBezTo>
                <a:cubicBezTo>
                  <a:pt x="25430" y="204616"/>
                  <a:pt x="77243" y="256430"/>
                  <a:pt x="140932" y="256430"/>
                </a:cubicBezTo>
                <a:cubicBezTo>
                  <a:pt x="204619" y="256430"/>
                  <a:pt x="256433" y="204616"/>
                  <a:pt x="256433" y="140928"/>
                </a:cubicBezTo>
                <a:cubicBezTo>
                  <a:pt x="256433" y="77241"/>
                  <a:pt x="204619" y="25427"/>
                  <a:pt x="140932" y="25427"/>
                </a:cubicBezTo>
                <a:close/>
                <a:moveTo>
                  <a:pt x="135484" y="190669"/>
                </a:moveTo>
                <a:lnTo>
                  <a:pt x="216984" y="109170"/>
                </a:lnTo>
                <a:cubicBezTo>
                  <a:pt x="221947" y="104206"/>
                  <a:pt x="221947" y="96155"/>
                  <a:pt x="216984" y="91190"/>
                </a:cubicBezTo>
                <a:cubicBezTo>
                  <a:pt x="212018" y="86225"/>
                  <a:pt x="203969" y="86225"/>
                  <a:pt x="199003" y="91190"/>
                </a:cubicBezTo>
                <a:lnTo>
                  <a:pt x="126492" y="163701"/>
                </a:lnTo>
                <a:lnTo>
                  <a:pt x="82856" y="120065"/>
                </a:lnTo>
                <a:cubicBezTo>
                  <a:pt x="77892" y="115101"/>
                  <a:pt x="69841" y="115101"/>
                  <a:pt x="64877" y="120065"/>
                </a:cubicBezTo>
                <a:cubicBezTo>
                  <a:pt x="59912" y="125030"/>
                  <a:pt x="59912" y="133081"/>
                  <a:pt x="64877" y="138045"/>
                </a:cubicBezTo>
                <a:lnTo>
                  <a:pt x="117504" y="190673"/>
                </a:lnTo>
                <a:cubicBezTo>
                  <a:pt x="119887" y="193056"/>
                  <a:pt x="123123" y="194398"/>
                  <a:pt x="126492" y="194398"/>
                </a:cubicBezTo>
                <a:cubicBezTo>
                  <a:pt x="129861" y="194398"/>
                  <a:pt x="133097" y="193060"/>
                  <a:pt x="135480" y="190673"/>
                </a:cubicBezTo>
                <a:lnTo>
                  <a:pt x="135484" y="190669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852ADC-EDEC-43B2-BB3E-79C8216E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149" y="1415142"/>
            <a:ext cx="281860" cy="281860"/>
          </a:xfrm>
          <a:custGeom xmlns:a="http://schemas.openxmlformats.org/drawingml/2006/main">
            <a:pathLst>
              <a:path w="281860" h="281860" fill="none">
                <a:moveTo>
                  <a:pt x="140932" y="281860"/>
                </a:moveTo>
                <a:cubicBezTo>
                  <a:pt x="121912" y="281860"/>
                  <a:pt x="103455" y="278132"/>
                  <a:pt x="86070" y="270779"/>
                </a:cubicBezTo>
                <a:cubicBezTo>
                  <a:pt x="69288" y="263683"/>
                  <a:pt x="54216" y="253522"/>
                  <a:pt x="41278" y="240582"/>
                </a:cubicBezTo>
                <a:cubicBezTo>
                  <a:pt x="28339" y="227643"/>
                  <a:pt x="18181" y="212575"/>
                  <a:pt x="11080" y="195790"/>
                </a:cubicBezTo>
                <a:cubicBezTo>
                  <a:pt x="3728" y="178407"/>
                  <a:pt x="0" y="159951"/>
                  <a:pt x="0" y="140928"/>
                </a:cubicBezTo>
                <a:cubicBezTo>
                  <a:pt x="0" y="121906"/>
                  <a:pt x="3728" y="103452"/>
                  <a:pt x="11080" y="86070"/>
                </a:cubicBezTo>
                <a:cubicBezTo>
                  <a:pt x="18177" y="69285"/>
                  <a:pt x="28339" y="54216"/>
                  <a:pt x="41278" y="41277"/>
                </a:cubicBezTo>
                <a:cubicBezTo>
                  <a:pt x="54216" y="28338"/>
                  <a:pt x="69286" y="18180"/>
                  <a:pt x="86070" y="11080"/>
                </a:cubicBezTo>
                <a:cubicBezTo>
                  <a:pt x="103452" y="3728"/>
                  <a:pt x="121909" y="0"/>
                  <a:pt x="140932" y="0"/>
                </a:cubicBezTo>
                <a:cubicBezTo>
                  <a:pt x="159954" y="0"/>
                  <a:pt x="178408" y="3728"/>
                  <a:pt x="195791" y="11080"/>
                </a:cubicBezTo>
                <a:cubicBezTo>
                  <a:pt x="212576" y="18177"/>
                  <a:pt x="227645" y="28338"/>
                  <a:pt x="240582" y="41277"/>
                </a:cubicBezTo>
                <a:cubicBezTo>
                  <a:pt x="253522" y="54216"/>
                  <a:pt x="263680" y="69285"/>
                  <a:pt x="270779" y="86070"/>
                </a:cubicBezTo>
                <a:cubicBezTo>
                  <a:pt x="278132" y="103452"/>
                  <a:pt x="281860" y="121909"/>
                  <a:pt x="281860" y="140928"/>
                </a:cubicBezTo>
                <a:cubicBezTo>
                  <a:pt x="281860" y="159947"/>
                  <a:pt x="278132" y="178404"/>
                  <a:pt x="270779" y="195790"/>
                </a:cubicBezTo>
                <a:cubicBezTo>
                  <a:pt x="263683" y="212572"/>
                  <a:pt x="253522" y="227643"/>
                  <a:pt x="240582" y="240582"/>
                </a:cubicBezTo>
                <a:cubicBezTo>
                  <a:pt x="227645" y="253522"/>
                  <a:pt x="212576" y="263680"/>
                  <a:pt x="195791" y="270779"/>
                </a:cubicBezTo>
                <a:cubicBezTo>
                  <a:pt x="178408" y="278132"/>
                  <a:pt x="159952" y="281860"/>
                  <a:pt x="140932" y="281860"/>
                </a:cubicBezTo>
                <a:close/>
                <a:moveTo>
                  <a:pt x="140932" y="25427"/>
                </a:moveTo>
                <a:cubicBezTo>
                  <a:pt x="77243" y="25427"/>
                  <a:pt x="25430" y="77241"/>
                  <a:pt x="25430" y="140928"/>
                </a:cubicBezTo>
                <a:cubicBezTo>
                  <a:pt x="25430" y="204616"/>
                  <a:pt x="77243" y="256430"/>
                  <a:pt x="140932" y="256430"/>
                </a:cubicBezTo>
                <a:cubicBezTo>
                  <a:pt x="204619" y="256430"/>
                  <a:pt x="256433" y="204616"/>
                  <a:pt x="256433" y="140928"/>
                </a:cubicBezTo>
                <a:cubicBezTo>
                  <a:pt x="256433" y="77241"/>
                  <a:pt x="204619" y="25427"/>
                  <a:pt x="140932" y="25427"/>
                </a:cubicBezTo>
                <a:close/>
                <a:moveTo>
                  <a:pt x="135484" y="190669"/>
                </a:moveTo>
                <a:lnTo>
                  <a:pt x="216984" y="109170"/>
                </a:lnTo>
                <a:cubicBezTo>
                  <a:pt x="221947" y="104206"/>
                  <a:pt x="221947" y="96155"/>
                  <a:pt x="216984" y="91190"/>
                </a:cubicBezTo>
                <a:cubicBezTo>
                  <a:pt x="212018" y="86225"/>
                  <a:pt x="203969" y="86225"/>
                  <a:pt x="199003" y="91190"/>
                </a:cubicBezTo>
                <a:lnTo>
                  <a:pt x="126492" y="163701"/>
                </a:lnTo>
                <a:lnTo>
                  <a:pt x="82856" y="120065"/>
                </a:lnTo>
                <a:cubicBezTo>
                  <a:pt x="77892" y="115101"/>
                  <a:pt x="69841" y="115101"/>
                  <a:pt x="64877" y="120065"/>
                </a:cubicBezTo>
                <a:cubicBezTo>
                  <a:pt x="59912" y="125030"/>
                  <a:pt x="59912" y="133081"/>
                  <a:pt x="64877" y="138045"/>
                </a:cubicBezTo>
                <a:lnTo>
                  <a:pt x="117504" y="190673"/>
                </a:lnTo>
                <a:cubicBezTo>
                  <a:pt x="119887" y="193056"/>
                  <a:pt x="123123" y="194398"/>
                  <a:pt x="126492" y="194398"/>
                </a:cubicBezTo>
                <a:cubicBezTo>
                  <a:pt x="129861" y="194398"/>
                  <a:pt x="133097" y="193060"/>
                  <a:pt x="135480" y="190673"/>
                </a:cubicBezTo>
                <a:lnTo>
                  <a:pt x="135484" y="1906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17" cap="flat">
            <a:solidFill>
              <a:srgbClr val="82B366"/>
            </a:solidFill>
            <a:round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EAF37E-498B-45D5-9322-034626C9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612" y="1710316"/>
            <a:ext cx="1301590" cy="734318"/>
          </a:xfrm>
          <a:custGeom xmlns:a="http://schemas.openxmlformats.org/drawingml/2006/main">
            <a:pathLst>
              <a:path w="1301590" h="734318">
                <a:moveTo>
                  <a:pt x="1301590" y="734318"/>
                </a:moveTo>
                <a:lnTo>
                  <a:pt x="1301590" y="0"/>
                </a:lnTo>
                <a:lnTo>
                  <a:pt x="0" y="0"/>
                </a:lnTo>
                <a:lnTo>
                  <a:pt x="0" y="734318"/>
                </a:lnTo>
                <a:lnTo>
                  <a:pt x="1301590" y="73431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E9C255-FA1C-4E7A-9487-B5391DE6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612" y="1710316"/>
            <a:ext cx="1301590" cy="734318"/>
          </a:xfrm>
          <a:custGeom xmlns:a="http://schemas.openxmlformats.org/drawingml/2006/main">
            <a:pathLst>
              <a:path w="1301590" h="734318" fill="none">
                <a:moveTo>
                  <a:pt x="1301590" y="734318"/>
                </a:moveTo>
                <a:lnTo>
                  <a:pt x="1301590" y="0"/>
                </a:lnTo>
                <a:lnTo>
                  <a:pt x="0" y="0"/>
                </a:lnTo>
                <a:lnTo>
                  <a:pt x="0" y="734318"/>
                </a:lnTo>
                <a:lnTo>
                  <a:pt x="1301590" y="73431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101843"/>
            </a:solidFill>
            <a:round/>
          </a:ln>
        </p:spPr>
      </p:sp>
      <p:sp>
        <p:nvSpPr>
          <p:cNvPr id="86" name="Text AND/OR">
            <a:extLst xmlns:a="http://schemas.openxmlformats.org/drawingml/2006/main">
              <a:ext uri="{FF2B5EF4-FFF2-40B4-BE49-F238E27FC236}">
                <a16:creationId xmlns:a16="http://schemas.microsoft.com/office/drawing/2014/main" id="{350CD28B-901B-48F6-A815-524E56AA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0339" y="1932546"/>
            <a:ext cx="1109079" cy="138663"/>
          </a:xfrm>
          <a:custGeom xmlns:a="http://schemas.openxmlformats.org/drawingml/2006/main">
            <a:pathLst>
              <a:path w="1109079" h="138663">
                <a:moveTo>
                  <a:pt x="81750" y="97885"/>
                </a:moveTo>
                <a:lnTo>
                  <a:pt x="34910" y="97885"/>
                </a:lnTo>
                <a:lnTo>
                  <a:pt x="29336" y="110793"/>
                </a:lnTo>
                <a:cubicBezTo>
                  <a:pt x="27446" y="115096"/>
                  <a:pt x="26533" y="118649"/>
                  <a:pt x="26598" y="121452"/>
                </a:cubicBezTo>
                <a:cubicBezTo>
                  <a:pt x="26533" y="125168"/>
                  <a:pt x="28032" y="127906"/>
                  <a:pt x="31096" y="129666"/>
                </a:cubicBezTo>
                <a:cubicBezTo>
                  <a:pt x="32791" y="130774"/>
                  <a:pt x="37127" y="131557"/>
                  <a:pt x="44102" y="132013"/>
                </a:cubicBezTo>
                <a:lnTo>
                  <a:pt x="44102" y="135631"/>
                </a:lnTo>
                <a:lnTo>
                  <a:pt x="0" y="135631"/>
                </a:lnTo>
                <a:lnTo>
                  <a:pt x="0" y="132013"/>
                </a:lnTo>
                <a:cubicBezTo>
                  <a:pt x="4759" y="131361"/>
                  <a:pt x="8670" y="129373"/>
                  <a:pt x="11734" y="126048"/>
                </a:cubicBezTo>
                <a:cubicBezTo>
                  <a:pt x="14733" y="122854"/>
                  <a:pt x="18514" y="116204"/>
                  <a:pt x="23078" y="106099"/>
                </a:cubicBezTo>
                <a:lnTo>
                  <a:pt x="70505" y="293"/>
                </a:lnTo>
                <a:lnTo>
                  <a:pt x="72363" y="293"/>
                </a:lnTo>
                <a:lnTo>
                  <a:pt x="120181" y="109033"/>
                </a:lnTo>
                <a:cubicBezTo>
                  <a:pt x="124744" y="119398"/>
                  <a:pt x="128493" y="125885"/>
                  <a:pt x="131426" y="128493"/>
                </a:cubicBezTo>
                <a:cubicBezTo>
                  <a:pt x="133643" y="130579"/>
                  <a:pt x="136772" y="131752"/>
                  <a:pt x="140814" y="132013"/>
                </a:cubicBezTo>
                <a:lnTo>
                  <a:pt x="140814" y="135631"/>
                </a:lnTo>
                <a:lnTo>
                  <a:pt x="76665" y="135631"/>
                </a:lnTo>
                <a:lnTo>
                  <a:pt x="76665" y="132013"/>
                </a:lnTo>
                <a:lnTo>
                  <a:pt x="79306" y="132013"/>
                </a:lnTo>
                <a:cubicBezTo>
                  <a:pt x="84456" y="132078"/>
                  <a:pt x="88074" y="131361"/>
                  <a:pt x="90160" y="129862"/>
                </a:cubicBezTo>
                <a:cubicBezTo>
                  <a:pt x="91594" y="128819"/>
                  <a:pt x="92311" y="127319"/>
                  <a:pt x="92311" y="125363"/>
                </a:cubicBezTo>
                <a:cubicBezTo>
                  <a:pt x="92311" y="124255"/>
                  <a:pt x="92116" y="123049"/>
                  <a:pt x="91725" y="121745"/>
                </a:cubicBezTo>
                <a:cubicBezTo>
                  <a:pt x="91594" y="121159"/>
                  <a:pt x="90616" y="118714"/>
                  <a:pt x="88791" y="114411"/>
                </a:cubicBezTo>
                <a:lnTo>
                  <a:pt x="81750" y="97885"/>
                </a:lnTo>
                <a:moveTo>
                  <a:pt x="78426" y="90649"/>
                </a:moveTo>
                <a:lnTo>
                  <a:pt x="58672" y="44982"/>
                </a:lnTo>
                <a:lnTo>
                  <a:pt x="38333" y="90649"/>
                </a:lnTo>
                <a:lnTo>
                  <a:pt x="78426" y="90649"/>
                </a:lnTo>
                <a:close/>
                <a:moveTo>
                  <a:pt x="189237" y="3031"/>
                </a:moveTo>
                <a:lnTo>
                  <a:pt x="254657" y="85271"/>
                </a:lnTo>
                <a:lnTo>
                  <a:pt x="254657" y="28261"/>
                </a:lnTo>
                <a:cubicBezTo>
                  <a:pt x="254592" y="20372"/>
                  <a:pt x="253451" y="14994"/>
                  <a:pt x="251235" y="12126"/>
                </a:cubicBezTo>
                <a:cubicBezTo>
                  <a:pt x="248040" y="8410"/>
                  <a:pt x="242792" y="6584"/>
                  <a:pt x="235491" y="6650"/>
                </a:cubicBezTo>
                <a:lnTo>
                  <a:pt x="235491" y="3031"/>
                </a:lnTo>
                <a:lnTo>
                  <a:pt x="279300" y="3031"/>
                </a:lnTo>
                <a:lnTo>
                  <a:pt x="279300" y="6650"/>
                </a:lnTo>
                <a:cubicBezTo>
                  <a:pt x="273628" y="7432"/>
                  <a:pt x="269879" y="8345"/>
                  <a:pt x="268054" y="9388"/>
                </a:cubicBezTo>
                <a:cubicBezTo>
                  <a:pt x="266098" y="10561"/>
                  <a:pt x="264599" y="12419"/>
                  <a:pt x="263556" y="14961"/>
                </a:cubicBezTo>
                <a:cubicBezTo>
                  <a:pt x="262448" y="17634"/>
                  <a:pt x="261893" y="22067"/>
                  <a:pt x="261893" y="28261"/>
                </a:cubicBezTo>
                <a:lnTo>
                  <a:pt x="261893" y="138663"/>
                </a:lnTo>
                <a:lnTo>
                  <a:pt x="258569" y="138663"/>
                </a:lnTo>
                <a:lnTo>
                  <a:pt x="168898" y="28261"/>
                </a:lnTo>
                <a:lnTo>
                  <a:pt x="168898" y="112553"/>
                </a:lnTo>
                <a:cubicBezTo>
                  <a:pt x="168898" y="120246"/>
                  <a:pt x="170658" y="125396"/>
                  <a:pt x="174178" y="128004"/>
                </a:cubicBezTo>
                <a:cubicBezTo>
                  <a:pt x="177568" y="130677"/>
                  <a:pt x="181545" y="132013"/>
                  <a:pt x="186108" y="132013"/>
                </a:cubicBezTo>
                <a:lnTo>
                  <a:pt x="189237" y="132013"/>
                </a:lnTo>
                <a:lnTo>
                  <a:pt x="189237" y="135631"/>
                </a:lnTo>
                <a:lnTo>
                  <a:pt x="142202" y="135631"/>
                </a:lnTo>
                <a:lnTo>
                  <a:pt x="142202" y="132013"/>
                </a:lnTo>
                <a:cubicBezTo>
                  <a:pt x="149503" y="131948"/>
                  <a:pt x="154588" y="130448"/>
                  <a:pt x="157457" y="127515"/>
                </a:cubicBezTo>
                <a:cubicBezTo>
                  <a:pt x="160260" y="124581"/>
                  <a:pt x="161694" y="119594"/>
                  <a:pt x="161759" y="112553"/>
                </a:cubicBezTo>
                <a:lnTo>
                  <a:pt x="161759" y="18971"/>
                </a:lnTo>
                <a:lnTo>
                  <a:pt x="158923" y="15450"/>
                </a:lnTo>
                <a:cubicBezTo>
                  <a:pt x="156055" y="11930"/>
                  <a:pt x="153578" y="9616"/>
                  <a:pt x="151492" y="8508"/>
                </a:cubicBezTo>
                <a:cubicBezTo>
                  <a:pt x="149275" y="7464"/>
                  <a:pt x="146178" y="6845"/>
                  <a:pt x="142202" y="6650"/>
                </a:cubicBezTo>
                <a:lnTo>
                  <a:pt x="142202" y="3031"/>
                </a:lnTo>
                <a:lnTo>
                  <a:pt x="189237" y="3031"/>
                </a:lnTo>
                <a:close/>
                <a:moveTo>
                  <a:pt x="290353" y="135631"/>
                </a:moveTo>
                <a:lnTo>
                  <a:pt x="290353" y="132013"/>
                </a:lnTo>
                <a:lnTo>
                  <a:pt x="294753" y="132013"/>
                </a:lnTo>
                <a:cubicBezTo>
                  <a:pt x="298535" y="132078"/>
                  <a:pt x="301501" y="131459"/>
                  <a:pt x="303652" y="130155"/>
                </a:cubicBezTo>
                <a:cubicBezTo>
                  <a:pt x="305673" y="128982"/>
                  <a:pt x="307172" y="127352"/>
                  <a:pt x="308150" y="125266"/>
                </a:cubicBezTo>
                <a:cubicBezTo>
                  <a:pt x="308737" y="123897"/>
                  <a:pt x="309030" y="119790"/>
                  <a:pt x="309030" y="112944"/>
                </a:cubicBezTo>
                <a:lnTo>
                  <a:pt x="309030" y="25718"/>
                </a:lnTo>
                <a:cubicBezTo>
                  <a:pt x="308965" y="19003"/>
                  <a:pt x="308607" y="14766"/>
                  <a:pt x="307955" y="13006"/>
                </a:cubicBezTo>
                <a:cubicBezTo>
                  <a:pt x="307238" y="11376"/>
                  <a:pt x="305803" y="9877"/>
                  <a:pt x="303652" y="8508"/>
                </a:cubicBezTo>
                <a:cubicBezTo>
                  <a:pt x="301370" y="7269"/>
                  <a:pt x="298404" y="6650"/>
                  <a:pt x="294753" y="6650"/>
                </a:cubicBezTo>
                <a:lnTo>
                  <a:pt x="290353" y="6650"/>
                </a:lnTo>
                <a:lnTo>
                  <a:pt x="290353" y="3031"/>
                </a:lnTo>
                <a:lnTo>
                  <a:pt x="349710" y="3031"/>
                </a:lnTo>
                <a:cubicBezTo>
                  <a:pt x="365486" y="3031"/>
                  <a:pt x="378231" y="5183"/>
                  <a:pt x="387945" y="9485"/>
                </a:cubicBezTo>
                <a:cubicBezTo>
                  <a:pt x="399679" y="14831"/>
                  <a:pt x="408643" y="22817"/>
                  <a:pt x="414836" y="33443"/>
                </a:cubicBezTo>
                <a:cubicBezTo>
                  <a:pt x="420899" y="44135"/>
                  <a:pt x="423931" y="56228"/>
                  <a:pt x="423931" y="69722"/>
                </a:cubicBezTo>
                <a:cubicBezTo>
                  <a:pt x="423931" y="79045"/>
                  <a:pt x="422431" y="87618"/>
                  <a:pt x="419432" y="95441"/>
                </a:cubicBezTo>
                <a:cubicBezTo>
                  <a:pt x="416368" y="103394"/>
                  <a:pt x="412489" y="109880"/>
                  <a:pt x="407796" y="114900"/>
                </a:cubicBezTo>
                <a:cubicBezTo>
                  <a:pt x="402971" y="120116"/>
                  <a:pt x="397495" y="124223"/>
                  <a:pt x="391367" y="127221"/>
                </a:cubicBezTo>
                <a:cubicBezTo>
                  <a:pt x="385109" y="130416"/>
                  <a:pt x="377482" y="132828"/>
                  <a:pt x="368485" y="134458"/>
                </a:cubicBezTo>
                <a:cubicBezTo>
                  <a:pt x="364443" y="135240"/>
                  <a:pt x="358185" y="135631"/>
                  <a:pt x="349710" y="135631"/>
                </a:cubicBezTo>
                <a:lnTo>
                  <a:pt x="290353" y="135631"/>
                </a:lnTo>
                <a:moveTo>
                  <a:pt x="340909" y="10561"/>
                </a:moveTo>
                <a:lnTo>
                  <a:pt x="340909" y="114020"/>
                </a:lnTo>
                <a:cubicBezTo>
                  <a:pt x="340909" y="119496"/>
                  <a:pt x="341170" y="122854"/>
                  <a:pt x="341691" y="124092"/>
                </a:cubicBezTo>
                <a:cubicBezTo>
                  <a:pt x="342148" y="125396"/>
                  <a:pt x="343028" y="126341"/>
                  <a:pt x="344332" y="126928"/>
                </a:cubicBezTo>
                <a:cubicBezTo>
                  <a:pt x="346092" y="127906"/>
                  <a:pt x="348634" y="128395"/>
                  <a:pt x="351959" y="128395"/>
                </a:cubicBezTo>
                <a:cubicBezTo>
                  <a:pt x="362781" y="128395"/>
                  <a:pt x="371093" y="124679"/>
                  <a:pt x="376895" y="117247"/>
                </a:cubicBezTo>
                <a:cubicBezTo>
                  <a:pt x="384718" y="107208"/>
                  <a:pt x="388629" y="91627"/>
                  <a:pt x="388629" y="70505"/>
                </a:cubicBezTo>
                <a:cubicBezTo>
                  <a:pt x="388629" y="53490"/>
                  <a:pt x="385956" y="39897"/>
                  <a:pt x="380611" y="29727"/>
                </a:cubicBezTo>
                <a:cubicBezTo>
                  <a:pt x="376373" y="21839"/>
                  <a:pt x="370930" y="16428"/>
                  <a:pt x="364280" y="13495"/>
                </a:cubicBezTo>
                <a:cubicBezTo>
                  <a:pt x="359521" y="11474"/>
                  <a:pt x="351731" y="10496"/>
                  <a:pt x="340909" y="10561"/>
                </a:cubicBezTo>
                <a:close/>
                <a:moveTo>
                  <a:pt x="648052" y="0"/>
                </a:moveTo>
                <a:lnTo>
                  <a:pt x="604537" y="138663"/>
                </a:lnTo>
                <a:lnTo>
                  <a:pt x="592020" y="138663"/>
                </a:lnTo>
                <a:lnTo>
                  <a:pt x="635731" y="0"/>
                </a:lnTo>
                <a:lnTo>
                  <a:pt x="648052" y="0"/>
                </a:lnTo>
                <a:close/>
                <a:moveTo>
                  <a:pt x="884277" y="1173"/>
                </a:moveTo>
                <a:cubicBezTo>
                  <a:pt x="905399" y="391"/>
                  <a:pt x="922577" y="6552"/>
                  <a:pt x="935811" y="19655"/>
                </a:cubicBezTo>
                <a:cubicBezTo>
                  <a:pt x="948980" y="32824"/>
                  <a:pt x="955564" y="49220"/>
                  <a:pt x="955564" y="68842"/>
                </a:cubicBezTo>
                <a:cubicBezTo>
                  <a:pt x="955564" y="85662"/>
                  <a:pt x="950642" y="100460"/>
                  <a:pt x="940798" y="113238"/>
                </a:cubicBezTo>
                <a:cubicBezTo>
                  <a:pt x="927694" y="130188"/>
                  <a:pt x="909278" y="138663"/>
                  <a:pt x="885548" y="138663"/>
                </a:cubicBezTo>
                <a:cubicBezTo>
                  <a:pt x="861623" y="138663"/>
                  <a:pt x="843174" y="130579"/>
                  <a:pt x="830200" y="114411"/>
                </a:cubicBezTo>
                <a:cubicBezTo>
                  <a:pt x="819900" y="101634"/>
                  <a:pt x="814750" y="86477"/>
                  <a:pt x="814750" y="68940"/>
                </a:cubicBezTo>
                <a:cubicBezTo>
                  <a:pt x="814750" y="49317"/>
                  <a:pt x="821465" y="32889"/>
                  <a:pt x="834894" y="19655"/>
                </a:cubicBezTo>
                <a:cubicBezTo>
                  <a:pt x="848258" y="6552"/>
                  <a:pt x="864719" y="391"/>
                  <a:pt x="884277" y="1173"/>
                </a:cubicBezTo>
                <a:moveTo>
                  <a:pt x="885450" y="7432"/>
                </a:moveTo>
                <a:cubicBezTo>
                  <a:pt x="873325" y="7432"/>
                  <a:pt x="864100" y="13625"/>
                  <a:pt x="857776" y="26011"/>
                </a:cubicBezTo>
                <a:cubicBezTo>
                  <a:pt x="852561" y="36181"/>
                  <a:pt x="849986" y="50784"/>
                  <a:pt x="850051" y="69820"/>
                </a:cubicBezTo>
                <a:cubicBezTo>
                  <a:pt x="850051" y="92442"/>
                  <a:pt x="854028" y="109163"/>
                  <a:pt x="861981" y="119985"/>
                </a:cubicBezTo>
                <a:cubicBezTo>
                  <a:pt x="867523" y="127547"/>
                  <a:pt x="875280" y="131328"/>
                  <a:pt x="885255" y="131328"/>
                </a:cubicBezTo>
                <a:cubicBezTo>
                  <a:pt x="891969" y="131328"/>
                  <a:pt x="897576" y="129699"/>
                  <a:pt x="902074" y="126439"/>
                </a:cubicBezTo>
                <a:cubicBezTo>
                  <a:pt x="907746" y="122267"/>
                  <a:pt x="912211" y="115585"/>
                  <a:pt x="915471" y="106393"/>
                </a:cubicBezTo>
                <a:cubicBezTo>
                  <a:pt x="918665" y="97331"/>
                  <a:pt x="920263" y="85401"/>
                  <a:pt x="920263" y="70603"/>
                </a:cubicBezTo>
                <a:cubicBezTo>
                  <a:pt x="920197" y="53131"/>
                  <a:pt x="918568" y="39995"/>
                  <a:pt x="915373" y="31194"/>
                </a:cubicBezTo>
                <a:cubicBezTo>
                  <a:pt x="912048" y="22589"/>
                  <a:pt x="907909" y="16461"/>
                  <a:pt x="902954" y="12810"/>
                </a:cubicBezTo>
                <a:cubicBezTo>
                  <a:pt x="897804" y="9225"/>
                  <a:pt x="891969" y="7432"/>
                  <a:pt x="885450" y="7432"/>
                </a:cubicBezTo>
                <a:close/>
                <a:moveTo>
                  <a:pt x="1015888" y="75199"/>
                </a:moveTo>
                <a:lnTo>
                  <a:pt x="1015888" y="112358"/>
                </a:lnTo>
                <a:cubicBezTo>
                  <a:pt x="1015888" y="119529"/>
                  <a:pt x="1016344" y="124027"/>
                  <a:pt x="1017257" y="125852"/>
                </a:cubicBezTo>
                <a:cubicBezTo>
                  <a:pt x="1018039" y="127808"/>
                  <a:pt x="1019571" y="129308"/>
                  <a:pt x="1021853" y="130351"/>
                </a:cubicBezTo>
                <a:cubicBezTo>
                  <a:pt x="1024070" y="131459"/>
                  <a:pt x="1028209" y="132013"/>
                  <a:pt x="1034272" y="132013"/>
                </a:cubicBezTo>
                <a:lnTo>
                  <a:pt x="1034272" y="135631"/>
                </a:lnTo>
                <a:lnTo>
                  <a:pt x="966408" y="135631"/>
                </a:lnTo>
                <a:lnTo>
                  <a:pt x="966408" y="132013"/>
                </a:lnTo>
                <a:cubicBezTo>
                  <a:pt x="972470" y="132013"/>
                  <a:pt x="976643" y="131426"/>
                  <a:pt x="978924" y="130253"/>
                </a:cubicBezTo>
                <a:cubicBezTo>
                  <a:pt x="981076" y="129210"/>
                  <a:pt x="982608" y="127743"/>
                  <a:pt x="983520" y="125852"/>
                </a:cubicBezTo>
                <a:cubicBezTo>
                  <a:pt x="984368" y="124027"/>
                  <a:pt x="984792" y="119529"/>
                  <a:pt x="984792" y="112358"/>
                </a:cubicBezTo>
                <a:lnTo>
                  <a:pt x="984792" y="26305"/>
                </a:lnTo>
                <a:cubicBezTo>
                  <a:pt x="984792" y="19199"/>
                  <a:pt x="984368" y="14668"/>
                  <a:pt x="983520" y="12712"/>
                </a:cubicBezTo>
                <a:cubicBezTo>
                  <a:pt x="982608" y="10887"/>
                  <a:pt x="981043" y="9420"/>
                  <a:pt x="978827" y="8312"/>
                </a:cubicBezTo>
                <a:cubicBezTo>
                  <a:pt x="976545" y="7269"/>
                  <a:pt x="972405" y="6715"/>
                  <a:pt x="966408" y="6650"/>
                </a:cubicBezTo>
                <a:lnTo>
                  <a:pt x="966408" y="3031"/>
                </a:lnTo>
                <a:lnTo>
                  <a:pt x="1028014" y="3031"/>
                </a:lnTo>
                <a:cubicBezTo>
                  <a:pt x="1044051" y="3031"/>
                  <a:pt x="1055785" y="4140"/>
                  <a:pt x="1063217" y="6356"/>
                </a:cubicBezTo>
                <a:cubicBezTo>
                  <a:pt x="1070649" y="8638"/>
                  <a:pt x="1076712" y="12712"/>
                  <a:pt x="1081406" y="18580"/>
                </a:cubicBezTo>
                <a:cubicBezTo>
                  <a:pt x="1086099" y="24577"/>
                  <a:pt x="1088446" y="31585"/>
                  <a:pt x="1088446" y="39604"/>
                </a:cubicBezTo>
                <a:cubicBezTo>
                  <a:pt x="1088446" y="49448"/>
                  <a:pt x="1084926" y="57532"/>
                  <a:pt x="1077885" y="63855"/>
                </a:cubicBezTo>
                <a:cubicBezTo>
                  <a:pt x="1073387" y="67897"/>
                  <a:pt x="1067096" y="70928"/>
                  <a:pt x="1059012" y="72949"/>
                </a:cubicBezTo>
                <a:lnTo>
                  <a:pt x="1090891" y="117834"/>
                </a:lnTo>
                <a:cubicBezTo>
                  <a:pt x="1095063" y="123636"/>
                  <a:pt x="1098029" y="127254"/>
                  <a:pt x="1099790" y="128688"/>
                </a:cubicBezTo>
                <a:cubicBezTo>
                  <a:pt x="1102397" y="130774"/>
                  <a:pt x="1105494" y="131883"/>
                  <a:pt x="1109079" y="132013"/>
                </a:cubicBezTo>
                <a:lnTo>
                  <a:pt x="1109079" y="135631"/>
                </a:lnTo>
                <a:lnTo>
                  <a:pt x="1067324" y="135631"/>
                </a:lnTo>
                <a:lnTo>
                  <a:pt x="1024591" y="75199"/>
                </a:lnTo>
                <a:lnTo>
                  <a:pt x="1015888" y="75199"/>
                </a:lnTo>
                <a:moveTo>
                  <a:pt x="1015888" y="10170"/>
                </a:moveTo>
                <a:lnTo>
                  <a:pt x="1015888" y="68256"/>
                </a:lnTo>
                <a:lnTo>
                  <a:pt x="1021462" y="68256"/>
                </a:lnTo>
                <a:cubicBezTo>
                  <a:pt x="1030524" y="68256"/>
                  <a:pt x="1037303" y="67408"/>
                  <a:pt x="1041802" y="65713"/>
                </a:cubicBezTo>
                <a:cubicBezTo>
                  <a:pt x="1046235" y="64149"/>
                  <a:pt x="1049788" y="61150"/>
                  <a:pt x="1052460" y="56717"/>
                </a:cubicBezTo>
                <a:cubicBezTo>
                  <a:pt x="1055003" y="52414"/>
                  <a:pt x="1056274" y="46775"/>
                  <a:pt x="1056274" y="39799"/>
                </a:cubicBezTo>
                <a:cubicBezTo>
                  <a:pt x="1056274" y="29760"/>
                  <a:pt x="1053927" y="22296"/>
                  <a:pt x="1049233" y="17406"/>
                </a:cubicBezTo>
                <a:cubicBezTo>
                  <a:pt x="1044409" y="12647"/>
                  <a:pt x="1036782" y="10235"/>
                  <a:pt x="1026351" y="10170"/>
                </a:cubicBezTo>
                <a:lnTo>
                  <a:pt x="1015888" y="1017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Gate">
            <a:extLst xmlns:a="http://schemas.openxmlformats.org/drawingml/2006/main">
              <a:ext uri="{FF2B5EF4-FFF2-40B4-BE49-F238E27FC236}">
                <a16:creationId xmlns:a16="http://schemas.microsoft.com/office/drawing/2014/main" id="{CAEE4BFF-AC79-4320-A990-D15354F9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540" y="2169804"/>
            <a:ext cx="402507" cy="138858"/>
          </a:xfrm>
          <a:custGeom xmlns:a="http://schemas.openxmlformats.org/drawingml/2006/main">
            <a:pathLst>
              <a:path w="402507" h="138858">
                <a:moveTo>
                  <a:pt x="130122" y="98"/>
                </a:moveTo>
                <a:lnTo>
                  <a:pt x="130122" y="46840"/>
                </a:lnTo>
                <a:lnTo>
                  <a:pt x="126504" y="46840"/>
                </a:lnTo>
                <a:cubicBezTo>
                  <a:pt x="122071" y="34063"/>
                  <a:pt x="115520" y="24349"/>
                  <a:pt x="106849" y="17700"/>
                </a:cubicBezTo>
                <a:cubicBezTo>
                  <a:pt x="98113" y="11050"/>
                  <a:pt x="88563" y="7725"/>
                  <a:pt x="78197" y="7725"/>
                </a:cubicBezTo>
                <a:cubicBezTo>
                  <a:pt x="68223" y="7725"/>
                  <a:pt x="59976" y="10496"/>
                  <a:pt x="53457" y="16037"/>
                </a:cubicBezTo>
                <a:cubicBezTo>
                  <a:pt x="46873" y="21644"/>
                  <a:pt x="42212" y="29434"/>
                  <a:pt x="39474" y="39408"/>
                </a:cubicBezTo>
                <a:cubicBezTo>
                  <a:pt x="36735" y="49448"/>
                  <a:pt x="35366" y="59683"/>
                  <a:pt x="35366" y="70114"/>
                </a:cubicBezTo>
                <a:cubicBezTo>
                  <a:pt x="35301" y="82826"/>
                  <a:pt x="36801" y="93974"/>
                  <a:pt x="39865" y="103557"/>
                </a:cubicBezTo>
                <a:cubicBezTo>
                  <a:pt x="42798" y="113140"/>
                  <a:pt x="47655" y="120181"/>
                  <a:pt x="54435" y="124679"/>
                </a:cubicBezTo>
                <a:cubicBezTo>
                  <a:pt x="61085" y="129177"/>
                  <a:pt x="69005" y="131426"/>
                  <a:pt x="78197" y="131426"/>
                </a:cubicBezTo>
                <a:cubicBezTo>
                  <a:pt x="81327" y="131426"/>
                  <a:pt x="84619" y="131068"/>
                  <a:pt x="88074" y="130351"/>
                </a:cubicBezTo>
                <a:cubicBezTo>
                  <a:pt x="91399" y="129699"/>
                  <a:pt x="94821" y="128721"/>
                  <a:pt x="98342" y="127417"/>
                </a:cubicBezTo>
                <a:lnTo>
                  <a:pt x="98342" y="99841"/>
                </a:lnTo>
                <a:cubicBezTo>
                  <a:pt x="98276" y="94691"/>
                  <a:pt x="97918" y="91301"/>
                  <a:pt x="97266" y="89671"/>
                </a:cubicBezTo>
                <a:cubicBezTo>
                  <a:pt x="96549" y="88237"/>
                  <a:pt x="95082" y="86868"/>
                  <a:pt x="92865" y="85564"/>
                </a:cubicBezTo>
                <a:cubicBezTo>
                  <a:pt x="90584" y="84325"/>
                  <a:pt x="87846" y="83706"/>
                  <a:pt x="84651" y="83706"/>
                </a:cubicBezTo>
                <a:lnTo>
                  <a:pt x="81229" y="83706"/>
                </a:lnTo>
                <a:lnTo>
                  <a:pt x="81229" y="80088"/>
                </a:lnTo>
                <a:lnTo>
                  <a:pt x="145671" y="80088"/>
                </a:lnTo>
                <a:lnTo>
                  <a:pt x="145671" y="83706"/>
                </a:lnTo>
                <a:cubicBezTo>
                  <a:pt x="140716" y="84032"/>
                  <a:pt x="137326" y="84684"/>
                  <a:pt x="135501" y="85662"/>
                </a:cubicBezTo>
                <a:cubicBezTo>
                  <a:pt x="133545" y="86770"/>
                  <a:pt x="132046" y="88465"/>
                  <a:pt x="131003" y="90747"/>
                </a:cubicBezTo>
                <a:cubicBezTo>
                  <a:pt x="130416" y="92051"/>
                  <a:pt x="130122" y="95082"/>
                  <a:pt x="130122" y="99841"/>
                </a:cubicBezTo>
                <a:lnTo>
                  <a:pt x="130122" y="127417"/>
                </a:lnTo>
                <a:cubicBezTo>
                  <a:pt x="121582" y="131263"/>
                  <a:pt x="112781" y="134099"/>
                  <a:pt x="103720" y="135925"/>
                </a:cubicBezTo>
                <a:cubicBezTo>
                  <a:pt x="94528" y="137880"/>
                  <a:pt x="85010" y="138858"/>
                  <a:pt x="75166" y="138858"/>
                </a:cubicBezTo>
                <a:cubicBezTo>
                  <a:pt x="62519" y="138858"/>
                  <a:pt x="52088" y="137131"/>
                  <a:pt x="43874" y="133675"/>
                </a:cubicBezTo>
                <a:cubicBezTo>
                  <a:pt x="35529" y="130285"/>
                  <a:pt x="28195" y="125787"/>
                  <a:pt x="21872" y="120181"/>
                </a:cubicBezTo>
                <a:cubicBezTo>
                  <a:pt x="15483" y="114639"/>
                  <a:pt x="10496" y="108381"/>
                  <a:pt x="6910" y="101406"/>
                </a:cubicBezTo>
                <a:cubicBezTo>
                  <a:pt x="2282" y="92409"/>
                  <a:pt x="0" y="82337"/>
                  <a:pt x="65" y="71189"/>
                </a:cubicBezTo>
                <a:cubicBezTo>
                  <a:pt x="65" y="51306"/>
                  <a:pt x="7073" y="34454"/>
                  <a:pt x="21089" y="20633"/>
                </a:cubicBezTo>
                <a:cubicBezTo>
                  <a:pt x="35040" y="6878"/>
                  <a:pt x="52675" y="0"/>
                  <a:pt x="73992" y="0"/>
                </a:cubicBezTo>
                <a:cubicBezTo>
                  <a:pt x="80512" y="0"/>
                  <a:pt x="86444" y="522"/>
                  <a:pt x="91790" y="1565"/>
                </a:cubicBezTo>
                <a:cubicBezTo>
                  <a:pt x="94593" y="2086"/>
                  <a:pt x="99254" y="3553"/>
                  <a:pt x="105773" y="5965"/>
                </a:cubicBezTo>
                <a:cubicBezTo>
                  <a:pt x="112097" y="8442"/>
                  <a:pt x="115878" y="9681"/>
                  <a:pt x="117117" y="9681"/>
                </a:cubicBezTo>
                <a:cubicBezTo>
                  <a:pt x="118942" y="9681"/>
                  <a:pt x="120637" y="8996"/>
                  <a:pt x="122202" y="7627"/>
                </a:cubicBezTo>
                <a:cubicBezTo>
                  <a:pt x="123766" y="6389"/>
                  <a:pt x="125200" y="3879"/>
                  <a:pt x="126504" y="98"/>
                </a:cubicBezTo>
                <a:lnTo>
                  <a:pt x="130122" y="98"/>
                </a:lnTo>
                <a:close/>
                <a:moveTo>
                  <a:pt x="204821" y="122234"/>
                </a:moveTo>
                <a:cubicBezTo>
                  <a:pt x="193673" y="132143"/>
                  <a:pt x="183666" y="137065"/>
                  <a:pt x="174800" y="137000"/>
                </a:cubicBezTo>
                <a:cubicBezTo>
                  <a:pt x="169520" y="137000"/>
                  <a:pt x="165185" y="135273"/>
                  <a:pt x="161795" y="131817"/>
                </a:cubicBezTo>
                <a:cubicBezTo>
                  <a:pt x="158339" y="128493"/>
                  <a:pt x="156612" y="124223"/>
                  <a:pt x="156612" y="119007"/>
                </a:cubicBezTo>
                <a:cubicBezTo>
                  <a:pt x="156612" y="112097"/>
                  <a:pt x="159611" y="105806"/>
                  <a:pt x="165608" y="100134"/>
                </a:cubicBezTo>
                <a:cubicBezTo>
                  <a:pt x="171541" y="94658"/>
                  <a:pt x="184612" y="87259"/>
                  <a:pt x="204821" y="77937"/>
                </a:cubicBezTo>
                <a:lnTo>
                  <a:pt x="204821" y="68745"/>
                </a:lnTo>
                <a:cubicBezTo>
                  <a:pt x="204756" y="61899"/>
                  <a:pt x="204397" y="57532"/>
                  <a:pt x="203745" y="55641"/>
                </a:cubicBezTo>
                <a:cubicBezTo>
                  <a:pt x="202898" y="53881"/>
                  <a:pt x="201464" y="52316"/>
                  <a:pt x="199443" y="50947"/>
                </a:cubicBezTo>
                <a:cubicBezTo>
                  <a:pt x="197357" y="49709"/>
                  <a:pt x="195010" y="49057"/>
                  <a:pt x="192402" y="48991"/>
                </a:cubicBezTo>
                <a:cubicBezTo>
                  <a:pt x="188165" y="49057"/>
                  <a:pt x="184677" y="50002"/>
                  <a:pt x="181939" y="51827"/>
                </a:cubicBezTo>
                <a:cubicBezTo>
                  <a:pt x="180244" y="53001"/>
                  <a:pt x="179396" y="54370"/>
                  <a:pt x="179396" y="55934"/>
                </a:cubicBezTo>
                <a:cubicBezTo>
                  <a:pt x="179331" y="57303"/>
                  <a:pt x="180244" y="58998"/>
                  <a:pt x="182134" y="61019"/>
                </a:cubicBezTo>
                <a:cubicBezTo>
                  <a:pt x="184546" y="63888"/>
                  <a:pt x="185785" y="66593"/>
                  <a:pt x="185850" y="69136"/>
                </a:cubicBezTo>
                <a:cubicBezTo>
                  <a:pt x="185850" y="72395"/>
                  <a:pt x="184677" y="75101"/>
                  <a:pt x="182330" y="77252"/>
                </a:cubicBezTo>
                <a:cubicBezTo>
                  <a:pt x="179853" y="79534"/>
                  <a:pt x="176723" y="80675"/>
                  <a:pt x="172942" y="80675"/>
                </a:cubicBezTo>
                <a:cubicBezTo>
                  <a:pt x="168835" y="80675"/>
                  <a:pt x="165413" y="79436"/>
                  <a:pt x="162675" y="76959"/>
                </a:cubicBezTo>
                <a:cubicBezTo>
                  <a:pt x="159806" y="74547"/>
                  <a:pt x="158405" y="71646"/>
                  <a:pt x="158470" y="68256"/>
                </a:cubicBezTo>
                <a:cubicBezTo>
                  <a:pt x="158470" y="63562"/>
                  <a:pt x="160328" y="59064"/>
                  <a:pt x="164044" y="54761"/>
                </a:cubicBezTo>
                <a:cubicBezTo>
                  <a:pt x="167760" y="50589"/>
                  <a:pt x="172942" y="47329"/>
                  <a:pt x="179592" y="44982"/>
                </a:cubicBezTo>
                <a:cubicBezTo>
                  <a:pt x="186241" y="42766"/>
                  <a:pt x="193152" y="41625"/>
                  <a:pt x="200323" y="41560"/>
                </a:cubicBezTo>
                <a:cubicBezTo>
                  <a:pt x="208993" y="41625"/>
                  <a:pt x="215871" y="43450"/>
                  <a:pt x="220956" y="47036"/>
                </a:cubicBezTo>
                <a:cubicBezTo>
                  <a:pt x="225910" y="50752"/>
                  <a:pt x="229170" y="54761"/>
                  <a:pt x="230735" y="59064"/>
                </a:cubicBezTo>
                <a:cubicBezTo>
                  <a:pt x="231582" y="61802"/>
                  <a:pt x="232039" y="68093"/>
                  <a:pt x="232104" y="77937"/>
                </a:cubicBezTo>
                <a:lnTo>
                  <a:pt x="232104" y="113433"/>
                </a:lnTo>
                <a:cubicBezTo>
                  <a:pt x="232104" y="117671"/>
                  <a:pt x="232267" y="120279"/>
                  <a:pt x="232593" y="121256"/>
                </a:cubicBezTo>
                <a:cubicBezTo>
                  <a:pt x="232853" y="122430"/>
                  <a:pt x="233342" y="123245"/>
                  <a:pt x="234059" y="123701"/>
                </a:cubicBezTo>
                <a:cubicBezTo>
                  <a:pt x="234646" y="124223"/>
                  <a:pt x="235396" y="124483"/>
                  <a:pt x="236309" y="124483"/>
                </a:cubicBezTo>
                <a:cubicBezTo>
                  <a:pt x="237938" y="124549"/>
                  <a:pt x="239666" y="123343"/>
                  <a:pt x="241491" y="120865"/>
                </a:cubicBezTo>
                <a:lnTo>
                  <a:pt x="244425" y="123212"/>
                </a:lnTo>
                <a:cubicBezTo>
                  <a:pt x="241100" y="128036"/>
                  <a:pt x="237743" y="131524"/>
                  <a:pt x="234353" y="133675"/>
                </a:cubicBezTo>
                <a:cubicBezTo>
                  <a:pt x="230767" y="135957"/>
                  <a:pt x="226791" y="137065"/>
                  <a:pt x="222423" y="137000"/>
                </a:cubicBezTo>
                <a:cubicBezTo>
                  <a:pt x="217207" y="137000"/>
                  <a:pt x="213133" y="135762"/>
                  <a:pt x="210199" y="133284"/>
                </a:cubicBezTo>
                <a:cubicBezTo>
                  <a:pt x="207266" y="130937"/>
                  <a:pt x="205473" y="127254"/>
                  <a:pt x="204821" y="122234"/>
                </a:cubicBezTo>
                <a:moveTo>
                  <a:pt x="204821" y="115096"/>
                </a:moveTo>
                <a:lnTo>
                  <a:pt x="204821" y="84488"/>
                </a:lnTo>
                <a:cubicBezTo>
                  <a:pt x="196868" y="89117"/>
                  <a:pt x="191000" y="94071"/>
                  <a:pt x="187219" y="99352"/>
                </a:cubicBezTo>
                <a:cubicBezTo>
                  <a:pt x="184677" y="102872"/>
                  <a:pt x="183406" y="106425"/>
                  <a:pt x="183406" y="110011"/>
                </a:cubicBezTo>
                <a:cubicBezTo>
                  <a:pt x="183406" y="113075"/>
                  <a:pt x="184481" y="115715"/>
                  <a:pt x="186633" y="117932"/>
                </a:cubicBezTo>
                <a:cubicBezTo>
                  <a:pt x="188262" y="119692"/>
                  <a:pt x="190544" y="120572"/>
                  <a:pt x="193478" y="120572"/>
                </a:cubicBezTo>
                <a:cubicBezTo>
                  <a:pt x="196672" y="120572"/>
                  <a:pt x="200453" y="118747"/>
                  <a:pt x="204821" y="115096"/>
                </a:cubicBezTo>
                <a:close/>
                <a:moveTo>
                  <a:pt x="294485" y="10854"/>
                </a:moveTo>
                <a:lnTo>
                  <a:pt x="294485" y="44298"/>
                </a:lnTo>
                <a:lnTo>
                  <a:pt x="316194" y="44298"/>
                </a:lnTo>
                <a:lnTo>
                  <a:pt x="316194" y="53979"/>
                </a:lnTo>
                <a:lnTo>
                  <a:pt x="294485" y="53979"/>
                </a:lnTo>
                <a:lnTo>
                  <a:pt x="294485" y="110402"/>
                </a:lnTo>
                <a:cubicBezTo>
                  <a:pt x="294485" y="115748"/>
                  <a:pt x="294746" y="119138"/>
                  <a:pt x="295267" y="120572"/>
                </a:cubicBezTo>
                <a:cubicBezTo>
                  <a:pt x="295658" y="122202"/>
                  <a:pt x="296506" y="123440"/>
                  <a:pt x="297810" y="124288"/>
                </a:cubicBezTo>
                <a:cubicBezTo>
                  <a:pt x="298983" y="125266"/>
                  <a:pt x="300124" y="125755"/>
                  <a:pt x="301232" y="125755"/>
                </a:cubicBezTo>
                <a:cubicBezTo>
                  <a:pt x="305404" y="125755"/>
                  <a:pt x="309414" y="122528"/>
                  <a:pt x="313260" y="116074"/>
                </a:cubicBezTo>
                <a:lnTo>
                  <a:pt x="316194" y="118225"/>
                </a:lnTo>
                <a:cubicBezTo>
                  <a:pt x="310848" y="130742"/>
                  <a:pt x="302275" y="137000"/>
                  <a:pt x="290476" y="137000"/>
                </a:cubicBezTo>
                <a:cubicBezTo>
                  <a:pt x="284673" y="137000"/>
                  <a:pt x="279784" y="135370"/>
                  <a:pt x="275807" y="132111"/>
                </a:cubicBezTo>
                <a:cubicBezTo>
                  <a:pt x="271700" y="128982"/>
                  <a:pt x="269125" y="125396"/>
                  <a:pt x="268082" y="121354"/>
                </a:cubicBezTo>
                <a:cubicBezTo>
                  <a:pt x="267365" y="119138"/>
                  <a:pt x="267039" y="113140"/>
                  <a:pt x="267104" y="103361"/>
                </a:cubicBezTo>
                <a:lnTo>
                  <a:pt x="267104" y="53979"/>
                </a:lnTo>
                <a:lnTo>
                  <a:pt x="255174" y="53979"/>
                </a:lnTo>
                <a:lnTo>
                  <a:pt x="255174" y="50556"/>
                </a:lnTo>
                <a:cubicBezTo>
                  <a:pt x="263388" y="44819"/>
                  <a:pt x="270397" y="38724"/>
                  <a:pt x="276199" y="32270"/>
                </a:cubicBezTo>
                <a:cubicBezTo>
                  <a:pt x="281935" y="25946"/>
                  <a:pt x="286955" y="18808"/>
                  <a:pt x="291258" y="10854"/>
                </a:cubicBezTo>
                <a:lnTo>
                  <a:pt x="294485" y="10854"/>
                </a:lnTo>
                <a:close/>
                <a:moveTo>
                  <a:pt x="402507" y="86737"/>
                </a:moveTo>
                <a:lnTo>
                  <a:pt x="352343" y="86737"/>
                </a:lnTo>
                <a:cubicBezTo>
                  <a:pt x="352929" y="98863"/>
                  <a:pt x="356156" y="108446"/>
                  <a:pt x="362023" y="115487"/>
                </a:cubicBezTo>
                <a:cubicBezTo>
                  <a:pt x="366456" y="120898"/>
                  <a:pt x="371867" y="123603"/>
                  <a:pt x="378256" y="123603"/>
                </a:cubicBezTo>
                <a:cubicBezTo>
                  <a:pt x="382102" y="123668"/>
                  <a:pt x="385655" y="122560"/>
                  <a:pt x="388915" y="120279"/>
                </a:cubicBezTo>
                <a:cubicBezTo>
                  <a:pt x="392109" y="118127"/>
                  <a:pt x="395532" y="114216"/>
                  <a:pt x="399183" y="108544"/>
                </a:cubicBezTo>
                <a:lnTo>
                  <a:pt x="402507" y="110695"/>
                </a:lnTo>
                <a:cubicBezTo>
                  <a:pt x="397488" y="120800"/>
                  <a:pt x="392012" y="127939"/>
                  <a:pt x="386079" y="132111"/>
                </a:cubicBezTo>
                <a:cubicBezTo>
                  <a:pt x="380082" y="136348"/>
                  <a:pt x="373139" y="138467"/>
                  <a:pt x="365250" y="138467"/>
                </a:cubicBezTo>
                <a:cubicBezTo>
                  <a:pt x="351625" y="138532"/>
                  <a:pt x="341358" y="133317"/>
                  <a:pt x="334447" y="122821"/>
                </a:cubicBezTo>
                <a:cubicBezTo>
                  <a:pt x="328841" y="114411"/>
                  <a:pt x="326038" y="103981"/>
                  <a:pt x="326038" y="91529"/>
                </a:cubicBezTo>
                <a:cubicBezTo>
                  <a:pt x="325972" y="76339"/>
                  <a:pt x="330112" y="64181"/>
                  <a:pt x="338457" y="55054"/>
                </a:cubicBezTo>
                <a:cubicBezTo>
                  <a:pt x="346671" y="46058"/>
                  <a:pt x="356319" y="41560"/>
                  <a:pt x="367402" y="41560"/>
                </a:cubicBezTo>
                <a:cubicBezTo>
                  <a:pt x="376659" y="41625"/>
                  <a:pt x="384710" y="45406"/>
                  <a:pt x="391555" y="52903"/>
                </a:cubicBezTo>
                <a:cubicBezTo>
                  <a:pt x="398270" y="60530"/>
                  <a:pt x="401921" y="71809"/>
                  <a:pt x="402507" y="86737"/>
                </a:cubicBezTo>
                <a:moveTo>
                  <a:pt x="378452" y="80186"/>
                </a:moveTo>
                <a:cubicBezTo>
                  <a:pt x="378387" y="69755"/>
                  <a:pt x="377832" y="62551"/>
                  <a:pt x="376789" y="58575"/>
                </a:cubicBezTo>
                <a:cubicBezTo>
                  <a:pt x="375616" y="54728"/>
                  <a:pt x="373823" y="51762"/>
                  <a:pt x="371411" y="49676"/>
                </a:cubicBezTo>
                <a:cubicBezTo>
                  <a:pt x="369977" y="48503"/>
                  <a:pt x="368151" y="47916"/>
                  <a:pt x="365935" y="47916"/>
                </a:cubicBezTo>
                <a:cubicBezTo>
                  <a:pt x="362480" y="47916"/>
                  <a:pt x="359709" y="49578"/>
                  <a:pt x="357623" y="52903"/>
                </a:cubicBezTo>
                <a:cubicBezTo>
                  <a:pt x="353777" y="58770"/>
                  <a:pt x="351854" y="66724"/>
                  <a:pt x="351854" y="76763"/>
                </a:cubicBezTo>
                <a:lnTo>
                  <a:pt x="351854" y="80186"/>
                </a:lnTo>
                <a:lnTo>
                  <a:pt x="378452" y="80186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6EFB78-5A4F-45A3-BC3A-BCE2C6F6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5264" y="782560"/>
            <a:ext cx="1221705" cy="600449"/>
          </a:xfrm>
          <a:custGeom xmlns:a="http://schemas.openxmlformats.org/drawingml/2006/main">
            <a:pathLst>
              <a:path w="1221705" h="600449">
                <a:moveTo>
                  <a:pt x="610852" y="600449"/>
                </a:moveTo>
                <a:lnTo>
                  <a:pt x="1221705" y="300225"/>
                </a:lnTo>
                <a:lnTo>
                  <a:pt x="610852" y="0"/>
                </a:lnTo>
                <a:lnTo>
                  <a:pt x="0" y="300225"/>
                </a:lnTo>
                <a:lnTo>
                  <a:pt x="610852" y="60044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F43465-1B86-4C3B-AC0A-F65AD886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5264" y="782560"/>
            <a:ext cx="1221705" cy="600449"/>
          </a:xfrm>
          <a:custGeom xmlns:a="http://schemas.openxmlformats.org/drawingml/2006/main">
            <a:pathLst>
              <a:path w="1221705" h="600449" fill="none">
                <a:moveTo>
                  <a:pt x="610852" y="600449"/>
                </a:moveTo>
                <a:lnTo>
                  <a:pt x="1221705" y="300225"/>
                </a:lnTo>
                <a:lnTo>
                  <a:pt x="610852" y="0"/>
                </a:lnTo>
                <a:lnTo>
                  <a:pt x="0" y="300225"/>
                </a:lnTo>
                <a:lnTo>
                  <a:pt x="610852" y="6004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101843"/>
            </a:solidFill>
            <a:round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BF58B8-9E75-468F-9AE1-43B1AE24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116" y="1383010"/>
            <a:ext cx="10" cy="374011"/>
          </a:xfrm>
          <a:custGeom xmlns:a="http://schemas.openxmlformats.org/drawingml/2006/main">
            <a:pathLst>
              <a:path w="1" h="374011" fill="none">
                <a:moveTo>
                  <a:pt x="0" y="0"/>
                </a:moveTo>
                <a:lnTo>
                  <a:pt x="0" y="374011"/>
                </a:lnTo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191919"/>
            </a:solidFill>
            <a:round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7260E-5510-4BE5-8A3B-719172B3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612" y="1757020"/>
            <a:ext cx="89008" cy="89008"/>
          </a:xfrm>
          <a:custGeom xmlns:a="http://schemas.openxmlformats.org/drawingml/2006/main">
            <a:pathLst>
              <a:path w="89008" h="89008">
                <a:moveTo>
                  <a:pt x="89008" y="0"/>
                </a:moveTo>
                <a:lnTo>
                  <a:pt x="44504" y="89008"/>
                </a:lnTo>
                <a:lnTo>
                  <a:pt x="0" y="0"/>
                </a:lnTo>
                <a:lnTo>
                  <a:pt x="89008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A8F655-084C-4A91-BAFE-62BDF97C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612" y="1757020"/>
            <a:ext cx="89008" cy="89008"/>
          </a:xfrm>
          <a:custGeom xmlns:a="http://schemas.openxmlformats.org/drawingml/2006/main">
            <a:pathLst>
              <a:path w="89008" h="89008" fill="none">
                <a:moveTo>
                  <a:pt x="89008" y="0"/>
                </a:moveTo>
                <a:lnTo>
                  <a:pt x="44504" y="89008"/>
                </a:lnTo>
                <a:lnTo>
                  <a:pt x="0" y="0"/>
                </a:lnTo>
                <a:lnTo>
                  <a:pt x="890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17" cap="rnd">
            <a:solidFill>
              <a:srgbClr val="191919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FEA20-8C91-47AD-9FA6-4EC4A671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934" y="1082785"/>
            <a:ext cx="103843" cy="694279"/>
          </a:xfrm>
          <a:custGeom xmlns:a="http://schemas.openxmlformats.org/drawingml/2006/main">
            <a:pathLst>
              <a:path w="103843" h="694279" fill="none">
                <a:moveTo>
                  <a:pt x="0" y="0"/>
                </a:moveTo>
                <a:lnTo>
                  <a:pt x="103843" y="0"/>
                </a:lnTo>
                <a:lnTo>
                  <a:pt x="103843" y="694279"/>
                </a:lnTo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191919"/>
            </a:solidFill>
            <a:round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5754BB-4DC9-436B-9064-A9971637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6273" y="1777064"/>
            <a:ext cx="89008" cy="89008"/>
          </a:xfrm>
          <a:custGeom xmlns:a="http://schemas.openxmlformats.org/drawingml/2006/main">
            <a:pathLst>
              <a:path w="89008" h="89008">
                <a:moveTo>
                  <a:pt x="89008" y="0"/>
                </a:moveTo>
                <a:lnTo>
                  <a:pt x="44504" y="89008"/>
                </a:lnTo>
                <a:lnTo>
                  <a:pt x="0" y="0"/>
                </a:lnTo>
                <a:lnTo>
                  <a:pt x="89008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FC0C58-3539-47F8-89EB-6368E276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6273" y="1777064"/>
            <a:ext cx="89008" cy="89008"/>
          </a:xfrm>
          <a:custGeom xmlns:a="http://schemas.openxmlformats.org/drawingml/2006/main">
            <a:pathLst>
              <a:path w="89008" h="89008" fill="none">
                <a:moveTo>
                  <a:pt x="89008" y="0"/>
                </a:moveTo>
                <a:lnTo>
                  <a:pt x="44504" y="89008"/>
                </a:lnTo>
                <a:lnTo>
                  <a:pt x="0" y="0"/>
                </a:lnTo>
                <a:lnTo>
                  <a:pt x="890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17" cap="rnd">
            <a:solidFill>
              <a:srgbClr val="191919"/>
            </a:solidFill>
            <a:miter/>
          </a:ln>
        </p:spPr>
      </p:sp>
      <p:sp>
        <p:nvSpPr>
          <p:cNvPr id="96" name="Text θ&gt;β">
            <a:extLst xmlns:a="http://schemas.openxmlformats.org/drawingml/2006/main">
              <a:ext uri="{FF2B5EF4-FFF2-40B4-BE49-F238E27FC236}">
                <a16:creationId xmlns:a16="http://schemas.microsoft.com/office/drawing/2014/main" id="{3BFDA0BA-A92D-4BF1-8880-9A4EB198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594" y="1001375"/>
            <a:ext cx="480426" cy="218120"/>
          </a:xfrm>
          <a:custGeom xmlns:a="http://schemas.openxmlformats.org/drawingml/2006/main">
            <a:pathLst>
              <a:path w="480426" h="218120">
                <a:moveTo>
                  <a:pt x="53982" y="169118"/>
                </a:moveTo>
                <a:cubicBezTo>
                  <a:pt x="44819" y="169118"/>
                  <a:pt x="36015" y="166010"/>
                  <a:pt x="27569" y="159795"/>
                </a:cubicBezTo>
                <a:cubicBezTo>
                  <a:pt x="19043" y="153581"/>
                  <a:pt x="12350" y="144258"/>
                  <a:pt x="7490" y="131828"/>
                </a:cubicBezTo>
                <a:cubicBezTo>
                  <a:pt x="2550" y="119558"/>
                  <a:pt x="80" y="104339"/>
                  <a:pt x="80" y="86172"/>
                </a:cubicBezTo>
                <a:cubicBezTo>
                  <a:pt x="0" y="57408"/>
                  <a:pt x="5179" y="35855"/>
                  <a:pt x="15617" y="21513"/>
                </a:cubicBezTo>
                <a:cubicBezTo>
                  <a:pt x="25896" y="7171"/>
                  <a:pt x="38684" y="0"/>
                  <a:pt x="53982" y="0"/>
                </a:cubicBezTo>
                <a:cubicBezTo>
                  <a:pt x="69360" y="0"/>
                  <a:pt x="82189" y="7211"/>
                  <a:pt x="92467" y="21633"/>
                </a:cubicBezTo>
                <a:cubicBezTo>
                  <a:pt x="102746" y="36134"/>
                  <a:pt x="107885" y="57647"/>
                  <a:pt x="107885" y="86172"/>
                </a:cubicBezTo>
                <a:cubicBezTo>
                  <a:pt x="107885" y="104499"/>
                  <a:pt x="105455" y="119757"/>
                  <a:pt x="100594" y="131948"/>
                </a:cubicBezTo>
                <a:cubicBezTo>
                  <a:pt x="95654" y="144298"/>
                  <a:pt x="88961" y="153541"/>
                  <a:pt x="80515" y="159676"/>
                </a:cubicBezTo>
                <a:cubicBezTo>
                  <a:pt x="71990" y="166050"/>
                  <a:pt x="63145" y="169198"/>
                  <a:pt x="53982" y="169118"/>
                </a:cubicBezTo>
                <a:moveTo>
                  <a:pt x="35218" y="79599"/>
                </a:moveTo>
                <a:lnTo>
                  <a:pt x="72747" y="79599"/>
                </a:lnTo>
                <a:lnTo>
                  <a:pt x="72747" y="71711"/>
                </a:lnTo>
                <a:cubicBezTo>
                  <a:pt x="72667" y="44700"/>
                  <a:pt x="70914" y="27290"/>
                  <a:pt x="67488" y="19481"/>
                </a:cubicBezTo>
                <a:cubicBezTo>
                  <a:pt x="63982" y="11753"/>
                  <a:pt x="59440" y="7848"/>
                  <a:pt x="53863" y="7769"/>
                </a:cubicBezTo>
                <a:cubicBezTo>
                  <a:pt x="48206" y="7848"/>
                  <a:pt x="43704" y="11872"/>
                  <a:pt x="40357" y="19840"/>
                </a:cubicBezTo>
                <a:cubicBezTo>
                  <a:pt x="36851" y="27888"/>
                  <a:pt x="35138" y="45178"/>
                  <a:pt x="35218" y="71711"/>
                </a:cubicBezTo>
                <a:lnTo>
                  <a:pt x="35218" y="79599"/>
                </a:lnTo>
                <a:moveTo>
                  <a:pt x="35218" y="88204"/>
                </a:moveTo>
                <a:lnTo>
                  <a:pt x="35218" y="96331"/>
                </a:lnTo>
                <a:cubicBezTo>
                  <a:pt x="35138" y="125972"/>
                  <a:pt x="36971" y="144178"/>
                  <a:pt x="40716" y="150951"/>
                </a:cubicBezTo>
                <a:cubicBezTo>
                  <a:pt x="44301" y="157804"/>
                  <a:pt x="48803" y="161230"/>
                  <a:pt x="54221" y="161230"/>
                </a:cubicBezTo>
                <a:cubicBezTo>
                  <a:pt x="57647" y="161230"/>
                  <a:pt x="60874" y="159556"/>
                  <a:pt x="63902" y="156210"/>
                </a:cubicBezTo>
                <a:cubicBezTo>
                  <a:pt x="66771" y="153023"/>
                  <a:pt x="69002" y="147565"/>
                  <a:pt x="70595" y="139836"/>
                </a:cubicBezTo>
                <a:cubicBezTo>
                  <a:pt x="72029" y="132346"/>
                  <a:pt x="72747" y="117845"/>
                  <a:pt x="72747" y="96331"/>
                </a:cubicBezTo>
                <a:lnTo>
                  <a:pt x="72747" y="88204"/>
                </a:lnTo>
                <a:lnTo>
                  <a:pt x="35218" y="88204"/>
                </a:lnTo>
                <a:close/>
                <a:moveTo>
                  <a:pt x="165539" y="26772"/>
                </a:moveTo>
                <a:lnTo>
                  <a:pt x="296053" y="79957"/>
                </a:lnTo>
                <a:lnTo>
                  <a:pt x="296053" y="89758"/>
                </a:lnTo>
                <a:lnTo>
                  <a:pt x="165539" y="143661"/>
                </a:lnTo>
                <a:lnTo>
                  <a:pt x="165539" y="127048"/>
                </a:lnTo>
                <a:lnTo>
                  <a:pt x="266532" y="84977"/>
                </a:lnTo>
                <a:lnTo>
                  <a:pt x="165539" y="43505"/>
                </a:lnTo>
                <a:lnTo>
                  <a:pt x="165539" y="26772"/>
                </a:lnTo>
                <a:close/>
                <a:moveTo>
                  <a:pt x="406325" y="218120"/>
                </a:moveTo>
                <a:lnTo>
                  <a:pt x="373099" y="218120"/>
                </a:lnTo>
                <a:cubicBezTo>
                  <a:pt x="375967" y="207762"/>
                  <a:pt x="377401" y="193021"/>
                  <a:pt x="377401" y="173899"/>
                </a:cubicBezTo>
                <a:lnTo>
                  <a:pt x="377401" y="53544"/>
                </a:lnTo>
                <a:cubicBezTo>
                  <a:pt x="377322" y="39680"/>
                  <a:pt x="378557" y="29322"/>
                  <a:pt x="381106" y="22469"/>
                </a:cubicBezTo>
                <a:cubicBezTo>
                  <a:pt x="383497" y="15856"/>
                  <a:pt x="388477" y="10438"/>
                  <a:pt x="396046" y="6215"/>
                </a:cubicBezTo>
                <a:cubicBezTo>
                  <a:pt x="403456" y="2072"/>
                  <a:pt x="413376" y="0"/>
                  <a:pt x="425806" y="0"/>
                </a:cubicBezTo>
                <a:cubicBezTo>
                  <a:pt x="441583" y="80"/>
                  <a:pt x="453534" y="3506"/>
                  <a:pt x="461662" y="10279"/>
                </a:cubicBezTo>
                <a:cubicBezTo>
                  <a:pt x="469789" y="17131"/>
                  <a:pt x="473852" y="25696"/>
                  <a:pt x="473852" y="35975"/>
                </a:cubicBezTo>
                <a:cubicBezTo>
                  <a:pt x="473852" y="49759"/>
                  <a:pt x="465446" y="60596"/>
                  <a:pt x="448634" y="68484"/>
                </a:cubicBezTo>
                <a:cubicBezTo>
                  <a:pt x="469749" y="79001"/>
                  <a:pt x="480346" y="95535"/>
                  <a:pt x="480426" y="118084"/>
                </a:cubicBezTo>
                <a:cubicBezTo>
                  <a:pt x="480426" y="131948"/>
                  <a:pt x="476442" y="143900"/>
                  <a:pt x="468474" y="153939"/>
                </a:cubicBezTo>
                <a:cubicBezTo>
                  <a:pt x="460427" y="164138"/>
                  <a:pt x="449511" y="169198"/>
                  <a:pt x="435726" y="169118"/>
                </a:cubicBezTo>
                <a:cubicBezTo>
                  <a:pt x="427121" y="169198"/>
                  <a:pt x="418834" y="166050"/>
                  <a:pt x="410866" y="159676"/>
                </a:cubicBezTo>
                <a:lnTo>
                  <a:pt x="410866" y="177723"/>
                </a:lnTo>
                <a:cubicBezTo>
                  <a:pt x="410787" y="193579"/>
                  <a:pt x="409273" y="207045"/>
                  <a:pt x="406325" y="218120"/>
                </a:cubicBezTo>
                <a:moveTo>
                  <a:pt x="410866" y="147963"/>
                </a:moveTo>
                <a:cubicBezTo>
                  <a:pt x="415408" y="154417"/>
                  <a:pt x="420866" y="157644"/>
                  <a:pt x="427240" y="157644"/>
                </a:cubicBezTo>
                <a:cubicBezTo>
                  <a:pt x="434013" y="157644"/>
                  <a:pt x="439033" y="154218"/>
                  <a:pt x="442300" y="147366"/>
                </a:cubicBezTo>
                <a:cubicBezTo>
                  <a:pt x="445487" y="140593"/>
                  <a:pt x="447080" y="128522"/>
                  <a:pt x="447080" y="111152"/>
                </a:cubicBezTo>
                <a:cubicBezTo>
                  <a:pt x="447080" y="91630"/>
                  <a:pt x="444172" y="78922"/>
                  <a:pt x="438356" y="73025"/>
                </a:cubicBezTo>
                <a:cubicBezTo>
                  <a:pt x="434850" y="74938"/>
                  <a:pt x="431304" y="75894"/>
                  <a:pt x="427718" y="75894"/>
                </a:cubicBezTo>
                <a:cubicBezTo>
                  <a:pt x="421105" y="75974"/>
                  <a:pt x="417798" y="73663"/>
                  <a:pt x="417798" y="68962"/>
                </a:cubicBezTo>
                <a:cubicBezTo>
                  <a:pt x="417798" y="64420"/>
                  <a:pt x="421025" y="62149"/>
                  <a:pt x="427479" y="62149"/>
                </a:cubicBezTo>
                <a:cubicBezTo>
                  <a:pt x="431384" y="62149"/>
                  <a:pt x="435009" y="63026"/>
                  <a:pt x="438356" y="64779"/>
                </a:cubicBezTo>
                <a:cubicBezTo>
                  <a:pt x="440746" y="58245"/>
                  <a:pt x="441941" y="49281"/>
                  <a:pt x="441941" y="37887"/>
                </a:cubicBezTo>
                <a:cubicBezTo>
                  <a:pt x="441861" y="26095"/>
                  <a:pt x="440706" y="18087"/>
                  <a:pt x="438475" y="13864"/>
                </a:cubicBezTo>
                <a:cubicBezTo>
                  <a:pt x="436164" y="9721"/>
                  <a:pt x="431782" y="7609"/>
                  <a:pt x="425328" y="7530"/>
                </a:cubicBezTo>
                <a:cubicBezTo>
                  <a:pt x="419830" y="7609"/>
                  <a:pt x="416085" y="9601"/>
                  <a:pt x="414093" y="13506"/>
                </a:cubicBezTo>
                <a:cubicBezTo>
                  <a:pt x="411942" y="17569"/>
                  <a:pt x="410866" y="26214"/>
                  <a:pt x="410866" y="39441"/>
                </a:cubicBezTo>
                <a:lnTo>
                  <a:pt x="410866" y="147963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Y">
            <a:extLst xmlns:a="http://schemas.openxmlformats.org/drawingml/2006/main">
              <a:ext uri="{FF2B5EF4-FFF2-40B4-BE49-F238E27FC236}">
                <a16:creationId xmlns:a16="http://schemas.microsoft.com/office/drawing/2014/main" id="{624BEFCC-A8D3-4E5C-815B-E14579D0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421" y="1469870"/>
            <a:ext cx="114578" cy="108044"/>
          </a:xfrm>
          <a:custGeom xmlns:a="http://schemas.openxmlformats.org/drawingml/2006/main">
            <a:pathLst>
              <a:path w="114578" h="108044">
                <a:moveTo>
                  <a:pt x="114578" y="0"/>
                </a:moveTo>
                <a:lnTo>
                  <a:pt x="114578" y="2948"/>
                </a:lnTo>
                <a:cubicBezTo>
                  <a:pt x="110966" y="3426"/>
                  <a:pt x="108230" y="4462"/>
                  <a:pt x="106371" y="6056"/>
                </a:cubicBezTo>
                <a:cubicBezTo>
                  <a:pt x="103715" y="8287"/>
                  <a:pt x="99519" y="14369"/>
                  <a:pt x="93782" y="24302"/>
                </a:cubicBezTo>
                <a:lnTo>
                  <a:pt x="70356" y="63424"/>
                </a:lnTo>
                <a:lnTo>
                  <a:pt x="70356" y="89559"/>
                </a:lnTo>
                <a:cubicBezTo>
                  <a:pt x="70356" y="95136"/>
                  <a:pt x="70648" y="98589"/>
                  <a:pt x="71233" y="99917"/>
                </a:cubicBezTo>
                <a:cubicBezTo>
                  <a:pt x="71764" y="101298"/>
                  <a:pt x="72933" y="102493"/>
                  <a:pt x="74739" y="103503"/>
                </a:cubicBezTo>
                <a:cubicBezTo>
                  <a:pt x="76385" y="104565"/>
                  <a:pt x="78669" y="105096"/>
                  <a:pt x="81591" y="105096"/>
                </a:cubicBezTo>
                <a:lnTo>
                  <a:pt x="87647" y="105096"/>
                </a:lnTo>
                <a:lnTo>
                  <a:pt x="87647" y="108044"/>
                </a:lnTo>
                <a:lnTo>
                  <a:pt x="27011" y="108044"/>
                </a:lnTo>
                <a:lnTo>
                  <a:pt x="27011" y="105096"/>
                </a:lnTo>
                <a:lnTo>
                  <a:pt x="32668" y="105096"/>
                </a:lnTo>
                <a:cubicBezTo>
                  <a:pt x="35855" y="105096"/>
                  <a:pt x="38379" y="104538"/>
                  <a:pt x="40238" y="103423"/>
                </a:cubicBezTo>
                <a:cubicBezTo>
                  <a:pt x="41566" y="102732"/>
                  <a:pt x="42655" y="101457"/>
                  <a:pt x="43505" y="99598"/>
                </a:cubicBezTo>
                <a:cubicBezTo>
                  <a:pt x="44036" y="98323"/>
                  <a:pt x="44328" y="94977"/>
                  <a:pt x="44381" y="89559"/>
                </a:cubicBezTo>
                <a:lnTo>
                  <a:pt x="44381" y="67886"/>
                </a:lnTo>
                <a:lnTo>
                  <a:pt x="18964" y="21593"/>
                </a:lnTo>
                <a:cubicBezTo>
                  <a:pt x="13917" y="12510"/>
                  <a:pt x="10358" y="7118"/>
                  <a:pt x="8287" y="5418"/>
                </a:cubicBezTo>
                <a:cubicBezTo>
                  <a:pt x="6162" y="3878"/>
                  <a:pt x="3400" y="3054"/>
                  <a:pt x="0" y="2948"/>
                </a:cubicBezTo>
                <a:lnTo>
                  <a:pt x="0" y="0"/>
                </a:lnTo>
                <a:lnTo>
                  <a:pt x="51791" y="0"/>
                </a:lnTo>
                <a:lnTo>
                  <a:pt x="51791" y="2948"/>
                </a:lnTo>
                <a:lnTo>
                  <a:pt x="49480" y="2948"/>
                </a:lnTo>
                <a:cubicBezTo>
                  <a:pt x="46293" y="3001"/>
                  <a:pt x="44115" y="3453"/>
                  <a:pt x="42947" y="4303"/>
                </a:cubicBezTo>
                <a:cubicBezTo>
                  <a:pt x="41672" y="5206"/>
                  <a:pt x="41034" y="6162"/>
                  <a:pt x="41034" y="7171"/>
                </a:cubicBezTo>
                <a:cubicBezTo>
                  <a:pt x="41034" y="9083"/>
                  <a:pt x="43159" y="13891"/>
                  <a:pt x="47409" y="21593"/>
                </a:cubicBezTo>
                <a:lnTo>
                  <a:pt x="66930" y="57369"/>
                </a:lnTo>
                <a:lnTo>
                  <a:pt x="86372" y="24780"/>
                </a:lnTo>
                <a:cubicBezTo>
                  <a:pt x="91205" y="16865"/>
                  <a:pt x="93622" y="11580"/>
                  <a:pt x="93622" y="8924"/>
                </a:cubicBezTo>
                <a:cubicBezTo>
                  <a:pt x="93569" y="7490"/>
                  <a:pt x="92879" y="6295"/>
                  <a:pt x="91551" y="5338"/>
                </a:cubicBezTo>
                <a:cubicBezTo>
                  <a:pt x="89692" y="4010"/>
                  <a:pt x="86372" y="3214"/>
                  <a:pt x="81591" y="2948"/>
                </a:cubicBezTo>
                <a:lnTo>
                  <a:pt x="81591" y="0"/>
                </a:lnTo>
                <a:lnTo>
                  <a:pt x="114578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N">
            <a:extLst xmlns:a="http://schemas.openxmlformats.org/drawingml/2006/main">
              <a:ext uri="{FF2B5EF4-FFF2-40B4-BE49-F238E27FC236}">
                <a16:creationId xmlns:a16="http://schemas.microsoft.com/office/drawing/2014/main" id="{D7C15D17-AC75-4864-8E45-21A70E50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664" y="894380"/>
            <a:ext cx="111709" cy="110514"/>
          </a:xfrm>
          <a:custGeom xmlns:a="http://schemas.openxmlformats.org/drawingml/2006/main">
            <a:pathLst>
              <a:path w="111709" h="110514">
                <a:moveTo>
                  <a:pt x="38325" y="0"/>
                </a:moveTo>
                <a:lnTo>
                  <a:pt x="91630" y="67010"/>
                </a:lnTo>
                <a:lnTo>
                  <a:pt x="91630" y="20557"/>
                </a:lnTo>
                <a:cubicBezTo>
                  <a:pt x="91577" y="14130"/>
                  <a:pt x="90648" y="9747"/>
                  <a:pt x="88842" y="7410"/>
                </a:cubicBezTo>
                <a:cubicBezTo>
                  <a:pt x="86239" y="4382"/>
                  <a:pt x="81963" y="2895"/>
                  <a:pt x="76013" y="2948"/>
                </a:cubicBezTo>
                <a:lnTo>
                  <a:pt x="76013" y="0"/>
                </a:lnTo>
                <a:lnTo>
                  <a:pt x="111709" y="0"/>
                </a:lnTo>
                <a:lnTo>
                  <a:pt x="111709" y="2948"/>
                </a:lnTo>
                <a:cubicBezTo>
                  <a:pt x="107088" y="3586"/>
                  <a:pt x="104034" y="4329"/>
                  <a:pt x="102546" y="5179"/>
                </a:cubicBezTo>
                <a:cubicBezTo>
                  <a:pt x="100953" y="6135"/>
                  <a:pt x="99731" y="7649"/>
                  <a:pt x="98881" y="9721"/>
                </a:cubicBezTo>
                <a:cubicBezTo>
                  <a:pt x="97978" y="11899"/>
                  <a:pt x="97527" y="15511"/>
                  <a:pt x="97527" y="20557"/>
                </a:cubicBezTo>
                <a:lnTo>
                  <a:pt x="97527" y="110514"/>
                </a:lnTo>
                <a:lnTo>
                  <a:pt x="94818" y="110514"/>
                </a:lnTo>
                <a:lnTo>
                  <a:pt x="21752" y="20557"/>
                </a:lnTo>
                <a:lnTo>
                  <a:pt x="21752" y="89240"/>
                </a:lnTo>
                <a:cubicBezTo>
                  <a:pt x="21752" y="95508"/>
                  <a:pt x="23186" y="99705"/>
                  <a:pt x="26055" y="101829"/>
                </a:cubicBezTo>
                <a:cubicBezTo>
                  <a:pt x="28817" y="104007"/>
                  <a:pt x="32057" y="105096"/>
                  <a:pt x="35776" y="105096"/>
                </a:cubicBezTo>
                <a:lnTo>
                  <a:pt x="38325" y="105096"/>
                </a:lnTo>
                <a:lnTo>
                  <a:pt x="38325" y="108044"/>
                </a:lnTo>
                <a:lnTo>
                  <a:pt x="0" y="108044"/>
                </a:lnTo>
                <a:lnTo>
                  <a:pt x="0" y="105096"/>
                </a:lnTo>
                <a:cubicBezTo>
                  <a:pt x="5949" y="105043"/>
                  <a:pt x="10093" y="103821"/>
                  <a:pt x="12430" y="101431"/>
                </a:cubicBezTo>
                <a:cubicBezTo>
                  <a:pt x="14714" y="99041"/>
                  <a:pt x="15883" y="94977"/>
                  <a:pt x="15936" y="89240"/>
                </a:cubicBezTo>
                <a:lnTo>
                  <a:pt x="15936" y="12988"/>
                </a:lnTo>
                <a:lnTo>
                  <a:pt x="13625" y="10119"/>
                </a:lnTo>
                <a:cubicBezTo>
                  <a:pt x="11288" y="7251"/>
                  <a:pt x="9269" y="5365"/>
                  <a:pt x="7569" y="4462"/>
                </a:cubicBezTo>
                <a:cubicBezTo>
                  <a:pt x="5763" y="3612"/>
                  <a:pt x="3240" y="3107"/>
                  <a:pt x="0" y="2948"/>
                </a:cubicBezTo>
                <a:lnTo>
                  <a:pt x="0" y="0"/>
                </a:lnTo>
                <a:lnTo>
                  <a:pt x="38325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60715-8A6C-4633-84D0-F33BFA21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347" y="1336303"/>
            <a:ext cx="374131" cy="1579897"/>
          </a:xfrm>
          <a:custGeom xmlns:a="http://schemas.openxmlformats.org/drawingml/2006/main">
            <a:pathLst>
              <a:path w="374131" h="1579897" fill="none">
                <a:moveTo>
                  <a:pt x="0" y="0"/>
                </a:moveTo>
                <a:lnTo>
                  <a:pt x="374131" y="0"/>
                </a:lnTo>
                <a:lnTo>
                  <a:pt x="374131" y="1579897"/>
                </a:lnTo>
                <a:lnTo>
                  <a:pt x="0" y="1579897"/>
                </a:lnTo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191919"/>
            </a:solidFill>
            <a:round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D3F98-1C83-44AB-B8C1-82A4EB9A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478" y="2075242"/>
            <a:ext cx="285126" cy="10"/>
          </a:xfrm>
          <a:custGeom xmlns:a="http://schemas.openxmlformats.org/drawingml/2006/main">
            <a:pathLst>
              <a:path w="285126" h="1" fill="none">
                <a:moveTo>
                  <a:pt x="0" y="0"/>
                </a:moveTo>
                <a:lnTo>
                  <a:pt x="2851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191919"/>
            </a:solidFill>
            <a:round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F1009-CDDF-4D30-9F95-1872B555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604" y="2030738"/>
            <a:ext cx="89008" cy="89008"/>
          </a:xfrm>
          <a:custGeom xmlns:a="http://schemas.openxmlformats.org/drawingml/2006/main">
            <a:pathLst>
              <a:path w="89008" h="89008">
                <a:moveTo>
                  <a:pt x="0" y="0"/>
                </a:moveTo>
                <a:lnTo>
                  <a:pt x="89008" y="44504"/>
                </a:lnTo>
                <a:lnTo>
                  <a:pt x="0" y="890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A26679-FFB1-4A37-8806-275FB12C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604" y="2030738"/>
            <a:ext cx="89008" cy="89008"/>
          </a:xfrm>
          <a:custGeom xmlns:a="http://schemas.openxmlformats.org/drawingml/2006/main">
            <a:pathLst>
              <a:path w="89008" h="89008" fill="none">
                <a:moveTo>
                  <a:pt x="0" y="0"/>
                </a:moveTo>
                <a:lnTo>
                  <a:pt x="89008" y="44504"/>
                </a:lnTo>
                <a:lnTo>
                  <a:pt x="0" y="890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17" cap="rnd">
            <a:solidFill>
              <a:srgbClr val="191919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0E2394-6661-40BD-BAA5-B50E4056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269" y="1365972"/>
            <a:ext cx="285123" cy="10"/>
          </a:xfrm>
          <a:custGeom xmlns:a="http://schemas.openxmlformats.org/drawingml/2006/main">
            <a:pathLst>
              <a:path w="285123" h="1" fill="none">
                <a:moveTo>
                  <a:pt x="0" y="0"/>
                </a:moveTo>
                <a:lnTo>
                  <a:pt x="2851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191919"/>
            </a:solidFill>
            <a:round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123BB8-440F-4B56-8EDA-B56987AA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392" y="1321468"/>
            <a:ext cx="89008" cy="89008"/>
          </a:xfrm>
          <a:custGeom xmlns:a="http://schemas.openxmlformats.org/drawingml/2006/main">
            <a:pathLst>
              <a:path w="89008" h="89008">
                <a:moveTo>
                  <a:pt x="0" y="0"/>
                </a:moveTo>
                <a:lnTo>
                  <a:pt x="89008" y="44504"/>
                </a:lnTo>
                <a:lnTo>
                  <a:pt x="0" y="890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983EC6-2D00-4827-82CE-7638D439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392" y="1321468"/>
            <a:ext cx="89008" cy="89008"/>
          </a:xfrm>
          <a:custGeom xmlns:a="http://schemas.openxmlformats.org/drawingml/2006/main">
            <a:pathLst>
              <a:path w="89008" h="89008" fill="none">
                <a:moveTo>
                  <a:pt x="0" y="0"/>
                </a:moveTo>
                <a:lnTo>
                  <a:pt x="89008" y="44504"/>
                </a:lnTo>
                <a:lnTo>
                  <a:pt x="0" y="890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17" cap="rnd">
            <a:solidFill>
              <a:srgbClr val="191919"/>
            </a:solidFill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189C0C-C30B-4ABE-B995-7E3F0940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679" y="1369703"/>
            <a:ext cx="285124" cy="10"/>
          </a:xfrm>
          <a:custGeom xmlns:a="http://schemas.openxmlformats.org/drawingml/2006/main">
            <a:pathLst>
              <a:path w="285124" h="1" fill="none">
                <a:moveTo>
                  <a:pt x="0" y="0"/>
                </a:moveTo>
                <a:lnTo>
                  <a:pt x="285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191919"/>
            </a:solidFill>
            <a:round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9AC053-68A9-4354-B681-59A036D3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803" y="1325199"/>
            <a:ext cx="89008" cy="89008"/>
          </a:xfrm>
          <a:custGeom xmlns:a="http://schemas.openxmlformats.org/drawingml/2006/main">
            <a:pathLst>
              <a:path w="89008" h="89008">
                <a:moveTo>
                  <a:pt x="0" y="0"/>
                </a:moveTo>
                <a:lnTo>
                  <a:pt x="89008" y="44504"/>
                </a:lnTo>
                <a:lnTo>
                  <a:pt x="0" y="890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A0D39-6172-4CE6-B224-22C6DA38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803" y="1325199"/>
            <a:ext cx="89008" cy="89008"/>
          </a:xfrm>
          <a:custGeom xmlns:a="http://schemas.openxmlformats.org/drawingml/2006/main">
            <a:pathLst>
              <a:path w="89008" h="89008" fill="none">
                <a:moveTo>
                  <a:pt x="0" y="0"/>
                </a:moveTo>
                <a:lnTo>
                  <a:pt x="89008" y="44504"/>
                </a:lnTo>
                <a:lnTo>
                  <a:pt x="0" y="890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17" cap="rnd">
            <a:solidFill>
              <a:srgbClr val="191919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C55E0-721E-4796-83B1-F86F61C2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51" y="2917698"/>
            <a:ext cx="285122" cy="10"/>
          </a:xfrm>
          <a:custGeom xmlns:a="http://schemas.openxmlformats.org/drawingml/2006/main">
            <a:pathLst>
              <a:path w="285122" h="1" fill="none">
                <a:moveTo>
                  <a:pt x="0" y="0"/>
                </a:moveTo>
                <a:lnTo>
                  <a:pt x="2851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191919"/>
            </a:solidFill>
            <a:round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CAF7EA-7810-4C51-B60C-E0E38D96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374" y="2873194"/>
            <a:ext cx="89008" cy="89008"/>
          </a:xfrm>
          <a:custGeom xmlns:a="http://schemas.openxmlformats.org/drawingml/2006/main">
            <a:pathLst>
              <a:path w="89008" h="89008">
                <a:moveTo>
                  <a:pt x="0" y="0"/>
                </a:moveTo>
                <a:lnTo>
                  <a:pt x="89008" y="44504"/>
                </a:lnTo>
                <a:lnTo>
                  <a:pt x="0" y="890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7D9A2-3690-40D9-95AF-E88227BF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374" y="2873194"/>
            <a:ext cx="89008" cy="89008"/>
          </a:xfrm>
          <a:custGeom xmlns:a="http://schemas.openxmlformats.org/drawingml/2006/main">
            <a:pathLst>
              <a:path w="89008" h="89008" fill="none">
                <a:moveTo>
                  <a:pt x="0" y="0"/>
                </a:moveTo>
                <a:lnTo>
                  <a:pt x="89008" y="44504"/>
                </a:lnTo>
                <a:lnTo>
                  <a:pt x="0" y="890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17" cap="rnd">
            <a:solidFill>
              <a:srgbClr val="191919"/>
            </a:solidFill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6E3FFE-DC9F-43AC-8E18-F895E70A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938" y="2975538"/>
            <a:ext cx="285123" cy="10"/>
          </a:xfrm>
          <a:custGeom xmlns:a="http://schemas.openxmlformats.org/drawingml/2006/main">
            <a:pathLst>
              <a:path w="285123" h="1" fill="none">
                <a:moveTo>
                  <a:pt x="0" y="0"/>
                </a:moveTo>
                <a:lnTo>
                  <a:pt x="2851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191919"/>
            </a:solidFill>
            <a:round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32A204-E94F-4559-901C-4DF6021A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061" y="2931034"/>
            <a:ext cx="89008" cy="89008"/>
          </a:xfrm>
          <a:custGeom xmlns:a="http://schemas.openxmlformats.org/drawingml/2006/main">
            <a:pathLst>
              <a:path w="89008" h="89008">
                <a:moveTo>
                  <a:pt x="0" y="0"/>
                </a:moveTo>
                <a:lnTo>
                  <a:pt x="89008" y="44504"/>
                </a:lnTo>
                <a:lnTo>
                  <a:pt x="0" y="890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EBFA44-8C3F-4D3E-B22C-FD6EECF4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061" y="2931034"/>
            <a:ext cx="89008" cy="89008"/>
          </a:xfrm>
          <a:custGeom xmlns:a="http://schemas.openxmlformats.org/drawingml/2006/main">
            <a:pathLst>
              <a:path w="89008" h="89008" fill="none">
                <a:moveTo>
                  <a:pt x="0" y="0"/>
                </a:moveTo>
                <a:lnTo>
                  <a:pt x="89008" y="44504"/>
                </a:lnTo>
                <a:lnTo>
                  <a:pt x="0" y="890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17" cap="rnd">
            <a:solidFill>
              <a:srgbClr val="191919"/>
            </a:solidFill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8014D4-118C-4C28-9A1C-1BC2E707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116" y="498142"/>
            <a:ext cx="10" cy="195412"/>
          </a:xfrm>
          <a:custGeom xmlns:a="http://schemas.openxmlformats.org/drawingml/2006/main">
            <a:pathLst>
              <a:path w="1" h="195412" fill="none">
                <a:moveTo>
                  <a:pt x="0" y="0"/>
                </a:moveTo>
                <a:lnTo>
                  <a:pt x="0" y="195412"/>
                </a:lnTo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191919"/>
            </a:solidFill>
            <a:round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587C17-7F0E-4454-964B-942243AC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612" y="693554"/>
            <a:ext cx="89008" cy="89008"/>
          </a:xfrm>
          <a:custGeom xmlns:a="http://schemas.openxmlformats.org/drawingml/2006/main">
            <a:pathLst>
              <a:path w="89008" h="89008">
                <a:moveTo>
                  <a:pt x="89008" y="0"/>
                </a:moveTo>
                <a:lnTo>
                  <a:pt x="44504" y="89008"/>
                </a:lnTo>
                <a:lnTo>
                  <a:pt x="0" y="0"/>
                </a:lnTo>
                <a:lnTo>
                  <a:pt x="89008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FB54FF-A4A8-4F99-8A5D-19AC8669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612" y="693554"/>
            <a:ext cx="89008" cy="89008"/>
          </a:xfrm>
          <a:custGeom xmlns:a="http://schemas.openxmlformats.org/drawingml/2006/main">
            <a:pathLst>
              <a:path w="89008" h="89008" fill="none">
                <a:moveTo>
                  <a:pt x="89008" y="0"/>
                </a:moveTo>
                <a:lnTo>
                  <a:pt x="44504" y="89008"/>
                </a:lnTo>
                <a:lnTo>
                  <a:pt x="0" y="0"/>
                </a:lnTo>
                <a:lnTo>
                  <a:pt x="890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17" cap="rnd">
            <a:solidFill>
              <a:srgbClr val="191919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481260-1E56-4E77-96F9-4A99F5A1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0" y="2078424"/>
            <a:ext cx="6972314" cy="10"/>
          </a:xfrm>
          <a:custGeom xmlns:a="http://schemas.openxmlformats.org/drawingml/2006/main">
            <a:pathLst>
              <a:path w="6972314" h="1" fill="none">
                <a:moveTo>
                  <a:pt x="0" y="0"/>
                </a:moveTo>
                <a:lnTo>
                  <a:pt x="69723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9B9B9B"/>
            </a:solidFill>
            <a:custDash>
              <a:ds d="600000" sp="400000"/>
            </a:custDash>
            <a:round/>
          </a:ln>
        </p:spPr>
      </p:sp>
      <p:sp>
        <p:nvSpPr>
          <p:cNvPr id="119" name="Text Sampling">
            <a:extLst xmlns:a="http://schemas.openxmlformats.org/drawingml/2006/main">
              <a:ext uri="{FF2B5EF4-FFF2-40B4-BE49-F238E27FC236}">
                <a16:creationId xmlns:a16="http://schemas.microsoft.com/office/drawing/2014/main" id="{CB3C271E-C608-4C75-8E67-D1DA93F7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409" y="1892595"/>
            <a:ext cx="805733" cy="179016"/>
          </a:xfrm>
          <a:custGeom xmlns:a="http://schemas.openxmlformats.org/drawingml/2006/main">
            <a:pathLst>
              <a:path w="805733" h="179016">
                <a:moveTo>
                  <a:pt x="83706" y="98"/>
                </a:moveTo>
                <a:lnTo>
                  <a:pt x="84782" y="44298"/>
                </a:lnTo>
                <a:lnTo>
                  <a:pt x="80772" y="44298"/>
                </a:lnTo>
                <a:cubicBezTo>
                  <a:pt x="78817" y="33280"/>
                  <a:pt x="74188" y="24349"/>
                  <a:pt x="66887" y="17504"/>
                </a:cubicBezTo>
                <a:cubicBezTo>
                  <a:pt x="59455" y="10789"/>
                  <a:pt x="51436" y="7432"/>
                  <a:pt x="42831" y="7432"/>
                </a:cubicBezTo>
                <a:cubicBezTo>
                  <a:pt x="36116" y="7432"/>
                  <a:pt x="30868" y="9192"/>
                  <a:pt x="27087" y="12712"/>
                </a:cubicBezTo>
                <a:cubicBezTo>
                  <a:pt x="23176" y="16363"/>
                  <a:pt x="21220" y="20470"/>
                  <a:pt x="21220" y="25034"/>
                </a:cubicBezTo>
                <a:cubicBezTo>
                  <a:pt x="21220" y="28032"/>
                  <a:pt x="21904" y="30640"/>
                  <a:pt x="23273" y="32857"/>
                </a:cubicBezTo>
                <a:cubicBezTo>
                  <a:pt x="25099" y="35921"/>
                  <a:pt x="28130" y="38952"/>
                  <a:pt x="32368" y="41951"/>
                </a:cubicBezTo>
                <a:cubicBezTo>
                  <a:pt x="35366" y="44102"/>
                  <a:pt x="42440" y="47916"/>
                  <a:pt x="53588" y="53392"/>
                </a:cubicBezTo>
                <a:cubicBezTo>
                  <a:pt x="69103" y="61085"/>
                  <a:pt x="79566" y="68288"/>
                  <a:pt x="84977" y="75003"/>
                </a:cubicBezTo>
                <a:cubicBezTo>
                  <a:pt x="90323" y="81848"/>
                  <a:pt x="92996" y="89606"/>
                  <a:pt x="92996" y="98276"/>
                </a:cubicBezTo>
                <a:cubicBezTo>
                  <a:pt x="92996" y="109424"/>
                  <a:pt x="88693" y="118942"/>
                  <a:pt x="80088" y="126830"/>
                </a:cubicBezTo>
                <a:cubicBezTo>
                  <a:pt x="71352" y="134849"/>
                  <a:pt x="60367" y="138858"/>
                  <a:pt x="47134" y="138858"/>
                </a:cubicBezTo>
                <a:cubicBezTo>
                  <a:pt x="42896" y="138923"/>
                  <a:pt x="38952" y="138500"/>
                  <a:pt x="35301" y="137587"/>
                </a:cubicBezTo>
                <a:cubicBezTo>
                  <a:pt x="31520" y="136739"/>
                  <a:pt x="26859" y="135142"/>
                  <a:pt x="21318" y="132795"/>
                </a:cubicBezTo>
                <a:cubicBezTo>
                  <a:pt x="18188" y="131557"/>
                  <a:pt x="15613" y="130905"/>
                  <a:pt x="13592" y="130840"/>
                </a:cubicBezTo>
                <a:cubicBezTo>
                  <a:pt x="11832" y="130905"/>
                  <a:pt x="10040" y="131557"/>
                  <a:pt x="8214" y="132795"/>
                </a:cubicBezTo>
                <a:cubicBezTo>
                  <a:pt x="6324" y="134164"/>
                  <a:pt x="4792" y="136153"/>
                  <a:pt x="3618" y="138760"/>
                </a:cubicBezTo>
                <a:lnTo>
                  <a:pt x="0" y="138760"/>
                </a:lnTo>
                <a:lnTo>
                  <a:pt x="0" y="88693"/>
                </a:lnTo>
                <a:lnTo>
                  <a:pt x="3618" y="88693"/>
                </a:lnTo>
                <a:cubicBezTo>
                  <a:pt x="6421" y="102840"/>
                  <a:pt x="11963" y="113564"/>
                  <a:pt x="20242" y="120865"/>
                </a:cubicBezTo>
                <a:cubicBezTo>
                  <a:pt x="28326" y="128297"/>
                  <a:pt x="37127" y="132013"/>
                  <a:pt x="46645" y="132013"/>
                </a:cubicBezTo>
                <a:cubicBezTo>
                  <a:pt x="53881" y="132078"/>
                  <a:pt x="59716" y="130090"/>
                  <a:pt x="64149" y="126048"/>
                </a:cubicBezTo>
                <a:cubicBezTo>
                  <a:pt x="68451" y="122071"/>
                  <a:pt x="70603" y="117443"/>
                  <a:pt x="70603" y="112162"/>
                </a:cubicBezTo>
                <a:cubicBezTo>
                  <a:pt x="70603" y="109033"/>
                  <a:pt x="69788" y="106002"/>
                  <a:pt x="68158" y="103068"/>
                </a:cubicBezTo>
                <a:cubicBezTo>
                  <a:pt x="66463" y="100134"/>
                  <a:pt x="63920" y="97331"/>
                  <a:pt x="60530" y="94658"/>
                </a:cubicBezTo>
                <a:cubicBezTo>
                  <a:pt x="57075" y="92051"/>
                  <a:pt x="51078" y="88628"/>
                  <a:pt x="42538" y="84391"/>
                </a:cubicBezTo>
                <a:cubicBezTo>
                  <a:pt x="30477" y="78523"/>
                  <a:pt x="21807" y="73471"/>
                  <a:pt x="16526" y="69233"/>
                </a:cubicBezTo>
                <a:cubicBezTo>
                  <a:pt x="11246" y="65126"/>
                  <a:pt x="7204" y="60465"/>
                  <a:pt x="4400" y="55250"/>
                </a:cubicBezTo>
                <a:cubicBezTo>
                  <a:pt x="1532" y="50100"/>
                  <a:pt x="98" y="44428"/>
                  <a:pt x="98" y="38235"/>
                </a:cubicBezTo>
                <a:cubicBezTo>
                  <a:pt x="98" y="27674"/>
                  <a:pt x="3977" y="18677"/>
                  <a:pt x="11734" y="11246"/>
                </a:cubicBezTo>
                <a:cubicBezTo>
                  <a:pt x="19427" y="3814"/>
                  <a:pt x="29206" y="98"/>
                  <a:pt x="41071" y="98"/>
                </a:cubicBezTo>
                <a:cubicBezTo>
                  <a:pt x="45373" y="98"/>
                  <a:pt x="49546" y="619"/>
                  <a:pt x="53588" y="1662"/>
                </a:cubicBezTo>
                <a:cubicBezTo>
                  <a:pt x="56586" y="2510"/>
                  <a:pt x="60335" y="3944"/>
                  <a:pt x="64833" y="5965"/>
                </a:cubicBezTo>
                <a:cubicBezTo>
                  <a:pt x="69201" y="8116"/>
                  <a:pt x="72265" y="9192"/>
                  <a:pt x="74025" y="9192"/>
                </a:cubicBezTo>
                <a:cubicBezTo>
                  <a:pt x="75655" y="9257"/>
                  <a:pt x="76991" y="8736"/>
                  <a:pt x="78034" y="7627"/>
                </a:cubicBezTo>
                <a:cubicBezTo>
                  <a:pt x="78947" y="6650"/>
                  <a:pt x="79860" y="4140"/>
                  <a:pt x="80772" y="98"/>
                </a:cubicBezTo>
                <a:lnTo>
                  <a:pt x="83706" y="98"/>
                </a:lnTo>
                <a:close/>
                <a:moveTo>
                  <a:pt x="158101" y="122234"/>
                </a:moveTo>
                <a:cubicBezTo>
                  <a:pt x="146953" y="132143"/>
                  <a:pt x="136947" y="137065"/>
                  <a:pt x="128080" y="137000"/>
                </a:cubicBezTo>
                <a:cubicBezTo>
                  <a:pt x="122800" y="137000"/>
                  <a:pt x="118465" y="135273"/>
                  <a:pt x="115075" y="131817"/>
                </a:cubicBezTo>
                <a:cubicBezTo>
                  <a:pt x="111620" y="128493"/>
                  <a:pt x="109892" y="124223"/>
                  <a:pt x="109892" y="119007"/>
                </a:cubicBezTo>
                <a:cubicBezTo>
                  <a:pt x="109892" y="112097"/>
                  <a:pt x="112891" y="105806"/>
                  <a:pt x="118888" y="100134"/>
                </a:cubicBezTo>
                <a:cubicBezTo>
                  <a:pt x="124821" y="94658"/>
                  <a:pt x="137892" y="87259"/>
                  <a:pt x="158101" y="77937"/>
                </a:cubicBezTo>
                <a:lnTo>
                  <a:pt x="158101" y="68745"/>
                </a:lnTo>
                <a:cubicBezTo>
                  <a:pt x="158036" y="61899"/>
                  <a:pt x="157677" y="57532"/>
                  <a:pt x="157026" y="55641"/>
                </a:cubicBezTo>
                <a:cubicBezTo>
                  <a:pt x="156178" y="53881"/>
                  <a:pt x="154744" y="52316"/>
                  <a:pt x="152723" y="50947"/>
                </a:cubicBezTo>
                <a:cubicBezTo>
                  <a:pt x="150637" y="49709"/>
                  <a:pt x="148290" y="49057"/>
                  <a:pt x="145682" y="48991"/>
                </a:cubicBezTo>
                <a:cubicBezTo>
                  <a:pt x="141445" y="49057"/>
                  <a:pt x="137957" y="50002"/>
                  <a:pt x="135219" y="51827"/>
                </a:cubicBezTo>
                <a:cubicBezTo>
                  <a:pt x="133524" y="53001"/>
                  <a:pt x="132676" y="54370"/>
                  <a:pt x="132676" y="55934"/>
                </a:cubicBezTo>
                <a:cubicBezTo>
                  <a:pt x="132611" y="57303"/>
                  <a:pt x="133524" y="58998"/>
                  <a:pt x="135415" y="61019"/>
                </a:cubicBezTo>
                <a:cubicBezTo>
                  <a:pt x="137827" y="63888"/>
                  <a:pt x="139065" y="66593"/>
                  <a:pt x="139130" y="69136"/>
                </a:cubicBezTo>
                <a:cubicBezTo>
                  <a:pt x="139130" y="72395"/>
                  <a:pt x="137957" y="75101"/>
                  <a:pt x="135610" y="77252"/>
                </a:cubicBezTo>
                <a:cubicBezTo>
                  <a:pt x="133133" y="79534"/>
                  <a:pt x="130004" y="80675"/>
                  <a:pt x="126223" y="80675"/>
                </a:cubicBezTo>
                <a:cubicBezTo>
                  <a:pt x="122115" y="80675"/>
                  <a:pt x="118693" y="79436"/>
                  <a:pt x="115955" y="76959"/>
                </a:cubicBezTo>
                <a:cubicBezTo>
                  <a:pt x="113086" y="74547"/>
                  <a:pt x="111685" y="71646"/>
                  <a:pt x="111750" y="68256"/>
                </a:cubicBezTo>
                <a:cubicBezTo>
                  <a:pt x="111750" y="63562"/>
                  <a:pt x="113608" y="59064"/>
                  <a:pt x="117324" y="54761"/>
                </a:cubicBezTo>
                <a:cubicBezTo>
                  <a:pt x="121040" y="50589"/>
                  <a:pt x="126223" y="47329"/>
                  <a:pt x="132872" y="44982"/>
                </a:cubicBezTo>
                <a:cubicBezTo>
                  <a:pt x="139522" y="42766"/>
                  <a:pt x="146432" y="41625"/>
                  <a:pt x="153603" y="41560"/>
                </a:cubicBezTo>
                <a:cubicBezTo>
                  <a:pt x="162273" y="41625"/>
                  <a:pt x="169151" y="43450"/>
                  <a:pt x="174236" y="47036"/>
                </a:cubicBezTo>
                <a:cubicBezTo>
                  <a:pt x="179191" y="50752"/>
                  <a:pt x="182450" y="54761"/>
                  <a:pt x="184015" y="59064"/>
                </a:cubicBezTo>
                <a:cubicBezTo>
                  <a:pt x="184862" y="61802"/>
                  <a:pt x="185319" y="68093"/>
                  <a:pt x="185384" y="77937"/>
                </a:cubicBezTo>
                <a:lnTo>
                  <a:pt x="185384" y="113433"/>
                </a:lnTo>
                <a:cubicBezTo>
                  <a:pt x="185384" y="117671"/>
                  <a:pt x="185547" y="120279"/>
                  <a:pt x="185873" y="121256"/>
                </a:cubicBezTo>
                <a:cubicBezTo>
                  <a:pt x="186134" y="122430"/>
                  <a:pt x="186623" y="123245"/>
                  <a:pt x="187340" y="123701"/>
                </a:cubicBezTo>
                <a:cubicBezTo>
                  <a:pt x="187926" y="124223"/>
                  <a:pt x="188676" y="124483"/>
                  <a:pt x="189589" y="124483"/>
                </a:cubicBezTo>
                <a:cubicBezTo>
                  <a:pt x="191219" y="124549"/>
                  <a:pt x="192946" y="123343"/>
                  <a:pt x="194771" y="120865"/>
                </a:cubicBezTo>
                <a:lnTo>
                  <a:pt x="197705" y="123212"/>
                </a:lnTo>
                <a:cubicBezTo>
                  <a:pt x="194380" y="128036"/>
                  <a:pt x="191023" y="131524"/>
                  <a:pt x="187633" y="133675"/>
                </a:cubicBezTo>
                <a:cubicBezTo>
                  <a:pt x="184047" y="135957"/>
                  <a:pt x="180071" y="137065"/>
                  <a:pt x="175703" y="137000"/>
                </a:cubicBezTo>
                <a:cubicBezTo>
                  <a:pt x="170488" y="137000"/>
                  <a:pt x="166413" y="135762"/>
                  <a:pt x="163480" y="133284"/>
                </a:cubicBezTo>
                <a:cubicBezTo>
                  <a:pt x="160546" y="130937"/>
                  <a:pt x="158753" y="127254"/>
                  <a:pt x="158101" y="122234"/>
                </a:cubicBezTo>
                <a:moveTo>
                  <a:pt x="158101" y="115096"/>
                </a:moveTo>
                <a:lnTo>
                  <a:pt x="158101" y="84488"/>
                </a:lnTo>
                <a:cubicBezTo>
                  <a:pt x="150148" y="89117"/>
                  <a:pt x="144281" y="94071"/>
                  <a:pt x="140499" y="99352"/>
                </a:cubicBezTo>
                <a:cubicBezTo>
                  <a:pt x="137957" y="102872"/>
                  <a:pt x="136686" y="106425"/>
                  <a:pt x="136686" y="110011"/>
                </a:cubicBezTo>
                <a:cubicBezTo>
                  <a:pt x="136686" y="113075"/>
                  <a:pt x="137761" y="115715"/>
                  <a:pt x="139913" y="117932"/>
                </a:cubicBezTo>
                <a:cubicBezTo>
                  <a:pt x="141543" y="119692"/>
                  <a:pt x="143824" y="120572"/>
                  <a:pt x="146758" y="120572"/>
                </a:cubicBezTo>
                <a:cubicBezTo>
                  <a:pt x="149952" y="120572"/>
                  <a:pt x="153733" y="118747"/>
                  <a:pt x="158101" y="115096"/>
                </a:cubicBezTo>
                <a:close/>
                <a:moveTo>
                  <a:pt x="249427" y="44298"/>
                </a:moveTo>
                <a:lnTo>
                  <a:pt x="249427" y="56326"/>
                </a:lnTo>
                <a:cubicBezTo>
                  <a:pt x="254382" y="50915"/>
                  <a:pt x="259043" y="47068"/>
                  <a:pt x="263411" y="44787"/>
                </a:cubicBezTo>
                <a:cubicBezTo>
                  <a:pt x="267583" y="42635"/>
                  <a:pt x="272244" y="41560"/>
                  <a:pt x="277394" y="41560"/>
                </a:cubicBezTo>
                <a:cubicBezTo>
                  <a:pt x="283196" y="41560"/>
                  <a:pt x="288118" y="42929"/>
                  <a:pt x="292160" y="45667"/>
                </a:cubicBezTo>
                <a:cubicBezTo>
                  <a:pt x="296137" y="48470"/>
                  <a:pt x="299201" y="52642"/>
                  <a:pt x="301352" y="58184"/>
                </a:cubicBezTo>
                <a:cubicBezTo>
                  <a:pt x="306502" y="52381"/>
                  <a:pt x="311522" y="48144"/>
                  <a:pt x="316412" y="45471"/>
                </a:cubicBezTo>
                <a:cubicBezTo>
                  <a:pt x="321170" y="42863"/>
                  <a:pt x="326158" y="41560"/>
                  <a:pt x="331373" y="41560"/>
                </a:cubicBezTo>
                <a:cubicBezTo>
                  <a:pt x="337631" y="41625"/>
                  <a:pt x="342684" y="43059"/>
                  <a:pt x="346530" y="45862"/>
                </a:cubicBezTo>
                <a:cubicBezTo>
                  <a:pt x="350246" y="48861"/>
                  <a:pt x="352854" y="52544"/>
                  <a:pt x="354353" y="56912"/>
                </a:cubicBezTo>
                <a:cubicBezTo>
                  <a:pt x="355787" y="61410"/>
                  <a:pt x="356504" y="68549"/>
                  <a:pt x="356504" y="78328"/>
                </a:cubicBezTo>
                <a:lnTo>
                  <a:pt x="356504" y="115780"/>
                </a:lnTo>
                <a:cubicBezTo>
                  <a:pt x="356504" y="122886"/>
                  <a:pt x="357156" y="127254"/>
                  <a:pt x="358460" y="128884"/>
                </a:cubicBezTo>
                <a:cubicBezTo>
                  <a:pt x="359699" y="130644"/>
                  <a:pt x="362339" y="131752"/>
                  <a:pt x="366381" y="132209"/>
                </a:cubicBezTo>
                <a:lnTo>
                  <a:pt x="366381" y="135729"/>
                </a:lnTo>
                <a:lnTo>
                  <a:pt x="319150" y="135729"/>
                </a:lnTo>
                <a:lnTo>
                  <a:pt x="319150" y="132209"/>
                </a:lnTo>
                <a:cubicBezTo>
                  <a:pt x="322865" y="131948"/>
                  <a:pt x="325604" y="130514"/>
                  <a:pt x="327364" y="127906"/>
                </a:cubicBezTo>
                <a:cubicBezTo>
                  <a:pt x="328537" y="126211"/>
                  <a:pt x="329124" y="122169"/>
                  <a:pt x="329124" y="115780"/>
                </a:cubicBezTo>
                <a:lnTo>
                  <a:pt x="329124" y="76470"/>
                </a:lnTo>
                <a:cubicBezTo>
                  <a:pt x="329124" y="68386"/>
                  <a:pt x="328798" y="63203"/>
                  <a:pt x="328146" y="60922"/>
                </a:cubicBezTo>
                <a:cubicBezTo>
                  <a:pt x="327429" y="58705"/>
                  <a:pt x="326418" y="57043"/>
                  <a:pt x="325115" y="55934"/>
                </a:cubicBezTo>
                <a:cubicBezTo>
                  <a:pt x="323615" y="54891"/>
                  <a:pt x="321953" y="54370"/>
                  <a:pt x="320127" y="54370"/>
                </a:cubicBezTo>
                <a:cubicBezTo>
                  <a:pt x="317259" y="54370"/>
                  <a:pt x="314423" y="55380"/>
                  <a:pt x="311620" y="57401"/>
                </a:cubicBezTo>
                <a:cubicBezTo>
                  <a:pt x="308751" y="59487"/>
                  <a:pt x="305850" y="62584"/>
                  <a:pt x="302917" y="66691"/>
                </a:cubicBezTo>
                <a:lnTo>
                  <a:pt x="302917" y="115780"/>
                </a:lnTo>
                <a:cubicBezTo>
                  <a:pt x="302917" y="122430"/>
                  <a:pt x="303471" y="126570"/>
                  <a:pt x="304579" y="128199"/>
                </a:cubicBezTo>
                <a:cubicBezTo>
                  <a:pt x="306013" y="130677"/>
                  <a:pt x="308882" y="132013"/>
                  <a:pt x="313185" y="132209"/>
                </a:cubicBezTo>
                <a:lnTo>
                  <a:pt x="313185" y="135729"/>
                </a:lnTo>
                <a:lnTo>
                  <a:pt x="265855" y="135729"/>
                </a:lnTo>
                <a:lnTo>
                  <a:pt x="265855" y="132209"/>
                </a:lnTo>
                <a:cubicBezTo>
                  <a:pt x="268398" y="132143"/>
                  <a:pt x="270419" y="131491"/>
                  <a:pt x="271918" y="130253"/>
                </a:cubicBezTo>
                <a:cubicBezTo>
                  <a:pt x="273352" y="129210"/>
                  <a:pt x="274330" y="127841"/>
                  <a:pt x="274852" y="126146"/>
                </a:cubicBezTo>
                <a:cubicBezTo>
                  <a:pt x="275308" y="124646"/>
                  <a:pt x="275536" y="121191"/>
                  <a:pt x="275536" y="115780"/>
                </a:cubicBezTo>
                <a:lnTo>
                  <a:pt x="275536" y="76470"/>
                </a:lnTo>
                <a:cubicBezTo>
                  <a:pt x="275536" y="68190"/>
                  <a:pt x="275210" y="63008"/>
                  <a:pt x="274558" y="60922"/>
                </a:cubicBezTo>
                <a:cubicBezTo>
                  <a:pt x="273841" y="58901"/>
                  <a:pt x="272766" y="57271"/>
                  <a:pt x="271332" y="56032"/>
                </a:cubicBezTo>
                <a:cubicBezTo>
                  <a:pt x="269767" y="54859"/>
                  <a:pt x="268105" y="54272"/>
                  <a:pt x="266344" y="54272"/>
                </a:cubicBezTo>
                <a:cubicBezTo>
                  <a:pt x="263671" y="54272"/>
                  <a:pt x="261292" y="54957"/>
                  <a:pt x="259206" y="56326"/>
                </a:cubicBezTo>
                <a:cubicBezTo>
                  <a:pt x="256077" y="58412"/>
                  <a:pt x="252817" y="61867"/>
                  <a:pt x="249427" y="66691"/>
                </a:cubicBezTo>
                <a:lnTo>
                  <a:pt x="249427" y="115780"/>
                </a:lnTo>
                <a:cubicBezTo>
                  <a:pt x="249427" y="122234"/>
                  <a:pt x="250079" y="126472"/>
                  <a:pt x="251383" y="128493"/>
                </a:cubicBezTo>
                <a:cubicBezTo>
                  <a:pt x="252622" y="130579"/>
                  <a:pt x="255262" y="131817"/>
                  <a:pt x="259304" y="132209"/>
                </a:cubicBezTo>
                <a:lnTo>
                  <a:pt x="259304" y="135729"/>
                </a:lnTo>
                <a:lnTo>
                  <a:pt x="212170" y="135729"/>
                </a:lnTo>
                <a:lnTo>
                  <a:pt x="212170" y="132209"/>
                </a:lnTo>
                <a:cubicBezTo>
                  <a:pt x="215951" y="131817"/>
                  <a:pt x="218689" y="130579"/>
                  <a:pt x="220384" y="128493"/>
                </a:cubicBezTo>
                <a:cubicBezTo>
                  <a:pt x="221427" y="127058"/>
                  <a:pt x="221981" y="122821"/>
                  <a:pt x="222047" y="115780"/>
                </a:cubicBezTo>
                <a:lnTo>
                  <a:pt x="222047" y="64149"/>
                </a:lnTo>
                <a:cubicBezTo>
                  <a:pt x="222047" y="57238"/>
                  <a:pt x="221427" y="52936"/>
                  <a:pt x="220189" y="51241"/>
                </a:cubicBezTo>
                <a:cubicBezTo>
                  <a:pt x="218820" y="49611"/>
                  <a:pt x="216147" y="48503"/>
                  <a:pt x="212170" y="47916"/>
                </a:cubicBezTo>
                <a:lnTo>
                  <a:pt x="212170" y="44298"/>
                </a:lnTo>
                <a:lnTo>
                  <a:pt x="249427" y="44298"/>
                </a:lnTo>
                <a:close/>
                <a:moveTo>
                  <a:pt x="410067" y="126439"/>
                </a:moveTo>
                <a:lnTo>
                  <a:pt x="410067" y="160469"/>
                </a:lnTo>
                <a:cubicBezTo>
                  <a:pt x="410067" y="165228"/>
                  <a:pt x="410458" y="168423"/>
                  <a:pt x="411240" y="170052"/>
                </a:cubicBezTo>
                <a:cubicBezTo>
                  <a:pt x="411892" y="171747"/>
                  <a:pt x="413033" y="172986"/>
                  <a:pt x="414663" y="173768"/>
                </a:cubicBezTo>
                <a:cubicBezTo>
                  <a:pt x="416162" y="174551"/>
                  <a:pt x="419226" y="174942"/>
                  <a:pt x="423855" y="174942"/>
                </a:cubicBezTo>
                <a:lnTo>
                  <a:pt x="423855" y="178560"/>
                </a:lnTo>
                <a:lnTo>
                  <a:pt x="371734" y="178560"/>
                </a:lnTo>
                <a:lnTo>
                  <a:pt x="371734" y="174942"/>
                </a:lnTo>
                <a:cubicBezTo>
                  <a:pt x="375711" y="174876"/>
                  <a:pt x="378710" y="173736"/>
                  <a:pt x="380731" y="171519"/>
                </a:cubicBezTo>
                <a:cubicBezTo>
                  <a:pt x="381969" y="170085"/>
                  <a:pt x="382621" y="166206"/>
                  <a:pt x="382686" y="159882"/>
                </a:cubicBezTo>
                <a:lnTo>
                  <a:pt x="382686" y="63366"/>
                </a:lnTo>
                <a:cubicBezTo>
                  <a:pt x="382621" y="56977"/>
                  <a:pt x="381871" y="52838"/>
                  <a:pt x="380437" y="50947"/>
                </a:cubicBezTo>
                <a:cubicBezTo>
                  <a:pt x="378938" y="49252"/>
                  <a:pt x="376037" y="48242"/>
                  <a:pt x="371734" y="47916"/>
                </a:cubicBezTo>
                <a:lnTo>
                  <a:pt x="371734" y="44298"/>
                </a:lnTo>
                <a:lnTo>
                  <a:pt x="410067" y="44298"/>
                </a:lnTo>
                <a:lnTo>
                  <a:pt x="410067" y="56326"/>
                </a:lnTo>
                <a:cubicBezTo>
                  <a:pt x="413261" y="51632"/>
                  <a:pt x="416521" y="48242"/>
                  <a:pt x="419846" y="46156"/>
                </a:cubicBezTo>
                <a:cubicBezTo>
                  <a:pt x="424604" y="43157"/>
                  <a:pt x="429787" y="41625"/>
                  <a:pt x="435394" y="41560"/>
                </a:cubicBezTo>
                <a:cubicBezTo>
                  <a:pt x="442043" y="41625"/>
                  <a:pt x="448171" y="43744"/>
                  <a:pt x="453778" y="47916"/>
                </a:cubicBezTo>
                <a:cubicBezTo>
                  <a:pt x="459254" y="52153"/>
                  <a:pt x="463426" y="57988"/>
                  <a:pt x="466295" y="65420"/>
                </a:cubicBezTo>
                <a:cubicBezTo>
                  <a:pt x="469098" y="72982"/>
                  <a:pt x="470532" y="81033"/>
                  <a:pt x="470597" y="89573"/>
                </a:cubicBezTo>
                <a:cubicBezTo>
                  <a:pt x="470597" y="98896"/>
                  <a:pt x="469130" y="107338"/>
                  <a:pt x="466197" y="114900"/>
                </a:cubicBezTo>
                <a:cubicBezTo>
                  <a:pt x="463133" y="122658"/>
                  <a:pt x="458830" y="128493"/>
                  <a:pt x="453289" y="132404"/>
                </a:cubicBezTo>
                <a:cubicBezTo>
                  <a:pt x="447617" y="136446"/>
                  <a:pt x="441326" y="138467"/>
                  <a:pt x="434416" y="138467"/>
                </a:cubicBezTo>
                <a:cubicBezTo>
                  <a:pt x="429396" y="138532"/>
                  <a:pt x="424702" y="137424"/>
                  <a:pt x="420334" y="135142"/>
                </a:cubicBezTo>
                <a:cubicBezTo>
                  <a:pt x="417075" y="133512"/>
                  <a:pt x="413652" y="130611"/>
                  <a:pt x="410067" y="126439"/>
                </a:cubicBezTo>
                <a:moveTo>
                  <a:pt x="410067" y="116563"/>
                </a:moveTo>
                <a:cubicBezTo>
                  <a:pt x="415608" y="124516"/>
                  <a:pt x="421606" y="128493"/>
                  <a:pt x="428060" y="128493"/>
                </a:cubicBezTo>
                <a:cubicBezTo>
                  <a:pt x="431580" y="128493"/>
                  <a:pt x="434481" y="126635"/>
                  <a:pt x="436763" y="122919"/>
                </a:cubicBezTo>
                <a:cubicBezTo>
                  <a:pt x="440153" y="117443"/>
                  <a:pt x="441848" y="107012"/>
                  <a:pt x="441848" y="91627"/>
                </a:cubicBezTo>
                <a:cubicBezTo>
                  <a:pt x="441848" y="75916"/>
                  <a:pt x="439990" y="65126"/>
                  <a:pt x="436274" y="59259"/>
                </a:cubicBezTo>
                <a:cubicBezTo>
                  <a:pt x="433797" y="55478"/>
                  <a:pt x="430472" y="53555"/>
                  <a:pt x="426299" y="53490"/>
                </a:cubicBezTo>
                <a:cubicBezTo>
                  <a:pt x="419650" y="53555"/>
                  <a:pt x="414239" y="58314"/>
                  <a:pt x="410067" y="67767"/>
                </a:cubicBezTo>
                <a:lnTo>
                  <a:pt x="410067" y="116563"/>
                </a:lnTo>
                <a:close/>
                <a:moveTo>
                  <a:pt x="521718" y="3129"/>
                </a:moveTo>
                <a:lnTo>
                  <a:pt x="521718" y="116758"/>
                </a:lnTo>
                <a:cubicBezTo>
                  <a:pt x="521718" y="123212"/>
                  <a:pt x="522468" y="127319"/>
                  <a:pt x="523967" y="129079"/>
                </a:cubicBezTo>
                <a:cubicBezTo>
                  <a:pt x="525401" y="130970"/>
                  <a:pt x="528335" y="132013"/>
                  <a:pt x="532768" y="132209"/>
                </a:cubicBezTo>
                <a:lnTo>
                  <a:pt x="532768" y="135729"/>
                </a:lnTo>
                <a:lnTo>
                  <a:pt x="483385" y="135729"/>
                </a:lnTo>
                <a:lnTo>
                  <a:pt x="483385" y="132209"/>
                </a:lnTo>
                <a:cubicBezTo>
                  <a:pt x="487362" y="132143"/>
                  <a:pt x="490361" y="130970"/>
                  <a:pt x="492382" y="128688"/>
                </a:cubicBezTo>
                <a:cubicBezTo>
                  <a:pt x="493620" y="127254"/>
                  <a:pt x="494272" y="123277"/>
                  <a:pt x="494337" y="116758"/>
                </a:cubicBezTo>
                <a:lnTo>
                  <a:pt x="494337" y="22100"/>
                </a:lnTo>
                <a:cubicBezTo>
                  <a:pt x="494272" y="15776"/>
                  <a:pt x="493522" y="11669"/>
                  <a:pt x="492088" y="9779"/>
                </a:cubicBezTo>
                <a:cubicBezTo>
                  <a:pt x="490589" y="8084"/>
                  <a:pt x="487688" y="7073"/>
                  <a:pt x="483385" y="6747"/>
                </a:cubicBezTo>
                <a:lnTo>
                  <a:pt x="483385" y="3129"/>
                </a:lnTo>
                <a:lnTo>
                  <a:pt x="521718" y="3129"/>
                </a:lnTo>
                <a:close/>
                <a:moveTo>
                  <a:pt x="567269" y="0"/>
                </a:moveTo>
                <a:cubicBezTo>
                  <a:pt x="571441" y="0"/>
                  <a:pt x="575026" y="1467"/>
                  <a:pt x="578025" y="4400"/>
                </a:cubicBezTo>
                <a:cubicBezTo>
                  <a:pt x="580959" y="7464"/>
                  <a:pt x="582426" y="11050"/>
                  <a:pt x="582426" y="15157"/>
                </a:cubicBezTo>
                <a:cubicBezTo>
                  <a:pt x="582426" y="19395"/>
                  <a:pt x="580959" y="22947"/>
                  <a:pt x="578025" y="25816"/>
                </a:cubicBezTo>
                <a:cubicBezTo>
                  <a:pt x="574961" y="28750"/>
                  <a:pt x="571376" y="30216"/>
                  <a:pt x="567269" y="30216"/>
                </a:cubicBezTo>
                <a:cubicBezTo>
                  <a:pt x="563031" y="30216"/>
                  <a:pt x="559478" y="28750"/>
                  <a:pt x="556610" y="25816"/>
                </a:cubicBezTo>
                <a:cubicBezTo>
                  <a:pt x="553676" y="22947"/>
                  <a:pt x="552209" y="19395"/>
                  <a:pt x="552209" y="15157"/>
                </a:cubicBezTo>
                <a:cubicBezTo>
                  <a:pt x="552209" y="11050"/>
                  <a:pt x="553676" y="7464"/>
                  <a:pt x="556610" y="4400"/>
                </a:cubicBezTo>
                <a:cubicBezTo>
                  <a:pt x="559478" y="1467"/>
                  <a:pt x="563031" y="0"/>
                  <a:pt x="567269" y="0"/>
                </a:cubicBezTo>
                <a:moveTo>
                  <a:pt x="580959" y="44298"/>
                </a:moveTo>
                <a:lnTo>
                  <a:pt x="580959" y="116758"/>
                </a:lnTo>
                <a:cubicBezTo>
                  <a:pt x="580959" y="123212"/>
                  <a:pt x="581709" y="127319"/>
                  <a:pt x="583208" y="129079"/>
                </a:cubicBezTo>
                <a:cubicBezTo>
                  <a:pt x="584642" y="130970"/>
                  <a:pt x="587576" y="132013"/>
                  <a:pt x="592009" y="132209"/>
                </a:cubicBezTo>
                <a:lnTo>
                  <a:pt x="592009" y="135729"/>
                </a:lnTo>
                <a:lnTo>
                  <a:pt x="542626" y="135729"/>
                </a:lnTo>
                <a:lnTo>
                  <a:pt x="542626" y="132209"/>
                </a:lnTo>
                <a:cubicBezTo>
                  <a:pt x="546603" y="132143"/>
                  <a:pt x="549602" y="130970"/>
                  <a:pt x="551623" y="128688"/>
                </a:cubicBezTo>
                <a:cubicBezTo>
                  <a:pt x="552861" y="127254"/>
                  <a:pt x="553513" y="123277"/>
                  <a:pt x="553578" y="116758"/>
                </a:cubicBezTo>
                <a:lnTo>
                  <a:pt x="553578" y="63366"/>
                </a:lnTo>
                <a:cubicBezTo>
                  <a:pt x="553513" y="56977"/>
                  <a:pt x="552764" y="52838"/>
                  <a:pt x="551329" y="50947"/>
                </a:cubicBezTo>
                <a:cubicBezTo>
                  <a:pt x="549830" y="49252"/>
                  <a:pt x="546929" y="48242"/>
                  <a:pt x="542626" y="47916"/>
                </a:cubicBezTo>
                <a:lnTo>
                  <a:pt x="542626" y="44298"/>
                </a:lnTo>
                <a:lnTo>
                  <a:pt x="580959" y="44298"/>
                </a:lnTo>
                <a:close/>
                <a:moveTo>
                  <a:pt x="641960" y="44298"/>
                </a:moveTo>
                <a:lnTo>
                  <a:pt x="641960" y="56130"/>
                </a:lnTo>
                <a:cubicBezTo>
                  <a:pt x="646654" y="51045"/>
                  <a:pt x="651152" y="47329"/>
                  <a:pt x="655455" y="44982"/>
                </a:cubicBezTo>
                <a:cubicBezTo>
                  <a:pt x="659692" y="42766"/>
                  <a:pt x="664321" y="41625"/>
                  <a:pt x="669341" y="41560"/>
                </a:cubicBezTo>
                <a:cubicBezTo>
                  <a:pt x="675273" y="41625"/>
                  <a:pt x="680195" y="43255"/>
                  <a:pt x="684106" y="46449"/>
                </a:cubicBezTo>
                <a:cubicBezTo>
                  <a:pt x="688018" y="49774"/>
                  <a:pt x="690626" y="53881"/>
                  <a:pt x="691929" y="58770"/>
                </a:cubicBezTo>
                <a:cubicBezTo>
                  <a:pt x="692973" y="62486"/>
                  <a:pt x="693494" y="69625"/>
                  <a:pt x="693494" y="80186"/>
                </a:cubicBezTo>
                <a:lnTo>
                  <a:pt x="693494" y="115780"/>
                </a:lnTo>
                <a:cubicBezTo>
                  <a:pt x="693494" y="122886"/>
                  <a:pt x="694146" y="127254"/>
                  <a:pt x="695450" y="128884"/>
                </a:cubicBezTo>
                <a:cubicBezTo>
                  <a:pt x="696688" y="130644"/>
                  <a:pt x="699329" y="131752"/>
                  <a:pt x="703371" y="132209"/>
                </a:cubicBezTo>
                <a:lnTo>
                  <a:pt x="703371" y="135729"/>
                </a:lnTo>
                <a:lnTo>
                  <a:pt x="657117" y="135729"/>
                </a:lnTo>
                <a:lnTo>
                  <a:pt x="657117" y="132209"/>
                </a:lnTo>
                <a:cubicBezTo>
                  <a:pt x="660507" y="131817"/>
                  <a:pt x="662984" y="130383"/>
                  <a:pt x="664549" y="127906"/>
                </a:cubicBezTo>
                <a:cubicBezTo>
                  <a:pt x="665592" y="126276"/>
                  <a:pt x="666114" y="122234"/>
                  <a:pt x="666114" y="115780"/>
                </a:cubicBezTo>
                <a:lnTo>
                  <a:pt x="666114" y="75101"/>
                </a:lnTo>
                <a:cubicBezTo>
                  <a:pt x="666114" y="67604"/>
                  <a:pt x="665820" y="62877"/>
                  <a:pt x="665234" y="60922"/>
                </a:cubicBezTo>
                <a:cubicBezTo>
                  <a:pt x="664647" y="58966"/>
                  <a:pt x="663669" y="57434"/>
                  <a:pt x="662300" y="56326"/>
                </a:cubicBezTo>
                <a:cubicBezTo>
                  <a:pt x="660800" y="55282"/>
                  <a:pt x="659236" y="54761"/>
                  <a:pt x="657606" y="54761"/>
                </a:cubicBezTo>
                <a:cubicBezTo>
                  <a:pt x="651934" y="54761"/>
                  <a:pt x="646719" y="58770"/>
                  <a:pt x="641960" y="66789"/>
                </a:cubicBezTo>
                <a:lnTo>
                  <a:pt x="641960" y="115780"/>
                </a:lnTo>
                <a:cubicBezTo>
                  <a:pt x="641960" y="122625"/>
                  <a:pt x="642612" y="126961"/>
                  <a:pt x="643916" y="128786"/>
                </a:cubicBezTo>
                <a:cubicBezTo>
                  <a:pt x="645154" y="130677"/>
                  <a:pt x="647501" y="131817"/>
                  <a:pt x="650957" y="132209"/>
                </a:cubicBezTo>
                <a:lnTo>
                  <a:pt x="650957" y="135729"/>
                </a:lnTo>
                <a:lnTo>
                  <a:pt x="604703" y="135729"/>
                </a:lnTo>
                <a:lnTo>
                  <a:pt x="604703" y="132209"/>
                </a:lnTo>
                <a:cubicBezTo>
                  <a:pt x="608484" y="131817"/>
                  <a:pt x="611222" y="130579"/>
                  <a:pt x="612917" y="128493"/>
                </a:cubicBezTo>
                <a:cubicBezTo>
                  <a:pt x="613960" y="127058"/>
                  <a:pt x="614514" y="122821"/>
                  <a:pt x="614580" y="115780"/>
                </a:cubicBezTo>
                <a:lnTo>
                  <a:pt x="614580" y="64149"/>
                </a:lnTo>
                <a:cubicBezTo>
                  <a:pt x="614580" y="57238"/>
                  <a:pt x="613960" y="52936"/>
                  <a:pt x="612722" y="51241"/>
                </a:cubicBezTo>
                <a:cubicBezTo>
                  <a:pt x="611353" y="49611"/>
                  <a:pt x="608680" y="48503"/>
                  <a:pt x="604703" y="47916"/>
                </a:cubicBezTo>
                <a:lnTo>
                  <a:pt x="604703" y="44298"/>
                </a:lnTo>
                <a:lnTo>
                  <a:pt x="641960" y="44298"/>
                </a:lnTo>
                <a:close/>
                <a:moveTo>
                  <a:pt x="774636" y="45373"/>
                </a:moveTo>
                <a:lnTo>
                  <a:pt x="805439" y="45373"/>
                </a:lnTo>
                <a:lnTo>
                  <a:pt x="805439" y="56130"/>
                </a:lnTo>
                <a:lnTo>
                  <a:pt x="787935" y="56130"/>
                </a:lnTo>
                <a:cubicBezTo>
                  <a:pt x="791065" y="59390"/>
                  <a:pt x="793281" y="62291"/>
                  <a:pt x="794585" y="64833"/>
                </a:cubicBezTo>
                <a:cubicBezTo>
                  <a:pt x="796150" y="68419"/>
                  <a:pt x="796932" y="72102"/>
                  <a:pt x="796932" y="75883"/>
                </a:cubicBezTo>
                <a:cubicBezTo>
                  <a:pt x="796932" y="82467"/>
                  <a:pt x="795139" y="88106"/>
                  <a:pt x="791554" y="92800"/>
                </a:cubicBezTo>
                <a:cubicBezTo>
                  <a:pt x="787838" y="97690"/>
                  <a:pt x="782916" y="101438"/>
                  <a:pt x="776788" y="104046"/>
                </a:cubicBezTo>
                <a:cubicBezTo>
                  <a:pt x="770464" y="106784"/>
                  <a:pt x="764923" y="108153"/>
                  <a:pt x="760164" y="108153"/>
                </a:cubicBezTo>
                <a:cubicBezTo>
                  <a:pt x="759773" y="108153"/>
                  <a:pt x="755861" y="107990"/>
                  <a:pt x="748429" y="107664"/>
                </a:cubicBezTo>
                <a:cubicBezTo>
                  <a:pt x="745496" y="107729"/>
                  <a:pt x="743051" y="108674"/>
                  <a:pt x="741095" y="110500"/>
                </a:cubicBezTo>
                <a:cubicBezTo>
                  <a:pt x="739009" y="112521"/>
                  <a:pt x="737999" y="114835"/>
                  <a:pt x="738064" y="117443"/>
                </a:cubicBezTo>
                <a:cubicBezTo>
                  <a:pt x="737999" y="119855"/>
                  <a:pt x="738911" y="121778"/>
                  <a:pt x="740802" y="123212"/>
                </a:cubicBezTo>
                <a:cubicBezTo>
                  <a:pt x="742562" y="124712"/>
                  <a:pt x="745463" y="125461"/>
                  <a:pt x="749505" y="125461"/>
                </a:cubicBezTo>
                <a:lnTo>
                  <a:pt x="766422" y="125266"/>
                </a:lnTo>
                <a:cubicBezTo>
                  <a:pt x="780047" y="125266"/>
                  <a:pt x="789467" y="126765"/>
                  <a:pt x="794683" y="129764"/>
                </a:cubicBezTo>
                <a:cubicBezTo>
                  <a:pt x="801984" y="134001"/>
                  <a:pt x="805668" y="140423"/>
                  <a:pt x="805733" y="149028"/>
                </a:cubicBezTo>
                <a:cubicBezTo>
                  <a:pt x="805733" y="154634"/>
                  <a:pt x="804038" y="159654"/>
                  <a:pt x="800648" y="164087"/>
                </a:cubicBezTo>
                <a:cubicBezTo>
                  <a:pt x="797193" y="168716"/>
                  <a:pt x="792727" y="172073"/>
                  <a:pt x="787251" y="174159"/>
                </a:cubicBezTo>
                <a:cubicBezTo>
                  <a:pt x="778841" y="177419"/>
                  <a:pt x="769160" y="179016"/>
                  <a:pt x="758208" y="178951"/>
                </a:cubicBezTo>
                <a:cubicBezTo>
                  <a:pt x="749929" y="179016"/>
                  <a:pt x="742432" y="178201"/>
                  <a:pt x="735717" y="176506"/>
                </a:cubicBezTo>
                <a:cubicBezTo>
                  <a:pt x="728937" y="174942"/>
                  <a:pt x="724080" y="172725"/>
                  <a:pt x="721147" y="169857"/>
                </a:cubicBezTo>
                <a:cubicBezTo>
                  <a:pt x="718213" y="167054"/>
                  <a:pt x="716746" y="164087"/>
                  <a:pt x="716746" y="160958"/>
                </a:cubicBezTo>
                <a:cubicBezTo>
                  <a:pt x="716746" y="158024"/>
                  <a:pt x="717887" y="155319"/>
                  <a:pt x="720169" y="152842"/>
                </a:cubicBezTo>
                <a:cubicBezTo>
                  <a:pt x="722320" y="150560"/>
                  <a:pt x="726492" y="148572"/>
                  <a:pt x="732686" y="146877"/>
                </a:cubicBezTo>
                <a:cubicBezTo>
                  <a:pt x="724145" y="142704"/>
                  <a:pt x="719908" y="136902"/>
                  <a:pt x="719973" y="129471"/>
                </a:cubicBezTo>
                <a:cubicBezTo>
                  <a:pt x="719973" y="124972"/>
                  <a:pt x="721701" y="120604"/>
                  <a:pt x="725156" y="116367"/>
                </a:cubicBezTo>
                <a:cubicBezTo>
                  <a:pt x="728546" y="112195"/>
                  <a:pt x="734022" y="108511"/>
                  <a:pt x="741584" y="105317"/>
                </a:cubicBezTo>
                <a:cubicBezTo>
                  <a:pt x="732848" y="102123"/>
                  <a:pt x="726525" y="97918"/>
                  <a:pt x="722613" y="92702"/>
                </a:cubicBezTo>
                <a:cubicBezTo>
                  <a:pt x="718702" y="87552"/>
                  <a:pt x="716746" y="81522"/>
                  <a:pt x="716746" y="74612"/>
                </a:cubicBezTo>
                <a:cubicBezTo>
                  <a:pt x="716681" y="65746"/>
                  <a:pt x="720332" y="57988"/>
                  <a:pt x="727698" y="51338"/>
                </a:cubicBezTo>
                <a:cubicBezTo>
                  <a:pt x="735000" y="44819"/>
                  <a:pt x="744387" y="41560"/>
                  <a:pt x="755861" y="41560"/>
                </a:cubicBezTo>
                <a:cubicBezTo>
                  <a:pt x="761924" y="41560"/>
                  <a:pt x="768182" y="42831"/>
                  <a:pt x="774636" y="45373"/>
                </a:cubicBezTo>
                <a:moveTo>
                  <a:pt x="757719" y="47622"/>
                </a:moveTo>
                <a:cubicBezTo>
                  <a:pt x="753873" y="47622"/>
                  <a:pt x="750678" y="49513"/>
                  <a:pt x="748136" y="53294"/>
                </a:cubicBezTo>
                <a:cubicBezTo>
                  <a:pt x="745463" y="57140"/>
                  <a:pt x="744159" y="65061"/>
                  <a:pt x="744224" y="77056"/>
                </a:cubicBezTo>
                <a:cubicBezTo>
                  <a:pt x="744159" y="86770"/>
                  <a:pt x="745463" y="93420"/>
                  <a:pt x="748136" y="97005"/>
                </a:cubicBezTo>
                <a:cubicBezTo>
                  <a:pt x="750678" y="100656"/>
                  <a:pt x="753710" y="102481"/>
                  <a:pt x="757230" y="102481"/>
                </a:cubicBezTo>
                <a:cubicBezTo>
                  <a:pt x="761076" y="102546"/>
                  <a:pt x="764336" y="100754"/>
                  <a:pt x="767009" y="97103"/>
                </a:cubicBezTo>
                <a:cubicBezTo>
                  <a:pt x="769617" y="93517"/>
                  <a:pt x="770920" y="86542"/>
                  <a:pt x="770920" y="76176"/>
                </a:cubicBezTo>
                <a:cubicBezTo>
                  <a:pt x="770920" y="64572"/>
                  <a:pt x="769454" y="56619"/>
                  <a:pt x="766520" y="52316"/>
                </a:cubicBezTo>
                <a:cubicBezTo>
                  <a:pt x="764434" y="49187"/>
                  <a:pt x="761500" y="47622"/>
                  <a:pt x="757719" y="47622"/>
                </a:cubicBezTo>
                <a:moveTo>
                  <a:pt x="751950" y="149224"/>
                </a:moveTo>
                <a:cubicBezTo>
                  <a:pt x="745300" y="149289"/>
                  <a:pt x="740900" y="149843"/>
                  <a:pt x="738748" y="150886"/>
                </a:cubicBezTo>
                <a:cubicBezTo>
                  <a:pt x="735032" y="152972"/>
                  <a:pt x="733174" y="155710"/>
                  <a:pt x="733174" y="159100"/>
                </a:cubicBezTo>
                <a:cubicBezTo>
                  <a:pt x="733174" y="162490"/>
                  <a:pt x="735098" y="165489"/>
                  <a:pt x="738944" y="168097"/>
                </a:cubicBezTo>
                <a:cubicBezTo>
                  <a:pt x="742725" y="170835"/>
                  <a:pt x="749961" y="172204"/>
                  <a:pt x="760653" y="172204"/>
                </a:cubicBezTo>
                <a:cubicBezTo>
                  <a:pt x="769714" y="172269"/>
                  <a:pt x="776853" y="171063"/>
                  <a:pt x="782068" y="168586"/>
                </a:cubicBezTo>
                <a:cubicBezTo>
                  <a:pt x="787218" y="166239"/>
                  <a:pt x="789793" y="162849"/>
                  <a:pt x="789793" y="158416"/>
                </a:cubicBezTo>
                <a:cubicBezTo>
                  <a:pt x="789793" y="156786"/>
                  <a:pt x="789304" y="155417"/>
                  <a:pt x="788327" y="154309"/>
                </a:cubicBezTo>
                <a:cubicBezTo>
                  <a:pt x="786566" y="152353"/>
                  <a:pt x="783926" y="151016"/>
                  <a:pt x="780406" y="150299"/>
                </a:cubicBezTo>
                <a:cubicBezTo>
                  <a:pt x="776755" y="149647"/>
                  <a:pt x="767270" y="149289"/>
                  <a:pt x="751950" y="149224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Decision">
            <a:extLst xmlns:a="http://schemas.openxmlformats.org/drawingml/2006/main">
              <a:ext uri="{FF2B5EF4-FFF2-40B4-BE49-F238E27FC236}">
                <a16:creationId xmlns:a16="http://schemas.microsoft.com/office/drawing/2014/main" id="{470EF934-51C8-4069-B73C-D9BC6D72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0771" y="2129950"/>
            <a:ext cx="733347" cy="138532"/>
          </a:xfrm>
          <a:custGeom xmlns:a="http://schemas.openxmlformats.org/drawingml/2006/main">
            <a:pathLst>
              <a:path w="733347" h="138532">
                <a:moveTo>
                  <a:pt x="0" y="135729"/>
                </a:moveTo>
                <a:lnTo>
                  <a:pt x="0" y="132111"/>
                </a:lnTo>
                <a:lnTo>
                  <a:pt x="4400" y="132111"/>
                </a:lnTo>
                <a:cubicBezTo>
                  <a:pt x="8182" y="132176"/>
                  <a:pt x="11148" y="131557"/>
                  <a:pt x="13299" y="130253"/>
                </a:cubicBezTo>
                <a:cubicBezTo>
                  <a:pt x="15320" y="129079"/>
                  <a:pt x="16819" y="127450"/>
                  <a:pt x="17797" y="125363"/>
                </a:cubicBezTo>
                <a:cubicBezTo>
                  <a:pt x="18384" y="123994"/>
                  <a:pt x="18677" y="119887"/>
                  <a:pt x="18677" y="113042"/>
                </a:cubicBezTo>
                <a:lnTo>
                  <a:pt x="18677" y="25816"/>
                </a:lnTo>
                <a:cubicBezTo>
                  <a:pt x="18612" y="19101"/>
                  <a:pt x="18254" y="14864"/>
                  <a:pt x="17602" y="13104"/>
                </a:cubicBezTo>
                <a:cubicBezTo>
                  <a:pt x="16885" y="11474"/>
                  <a:pt x="15450" y="9974"/>
                  <a:pt x="13299" y="8605"/>
                </a:cubicBezTo>
                <a:cubicBezTo>
                  <a:pt x="11017" y="7367"/>
                  <a:pt x="8051" y="6747"/>
                  <a:pt x="4400" y="6747"/>
                </a:cubicBezTo>
                <a:lnTo>
                  <a:pt x="0" y="6747"/>
                </a:lnTo>
                <a:lnTo>
                  <a:pt x="0" y="3129"/>
                </a:lnTo>
                <a:lnTo>
                  <a:pt x="59357" y="3129"/>
                </a:lnTo>
                <a:cubicBezTo>
                  <a:pt x="75133" y="3129"/>
                  <a:pt x="87878" y="5281"/>
                  <a:pt x="97592" y="9583"/>
                </a:cubicBezTo>
                <a:cubicBezTo>
                  <a:pt x="109326" y="14929"/>
                  <a:pt x="118290" y="22915"/>
                  <a:pt x="124483" y="33541"/>
                </a:cubicBezTo>
                <a:cubicBezTo>
                  <a:pt x="130546" y="44233"/>
                  <a:pt x="133578" y="56326"/>
                  <a:pt x="133578" y="69820"/>
                </a:cubicBezTo>
                <a:cubicBezTo>
                  <a:pt x="133578" y="79143"/>
                  <a:pt x="132078" y="87715"/>
                  <a:pt x="129079" y="95538"/>
                </a:cubicBezTo>
                <a:cubicBezTo>
                  <a:pt x="126015" y="103492"/>
                  <a:pt x="122136" y="109978"/>
                  <a:pt x="117443" y="114998"/>
                </a:cubicBezTo>
                <a:cubicBezTo>
                  <a:pt x="112618" y="120213"/>
                  <a:pt x="107142" y="124320"/>
                  <a:pt x="101014" y="127319"/>
                </a:cubicBezTo>
                <a:cubicBezTo>
                  <a:pt x="94756" y="130514"/>
                  <a:pt x="87129" y="132926"/>
                  <a:pt x="78132" y="134555"/>
                </a:cubicBezTo>
                <a:cubicBezTo>
                  <a:pt x="74090" y="135338"/>
                  <a:pt x="67832" y="135729"/>
                  <a:pt x="59357" y="135729"/>
                </a:cubicBezTo>
                <a:lnTo>
                  <a:pt x="0" y="135729"/>
                </a:lnTo>
                <a:moveTo>
                  <a:pt x="50556" y="10659"/>
                </a:moveTo>
                <a:lnTo>
                  <a:pt x="50556" y="114118"/>
                </a:lnTo>
                <a:cubicBezTo>
                  <a:pt x="50556" y="119594"/>
                  <a:pt x="50817" y="122951"/>
                  <a:pt x="51338" y="124190"/>
                </a:cubicBezTo>
                <a:cubicBezTo>
                  <a:pt x="51795" y="125494"/>
                  <a:pt x="52675" y="126439"/>
                  <a:pt x="53979" y="127026"/>
                </a:cubicBezTo>
                <a:cubicBezTo>
                  <a:pt x="55739" y="128004"/>
                  <a:pt x="58281" y="128493"/>
                  <a:pt x="61606" y="128493"/>
                </a:cubicBezTo>
                <a:cubicBezTo>
                  <a:pt x="72428" y="128493"/>
                  <a:pt x="80740" y="124777"/>
                  <a:pt x="86542" y="117345"/>
                </a:cubicBezTo>
                <a:cubicBezTo>
                  <a:pt x="94365" y="107305"/>
                  <a:pt x="98276" y="91725"/>
                  <a:pt x="98276" y="70603"/>
                </a:cubicBezTo>
                <a:cubicBezTo>
                  <a:pt x="98276" y="53588"/>
                  <a:pt x="95603" y="39995"/>
                  <a:pt x="90258" y="29825"/>
                </a:cubicBezTo>
                <a:cubicBezTo>
                  <a:pt x="86020" y="21937"/>
                  <a:pt x="80577" y="16526"/>
                  <a:pt x="73927" y="13592"/>
                </a:cubicBezTo>
                <a:cubicBezTo>
                  <a:pt x="69168" y="11572"/>
                  <a:pt x="61378" y="10594"/>
                  <a:pt x="50556" y="10659"/>
                </a:cubicBezTo>
                <a:close/>
                <a:moveTo>
                  <a:pt x="230000" y="86737"/>
                </a:moveTo>
                <a:lnTo>
                  <a:pt x="179835" y="86737"/>
                </a:lnTo>
                <a:cubicBezTo>
                  <a:pt x="180421" y="98863"/>
                  <a:pt x="183648" y="108446"/>
                  <a:pt x="189516" y="115487"/>
                </a:cubicBezTo>
                <a:cubicBezTo>
                  <a:pt x="193949" y="120898"/>
                  <a:pt x="199360" y="123603"/>
                  <a:pt x="205748" y="123603"/>
                </a:cubicBezTo>
                <a:cubicBezTo>
                  <a:pt x="209595" y="123668"/>
                  <a:pt x="213148" y="122560"/>
                  <a:pt x="216407" y="120279"/>
                </a:cubicBezTo>
                <a:cubicBezTo>
                  <a:pt x="219602" y="118127"/>
                  <a:pt x="223024" y="114216"/>
                  <a:pt x="226675" y="108544"/>
                </a:cubicBezTo>
                <a:lnTo>
                  <a:pt x="230000" y="110695"/>
                </a:lnTo>
                <a:cubicBezTo>
                  <a:pt x="224980" y="120800"/>
                  <a:pt x="219504" y="127939"/>
                  <a:pt x="213571" y="132111"/>
                </a:cubicBezTo>
                <a:cubicBezTo>
                  <a:pt x="207574" y="136348"/>
                  <a:pt x="200631" y="138467"/>
                  <a:pt x="192743" y="138467"/>
                </a:cubicBezTo>
                <a:cubicBezTo>
                  <a:pt x="179118" y="138532"/>
                  <a:pt x="168850" y="133317"/>
                  <a:pt x="161940" y="122821"/>
                </a:cubicBezTo>
                <a:cubicBezTo>
                  <a:pt x="156333" y="114411"/>
                  <a:pt x="153530" y="103981"/>
                  <a:pt x="153530" y="91529"/>
                </a:cubicBezTo>
                <a:cubicBezTo>
                  <a:pt x="153465" y="76339"/>
                  <a:pt x="157604" y="64181"/>
                  <a:pt x="165949" y="55054"/>
                </a:cubicBezTo>
                <a:cubicBezTo>
                  <a:pt x="174163" y="46058"/>
                  <a:pt x="183811" y="41560"/>
                  <a:pt x="194894" y="41560"/>
                </a:cubicBezTo>
                <a:cubicBezTo>
                  <a:pt x="204151" y="41625"/>
                  <a:pt x="212202" y="45406"/>
                  <a:pt x="219047" y="52903"/>
                </a:cubicBezTo>
                <a:cubicBezTo>
                  <a:pt x="225762" y="60530"/>
                  <a:pt x="229413" y="71809"/>
                  <a:pt x="230000" y="86737"/>
                </a:cubicBezTo>
                <a:moveTo>
                  <a:pt x="205944" y="80186"/>
                </a:moveTo>
                <a:cubicBezTo>
                  <a:pt x="205879" y="69755"/>
                  <a:pt x="205325" y="62551"/>
                  <a:pt x="204282" y="58575"/>
                </a:cubicBezTo>
                <a:cubicBezTo>
                  <a:pt x="203108" y="54728"/>
                  <a:pt x="201315" y="51762"/>
                  <a:pt x="198903" y="49676"/>
                </a:cubicBezTo>
                <a:cubicBezTo>
                  <a:pt x="197469" y="48503"/>
                  <a:pt x="195644" y="47916"/>
                  <a:pt x="193427" y="47916"/>
                </a:cubicBezTo>
                <a:cubicBezTo>
                  <a:pt x="189972" y="47916"/>
                  <a:pt x="187201" y="49578"/>
                  <a:pt x="185115" y="52903"/>
                </a:cubicBezTo>
                <a:cubicBezTo>
                  <a:pt x="181269" y="58770"/>
                  <a:pt x="179346" y="66724"/>
                  <a:pt x="179346" y="76763"/>
                </a:cubicBezTo>
                <a:lnTo>
                  <a:pt x="179346" y="80186"/>
                </a:lnTo>
                <a:lnTo>
                  <a:pt x="205944" y="80186"/>
                </a:lnTo>
                <a:close/>
                <a:moveTo>
                  <a:pt x="316172" y="112162"/>
                </a:moveTo>
                <a:lnTo>
                  <a:pt x="319203" y="114509"/>
                </a:lnTo>
                <a:cubicBezTo>
                  <a:pt x="314835" y="122658"/>
                  <a:pt x="309490" y="128656"/>
                  <a:pt x="303166" y="132502"/>
                </a:cubicBezTo>
                <a:cubicBezTo>
                  <a:pt x="296712" y="136544"/>
                  <a:pt x="289867" y="138532"/>
                  <a:pt x="282631" y="138467"/>
                </a:cubicBezTo>
                <a:cubicBezTo>
                  <a:pt x="270375" y="138467"/>
                  <a:pt x="260628" y="133871"/>
                  <a:pt x="253392" y="124679"/>
                </a:cubicBezTo>
                <a:cubicBezTo>
                  <a:pt x="246026" y="115487"/>
                  <a:pt x="242375" y="104437"/>
                  <a:pt x="242440" y="91529"/>
                </a:cubicBezTo>
                <a:cubicBezTo>
                  <a:pt x="242440" y="79143"/>
                  <a:pt x="245765" y="68190"/>
                  <a:pt x="252414" y="58672"/>
                </a:cubicBezTo>
                <a:cubicBezTo>
                  <a:pt x="260433" y="47264"/>
                  <a:pt x="271483" y="41560"/>
                  <a:pt x="285564" y="41560"/>
                </a:cubicBezTo>
                <a:cubicBezTo>
                  <a:pt x="295017" y="41560"/>
                  <a:pt x="302547" y="43939"/>
                  <a:pt x="308153" y="48698"/>
                </a:cubicBezTo>
                <a:cubicBezTo>
                  <a:pt x="313694" y="53522"/>
                  <a:pt x="316465" y="58835"/>
                  <a:pt x="316465" y="64637"/>
                </a:cubicBezTo>
                <a:cubicBezTo>
                  <a:pt x="316465" y="68353"/>
                  <a:pt x="315357" y="71320"/>
                  <a:pt x="313140" y="73536"/>
                </a:cubicBezTo>
                <a:cubicBezTo>
                  <a:pt x="310793" y="75818"/>
                  <a:pt x="307827" y="76926"/>
                  <a:pt x="304242" y="76861"/>
                </a:cubicBezTo>
                <a:cubicBezTo>
                  <a:pt x="300330" y="76861"/>
                  <a:pt x="297168" y="75590"/>
                  <a:pt x="294756" y="73047"/>
                </a:cubicBezTo>
                <a:cubicBezTo>
                  <a:pt x="292214" y="70570"/>
                  <a:pt x="290649" y="66039"/>
                  <a:pt x="290063" y="59455"/>
                </a:cubicBezTo>
                <a:cubicBezTo>
                  <a:pt x="289606" y="55413"/>
                  <a:pt x="288661" y="52544"/>
                  <a:pt x="287227" y="50849"/>
                </a:cubicBezTo>
                <a:cubicBezTo>
                  <a:pt x="285727" y="49220"/>
                  <a:pt x="283967" y="48405"/>
                  <a:pt x="281946" y="48405"/>
                </a:cubicBezTo>
                <a:cubicBezTo>
                  <a:pt x="278817" y="48405"/>
                  <a:pt x="276144" y="50067"/>
                  <a:pt x="273928" y="53392"/>
                </a:cubicBezTo>
                <a:cubicBezTo>
                  <a:pt x="270472" y="58412"/>
                  <a:pt x="268777" y="66104"/>
                  <a:pt x="268843" y="76470"/>
                </a:cubicBezTo>
                <a:cubicBezTo>
                  <a:pt x="268843" y="85075"/>
                  <a:pt x="270212" y="93289"/>
                  <a:pt x="272950" y="101112"/>
                </a:cubicBezTo>
                <a:cubicBezTo>
                  <a:pt x="275623" y="109066"/>
                  <a:pt x="279371" y="114933"/>
                  <a:pt x="284195" y="118714"/>
                </a:cubicBezTo>
                <a:cubicBezTo>
                  <a:pt x="287781" y="121582"/>
                  <a:pt x="292018" y="122984"/>
                  <a:pt x="296908" y="122919"/>
                </a:cubicBezTo>
                <a:cubicBezTo>
                  <a:pt x="300102" y="122919"/>
                  <a:pt x="303133" y="122169"/>
                  <a:pt x="306002" y="120670"/>
                </a:cubicBezTo>
                <a:cubicBezTo>
                  <a:pt x="308805" y="119235"/>
                  <a:pt x="312195" y="116400"/>
                  <a:pt x="316172" y="112162"/>
                </a:cubicBezTo>
                <a:close/>
                <a:moveTo>
                  <a:pt x="352473" y="0"/>
                </a:moveTo>
                <a:cubicBezTo>
                  <a:pt x="356645" y="0"/>
                  <a:pt x="360230" y="1467"/>
                  <a:pt x="363229" y="4400"/>
                </a:cubicBezTo>
                <a:cubicBezTo>
                  <a:pt x="366163" y="7464"/>
                  <a:pt x="367630" y="11050"/>
                  <a:pt x="367630" y="15157"/>
                </a:cubicBezTo>
                <a:cubicBezTo>
                  <a:pt x="367630" y="19395"/>
                  <a:pt x="366163" y="22947"/>
                  <a:pt x="363229" y="25816"/>
                </a:cubicBezTo>
                <a:cubicBezTo>
                  <a:pt x="360165" y="28750"/>
                  <a:pt x="356580" y="30216"/>
                  <a:pt x="352473" y="30216"/>
                </a:cubicBezTo>
                <a:cubicBezTo>
                  <a:pt x="348235" y="30216"/>
                  <a:pt x="344682" y="28750"/>
                  <a:pt x="341814" y="25816"/>
                </a:cubicBezTo>
                <a:cubicBezTo>
                  <a:pt x="338880" y="22947"/>
                  <a:pt x="337413" y="19395"/>
                  <a:pt x="337413" y="15157"/>
                </a:cubicBezTo>
                <a:cubicBezTo>
                  <a:pt x="337413" y="11050"/>
                  <a:pt x="338880" y="7464"/>
                  <a:pt x="341814" y="4400"/>
                </a:cubicBezTo>
                <a:cubicBezTo>
                  <a:pt x="344682" y="1467"/>
                  <a:pt x="348235" y="0"/>
                  <a:pt x="352473" y="0"/>
                </a:cubicBezTo>
                <a:moveTo>
                  <a:pt x="366163" y="44298"/>
                </a:moveTo>
                <a:lnTo>
                  <a:pt x="366163" y="116758"/>
                </a:lnTo>
                <a:cubicBezTo>
                  <a:pt x="366163" y="123212"/>
                  <a:pt x="366913" y="127319"/>
                  <a:pt x="368412" y="129079"/>
                </a:cubicBezTo>
                <a:cubicBezTo>
                  <a:pt x="369846" y="130970"/>
                  <a:pt x="372780" y="132013"/>
                  <a:pt x="377213" y="132209"/>
                </a:cubicBezTo>
                <a:lnTo>
                  <a:pt x="377213" y="135729"/>
                </a:lnTo>
                <a:lnTo>
                  <a:pt x="327830" y="135729"/>
                </a:lnTo>
                <a:lnTo>
                  <a:pt x="327830" y="132209"/>
                </a:lnTo>
                <a:cubicBezTo>
                  <a:pt x="331807" y="132143"/>
                  <a:pt x="334806" y="130970"/>
                  <a:pt x="336827" y="128688"/>
                </a:cubicBezTo>
                <a:cubicBezTo>
                  <a:pt x="338065" y="127254"/>
                  <a:pt x="338717" y="123277"/>
                  <a:pt x="338782" y="116758"/>
                </a:cubicBezTo>
                <a:lnTo>
                  <a:pt x="338782" y="63366"/>
                </a:lnTo>
                <a:cubicBezTo>
                  <a:pt x="338717" y="56977"/>
                  <a:pt x="337967" y="52838"/>
                  <a:pt x="336533" y="50947"/>
                </a:cubicBezTo>
                <a:cubicBezTo>
                  <a:pt x="335034" y="49252"/>
                  <a:pt x="332133" y="48242"/>
                  <a:pt x="327830" y="47916"/>
                </a:cubicBezTo>
                <a:lnTo>
                  <a:pt x="327830" y="44298"/>
                </a:lnTo>
                <a:lnTo>
                  <a:pt x="366163" y="44298"/>
                </a:lnTo>
                <a:close/>
                <a:moveTo>
                  <a:pt x="447602" y="41755"/>
                </a:moveTo>
                <a:lnTo>
                  <a:pt x="449068" y="72949"/>
                </a:lnTo>
                <a:lnTo>
                  <a:pt x="445744" y="72949"/>
                </a:lnTo>
                <a:cubicBezTo>
                  <a:pt x="441702" y="63757"/>
                  <a:pt x="437595" y="57434"/>
                  <a:pt x="433422" y="53979"/>
                </a:cubicBezTo>
                <a:cubicBezTo>
                  <a:pt x="429055" y="50589"/>
                  <a:pt x="424785" y="48894"/>
                  <a:pt x="420612" y="48894"/>
                </a:cubicBezTo>
                <a:cubicBezTo>
                  <a:pt x="417874" y="48894"/>
                  <a:pt x="415593" y="49774"/>
                  <a:pt x="413767" y="51534"/>
                </a:cubicBezTo>
                <a:cubicBezTo>
                  <a:pt x="411877" y="53425"/>
                  <a:pt x="410931" y="55511"/>
                  <a:pt x="410931" y="57792"/>
                </a:cubicBezTo>
                <a:cubicBezTo>
                  <a:pt x="410931" y="59553"/>
                  <a:pt x="411583" y="61248"/>
                  <a:pt x="412887" y="62877"/>
                </a:cubicBezTo>
                <a:cubicBezTo>
                  <a:pt x="414908" y="65550"/>
                  <a:pt x="420743" y="70114"/>
                  <a:pt x="430391" y="76568"/>
                </a:cubicBezTo>
                <a:cubicBezTo>
                  <a:pt x="439974" y="83152"/>
                  <a:pt x="446298" y="88661"/>
                  <a:pt x="449362" y="93094"/>
                </a:cubicBezTo>
                <a:cubicBezTo>
                  <a:pt x="452361" y="97722"/>
                  <a:pt x="453860" y="102807"/>
                  <a:pt x="453860" y="108348"/>
                </a:cubicBezTo>
                <a:cubicBezTo>
                  <a:pt x="453860" y="113433"/>
                  <a:pt x="452589" y="118421"/>
                  <a:pt x="450046" y="123310"/>
                </a:cubicBezTo>
                <a:cubicBezTo>
                  <a:pt x="447439" y="128199"/>
                  <a:pt x="443853" y="131948"/>
                  <a:pt x="439290" y="134555"/>
                </a:cubicBezTo>
                <a:cubicBezTo>
                  <a:pt x="434596" y="137228"/>
                  <a:pt x="429478" y="138532"/>
                  <a:pt x="423937" y="138467"/>
                </a:cubicBezTo>
                <a:cubicBezTo>
                  <a:pt x="419504" y="138467"/>
                  <a:pt x="413669" y="137098"/>
                  <a:pt x="406433" y="134360"/>
                </a:cubicBezTo>
                <a:cubicBezTo>
                  <a:pt x="404412" y="133708"/>
                  <a:pt x="403076" y="133349"/>
                  <a:pt x="402424" y="133284"/>
                </a:cubicBezTo>
                <a:cubicBezTo>
                  <a:pt x="400273" y="133349"/>
                  <a:pt x="398480" y="134979"/>
                  <a:pt x="397046" y="138174"/>
                </a:cubicBezTo>
                <a:lnTo>
                  <a:pt x="393819" y="138174"/>
                </a:lnTo>
                <a:lnTo>
                  <a:pt x="392254" y="105317"/>
                </a:lnTo>
                <a:lnTo>
                  <a:pt x="395579" y="105317"/>
                </a:lnTo>
                <a:cubicBezTo>
                  <a:pt x="398447" y="113922"/>
                  <a:pt x="402489" y="120376"/>
                  <a:pt x="407704" y="124679"/>
                </a:cubicBezTo>
                <a:cubicBezTo>
                  <a:pt x="412724" y="128982"/>
                  <a:pt x="417548" y="131133"/>
                  <a:pt x="422177" y="131133"/>
                </a:cubicBezTo>
                <a:cubicBezTo>
                  <a:pt x="425241" y="131133"/>
                  <a:pt x="427816" y="130155"/>
                  <a:pt x="429902" y="128199"/>
                </a:cubicBezTo>
                <a:cubicBezTo>
                  <a:pt x="431858" y="126374"/>
                  <a:pt x="432836" y="124060"/>
                  <a:pt x="432836" y="121256"/>
                </a:cubicBezTo>
                <a:cubicBezTo>
                  <a:pt x="432836" y="118127"/>
                  <a:pt x="431858" y="115422"/>
                  <a:pt x="429902" y="113140"/>
                </a:cubicBezTo>
                <a:cubicBezTo>
                  <a:pt x="427881" y="110924"/>
                  <a:pt x="423513" y="107468"/>
                  <a:pt x="416799" y="102775"/>
                </a:cubicBezTo>
                <a:cubicBezTo>
                  <a:pt x="406824" y="95864"/>
                  <a:pt x="400370" y="90584"/>
                  <a:pt x="397437" y="86933"/>
                </a:cubicBezTo>
                <a:cubicBezTo>
                  <a:pt x="393134" y="81587"/>
                  <a:pt x="390983" y="75687"/>
                  <a:pt x="390983" y="69233"/>
                </a:cubicBezTo>
                <a:cubicBezTo>
                  <a:pt x="390983" y="62258"/>
                  <a:pt x="393427" y="55869"/>
                  <a:pt x="398317" y="50067"/>
                </a:cubicBezTo>
                <a:cubicBezTo>
                  <a:pt x="403076" y="44395"/>
                  <a:pt x="410084" y="41560"/>
                  <a:pt x="419341" y="41560"/>
                </a:cubicBezTo>
                <a:cubicBezTo>
                  <a:pt x="424296" y="41560"/>
                  <a:pt x="429087" y="42766"/>
                  <a:pt x="433716" y="45178"/>
                </a:cubicBezTo>
                <a:cubicBezTo>
                  <a:pt x="435476" y="46156"/>
                  <a:pt x="436910" y="46645"/>
                  <a:pt x="438018" y="46645"/>
                </a:cubicBezTo>
                <a:cubicBezTo>
                  <a:pt x="439192" y="46645"/>
                  <a:pt x="440137" y="46384"/>
                  <a:pt x="440854" y="45862"/>
                </a:cubicBezTo>
                <a:cubicBezTo>
                  <a:pt x="441506" y="45406"/>
                  <a:pt x="442647" y="44037"/>
                  <a:pt x="444277" y="41755"/>
                </a:cubicBezTo>
                <a:lnTo>
                  <a:pt x="447602" y="41755"/>
                </a:lnTo>
                <a:close/>
                <a:moveTo>
                  <a:pt x="493403" y="0"/>
                </a:moveTo>
                <a:cubicBezTo>
                  <a:pt x="497575" y="0"/>
                  <a:pt x="501161" y="1467"/>
                  <a:pt x="504160" y="4400"/>
                </a:cubicBezTo>
                <a:cubicBezTo>
                  <a:pt x="507093" y="7464"/>
                  <a:pt x="508560" y="11050"/>
                  <a:pt x="508560" y="15157"/>
                </a:cubicBezTo>
                <a:cubicBezTo>
                  <a:pt x="508560" y="19395"/>
                  <a:pt x="507093" y="22947"/>
                  <a:pt x="504160" y="25816"/>
                </a:cubicBezTo>
                <a:cubicBezTo>
                  <a:pt x="501096" y="28750"/>
                  <a:pt x="497510" y="30216"/>
                  <a:pt x="493403" y="30216"/>
                </a:cubicBezTo>
                <a:cubicBezTo>
                  <a:pt x="489166" y="30216"/>
                  <a:pt x="485613" y="28750"/>
                  <a:pt x="482744" y="25816"/>
                </a:cubicBezTo>
                <a:cubicBezTo>
                  <a:pt x="479811" y="22947"/>
                  <a:pt x="478344" y="19395"/>
                  <a:pt x="478344" y="15157"/>
                </a:cubicBezTo>
                <a:cubicBezTo>
                  <a:pt x="478344" y="11050"/>
                  <a:pt x="479811" y="7464"/>
                  <a:pt x="482744" y="4400"/>
                </a:cubicBezTo>
                <a:cubicBezTo>
                  <a:pt x="485613" y="1467"/>
                  <a:pt x="489166" y="0"/>
                  <a:pt x="493403" y="0"/>
                </a:cubicBezTo>
                <a:moveTo>
                  <a:pt x="507093" y="44298"/>
                </a:moveTo>
                <a:lnTo>
                  <a:pt x="507093" y="116758"/>
                </a:lnTo>
                <a:cubicBezTo>
                  <a:pt x="507093" y="123212"/>
                  <a:pt x="507843" y="127319"/>
                  <a:pt x="509342" y="129079"/>
                </a:cubicBezTo>
                <a:cubicBezTo>
                  <a:pt x="510777" y="130970"/>
                  <a:pt x="513710" y="132013"/>
                  <a:pt x="518143" y="132209"/>
                </a:cubicBezTo>
                <a:lnTo>
                  <a:pt x="518143" y="135729"/>
                </a:lnTo>
                <a:lnTo>
                  <a:pt x="468761" y="135729"/>
                </a:lnTo>
                <a:lnTo>
                  <a:pt x="468761" y="132209"/>
                </a:lnTo>
                <a:cubicBezTo>
                  <a:pt x="472737" y="132143"/>
                  <a:pt x="475736" y="130970"/>
                  <a:pt x="477757" y="128688"/>
                </a:cubicBezTo>
                <a:cubicBezTo>
                  <a:pt x="478996" y="127254"/>
                  <a:pt x="479648" y="123277"/>
                  <a:pt x="479713" y="116758"/>
                </a:cubicBezTo>
                <a:lnTo>
                  <a:pt x="479713" y="63366"/>
                </a:lnTo>
                <a:cubicBezTo>
                  <a:pt x="479648" y="56977"/>
                  <a:pt x="478898" y="52838"/>
                  <a:pt x="477464" y="50947"/>
                </a:cubicBezTo>
                <a:cubicBezTo>
                  <a:pt x="475964" y="49252"/>
                  <a:pt x="473063" y="48242"/>
                  <a:pt x="468761" y="47916"/>
                </a:cubicBezTo>
                <a:lnTo>
                  <a:pt x="468761" y="44298"/>
                </a:lnTo>
                <a:lnTo>
                  <a:pt x="507093" y="44298"/>
                </a:lnTo>
                <a:close/>
                <a:moveTo>
                  <a:pt x="573864" y="41560"/>
                </a:moveTo>
                <a:cubicBezTo>
                  <a:pt x="581752" y="41560"/>
                  <a:pt x="589151" y="43613"/>
                  <a:pt x="596062" y="47720"/>
                </a:cubicBezTo>
                <a:cubicBezTo>
                  <a:pt x="602842" y="51893"/>
                  <a:pt x="608057" y="57727"/>
                  <a:pt x="611708" y="65224"/>
                </a:cubicBezTo>
                <a:cubicBezTo>
                  <a:pt x="615228" y="72786"/>
                  <a:pt x="616988" y="81066"/>
                  <a:pt x="616988" y="90062"/>
                </a:cubicBezTo>
                <a:cubicBezTo>
                  <a:pt x="616923" y="103101"/>
                  <a:pt x="613631" y="113955"/>
                  <a:pt x="607112" y="122625"/>
                </a:cubicBezTo>
                <a:cubicBezTo>
                  <a:pt x="599093" y="133186"/>
                  <a:pt x="588108" y="138467"/>
                  <a:pt x="574157" y="138467"/>
                </a:cubicBezTo>
                <a:cubicBezTo>
                  <a:pt x="560337" y="138532"/>
                  <a:pt x="549743" y="133708"/>
                  <a:pt x="542376" y="123994"/>
                </a:cubicBezTo>
                <a:cubicBezTo>
                  <a:pt x="534945" y="114346"/>
                  <a:pt x="531229" y="103166"/>
                  <a:pt x="531229" y="90453"/>
                </a:cubicBezTo>
                <a:cubicBezTo>
                  <a:pt x="531229" y="77350"/>
                  <a:pt x="535042" y="65909"/>
                  <a:pt x="542670" y="56130"/>
                </a:cubicBezTo>
                <a:cubicBezTo>
                  <a:pt x="550167" y="46482"/>
                  <a:pt x="560565" y="41625"/>
                  <a:pt x="573864" y="41560"/>
                </a:cubicBezTo>
                <a:moveTo>
                  <a:pt x="574255" y="48503"/>
                </a:moveTo>
                <a:cubicBezTo>
                  <a:pt x="570930" y="48568"/>
                  <a:pt x="568095" y="49806"/>
                  <a:pt x="565748" y="52218"/>
                </a:cubicBezTo>
                <a:cubicBezTo>
                  <a:pt x="563270" y="54826"/>
                  <a:pt x="561706" y="59781"/>
                  <a:pt x="561054" y="67082"/>
                </a:cubicBezTo>
                <a:cubicBezTo>
                  <a:pt x="560272" y="74514"/>
                  <a:pt x="559880" y="84814"/>
                  <a:pt x="559880" y="97983"/>
                </a:cubicBezTo>
                <a:cubicBezTo>
                  <a:pt x="559880" y="104958"/>
                  <a:pt x="560337" y="111478"/>
                  <a:pt x="561249" y="117540"/>
                </a:cubicBezTo>
                <a:cubicBezTo>
                  <a:pt x="561901" y="122169"/>
                  <a:pt x="563433" y="125689"/>
                  <a:pt x="565845" y="128102"/>
                </a:cubicBezTo>
                <a:cubicBezTo>
                  <a:pt x="568127" y="130579"/>
                  <a:pt x="570800" y="131785"/>
                  <a:pt x="573864" y="131720"/>
                </a:cubicBezTo>
                <a:cubicBezTo>
                  <a:pt x="576798" y="131785"/>
                  <a:pt x="579242" y="130970"/>
                  <a:pt x="581198" y="129275"/>
                </a:cubicBezTo>
                <a:cubicBezTo>
                  <a:pt x="583675" y="127124"/>
                  <a:pt x="585370" y="124027"/>
                  <a:pt x="586283" y="119985"/>
                </a:cubicBezTo>
                <a:cubicBezTo>
                  <a:pt x="587522" y="113857"/>
                  <a:pt x="588174" y="101340"/>
                  <a:pt x="588239" y="82435"/>
                </a:cubicBezTo>
                <a:cubicBezTo>
                  <a:pt x="588239" y="71417"/>
                  <a:pt x="587619" y="63790"/>
                  <a:pt x="586381" y="59553"/>
                </a:cubicBezTo>
                <a:cubicBezTo>
                  <a:pt x="585077" y="55445"/>
                  <a:pt x="583252" y="52447"/>
                  <a:pt x="580905" y="50556"/>
                </a:cubicBezTo>
                <a:cubicBezTo>
                  <a:pt x="579210" y="49187"/>
                  <a:pt x="576993" y="48503"/>
                  <a:pt x="574255" y="48503"/>
                </a:cubicBezTo>
                <a:close/>
                <a:moveTo>
                  <a:pt x="671937" y="44298"/>
                </a:moveTo>
                <a:lnTo>
                  <a:pt x="671937" y="56130"/>
                </a:lnTo>
                <a:cubicBezTo>
                  <a:pt x="676631" y="51045"/>
                  <a:pt x="681129" y="47329"/>
                  <a:pt x="685432" y="44982"/>
                </a:cubicBezTo>
                <a:cubicBezTo>
                  <a:pt x="689669" y="42766"/>
                  <a:pt x="694298" y="41625"/>
                  <a:pt x="699317" y="41560"/>
                </a:cubicBezTo>
                <a:cubicBezTo>
                  <a:pt x="705250" y="41625"/>
                  <a:pt x="710172" y="43255"/>
                  <a:pt x="714083" y="46449"/>
                </a:cubicBezTo>
                <a:cubicBezTo>
                  <a:pt x="717995" y="49774"/>
                  <a:pt x="720602" y="53881"/>
                  <a:pt x="721906" y="58770"/>
                </a:cubicBezTo>
                <a:cubicBezTo>
                  <a:pt x="722949" y="62486"/>
                  <a:pt x="723471" y="69625"/>
                  <a:pt x="723471" y="80186"/>
                </a:cubicBezTo>
                <a:lnTo>
                  <a:pt x="723471" y="115780"/>
                </a:lnTo>
                <a:cubicBezTo>
                  <a:pt x="723471" y="122886"/>
                  <a:pt x="724123" y="127254"/>
                  <a:pt x="725427" y="128884"/>
                </a:cubicBezTo>
                <a:cubicBezTo>
                  <a:pt x="726665" y="130644"/>
                  <a:pt x="729306" y="131752"/>
                  <a:pt x="733347" y="132209"/>
                </a:cubicBezTo>
                <a:lnTo>
                  <a:pt x="733347" y="135729"/>
                </a:lnTo>
                <a:lnTo>
                  <a:pt x="687094" y="135729"/>
                </a:lnTo>
                <a:lnTo>
                  <a:pt x="687094" y="132209"/>
                </a:lnTo>
                <a:cubicBezTo>
                  <a:pt x="690484" y="131817"/>
                  <a:pt x="692961" y="130383"/>
                  <a:pt x="694526" y="127906"/>
                </a:cubicBezTo>
                <a:cubicBezTo>
                  <a:pt x="695569" y="126276"/>
                  <a:pt x="696090" y="122234"/>
                  <a:pt x="696090" y="115780"/>
                </a:cubicBezTo>
                <a:lnTo>
                  <a:pt x="696090" y="75101"/>
                </a:lnTo>
                <a:cubicBezTo>
                  <a:pt x="696090" y="67604"/>
                  <a:pt x="695797" y="62877"/>
                  <a:pt x="695210" y="60922"/>
                </a:cubicBezTo>
                <a:cubicBezTo>
                  <a:pt x="694624" y="58966"/>
                  <a:pt x="693646" y="57434"/>
                  <a:pt x="692277" y="56326"/>
                </a:cubicBezTo>
                <a:cubicBezTo>
                  <a:pt x="690777" y="55282"/>
                  <a:pt x="689213" y="54761"/>
                  <a:pt x="687583" y="54761"/>
                </a:cubicBezTo>
                <a:cubicBezTo>
                  <a:pt x="681911" y="54761"/>
                  <a:pt x="676696" y="58770"/>
                  <a:pt x="671937" y="66789"/>
                </a:cubicBezTo>
                <a:lnTo>
                  <a:pt x="671937" y="115780"/>
                </a:lnTo>
                <a:cubicBezTo>
                  <a:pt x="671937" y="122625"/>
                  <a:pt x="672589" y="126961"/>
                  <a:pt x="673893" y="128786"/>
                </a:cubicBezTo>
                <a:cubicBezTo>
                  <a:pt x="675131" y="130677"/>
                  <a:pt x="677478" y="131817"/>
                  <a:pt x="680933" y="132209"/>
                </a:cubicBezTo>
                <a:lnTo>
                  <a:pt x="680933" y="135729"/>
                </a:lnTo>
                <a:lnTo>
                  <a:pt x="634680" y="135729"/>
                </a:lnTo>
                <a:lnTo>
                  <a:pt x="634680" y="132209"/>
                </a:lnTo>
                <a:cubicBezTo>
                  <a:pt x="638461" y="131817"/>
                  <a:pt x="641199" y="130579"/>
                  <a:pt x="642894" y="128493"/>
                </a:cubicBezTo>
                <a:cubicBezTo>
                  <a:pt x="643937" y="127058"/>
                  <a:pt x="644491" y="122821"/>
                  <a:pt x="644556" y="115780"/>
                </a:cubicBezTo>
                <a:lnTo>
                  <a:pt x="644556" y="64149"/>
                </a:lnTo>
                <a:cubicBezTo>
                  <a:pt x="644556" y="57238"/>
                  <a:pt x="643937" y="52936"/>
                  <a:pt x="642699" y="51241"/>
                </a:cubicBezTo>
                <a:cubicBezTo>
                  <a:pt x="641329" y="49611"/>
                  <a:pt x="638657" y="48503"/>
                  <a:pt x="634680" y="47916"/>
                </a:cubicBezTo>
                <a:lnTo>
                  <a:pt x="634680" y="44298"/>
                </a:lnTo>
                <a:lnTo>
                  <a:pt x="671937" y="44298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45112E-A737-46CF-8266-EFA7CD80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207" y="2077475"/>
            <a:ext cx="285123" cy="10"/>
          </a:xfrm>
          <a:custGeom xmlns:a="http://schemas.openxmlformats.org/drawingml/2006/main">
            <a:pathLst>
              <a:path w="285123" h="1" fill="none">
                <a:moveTo>
                  <a:pt x="0" y="0"/>
                </a:moveTo>
                <a:lnTo>
                  <a:pt x="2851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191919"/>
            </a:solidFill>
            <a:round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2498D7-EF16-4201-96FB-5B6DC3D9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330" y="2032971"/>
            <a:ext cx="89008" cy="89008"/>
          </a:xfrm>
          <a:custGeom xmlns:a="http://schemas.openxmlformats.org/drawingml/2006/main">
            <a:pathLst>
              <a:path w="89008" h="89008">
                <a:moveTo>
                  <a:pt x="0" y="0"/>
                </a:moveTo>
                <a:lnTo>
                  <a:pt x="89008" y="44504"/>
                </a:lnTo>
                <a:lnTo>
                  <a:pt x="0" y="890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B86982-4B3A-407A-9E53-1351BBA4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330" y="2032971"/>
            <a:ext cx="89008" cy="89008"/>
          </a:xfrm>
          <a:custGeom xmlns:a="http://schemas.openxmlformats.org/drawingml/2006/main">
            <a:pathLst>
              <a:path w="89008" h="89008" fill="none">
                <a:moveTo>
                  <a:pt x="0" y="0"/>
                </a:moveTo>
                <a:lnTo>
                  <a:pt x="89008" y="44504"/>
                </a:lnTo>
                <a:lnTo>
                  <a:pt x="0" y="890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17" cap="rnd">
            <a:solidFill>
              <a:srgbClr val="191919"/>
            </a:solidFill>
            <a:miter/>
          </a:ln>
        </p:spPr>
      </p:sp>
      <p:sp>
        <p:nvSpPr>
          <p:cNvPr id="124" name="Text Look-backWindow">
            <a:extLst xmlns:a="http://schemas.openxmlformats.org/drawingml/2006/main">
              <a:ext uri="{FF2B5EF4-FFF2-40B4-BE49-F238E27FC236}">
                <a16:creationId xmlns:a16="http://schemas.microsoft.com/office/drawing/2014/main" id="{140CE007-CCAA-4B97-B7B5-39D847E1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54" y="333678"/>
            <a:ext cx="1718755" cy="138760"/>
          </a:xfrm>
          <a:custGeom xmlns:a="http://schemas.openxmlformats.org/drawingml/2006/main">
            <a:pathLst>
              <a:path w="1718755" h="138760">
                <a:moveTo>
                  <a:pt x="122723" y="89182"/>
                </a:moveTo>
                <a:lnTo>
                  <a:pt x="117736" y="135729"/>
                </a:lnTo>
                <a:lnTo>
                  <a:pt x="0" y="135729"/>
                </a:lnTo>
                <a:lnTo>
                  <a:pt x="0" y="132111"/>
                </a:lnTo>
                <a:lnTo>
                  <a:pt x="4400" y="132111"/>
                </a:lnTo>
                <a:cubicBezTo>
                  <a:pt x="8182" y="132111"/>
                  <a:pt x="11278" y="131426"/>
                  <a:pt x="13690" y="130057"/>
                </a:cubicBezTo>
                <a:cubicBezTo>
                  <a:pt x="15320" y="129210"/>
                  <a:pt x="16624" y="127645"/>
                  <a:pt x="17602" y="125363"/>
                </a:cubicBezTo>
                <a:cubicBezTo>
                  <a:pt x="18254" y="123799"/>
                  <a:pt x="18612" y="119692"/>
                  <a:pt x="18677" y="113042"/>
                </a:cubicBezTo>
                <a:lnTo>
                  <a:pt x="18677" y="25816"/>
                </a:lnTo>
                <a:cubicBezTo>
                  <a:pt x="18612" y="19101"/>
                  <a:pt x="18254" y="14864"/>
                  <a:pt x="17602" y="13104"/>
                </a:cubicBezTo>
                <a:cubicBezTo>
                  <a:pt x="16885" y="11474"/>
                  <a:pt x="15450" y="9974"/>
                  <a:pt x="13299" y="8605"/>
                </a:cubicBezTo>
                <a:cubicBezTo>
                  <a:pt x="11017" y="7367"/>
                  <a:pt x="8051" y="6747"/>
                  <a:pt x="4400" y="6747"/>
                </a:cubicBezTo>
                <a:lnTo>
                  <a:pt x="0" y="6747"/>
                </a:lnTo>
                <a:lnTo>
                  <a:pt x="0" y="3129"/>
                </a:lnTo>
                <a:lnTo>
                  <a:pt x="70700" y="3129"/>
                </a:lnTo>
                <a:lnTo>
                  <a:pt x="70700" y="6747"/>
                </a:lnTo>
                <a:lnTo>
                  <a:pt x="64931" y="6747"/>
                </a:lnTo>
                <a:cubicBezTo>
                  <a:pt x="61085" y="6747"/>
                  <a:pt x="57988" y="7432"/>
                  <a:pt x="55641" y="8801"/>
                </a:cubicBezTo>
                <a:cubicBezTo>
                  <a:pt x="53946" y="9714"/>
                  <a:pt x="52610" y="11278"/>
                  <a:pt x="51632" y="13495"/>
                </a:cubicBezTo>
                <a:cubicBezTo>
                  <a:pt x="50915" y="15059"/>
                  <a:pt x="50556" y="19166"/>
                  <a:pt x="50556" y="25816"/>
                </a:cubicBezTo>
                <a:lnTo>
                  <a:pt x="50556" y="110304"/>
                </a:lnTo>
                <a:cubicBezTo>
                  <a:pt x="50556" y="117084"/>
                  <a:pt x="50947" y="121387"/>
                  <a:pt x="51730" y="123212"/>
                </a:cubicBezTo>
                <a:cubicBezTo>
                  <a:pt x="52512" y="125168"/>
                  <a:pt x="54044" y="126570"/>
                  <a:pt x="56326" y="127417"/>
                </a:cubicBezTo>
                <a:cubicBezTo>
                  <a:pt x="57955" y="128004"/>
                  <a:pt x="61899" y="128297"/>
                  <a:pt x="68158" y="128297"/>
                </a:cubicBezTo>
                <a:lnTo>
                  <a:pt x="79208" y="128297"/>
                </a:lnTo>
                <a:cubicBezTo>
                  <a:pt x="86248" y="128297"/>
                  <a:pt x="92116" y="127058"/>
                  <a:pt x="96810" y="124581"/>
                </a:cubicBezTo>
                <a:cubicBezTo>
                  <a:pt x="101503" y="122169"/>
                  <a:pt x="105578" y="118258"/>
                  <a:pt x="109033" y="112847"/>
                </a:cubicBezTo>
                <a:cubicBezTo>
                  <a:pt x="112423" y="107566"/>
                  <a:pt x="115650" y="99678"/>
                  <a:pt x="118714" y="89182"/>
                </a:cubicBezTo>
                <a:lnTo>
                  <a:pt x="122723" y="89182"/>
                </a:lnTo>
                <a:close/>
                <a:moveTo>
                  <a:pt x="179668" y="41560"/>
                </a:moveTo>
                <a:cubicBezTo>
                  <a:pt x="187556" y="41560"/>
                  <a:pt x="194955" y="43613"/>
                  <a:pt x="201866" y="47720"/>
                </a:cubicBezTo>
                <a:cubicBezTo>
                  <a:pt x="208646" y="51893"/>
                  <a:pt x="213861" y="57727"/>
                  <a:pt x="217512" y="65224"/>
                </a:cubicBezTo>
                <a:cubicBezTo>
                  <a:pt x="221032" y="72786"/>
                  <a:pt x="222792" y="81066"/>
                  <a:pt x="222792" y="90062"/>
                </a:cubicBezTo>
                <a:cubicBezTo>
                  <a:pt x="222727" y="103101"/>
                  <a:pt x="219435" y="113955"/>
                  <a:pt x="212916" y="122625"/>
                </a:cubicBezTo>
                <a:cubicBezTo>
                  <a:pt x="204897" y="133186"/>
                  <a:pt x="193912" y="138467"/>
                  <a:pt x="179961" y="138467"/>
                </a:cubicBezTo>
                <a:cubicBezTo>
                  <a:pt x="166141" y="138532"/>
                  <a:pt x="155547" y="133708"/>
                  <a:pt x="148181" y="123994"/>
                </a:cubicBezTo>
                <a:cubicBezTo>
                  <a:pt x="140749" y="114346"/>
                  <a:pt x="137033" y="103166"/>
                  <a:pt x="137033" y="90453"/>
                </a:cubicBezTo>
                <a:cubicBezTo>
                  <a:pt x="137033" y="77350"/>
                  <a:pt x="140846" y="65909"/>
                  <a:pt x="148474" y="56130"/>
                </a:cubicBezTo>
                <a:cubicBezTo>
                  <a:pt x="155971" y="46482"/>
                  <a:pt x="166369" y="41625"/>
                  <a:pt x="179668" y="41560"/>
                </a:cubicBezTo>
                <a:moveTo>
                  <a:pt x="180059" y="48503"/>
                </a:moveTo>
                <a:cubicBezTo>
                  <a:pt x="176734" y="48568"/>
                  <a:pt x="173899" y="49806"/>
                  <a:pt x="171552" y="52218"/>
                </a:cubicBezTo>
                <a:cubicBezTo>
                  <a:pt x="169074" y="54826"/>
                  <a:pt x="167510" y="59781"/>
                  <a:pt x="166858" y="67082"/>
                </a:cubicBezTo>
                <a:cubicBezTo>
                  <a:pt x="166076" y="74514"/>
                  <a:pt x="165684" y="84814"/>
                  <a:pt x="165684" y="97983"/>
                </a:cubicBezTo>
                <a:cubicBezTo>
                  <a:pt x="165684" y="104958"/>
                  <a:pt x="166141" y="111478"/>
                  <a:pt x="167053" y="117540"/>
                </a:cubicBezTo>
                <a:cubicBezTo>
                  <a:pt x="167705" y="122169"/>
                  <a:pt x="169237" y="125689"/>
                  <a:pt x="171649" y="128102"/>
                </a:cubicBezTo>
                <a:cubicBezTo>
                  <a:pt x="173931" y="130579"/>
                  <a:pt x="176604" y="131785"/>
                  <a:pt x="179668" y="131720"/>
                </a:cubicBezTo>
                <a:cubicBezTo>
                  <a:pt x="182602" y="131785"/>
                  <a:pt x="185046" y="130970"/>
                  <a:pt x="187002" y="129275"/>
                </a:cubicBezTo>
                <a:cubicBezTo>
                  <a:pt x="189479" y="127124"/>
                  <a:pt x="191174" y="124027"/>
                  <a:pt x="192087" y="119985"/>
                </a:cubicBezTo>
                <a:cubicBezTo>
                  <a:pt x="193326" y="113857"/>
                  <a:pt x="193978" y="101340"/>
                  <a:pt x="194043" y="82435"/>
                </a:cubicBezTo>
                <a:cubicBezTo>
                  <a:pt x="194043" y="71417"/>
                  <a:pt x="193423" y="63790"/>
                  <a:pt x="192185" y="59553"/>
                </a:cubicBezTo>
                <a:cubicBezTo>
                  <a:pt x="190881" y="55445"/>
                  <a:pt x="189056" y="52447"/>
                  <a:pt x="186709" y="50556"/>
                </a:cubicBezTo>
                <a:cubicBezTo>
                  <a:pt x="185014" y="49187"/>
                  <a:pt x="182797" y="48503"/>
                  <a:pt x="180059" y="48503"/>
                </a:cubicBezTo>
                <a:close/>
                <a:moveTo>
                  <a:pt x="283511" y="41560"/>
                </a:moveTo>
                <a:cubicBezTo>
                  <a:pt x="291399" y="41560"/>
                  <a:pt x="298798" y="43613"/>
                  <a:pt x="305709" y="47720"/>
                </a:cubicBezTo>
                <a:cubicBezTo>
                  <a:pt x="312489" y="51893"/>
                  <a:pt x="317704" y="57727"/>
                  <a:pt x="321355" y="65224"/>
                </a:cubicBezTo>
                <a:cubicBezTo>
                  <a:pt x="324875" y="72786"/>
                  <a:pt x="326635" y="81066"/>
                  <a:pt x="326635" y="90062"/>
                </a:cubicBezTo>
                <a:cubicBezTo>
                  <a:pt x="326570" y="103101"/>
                  <a:pt x="323278" y="113955"/>
                  <a:pt x="316759" y="122625"/>
                </a:cubicBezTo>
                <a:cubicBezTo>
                  <a:pt x="308740" y="133186"/>
                  <a:pt x="297755" y="138467"/>
                  <a:pt x="283804" y="138467"/>
                </a:cubicBezTo>
                <a:cubicBezTo>
                  <a:pt x="269984" y="138532"/>
                  <a:pt x="259390" y="133708"/>
                  <a:pt x="252023" y="123994"/>
                </a:cubicBezTo>
                <a:cubicBezTo>
                  <a:pt x="244592" y="114346"/>
                  <a:pt x="240876" y="103166"/>
                  <a:pt x="240876" y="90453"/>
                </a:cubicBezTo>
                <a:cubicBezTo>
                  <a:pt x="240876" y="77350"/>
                  <a:pt x="244689" y="65909"/>
                  <a:pt x="252317" y="56130"/>
                </a:cubicBezTo>
                <a:cubicBezTo>
                  <a:pt x="259814" y="46482"/>
                  <a:pt x="270212" y="41625"/>
                  <a:pt x="283511" y="41560"/>
                </a:cubicBezTo>
                <a:moveTo>
                  <a:pt x="283902" y="48503"/>
                </a:moveTo>
                <a:cubicBezTo>
                  <a:pt x="280577" y="48568"/>
                  <a:pt x="277742" y="49806"/>
                  <a:pt x="275395" y="52218"/>
                </a:cubicBezTo>
                <a:cubicBezTo>
                  <a:pt x="272917" y="54826"/>
                  <a:pt x="271353" y="59781"/>
                  <a:pt x="270701" y="67082"/>
                </a:cubicBezTo>
                <a:cubicBezTo>
                  <a:pt x="269919" y="74514"/>
                  <a:pt x="269527" y="84814"/>
                  <a:pt x="269527" y="97983"/>
                </a:cubicBezTo>
                <a:cubicBezTo>
                  <a:pt x="269527" y="104958"/>
                  <a:pt x="269984" y="111478"/>
                  <a:pt x="270896" y="117540"/>
                </a:cubicBezTo>
                <a:cubicBezTo>
                  <a:pt x="271548" y="122169"/>
                  <a:pt x="273080" y="125689"/>
                  <a:pt x="275492" y="128102"/>
                </a:cubicBezTo>
                <a:cubicBezTo>
                  <a:pt x="277774" y="130579"/>
                  <a:pt x="280447" y="131785"/>
                  <a:pt x="283511" y="131720"/>
                </a:cubicBezTo>
                <a:cubicBezTo>
                  <a:pt x="286445" y="131785"/>
                  <a:pt x="288889" y="130970"/>
                  <a:pt x="290845" y="129275"/>
                </a:cubicBezTo>
                <a:cubicBezTo>
                  <a:pt x="293322" y="127124"/>
                  <a:pt x="295017" y="124027"/>
                  <a:pt x="295930" y="119985"/>
                </a:cubicBezTo>
                <a:cubicBezTo>
                  <a:pt x="297169" y="113857"/>
                  <a:pt x="297821" y="101340"/>
                  <a:pt x="297886" y="82435"/>
                </a:cubicBezTo>
                <a:cubicBezTo>
                  <a:pt x="297886" y="71417"/>
                  <a:pt x="297266" y="63790"/>
                  <a:pt x="296028" y="59553"/>
                </a:cubicBezTo>
                <a:cubicBezTo>
                  <a:pt x="294724" y="55445"/>
                  <a:pt x="292899" y="52447"/>
                  <a:pt x="290552" y="50556"/>
                </a:cubicBezTo>
                <a:cubicBezTo>
                  <a:pt x="288857" y="49187"/>
                  <a:pt x="286640" y="48503"/>
                  <a:pt x="283902" y="48503"/>
                </a:cubicBezTo>
                <a:close/>
                <a:moveTo>
                  <a:pt x="381389" y="3129"/>
                </a:moveTo>
                <a:lnTo>
                  <a:pt x="381389" y="90356"/>
                </a:lnTo>
                <a:lnTo>
                  <a:pt x="402609" y="69527"/>
                </a:lnTo>
                <a:cubicBezTo>
                  <a:pt x="406977" y="65355"/>
                  <a:pt x="409715" y="62291"/>
                  <a:pt x="410823" y="60335"/>
                </a:cubicBezTo>
                <a:cubicBezTo>
                  <a:pt x="411866" y="58509"/>
                  <a:pt x="412388" y="56684"/>
                  <a:pt x="412388" y="54859"/>
                </a:cubicBezTo>
                <a:cubicBezTo>
                  <a:pt x="412388" y="53099"/>
                  <a:pt x="411670" y="51632"/>
                  <a:pt x="410236" y="50458"/>
                </a:cubicBezTo>
                <a:cubicBezTo>
                  <a:pt x="408737" y="49285"/>
                  <a:pt x="405934" y="48437"/>
                  <a:pt x="401827" y="47916"/>
                </a:cubicBezTo>
                <a:lnTo>
                  <a:pt x="401827" y="44298"/>
                </a:lnTo>
                <a:lnTo>
                  <a:pt x="442799" y="44298"/>
                </a:lnTo>
                <a:lnTo>
                  <a:pt x="442799" y="47916"/>
                </a:lnTo>
                <a:cubicBezTo>
                  <a:pt x="438888" y="48111"/>
                  <a:pt x="435465" y="49024"/>
                  <a:pt x="432532" y="50654"/>
                </a:cubicBezTo>
                <a:cubicBezTo>
                  <a:pt x="429533" y="52414"/>
                  <a:pt x="423796" y="57434"/>
                  <a:pt x="415321" y="65713"/>
                </a:cubicBezTo>
                <a:lnTo>
                  <a:pt x="405347" y="75492"/>
                </a:lnTo>
                <a:lnTo>
                  <a:pt x="426860" y="106979"/>
                </a:lnTo>
                <a:cubicBezTo>
                  <a:pt x="435465" y="119822"/>
                  <a:pt x="440616" y="126993"/>
                  <a:pt x="442311" y="128493"/>
                </a:cubicBezTo>
                <a:cubicBezTo>
                  <a:pt x="444462" y="130774"/>
                  <a:pt x="447265" y="132013"/>
                  <a:pt x="450720" y="132209"/>
                </a:cubicBezTo>
                <a:lnTo>
                  <a:pt x="450720" y="135729"/>
                </a:lnTo>
                <a:lnTo>
                  <a:pt x="403489" y="135729"/>
                </a:lnTo>
                <a:lnTo>
                  <a:pt x="403489" y="132209"/>
                </a:lnTo>
                <a:cubicBezTo>
                  <a:pt x="405510" y="132209"/>
                  <a:pt x="407042" y="131817"/>
                  <a:pt x="408085" y="131035"/>
                </a:cubicBezTo>
                <a:cubicBezTo>
                  <a:pt x="408932" y="130253"/>
                  <a:pt x="409389" y="129405"/>
                  <a:pt x="409454" y="128493"/>
                </a:cubicBezTo>
                <a:cubicBezTo>
                  <a:pt x="409454" y="127058"/>
                  <a:pt x="408085" y="124288"/>
                  <a:pt x="405347" y="120181"/>
                </a:cubicBezTo>
                <a:lnTo>
                  <a:pt x="387256" y="93680"/>
                </a:lnTo>
                <a:lnTo>
                  <a:pt x="381389" y="99450"/>
                </a:lnTo>
                <a:lnTo>
                  <a:pt x="381389" y="115878"/>
                </a:lnTo>
                <a:cubicBezTo>
                  <a:pt x="381389" y="122919"/>
                  <a:pt x="382041" y="127254"/>
                  <a:pt x="383345" y="128884"/>
                </a:cubicBezTo>
                <a:cubicBezTo>
                  <a:pt x="384583" y="130644"/>
                  <a:pt x="387256" y="131752"/>
                  <a:pt x="391363" y="132209"/>
                </a:cubicBezTo>
                <a:lnTo>
                  <a:pt x="391363" y="135729"/>
                </a:lnTo>
                <a:lnTo>
                  <a:pt x="344132" y="135729"/>
                </a:lnTo>
                <a:lnTo>
                  <a:pt x="344132" y="132209"/>
                </a:lnTo>
                <a:cubicBezTo>
                  <a:pt x="347913" y="131817"/>
                  <a:pt x="350651" y="130579"/>
                  <a:pt x="352346" y="128493"/>
                </a:cubicBezTo>
                <a:cubicBezTo>
                  <a:pt x="353389" y="127058"/>
                  <a:pt x="353943" y="122854"/>
                  <a:pt x="354008" y="115878"/>
                </a:cubicBezTo>
                <a:lnTo>
                  <a:pt x="354008" y="22980"/>
                </a:lnTo>
                <a:cubicBezTo>
                  <a:pt x="354008" y="16070"/>
                  <a:pt x="353389" y="11767"/>
                  <a:pt x="352151" y="10072"/>
                </a:cubicBezTo>
                <a:cubicBezTo>
                  <a:pt x="350781" y="8442"/>
                  <a:pt x="348109" y="7334"/>
                  <a:pt x="344132" y="6747"/>
                </a:cubicBezTo>
                <a:lnTo>
                  <a:pt x="344132" y="3129"/>
                </a:lnTo>
                <a:lnTo>
                  <a:pt x="381389" y="3129"/>
                </a:lnTo>
                <a:close/>
                <a:moveTo>
                  <a:pt x="510642" y="99841"/>
                </a:moveTo>
                <a:lnTo>
                  <a:pt x="453632" y="99841"/>
                </a:lnTo>
                <a:lnTo>
                  <a:pt x="453632" y="79599"/>
                </a:lnTo>
                <a:lnTo>
                  <a:pt x="510642" y="79599"/>
                </a:lnTo>
                <a:lnTo>
                  <a:pt x="510642" y="99841"/>
                </a:lnTo>
                <a:close/>
                <a:moveTo>
                  <a:pt x="557645" y="3129"/>
                </a:moveTo>
                <a:lnTo>
                  <a:pt x="557645" y="53490"/>
                </a:lnTo>
                <a:cubicBezTo>
                  <a:pt x="565338" y="45602"/>
                  <a:pt x="573748" y="41625"/>
                  <a:pt x="582875" y="41560"/>
                </a:cubicBezTo>
                <a:cubicBezTo>
                  <a:pt x="589068" y="41625"/>
                  <a:pt x="594968" y="43450"/>
                  <a:pt x="600574" y="47036"/>
                </a:cubicBezTo>
                <a:cubicBezTo>
                  <a:pt x="606115" y="50817"/>
                  <a:pt x="610451" y="56065"/>
                  <a:pt x="613580" y="62780"/>
                </a:cubicBezTo>
                <a:cubicBezTo>
                  <a:pt x="616709" y="69559"/>
                  <a:pt x="618274" y="77382"/>
                  <a:pt x="618274" y="86249"/>
                </a:cubicBezTo>
                <a:cubicBezTo>
                  <a:pt x="618274" y="96288"/>
                  <a:pt x="616285" y="105350"/>
                  <a:pt x="612309" y="113433"/>
                </a:cubicBezTo>
                <a:cubicBezTo>
                  <a:pt x="608267" y="121648"/>
                  <a:pt x="602954" y="127841"/>
                  <a:pt x="596369" y="132013"/>
                </a:cubicBezTo>
                <a:cubicBezTo>
                  <a:pt x="589655" y="136316"/>
                  <a:pt x="582060" y="138467"/>
                  <a:pt x="573585" y="138467"/>
                </a:cubicBezTo>
                <a:cubicBezTo>
                  <a:pt x="568565" y="138467"/>
                  <a:pt x="564165" y="137685"/>
                  <a:pt x="560384" y="136120"/>
                </a:cubicBezTo>
                <a:cubicBezTo>
                  <a:pt x="556537" y="134555"/>
                  <a:pt x="552756" y="132013"/>
                  <a:pt x="549040" y="128493"/>
                </a:cubicBezTo>
                <a:lnTo>
                  <a:pt x="533883" y="138369"/>
                </a:lnTo>
                <a:lnTo>
                  <a:pt x="530558" y="138369"/>
                </a:lnTo>
                <a:lnTo>
                  <a:pt x="530558" y="22100"/>
                </a:lnTo>
                <a:cubicBezTo>
                  <a:pt x="530558" y="16885"/>
                  <a:pt x="530330" y="13625"/>
                  <a:pt x="529874" y="12321"/>
                </a:cubicBezTo>
                <a:cubicBezTo>
                  <a:pt x="529157" y="10496"/>
                  <a:pt x="528146" y="9127"/>
                  <a:pt x="526842" y="8214"/>
                </a:cubicBezTo>
                <a:cubicBezTo>
                  <a:pt x="525343" y="7367"/>
                  <a:pt x="522964" y="6878"/>
                  <a:pt x="519704" y="6747"/>
                </a:cubicBezTo>
                <a:lnTo>
                  <a:pt x="519704" y="3129"/>
                </a:lnTo>
                <a:lnTo>
                  <a:pt x="557645" y="3129"/>
                </a:lnTo>
                <a:moveTo>
                  <a:pt x="557645" y="62193"/>
                </a:moveTo>
                <a:lnTo>
                  <a:pt x="557645" y="102872"/>
                </a:lnTo>
                <a:cubicBezTo>
                  <a:pt x="557645" y="111217"/>
                  <a:pt x="557841" y="116497"/>
                  <a:pt x="558232" y="118714"/>
                </a:cubicBezTo>
                <a:cubicBezTo>
                  <a:pt x="558884" y="122560"/>
                  <a:pt x="560449" y="125657"/>
                  <a:pt x="562926" y="128004"/>
                </a:cubicBezTo>
                <a:cubicBezTo>
                  <a:pt x="565338" y="130481"/>
                  <a:pt x="568500" y="131687"/>
                  <a:pt x="572411" y="131622"/>
                </a:cubicBezTo>
                <a:cubicBezTo>
                  <a:pt x="575671" y="131622"/>
                  <a:pt x="578539" y="130677"/>
                  <a:pt x="581017" y="128786"/>
                </a:cubicBezTo>
                <a:cubicBezTo>
                  <a:pt x="583298" y="126961"/>
                  <a:pt x="585287" y="123212"/>
                  <a:pt x="586982" y="117540"/>
                </a:cubicBezTo>
                <a:cubicBezTo>
                  <a:pt x="588546" y="111999"/>
                  <a:pt x="589329" y="101894"/>
                  <a:pt x="589329" y="87226"/>
                </a:cubicBezTo>
                <a:cubicBezTo>
                  <a:pt x="589329" y="73275"/>
                  <a:pt x="587568" y="63660"/>
                  <a:pt x="584048" y="58379"/>
                </a:cubicBezTo>
                <a:cubicBezTo>
                  <a:pt x="581506" y="54598"/>
                  <a:pt x="578083" y="52707"/>
                  <a:pt x="573780" y="52707"/>
                </a:cubicBezTo>
                <a:cubicBezTo>
                  <a:pt x="568174" y="52707"/>
                  <a:pt x="562796" y="55869"/>
                  <a:pt x="557645" y="62193"/>
                </a:cubicBezTo>
                <a:close/>
                <a:moveTo>
                  <a:pt x="683965" y="122234"/>
                </a:moveTo>
                <a:cubicBezTo>
                  <a:pt x="672817" y="132143"/>
                  <a:pt x="662810" y="137065"/>
                  <a:pt x="653944" y="137000"/>
                </a:cubicBezTo>
                <a:cubicBezTo>
                  <a:pt x="648664" y="137000"/>
                  <a:pt x="644329" y="135273"/>
                  <a:pt x="640939" y="131817"/>
                </a:cubicBezTo>
                <a:cubicBezTo>
                  <a:pt x="637483" y="128493"/>
                  <a:pt x="635756" y="124223"/>
                  <a:pt x="635756" y="119007"/>
                </a:cubicBezTo>
                <a:cubicBezTo>
                  <a:pt x="635756" y="112097"/>
                  <a:pt x="638755" y="105806"/>
                  <a:pt x="644752" y="100134"/>
                </a:cubicBezTo>
                <a:cubicBezTo>
                  <a:pt x="650685" y="94658"/>
                  <a:pt x="663756" y="87259"/>
                  <a:pt x="683965" y="77937"/>
                </a:cubicBezTo>
                <a:lnTo>
                  <a:pt x="683965" y="68745"/>
                </a:lnTo>
                <a:cubicBezTo>
                  <a:pt x="683900" y="61899"/>
                  <a:pt x="683541" y="57532"/>
                  <a:pt x="682889" y="55641"/>
                </a:cubicBezTo>
                <a:cubicBezTo>
                  <a:pt x="682042" y="53881"/>
                  <a:pt x="680608" y="52316"/>
                  <a:pt x="678587" y="50947"/>
                </a:cubicBezTo>
                <a:cubicBezTo>
                  <a:pt x="676501" y="49709"/>
                  <a:pt x="674154" y="49057"/>
                  <a:pt x="671546" y="48991"/>
                </a:cubicBezTo>
                <a:cubicBezTo>
                  <a:pt x="667309" y="49057"/>
                  <a:pt x="663821" y="50002"/>
                  <a:pt x="661083" y="51827"/>
                </a:cubicBezTo>
                <a:cubicBezTo>
                  <a:pt x="659388" y="53001"/>
                  <a:pt x="658540" y="54370"/>
                  <a:pt x="658540" y="55934"/>
                </a:cubicBezTo>
                <a:cubicBezTo>
                  <a:pt x="658475" y="57303"/>
                  <a:pt x="659388" y="58998"/>
                  <a:pt x="661278" y="61019"/>
                </a:cubicBezTo>
                <a:cubicBezTo>
                  <a:pt x="663690" y="63888"/>
                  <a:pt x="664929" y="66593"/>
                  <a:pt x="664994" y="69136"/>
                </a:cubicBezTo>
                <a:cubicBezTo>
                  <a:pt x="664994" y="72395"/>
                  <a:pt x="663821" y="75101"/>
                  <a:pt x="661474" y="77252"/>
                </a:cubicBezTo>
                <a:cubicBezTo>
                  <a:pt x="658997" y="79534"/>
                  <a:pt x="655867" y="80675"/>
                  <a:pt x="652086" y="80675"/>
                </a:cubicBezTo>
                <a:cubicBezTo>
                  <a:pt x="647979" y="80675"/>
                  <a:pt x="644557" y="79436"/>
                  <a:pt x="641819" y="76959"/>
                </a:cubicBezTo>
                <a:cubicBezTo>
                  <a:pt x="638950" y="74547"/>
                  <a:pt x="637549" y="71646"/>
                  <a:pt x="637614" y="68256"/>
                </a:cubicBezTo>
                <a:cubicBezTo>
                  <a:pt x="637614" y="63562"/>
                  <a:pt x="639472" y="59064"/>
                  <a:pt x="643188" y="54761"/>
                </a:cubicBezTo>
                <a:cubicBezTo>
                  <a:pt x="646904" y="50589"/>
                  <a:pt x="652086" y="47329"/>
                  <a:pt x="658736" y="44982"/>
                </a:cubicBezTo>
                <a:cubicBezTo>
                  <a:pt x="665385" y="42766"/>
                  <a:pt x="672296" y="41625"/>
                  <a:pt x="679467" y="41560"/>
                </a:cubicBezTo>
                <a:cubicBezTo>
                  <a:pt x="688137" y="41625"/>
                  <a:pt x="695015" y="43450"/>
                  <a:pt x="700100" y="47036"/>
                </a:cubicBezTo>
                <a:cubicBezTo>
                  <a:pt x="705055" y="50752"/>
                  <a:pt x="708314" y="54761"/>
                  <a:pt x="709879" y="59064"/>
                </a:cubicBezTo>
                <a:cubicBezTo>
                  <a:pt x="710726" y="61802"/>
                  <a:pt x="711183" y="68093"/>
                  <a:pt x="711248" y="77937"/>
                </a:cubicBezTo>
                <a:lnTo>
                  <a:pt x="711248" y="113433"/>
                </a:lnTo>
                <a:cubicBezTo>
                  <a:pt x="711248" y="117671"/>
                  <a:pt x="711411" y="120279"/>
                  <a:pt x="711737" y="121256"/>
                </a:cubicBezTo>
                <a:cubicBezTo>
                  <a:pt x="711997" y="122430"/>
                  <a:pt x="712486" y="123245"/>
                  <a:pt x="713203" y="123701"/>
                </a:cubicBezTo>
                <a:cubicBezTo>
                  <a:pt x="713790" y="124223"/>
                  <a:pt x="714540" y="124483"/>
                  <a:pt x="715453" y="124483"/>
                </a:cubicBezTo>
                <a:cubicBezTo>
                  <a:pt x="717082" y="124549"/>
                  <a:pt x="718810" y="123343"/>
                  <a:pt x="720635" y="120865"/>
                </a:cubicBezTo>
                <a:lnTo>
                  <a:pt x="723569" y="123212"/>
                </a:lnTo>
                <a:cubicBezTo>
                  <a:pt x="720244" y="128036"/>
                  <a:pt x="716887" y="131524"/>
                  <a:pt x="713497" y="133675"/>
                </a:cubicBezTo>
                <a:cubicBezTo>
                  <a:pt x="709911" y="135957"/>
                  <a:pt x="705935" y="137065"/>
                  <a:pt x="701567" y="137000"/>
                </a:cubicBezTo>
                <a:cubicBezTo>
                  <a:pt x="696351" y="137000"/>
                  <a:pt x="692277" y="135762"/>
                  <a:pt x="689343" y="133284"/>
                </a:cubicBezTo>
                <a:cubicBezTo>
                  <a:pt x="686410" y="130937"/>
                  <a:pt x="684617" y="127254"/>
                  <a:pt x="683965" y="122234"/>
                </a:cubicBezTo>
                <a:moveTo>
                  <a:pt x="683965" y="115096"/>
                </a:moveTo>
                <a:lnTo>
                  <a:pt x="683965" y="84488"/>
                </a:lnTo>
                <a:cubicBezTo>
                  <a:pt x="676012" y="89117"/>
                  <a:pt x="670144" y="94071"/>
                  <a:pt x="666363" y="99352"/>
                </a:cubicBezTo>
                <a:cubicBezTo>
                  <a:pt x="663821" y="102872"/>
                  <a:pt x="662550" y="106425"/>
                  <a:pt x="662550" y="110011"/>
                </a:cubicBezTo>
                <a:cubicBezTo>
                  <a:pt x="662550" y="113075"/>
                  <a:pt x="663625" y="115715"/>
                  <a:pt x="665777" y="117932"/>
                </a:cubicBezTo>
                <a:cubicBezTo>
                  <a:pt x="667406" y="119692"/>
                  <a:pt x="669688" y="120572"/>
                  <a:pt x="672622" y="120572"/>
                </a:cubicBezTo>
                <a:cubicBezTo>
                  <a:pt x="675816" y="120572"/>
                  <a:pt x="679597" y="118747"/>
                  <a:pt x="683965" y="115096"/>
                </a:cubicBezTo>
                <a:close/>
                <a:moveTo>
                  <a:pt x="812059" y="112162"/>
                </a:moveTo>
                <a:lnTo>
                  <a:pt x="815091" y="114509"/>
                </a:lnTo>
                <a:cubicBezTo>
                  <a:pt x="810723" y="122658"/>
                  <a:pt x="805377" y="128656"/>
                  <a:pt x="799054" y="132502"/>
                </a:cubicBezTo>
                <a:cubicBezTo>
                  <a:pt x="792600" y="136544"/>
                  <a:pt x="785754" y="138532"/>
                  <a:pt x="778518" y="138467"/>
                </a:cubicBezTo>
                <a:cubicBezTo>
                  <a:pt x="766262" y="138467"/>
                  <a:pt x="756516" y="133871"/>
                  <a:pt x="749280" y="124679"/>
                </a:cubicBezTo>
                <a:cubicBezTo>
                  <a:pt x="741913" y="115487"/>
                  <a:pt x="738262" y="104437"/>
                  <a:pt x="738328" y="91529"/>
                </a:cubicBezTo>
                <a:cubicBezTo>
                  <a:pt x="738328" y="79143"/>
                  <a:pt x="741652" y="68190"/>
                  <a:pt x="748302" y="58672"/>
                </a:cubicBezTo>
                <a:cubicBezTo>
                  <a:pt x="756320" y="47264"/>
                  <a:pt x="767370" y="41560"/>
                  <a:pt x="781452" y="41560"/>
                </a:cubicBezTo>
                <a:cubicBezTo>
                  <a:pt x="790905" y="41560"/>
                  <a:pt x="798434" y="43939"/>
                  <a:pt x="804041" y="48698"/>
                </a:cubicBezTo>
                <a:cubicBezTo>
                  <a:pt x="809582" y="53522"/>
                  <a:pt x="812353" y="58835"/>
                  <a:pt x="812353" y="64637"/>
                </a:cubicBezTo>
                <a:cubicBezTo>
                  <a:pt x="812353" y="68353"/>
                  <a:pt x="811244" y="71320"/>
                  <a:pt x="809028" y="73536"/>
                </a:cubicBezTo>
                <a:cubicBezTo>
                  <a:pt x="806681" y="75818"/>
                  <a:pt x="803715" y="76926"/>
                  <a:pt x="800129" y="76861"/>
                </a:cubicBezTo>
                <a:cubicBezTo>
                  <a:pt x="796218" y="76861"/>
                  <a:pt x="793056" y="75590"/>
                  <a:pt x="790644" y="73047"/>
                </a:cubicBezTo>
                <a:cubicBezTo>
                  <a:pt x="788101" y="70570"/>
                  <a:pt x="786537" y="66039"/>
                  <a:pt x="785950" y="59455"/>
                </a:cubicBezTo>
                <a:cubicBezTo>
                  <a:pt x="785494" y="55413"/>
                  <a:pt x="784548" y="52544"/>
                  <a:pt x="783114" y="50849"/>
                </a:cubicBezTo>
                <a:cubicBezTo>
                  <a:pt x="781615" y="49220"/>
                  <a:pt x="779855" y="48405"/>
                  <a:pt x="777834" y="48405"/>
                </a:cubicBezTo>
                <a:cubicBezTo>
                  <a:pt x="774704" y="48405"/>
                  <a:pt x="772032" y="50067"/>
                  <a:pt x="769815" y="53392"/>
                </a:cubicBezTo>
                <a:cubicBezTo>
                  <a:pt x="766360" y="58412"/>
                  <a:pt x="764665" y="66104"/>
                  <a:pt x="764730" y="76470"/>
                </a:cubicBezTo>
                <a:cubicBezTo>
                  <a:pt x="764730" y="85075"/>
                  <a:pt x="766099" y="93289"/>
                  <a:pt x="768837" y="101112"/>
                </a:cubicBezTo>
                <a:cubicBezTo>
                  <a:pt x="771510" y="109066"/>
                  <a:pt x="775259" y="114933"/>
                  <a:pt x="780083" y="118714"/>
                </a:cubicBezTo>
                <a:cubicBezTo>
                  <a:pt x="783668" y="121582"/>
                  <a:pt x="787906" y="122984"/>
                  <a:pt x="792795" y="122919"/>
                </a:cubicBezTo>
                <a:cubicBezTo>
                  <a:pt x="795989" y="122919"/>
                  <a:pt x="799021" y="122169"/>
                  <a:pt x="801889" y="120670"/>
                </a:cubicBezTo>
                <a:cubicBezTo>
                  <a:pt x="804693" y="119235"/>
                  <a:pt x="808083" y="116400"/>
                  <a:pt x="812059" y="112162"/>
                </a:cubicBezTo>
                <a:close/>
                <a:moveTo>
                  <a:pt x="863517" y="3129"/>
                </a:moveTo>
                <a:lnTo>
                  <a:pt x="863517" y="90356"/>
                </a:lnTo>
                <a:lnTo>
                  <a:pt x="884737" y="69527"/>
                </a:lnTo>
                <a:cubicBezTo>
                  <a:pt x="889105" y="65355"/>
                  <a:pt x="891843" y="62291"/>
                  <a:pt x="892951" y="60335"/>
                </a:cubicBezTo>
                <a:cubicBezTo>
                  <a:pt x="893994" y="58509"/>
                  <a:pt x="894516" y="56684"/>
                  <a:pt x="894516" y="54859"/>
                </a:cubicBezTo>
                <a:cubicBezTo>
                  <a:pt x="894516" y="53099"/>
                  <a:pt x="893799" y="51632"/>
                  <a:pt x="892365" y="50458"/>
                </a:cubicBezTo>
                <a:cubicBezTo>
                  <a:pt x="890865" y="49285"/>
                  <a:pt x="888062" y="48437"/>
                  <a:pt x="883955" y="47916"/>
                </a:cubicBezTo>
                <a:lnTo>
                  <a:pt x="883955" y="44298"/>
                </a:lnTo>
                <a:lnTo>
                  <a:pt x="924928" y="44298"/>
                </a:lnTo>
                <a:lnTo>
                  <a:pt x="924928" y="47916"/>
                </a:lnTo>
                <a:cubicBezTo>
                  <a:pt x="921016" y="48111"/>
                  <a:pt x="917594" y="49024"/>
                  <a:pt x="914660" y="50654"/>
                </a:cubicBezTo>
                <a:cubicBezTo>
                  <a:pt x="911661" y="52414"/>
                  <a:pt x="905924" y="57434"/>
                  <a:pt x="897449" y="65713"/>
                </a:cubicBezTo>
                <a:lnTo>
                  <a:pt x="887475" y="75492"/>
                </a:lnTo>
                <a:lnTo>
                  <a:pt x="908988" y="106979"/>
                </a:lnTo>
                <a:cubicBezTo>
                  <a:pt x="917594" y="119822"/>
                  <a:pt x="922744" y="126993"/>
                  <a:pt x="924439" y="128493"/>
                </a:cubicBezTo>
                <a:cubicBezTo>
                  <a:pt x="926590" y="130774"/>
                  <a:pt x="929393" y="132013"/>
                  <a:pt x="932848" y="132209"/>
                </a:cubicBezTo>
                <a:lnTo>
                  <a:pt x="932848" y="135729"/>
                </a:lnTo>
                <a:lnTo>
                  <a:pt x="885617" y="135729"/>
                </a:lnTo>
                <a:lnTo>
                  <a:pt x="885617" y="132209"/>
                </a:lnTo>
                <a:cubicBezTo>
                  <a:pt x="887638" y="132209"/>
                  <a:pt x="889170" y="131817"/>
                  <a:pt x="890213" y="131035"/>
                </a:cubicBezTo>
                <a:cubicBezTo>
                  <a:pt x="891061" y="130253"/>
                  <a:pt x="891517" y="129405"/>
                  <a:pt x="891582" y="128493"/>
                </a:cubicBezTo>
                <a:cubicBezTo>
                  <a:pt x="891582" y="127058"/>
                  <a:pt x="890213" y="124288"/>
                  <a:pt x="887475" y="120181"/>
                </a:cubicBezTo>
                <a:lnTo>
                  <a:pt x="869384" y="93680"/>
                </a:lnTo>
                <a:lnTo>
                  <a:pt x="863517" y="99450"/>
                </a:lnTo>
                <a:lnTo>
                  <a:pt x="863517" y="115878"/>
                </a:lnTo>
                <a:cubicBezTo>
                  <a:pt x="863517" y="122919"/>
                  <a:pt x="864169" y="127254"/>
                  <a:pt x="865473" y="128884"/>
                </a:cubicBezTo>
                <a:cubicBezTo>
                  <a:pt x="866712" y="130644"/>
                  <a:pt x="869384" y="131752"/>
                  <a:pt x="873492" y="132209"/>
                </a:cubicBezTo>
                <a:lnTo>
                  <a:pt x="873492" y="135729"/>
                </a:lnTo>
                <a:lnTo>
                  <a:pt x="826260" y="135729"/>
                </a:lnTo>
                <a:lnTo>
                  <a:pt x="826260" y="132209"/>
                </a:lnTo>
                <a:cubicBezTo>
                  <a:pt x="830041" y="131817"/>
                  <a:pt x="832779" y="130579"/>
                  <a:pt x="834474" y="128493"/>
                </a:cubicBezTo>
                <a:cubicBezTo>
                  <a:pt x="835517" y="127058"/>
                  <a:pt x="836072" y="122854"/>
                  <a:pt x="836137" y="115878"/>
                </a:cubicBezTo>
                <a:lnTo>
                  <a:pt x="836137" y="22980"/>
                </a:lnTo>
                <a:cubicBezTo>
                  <a:pt x="836137" y="16070"/>
                  <a:pt x="835517" y="11767"/>
                  <a:pt x="834279" y="10072"/>
                </a:cubicBezTo>
                <a:cubicBezTo>
                  <a:pt x="832910" y="8442"/>
                  <a:pt x="830237" y="7334"/>
                  <a:pt x="826260" y="6747"/>
                </a:cubicBezTo>
                <a:lnTo>
                  <a:pt x="826260" y="3129"/>
                </a:lnTo>
                <a:lnTo>
                  <a:pt x="863517" y="3129"/>
                </a:lnTo>
                <a:close/>
                <a:moveTo>
                  <a:pt x="1181301" y="3129"/>
                </a:moveTo>
                <a:lnTo>
                  <a:pt x="1181301" y="6747"/>
                </a:lnTo>
                <a:cubicBezTo>
                  <a:pt x="1178758" y="6943"/>
                  <a:pt x="1176672" y="7627"/>
                  <a:pt x="1175043" y="8801"/>
                </a:cubicBezTo>
                <a:cubicBezTo>
                  <a:pt x="1173282" y="9974"/>
                  <a:pt x="1171783" y="11767"/>
                  <a:pt x="1170544" y="14179"/>
                </a:cubicBezTo>
                <a:cubicBezTo>
                  <a:pt x="1170153" y="15027"/>
                  <a:pt x="1168100" y="20079"/>
                  <a:pt x="1164384" y="29336"/>
                </a:cubicBezTo>
                <a:lnTo>
                  <a:pt x="1122824" y="138760"/>
                </a:lnTo>
                <a:lnTo>
                  <a:pt x="1119010" y="138760"/>
                </a:lnTo>
                <a:lnTo>
                  <a:pt x="1086154" y="53294"/>
                </a:lnTo>
                <a:lnTo>
                  <a:pt x="1049972" y="138760"/>
                </a:lnTo>
                <a:lnTo>
                  <a:pt x="1046354" y="138760"/>
                </a:lnTo>
                <a:lnTo>
                  <a:pt x="1002741" y="30510"/>
                </a:lnTo>
                <a:cubicBezTo>
                  <a:pt x="998308" y="19688"/>
                  <a:pt x="995212" y="13104"/>
                  <a:pt x="993451" y="10757"/>
                </a:cubicBezTo>
                <a:cubicBezTo>
                  <a:pt x="991691" y="8540"/>
                  <a:pt x="988725" y="7204"/>
                  <a:pt x="984553" y="6747"/>
                </a:cubicBezTo>
                <a:lnTo>
                  <a:pt x="984553" y="3129"/>
                </a:lnTo>
                <a:lnTo>
                  <a:pt x="1042052" y="3129"/>
                </a:lnTo>
                <a:lnTo>
                  <a:pt x="1042052" y="6747"/>
                </a:lnTo>
                <a:cubicBezTo>
                  <a:pt x="1037358" y="6878"/>
                  <a:pt x="1034294" y="7562"/>
                  <a:pt x="1032860" y="8801"/>
                </a:cubicBezTo>
                <a:cubicBezTo>
                  <a:pt x="1031295" y="10170"/>
                  <a:pt x="1030513" y="11767"/>
                  <a:pt x="1030513" y="13592"/>
                </a:cubicBezTo>
                <a:cubicBezTo>
                  <a:pt x="1030448" y="16070"/>
                  <a:pt x="1032045" y="21318"/>
                  <a:pt x="1035304" y="29336"/>
                </a:cubicBezTo>
                <a:lnTo>
                  <a:pt x="1061316" y="93680"/>
                </a:lnTo>
                <a:lnTo>
                  <a:pt x="1082145" y="43418"/>
                </a:lnTo>
                <a:lnTo>
                  <a:pt x="1076668" y="29336"/>
                </a:lnTo>
                <a:cubicBezTo>
                  <a:pt x="1073604" y="21709"/>
                  <a:pt x="1071290" y="16559"/>
                  <a:pt x="1069726" y="13886"/>
                </a:cubicBezTo>
                <a:cubicBezTo>
                  <a:pt x="1068031" y="11343"/>
                  <a:pt x="1066173" y="9518"/>
                  <a:pt x="1064152" y="8410"/>
                </a:cubicBezTo>
                <a:cubicBezTo>
                  <a:pt x="1062000" y="7367"/>
                  <a:pt x="1058871" y="6813"/>
                  <a:pt x="1054764" y="6747"/>
                </a:cubicBezTo>
                <a:lnTo>
                  <a:pt x="1054764" y="3129"/>
                </a:lnTo>
                <a:lnTo>
                  <a:pt x="1119010" y="3129"/>
                </a:lnTo>
                <a:lnTo>
                  <a:pt x="1119010" y="6747"/>
                </a:lnTo>
                <a:cubicBezTo>
                  <a:pt x="1114512" y="6878"/>
                  <a:pt x="1111285" y="7236"/>
                  <a:pt x="1109329" y="7823"/>
                </a:cubicBezTo>
                <a:cubicBezTo>
                  <a:pt x="1107960" y="8345"/>
                  <a:pt x="1106885" y="9094"/>
                  <a:pt x="1106102" y="10072"/>
                </a:cubicBezTo>
                <a:cubicBezTo>
                  <a:pt x="1105320" y="11180"/>
                  <a:pt x="1104929" y="12419"/>
                  <a:pt x="1104929" y="13788"/>
                </a:cubicBezTo>
                <a:cubicBezTo>
                  <a:pt x="1104929" y="15287"/>
                  <a:pt x="1106396" y="19883"/>
                  <a:pt x="1109329" y="27576"/>
                </a:cubicBezTo>
                <a:lnTo>
                  <a:pt x="1133483" y="90356"/>
                </a:lnTo>
                <a:lnTo>
                  <a:pt x="1155094" y="33541"/>
                </a:lnTo>
                <a:cubicBezTo>
                  <a:pt x="1157310" y="27674"/>
                  <a:pt x="1158712" y="23665"/>
                  <a:pt x="1159299" y="21513"/>
                </a:cubicBezTo>
                <a:cubicBezTo>
                  <a:pt x="1159755" y="19427"/>
                  <a:pt x="1160016" y="17439"/>
                  <a:pt x="1160081" y="15548"/>
                </a:cubicBezTo>
                <a:cubicBezTo>
                  <a:pt x="1160081" y="12941"/>
                  <a:pt x="1159168" y="10822"/>
                  <a:pt x="1157343" y="9192"/>
                </a:cubicBezTo>
                <a:cubicBezTo>
                  <a:pt x="1155452" y="7758"/>
                  <a:pt x="1151965" y="6943"/>
                  <a:pt x="1146880" y="6747"/>
                </a:cubicBezTo>
                <a:lnTo>
                  <a:pt x="1146880" y="3129"/>
                </a:lnTo>
                <a:lnTo>
                  <a:pt x="1181301" y="3129"/>
                </a:lnTo>
                <a:close/>
                <a:moveTo>
                  <a:pt x="1219228" y="0"/>
                </a:moveTo>
                <a:cubicBezTo>
                  <a:pt x="1223400" y="0"/>
                  <a:pt x="1226986" y="1467"/>
                  <a:pt x="1229985" y="4400"/>
                </a:cubicBezTo>
                <a:cubicBezTo>
                  <a:pt x="1232918" y="7464"/>
                  <a:pt x="1234385" y="11050"/>
                  <a:pt x="1234385" y="15157"/>
                </a:cubicBezTo>
                <a:cubicBezTo>
                  <a:pt x="1234385" y="19395"/>
                  <a:pt x="1232918" y="22947"/>
                  <a:pt x="1229985" y="25816"/>
                </a:cubicBezTo>
                <a:cubicBezTo>
                  <a:pt x="1226921" y="28750"/>
                  <a:pt x="1223335" y="30216"/>
                  <a:pt x="1219228" y="30216"/>
                </a:cubicBezTo>
                <a:cubicBezTo>
                  <a:pt x="1214990" y="30216"/>
                  <a:pt x="1211438" y="28750"/>
                  <a:pt x="1208569" y="25816"/>
                </a:cubicBezTo>
                <a:cubicBezTo>
                  <a:pt x="1205635" y="22947"/>
                  <a:pt x="1204169" y="19395"/>
                  <a:pt x="1204169" y="15157"/>
                </a:cubicBezTo>
                <a:cubicBezTo>
                  <a:pt x="1204169" y="11050"/>
                  <a:pt x="1205635" y="7464"/>
                  <a:pt x="1208569" y="4400"/>
                </a:cubicBezTo>
                <a:cubicBezTo>
                  <a:pt x="1211438" y="1467"/>
                  <a:pt x="1214990" y="0"/>
                  <a:pt x="1219228" y="0"/>
                </a:cubicBezTo>
                <a:moveTo>
                  <a:pt x="1232918" y="44298"/>
                </a:moveTo>
                <a:lnTo>
                  <a:pt x="1232918" y="116758"/>
                </a:lnTo>
                <a:cubicBezTo>
                  <a:pt x="1232918" y="123212"/>
                  <a:pt x="1233668" y="127319"/>
                  <a:pt x="1235167" y="129079"/>
                </a:cubicBezTo>
                <a:cubicBezTo>
                  <a:pt x="1236602" y="130970"/>
                  <a:pt x="1239535" y="132013"/>
                  <a:pt x="1243968" y="132209"/>
                </a:cubicBezTo>
                <a:lnTo>
                  <a:pt x="1243968" y="135729"/>
                </a:lnTo>
                <a:lnTo>
                  <a:pt x="1194586" y="135729"/>
                </a:lnTo>
                <a:lnTo>
                  <a:pt x="1194586" y="132209"/>
                </a:lnTo>
                <a:cubicBezTo>
                  <a:pt x="1198562" y="132143"/>
                  <a:pt x="1201561" y="130970"/>
                  <a:pt x="1203582" y="128688"/>
                </a:cubicBezTo>
                <a:cubicBezTo>
                  <a:pt x="1204821" y="127254"/>
                  <a:pt x="1205473" y="123277"/>
                  <a:pt x="1205538" y="116758"/>
                </a:cubicBezTo>
                <a:lnTo>
                  <a:pt x="1205538" y="63366"/>
                </a:lnTo>
                <a:cubicBezTo>
                  <a:pt x="1205473" y="56977"/>
                  <a:pt x="1204723" y="52838"/>
                  <a:pt x="1203289" y="50947"/>
                </a:cubicBezTo>
                <a:cubicBezTo>
                  <a:pt x="1201789" y="49252"/>
                  <a:pt x="1198888" y="48242"/>
                  <a:pt x="1194586" y="47916"/>
                </a:cubicBezTo>
                <a:lnTo>
                  <a:pt x="1194586" y="44298"/>
                </a:lnTo>
                <a:lnTo>
                  <a:pt x="1232918" y="44298"/>
                </a:lnTo>
                <a:close/>
                <a:moveTo>
                  <a:pt x="1293919" y="44298"/>
                </a:moveTo>
                <a:lnTo>
                  <a:pt x="1293919" y="56130"/>
                </a:lnTo>
                <a:cubicBezTo>
                  <a:pt x="1298613" y="51045"/>
                  <a:pt x="1303111" y="47329"/>
                  <a:pt x="1307414" y="44982"/>
                </a:cubicBezTo>
                <a:cubicBezTo>
                  <a:pt x="1311652" y="42766"/>
                  <a:pt x="1316280" y="41625"/>
                  <a:pt x="1321300" y="41560"/>
                </a:cubicBezTo>
                <a:cubicBezTo>
                  <a:pt x="1327232" y="41625"/>
                  <a:pt x="1332154" y="43255"/>
                  <a:pt x="1336066" y="46449"/>
                </a:cubicBezTo>
                <a:cubicBezTo>
                  <a:pt x="1339977" y="49774"/>
                  <a:pt x="1342585" y="53881"/>
                  <a:pt x="1343889" y="58770"/>
                </a:cubicBezTo>
                <a:cubicBezTo>
                  <a:pt x="1344932" y="62486"/>
                  <a:pt x="1345453" y="69625"/>
                  <a:pt x="1345453" y="80186"/>
                </a:cubicBezTo>
                <a:lnTo>
                  <a:pt x="1345453" y="115780"/>
                </a:lnTo>
                <a:cubicBezTo>
                  <a:pt x="1345453" y="122886"/>
                  <a:pt x="1346105" y="127254"/>
                  <a:pt x="1347409" y="128884"/>
                </a:cubicBezTo>
                <a:cubicBezTo>
                  <a:pt x="1348648" y="130644"/>
                  <a:pt x="1351288" y="131752"/>
                  <a:pt x="1355330" y="132209"/>
                </a:cubicBezTo>
                <a:lnTo>
                  <a:pt x="1355330" y="135729"/>
                </a:lnTo>
                <a:lnTo>
                  <a:pt x="1309076" y="135729"/>
                </a:lnTo>
                <a:lnTo>
                  <a:pt x="1309076" y="132209"/>
                </a:lnTo>
                <a:cubicBezTo>
                  <a:pt x="1312466" y="131817"/>
                  <a:pt x="1314944" y="130383"/>
                  <a:pt x="1316508" y="127906"/>
                </a:cubicBezTo>
                <a:cubicBezTo>
                  <a:pt x="1317551" y="126276"/>
                  <a:pt x="1318073" y="122234"/>
                  <a:pt x="1318073" y="115780"/>
                </a:cubicBezTo>
                <a:lnTo>
                  <a:pt x="1318073" y="75101"/>
                </a:lnTo>
                <a:cubicBezTo>
                  <a:pt x="1318073" y="67604"/>
                  <a:pt x="1317780" y="62877"/>
                  <a:pt x="1317193" y="60922"/>
                </a:cubicBezTo>
                <a:cubicBezTo>
                  <a:pt x="1316606" y="58966"/>
                  <a:pt x="1315628" y="57434"/>
                  <a:pt x="1314259" y="56326"/>
                </a:cubicBezTo>
                <a:cubicBezTo>
                  <a:pt x="1312760" y="55282"/>
                  <a:pt x="1311195" y="54761"/>
                  <a:pt x="1309565" y="54761"/>
                </a:cubicBezTo>
                <a:cubicBezTo>
                  <a:pt x="1303894" y="54761"/>
                  <a:pt x="1298678" y="58770"/>
                  <a:pt x="1293919" y="66789"/>
                </a:cubicBezTo>
                <a:lnTo>
                  <a:pt x="1293919" y="115780"/>
                </a:lnTo>
                <a:cubicBezTo>
                  <a:pt x="1293919" y="122625"/>
                  <a:pt x="1294571" y="126961"/>
                  <a:pt x="1295875" y="128786"/>
                </a:cubicBezTo>
                <a:cubicBezTo>
                  <a:pt x="1297114" y="130677"/>
                  <a:pt x="1299461" y="131817"/>
                  <a:pt x="1302916" y="132209"/>
                </a:cubicBezTo>
                <a:lnTo>
                  <a:pt x="1302916" y="135729"/>
                </a:lnTo>
                <a:lnTo>
                  <a:pt x="1256662" y="135729"/>
                </a:lnTo>
                <a:lnTo>
                  <a:pt x="1256662" y="132209"/>
                </a:lnTo>
                <a:cubicBezTo>
                  <a:pt x="1260443" y="131817"/>
                  <a:pt x="1263182" y="130579"/>
                  <a:pt x="1264877" y="128493"/>
                </a:cubicBezTo>
                <a:cubicBezTo>
                  <a:pt x="1265920" y="127058"/>
                  <a:pt x="1266474" y="122821"/>
                  <a:pt x="1266539" y="115780"/>
                </a:cubicBezTo>
                <a:lnTo>
                  <a:pt x="1266539" y="64149"/>
                </a:lnTo>
                <a:cubicBezTo>
                  <a:pt x="1266539" y="57238"/>
                  <a:pt x="1265920" y="52936"/>
                  <a:pt x="1264681" y="51241"/>
                </a:cubicBezTo>
                <a:cubicBezTo>
                  <a:pt x="1263312" y="49611"/>
                  <a:pt x="1260639" y="48503"/>
                  <a:pt x="1256662" y="47916"/>
                </a:cubicBezTo>
                <a:lnTo>
                  <a:pt x="1256662" y="44298"/>
                </a:lnTo>
                <a:lnTo>
                  <a:pt x="1293919" y="44298"/>
                </a:lnTo>
                <a:close/>
                <a:moveTo>
                  <a:pt x="1456812" y="3129"/>
                </a:moveTo>
                <a:lnTo>
                  <a:pt x="1456812" y="108348"/>
                </a:lnTo>
                <a:cubicBezTo>
                  <a:pt x="1456812" y="115520"/>
                  <a:pt x="1457007" y="119724"/>
                  <a:pt x="1457398" y="120963"/>
                </a:cubicBezTo>
                <a:cubicBezTo>
                  <a:pt x="1457855" y="123114"/>
                  <a:pt x="1458865" y="124712"/>
                  <a:pt x="1460430" y="125755"/>
                </a:cubicBezTo>
                <a:cubicBezTo>
                  <a:pt x="1461864" y="126863"/>
                  <a:pt x="1464406" y="127515"/>
                  <a:pt x="1468057" y="127710"/>
                </a:cubicBezTo>
                <a:lnTo>
                  <a:pt x="1468057" y="130937"/>
                </a:lnTo>
                <a:lnTo>
                  <a:pt x="1429431" y="138467"/>
                </a:lnTo>
                <a:lnTo>
                  <a:pt x="1429431" y="123994"/>
                </a:lnTo>
                <a:cubicBezTo>
                  <a:pt x="1424803" y="129601"/>
                  <a:pt x="1420695" y="133415"/>
                  <a:pt x="1417110" y="135436"/>
                </a:cubicBezTo>
                <a:cubicBezTo>
                  <a:pt x="1413459" y="137522"/>
                  <a:pt x="1409352" y="138532"/>
                  <a:pt x="1404789" y="138467"/>
                </a:cubicBezTo>
                <a:cubicBezTo>
                  <a:pt x="1393054" y="138532"/>
                  <a:pt x="1383830" y="133317"/>
                  <a:pt x="1377115" y="122821"/>
                </a:cubicBezTo>
                <a:cubicBezTo>
                  <a:pt x="1371639" y="114346"/>
                  <a:pt x="1368901" y="103948"/>
                  <a:pt x="1368901" y="91627"/>
                </a:cubicBezTo>
                <a:cubicBezTo>
                  <a:pt x="1368836" y="81783"/>
                  <a:pt x="1370531" y="72949"/>
                  <a:pt x="1373986" y="65126"/>
                </a:cubicBezTo>
                <a:cubicBezTo>
                  <a:pt x="1377310" y="57434"/>
                  <a:pt x="1381972" y="51567"/>
                  <a:pt x="1387969" y="47525"/>
                </a:cubicBezTo>
                <a:cubicBezTo>
                  <a:pt x="1393837" y="43548"/>
                  <a:pt x="1400160" y="41560"/>
                  <a:pt x="1406940" y="41560"/>
                </a:cubicBezTo>
                <a:cubicBezTo>
                  <a:pt x="1411243" y="41625"/>
                  <a:pt x="1415122" y="42472"/>
                  <a:pt x="1418577" y="44102"/>
                </a:cubicBezTo>
                <a:cubicBezTo>
                  <a:pt x="1421967" y="45862"/>
                  <a:pt x="1425585" y="48829"/>
                  <a:pt x="1429431" y="53001"/>
                </a:cubicBezTo>
                <a:lnTo>
                  <a:pt x="1429431" y="25425"/>
                </a:lnTo>
                <a:cubicBezTo>
                  <a:pt x="1429431" y="18514"/>
                  <a:pt x="1429138" y="14310"/>
                  <a:pt x="1428551" y="12810"/>
                </a:cubicBezTo>
                <a:cubicBezTo>
                  <a:pt x="1427769" y="10985"/>
                  <a:pt x="1426595" y="9583"/>
                  <a:pt x="1425031" y="8605"/>
                </a:cubicBezTo>
                <a:cubicBezTo>
                  <a:pt x="1423466" y="7758"/>
                  <a:pt x="1420533" y="7301"/>
                  <a:pt x="1416230" y="7236"/>
                </a:cubicBezTo>
                <a:lnTo>
                  <a:pt x="1416230" y="3129"/>
                </a:lnTo>
                <a:lnTo>
                  <a:pt x="1456812" y="3129"/>
                </a:lnTo>
                <a:moveTo>
                  <a:pt x="1429431" y="65126"/>
                </a:moveTo>
                <a:cubicBezTo>
                  <a:pt x="1424542" y="55869"/>
                  <a:pt x="1418642" y="51241"/>
                  <a:pt x="1411732" y="51241"/>
                </a:cubicBezTo>
                <a:cubicBezTo>
                  <a:pt x="1409254" y="51306"/>
                  <a:pt x="1407266" y="51958"/>
                  <a:pt x="1405767" y="53196"/>
                </a:cubicBezTo>
                <a:cubicBezTo>
                  <a:pt x="1403289" y="55282"/>
                  <a:pt x="1401334" y="58835"/>
                  <a:pt x="1399899" y="63855"/>
                </a:cubicBezTo>
                <a:cubicBezTo>
                  <a:pt x="1398335" y="69005"/>
                  <a:pt x="1397552" y="76796"/>
                  <a:pt x="1397552" y="87226"/>
                </a:cubicBezTo>
                <a:cubicBezTo>
                  <a:pt x="1397552" y="98765"/>
                  <a:pt x="1398400" y="107305"/>
                  <a:pt x="1400095" y="112847"/>
                </a:cubicBezTo>
                <a:cubicBezTo>
                  <a:pt x="1401725" y="118453"/>
                  <a:pt x="1404039" y="122462"/>
                  <a:pt x="1407038" y="124875"/>
                </a:cubicBezTo>
                <a:cubicBezTo>
                  <a:pt x="1408472" y="126178"/>
                  <a:pt x="1410526" y="126798"/>
                  <a:pt x="1413198" y="126732"/>
                </a:cubicBezTo>
                <a:cubicBezTo>
                  <a:pt x="1418935" y="126732"/>
                  <a:pt x="1424346" y="122234"/>
                  <a:pt x="1429431" y="113238"/>
                </a:cubicBezTo>
                <a:lnTo>
                  <a:pt x="1429431" y="65126"/>
                </a:lnTo>
                <a:close/>
                <a:moveTo>
                  <a:pt x="1522209" y="41560"/>
                </a:moveTo>
                <a:cubicBezTo>
                  <a:pt x="1530097" y="41560"/>
                  <a:pt x="1537497" y="43613"/>
                  <a:pt x="1544407" y="47720"/>
                </a:cubicBezTo>
                <a:cubicBezTo>
                  <a:pt x="1551187" y="51893"/>
                  <a:pt x="1556402" y="57727"/>
                  <a:pt x="1560053" y="65224"/>
                </a:cubicBezTo>
                <a:cubicBezTo>
                  <a:pt x="1563573" y="72786"/>
                  <a:pt x="1565334" y="81066"/>
                  <a:pt x="1565334" y="90062"/>
                </a:cubicBezTo>
                <a:cubicBezTo>
                  <a:pt x="1565268" y="103101"/>
                  <a:pt x="1561976" y="113955"/>
                  <a:pt x="1555457" y="122625"/>
                </a:cubicBezTo>
                <a:cubicBezTo>
                  <a:pt x="1547438" y="133186"/>
                  <a:pt x="1536454" y="138467"/>
                  <a:pt x="1522503" y="138467"/>
                </a:cubicBezTo>
                <a:cubicBezTo>
                  <a:pt x="1508682" y="138532"/>
                  <a:pt x="1498088" y="133708"/>
                  <a:pt x="1490722" y="123994"/>
                </a:cubicBezTo>
                <a:cubicBezTo>
                  <a:pt x="1483290" y="114346"/>
                  <a:pt x="1479574" y="103166"/>
                  <a:pt x="1479574" y="90453"/>
                </a:cubicBezTo>
                <a:cubicBezTo>
                  <a:pt x="1479574" y="77350"/>
                  <a:pt x="1483388" y="65909"/>
                  <a:pt x="1491015" y="56130"/>
                </a:cubicBezTo>
                <a:cubicBezTo>
                  <a:pt x="1498512" y="46482"/>
                  <a:pt x="1508910" y="41625"/>
                  <a:pt x="1522209" y="41560"/>
                </a:cubicBezTo>
                <a:moveTo>
                  <a:pt x="1522600" y="48503"/>
                </a:moveTo>
                <a:cubicBezTo>
                  <a:pt x="1519276" y="48568"/>
                  <a:pt x="1516440" y="49806"/>
                  <a:pt x="1514093" y="52218"/>
                </a:cubicBezTo>
                <a:cubicBezTo>
                  <a:pt x="1511616" y="54826"/>
                  <a:pt x="1510051" y="59781"/>
                  <a:pt x="1509399" y="67082"/>
                </a:cubicBezTo>
                <a:cubicBezTo>
                  <a:pt x="1508617" y="74514"/>
                  <a:pt x="1508226" y="84814"/>
                  <a:pt x="1508226" y="97983"/>
                </a:cubicBezTo>
                <a:cubicBezTo>
                  <a:pt x="1508226" y="104958"/>
                  <a:pt x="1508682" y="111478"/>
                  <a:pt x="1509595" y="117540"/>
                </a:cubicBezTo>
                <a:cubicBezTo>
                  <a:pt x="1510247" y="122169"/>
                  <a:pt x="1511779" y="125689"/>
                  <a:pt x="1514191" y="128102"/>
                </a:cubicBezTo>
                <a:cubicBezTo>
                  <a:pt x="1516472" y="130579"/>
                  <a:pt x="1519145" y="131785"/>
                  <a:pt x="1522209" y="131720"/>
                </a:cubicBezTo>
                <a:cubicBezTo>
                  <a:pt x="1525143" y="131785"/>
                  <a:pt x="1527588" y="130970"/>
                  <a:pt x="1529543" y="129275"/>
                </a:cubicBezTo>
                <a:cubicBezTo>
                  <a:pt x="1532021" y="127124"/>
                  <a:pt x="1533716" y="124027"/>
                  <a:pt x="1534628" y="119985"/>
                </a:cubicBezTo>
                <a:cubicBezTo>
                  <a:pt x="1535867" y="113857"/>
                  <a:pt x="1536519" y="101340"/>
                  <a:pt x="1536584" y="82435"/>
                </a:cubicBezTo>
                <a:cubicBezTo>
                  <a:pt x="1536584" y="71417"/>
                  <a:pt x="1535965" y="63790"/>
                  <a:pt x="1534726" y="59553"/>
                </a:cubicBezTo>
                <a:cubicBezTo>
                  <a:pt x="1533422" y="55445"/>
                  <a:pt x="1531597" y="52447"/>
                  <a:pt x="1529250" y="50556"/>
                </a:cubicBezTo>
                <a:cubicBezTo>
                  <a:pt x="1527555" y="49187"/>
                  <a:pt x="1525338" y="48503"/>
                  <a:pt x="1522600" y="48503"/>
                </a:cubicBezTo>
                <a:close/>
                <a:moveTo>
                  <a:pt x="1673577" y="138467"/>
                </a:moveTo>
                <a:lnTo>
                  <a:pt x="1648544" y="71385"/>
                </a:lnTo>
                <a:lnTo>
                  <a:pt x="1623999" y="138467"/>
                </a:lnTo>
                <a:lnTo>
                  <a:pt x="1618914" y="138467"/>
                </a:lnTo>
                <a:lnTo>
                  <a:pt x="1594565" y="72167"/>
                </a:lnTo>
                <a:cubicBezTo>
                  <a:pt x="1590914" y="62128"/>
                  <a:pt x="1587818" y="55543"/>
                  <a:pt x="1585275" y="52414"/>
                </a:cubicBezTo>
                <a:cubicBezTo>
                  <a:pt x="1583580" y="50393"/>
                  <a:pt x="1581103" y="48894"/>
                  <a:pt x="1577843" y="47916"/>
                </a:cubicBezTo>
                <a:lnTo>
                  <a:pt x="1577843" y="44298"/>
                </a:lnTo>
                <a:lnTo>
                  <a:pt x="1623999" y="44298"/>
                </a:lnTo>
                <a:lnTo>
                  <a:pt x="1623999" y="47916"/>
                </a:lnTo>
                <a:cubicBezTo>
                  <a:pt x="1620870" y="47981"/>
                  <a:pt x="1618718" y="48437"/>
                  <a:pt x="1617545" y="49285"/>
                </a:cubicBezTo>
                <a:cubicBezTo>
                  <a:pt x="1616372" y="50198"/>
                  <a:pt x="1615785" y="51241"/>
                  <a:pt x="1615785" y="52414"/>
                </a:cubicBezTo>
                <a:cubicBezTo>
                  <a:pt x="1615785" y="53522"/>
                  <a:pt x="1616828" y="56847"/>
                  <a:pt x="1618914" y="62388"/>
                </a:cubicBezTo>
                <a:lnTo>
                  <a:pt x="1632311" y="98081"/>
                </a:lnTo>
                <a:lnTo>
                  <a:pt x="1645219" y="62388"/>
                </a:lnTo>
                <a:lnTo>
                  <a:pt x="1644241" y="60041"/>
                </a:lnTo>
                <a:cubicBezTo>
                  <a:pt x="1642285" y="55152"/>
                  <a:pt x="1640590" y="52023"/>
                  <a:pt x="1639156" y="50654"/>
                </a:cubicBezTo>
                <a:cubicBezTo>
                  <a:pt x="1637591" y="49415"/>
                  <a:pt x="1635310" y="48503"/>
                  <a:pt x="1632311" y="47916"/>
                </a:cubicBezTo>
                <a:lnTo>
                  <a:pt x="1632311" y="44298"/>
                </a:lnTo>
                <a:lnTo>
                  <a:pt x="1679151" y="44298"/>
                </a:lnTo>
                <a:lnTo>
                  <a:pt x="1679151" y="47916"/>
                </a:lnTo>
                <a:cubicBezTo>
                  <a:pt x="1675500" y="48111"/>
                  <a:pt x="1673186" y="48600"/>
                  <a:pt x="1672208" y="49383"/>
                </a:cubicBezTo>
                <a:cubicBezTo>
                  <a:pt x="1671230" y="50295"/>
                  <a:pt x="1670741" y="51469"/>
                  <a:pt x="1670741" y="52903"/>
                </a:cubicBezTo>
                <a:cubicBezTo>
                  <a:pt x="1670741" y="54402"/>
                  <a:pt x="1671687" y="57564"/>
                  <a:pt x="1673577" y="62388"/>
                </a:cubicBezTo>
                <a:lnTo>
                  <a:pt x="1686485" y="98081"/>
                </a:lnTo>
                <a:lnTo>
                  <a:pt x="1698220" y="65224"/>
                </a:lnTo>
                <a:cubicBezTo>
                  <a:pt x="1699849" y="60530"/>
                  <a:pt x="1700697" y="57336"/>
                  <a:pt x="1700762" y="55641"/>
                </a:cubicBezTo>
                <a:cubicBezTo>
                  <a:pt x="1700762" y="53099"/>
                  <a:pt x="1700143" y="51241"/>
                  <a:pt x="1698904" y="50067"/>
                </a:cubicBezTo>
                <a:cubicBezTo>
                  <a:pt x="1697600" y="48959"/>
                  <a:pt x="1695188" y="48242"/>
                  <a:pt x="1691668" y="47916"/>
                </a:cubicBezTo>
                <a:lnTo>
                  <a:pt x="1691668" y="44298"/>
                </a:lnTo>
                <a:lnTo>
                  <a:pt x="1718755" y="44298"/>
                </a:lnTo>
                <a:lnTo>
                  <a:pt x="1718755" y="47916"/>
                </a:lnTo>
                <a:cubicBezTo>
                  <a:pt x="1715691" y="48372"/>
                  <a:pt x="1713312" y="49415"/>
                  <a:pt x="1711617" y="51045"/>
                </a:cubicBezTo>
                <a:cubicBezTo>
                  <a:pt x="1709856" y="52805"/>
                  <a:pt x="1707575" y="57727"/>
                  <a:pt x="1704771" y="65811"/>
                </a:cubicBezTo>
                <a:lnTo>
                  <a:pt x="1679151" y="138467"/>
                </a:lnTo>
                <a:lnTo>
                  <a:pt x="1673577" y="13846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Coming">
            <a:extLst xmlns:a="http://schemas.openxmlformats.org/drawingml/2006/main">
              <a:ext uri="{FF2B5EF4-FFF2-40B4-BE49-F238E27FC236}">
                <a16:creationId xmlns:a16="http://schemas.microsoft.com/office/drawing/2014/main" id="{608D1916-3EB6-418A-BAF6-2A1A0220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36" y="145385"/>
            <a:ext cx="674664" cy="179016"/>
          </a:xfrm>
          <a:custGeom xmlns:a="http://schemas.openxmlformats.org/drawingml/2006/main">
            <a:pathLst>
              <a:path w="674664" h="179016">
                <a:moveTo>
                  <a:pt x="125755" y="98"/>
                </a:moveTo>
                <a:lnTo>
                  <a:pt x="125755" y="46058"/>
                </a:lnTo>
                <a:lnTo>
                  <a:pt x="121941" y="46058"/>
                </a:lnTo>
                <a:cubicBezTo>
                  <a:pt x="119072" y="34063"/>
                  <a:pt x="113727" y="24871"/>
                  <a:pt x="105904" y="18482"/>
                </a:cubicBezTo>
                <a:cubicBezTo>
                  <a:pt x="98016" y="12158"/>
                  <a:pt x="89150" y="8964"/>
                  <a:pt x="79306" y="8899"/>
                </a:cubicBezTo>
                <a:cubicBezTo>
                  <a:pt x="70961" y="8899"/>
                  <a:pt x="63366" y="11278"/>
                  <a:pt x="56521" y="16037"/>
                </a:cubicBezTo>
                <a:cubicBezTo>
                  <a:pt x="49546" y="20861"/>
                  <a:pt x="44493" y="27087"/>
                  <a:pt x="41364" y="34715"/>
                </a:cubicBezTo>
                <a:cubicBezTo>
                  <a:pt x="37257" y="44624"/>
                  <a:pt x="35203" y="55576"/>
                  <a:pt x="35203" y="67571"/>
                </a:cubicBezTo>
                <a:cubicBezTo>
                  <a:pt x="35138" y="79501"/>
                  <a:pt x="36638" y="90290"/>
                  <a:pt x="39702" y="99939"/>
                </a:cubicBezTo>
                <a:cubicBezTo>
                  <a:pt x="42701" y="109717"/>
                  <a:pt x="47394" y="117084"/>
                  <a:pt x="53783" y="122039"/>
                </a:cubicBezTo>
                <a:cubicBezTo>
                  <a:pt x="60107" y="127058"/>
                  <a:pt x="68386" y="129568"/>
                  <a:pt x="78621" y="129568"/>
                </a:cubicBezTo>
                <a:cubicBezTo>
                  <a:pt x="86900" y="129568"/>
                  <a:pt x="94560" y="127743"/>
                  <a:pt x="101601" y="124092"/>
                </a:cubicBezTo>
                <a:cubicBezTo>
                  <a:pt x="108446" y="120507"/>
                  <a:pt x="115748" y="114216"/>
                  <a:pt x="123506" y="105219"/>
                </a:cubicBezTo>
                <a:lnTo>
                  <a:pt x="123506" y="116660"/>
                </a:lnTo>
                <a:cubicBezTo>
                  <a:pt x="116074" y="124483"/>
                  <a:pt x="108348" y="130090"/>
                  <a:pt x="100330" y="133480"/>
                </a:cubicBezTo>
                <a:cubicBezTo>
                  <a:pt x="92181" y="137000"/>
                  <a:pt x="82761" y="138760"/>
                  <a:pt x="72069" y="138760"/>
                </a:cubicBezTo>
                <a:cubicBezTo>
                  <a:pt x="57858" y="138760"/>
                  <a:pt x="45308" y="135925"/>
                  <a:pt x="34421" y="130253"/>
                </a:cubicBezTo>
                <a:cubicBezTo>
                  <a:pt x="23339" y="124646"/>
                  <a:pt x="14864" y="116497"/>
                  <a:pt x="8996" y="105806"/>
                </a:cubicBezTo>
                <a:cubicBezTo>
                  <a:pt x="2999" y="95245"/>
                  <a:pt x="0" y="83934"/>
                  <a:pt x="0" y="71874"/>
                </a:cubicBezTo>
                <a:cubicBezTo>
                  <a:pt x="0" y="59292"/>
                  <a:pt x="3325" y="47297"/>
                  <a:pt x="9974" y="35888"/>
                </a:cubicBezTo>
                <a:cubicBezTo>
                  <a:pt x="16493" y="24545"/>
                  <a:pt x="25425" y="15744"/>
                  <a:pt x="36768" y="9485"/>
                </a:cubicBezTo>
                <a:cubicBezTo>
                  <a:pt x="47981" y="3227"/>
                  <a:pt x="59911" y="98"/>
                  <a:pt x="72558" y="98"/>
                </a:cubicBezTo>
                <a:cubicBezTo>
                  <a:pt x="81815" y="163"/>
                  <a:pt x="91659" y="2184"/>
                  <a:pt x="102090" y="6161"/>
                </a:cubicBezTo>
                <a:cubicBezTo>
                  <a:pt x="108022" y="8508"/>
                  <a:pt x="111836" y="9681"/>
                  <a:pt x="113531" y="9681"/>
                </a:cubicBezTo>
                <a:cubicBezTo>
                  <a:pt x="115552" y="9681"/>
                  <a:pt x="117377" y="8899"/>
                  <a:pt x="119007" y="7334"/>
                </a:cubicBezTo>
                <a:cubicBezTo>
                  <a:pt x="120441" y="5900"/>
                  <a:pt x="121419" y="3488"/>
                  <a:pt x="121941" y="98"/>
                </a:cubicBezTo>
                <a:lnTo>
                  <a:pt x="125755" y="98"/>
                </a:lnTo>
                <a:close/>
                <a:moveTo>
                  <a:pt x="190298" y="41560"/>
                </a:moveTo>
                <a:cubicBezTo>
                  <a:pt x="198186" y="41560"/>
                  <a:pt x="205585" y="43613"/>
                  <a:pt x="212495" y="47720"/>
                </a:cubicBezTo>
                <a:cubicBezTo>
                  <a:pt x="219275" y="51893"/>
                  <a:pt x="224491" y="57727"/>
                  <a:pt x="228141" y="65224"/>
                </a:cubicBezTo>
                <a:cubicBezTo>
                  <a:pt x="231662" y="72786"/>
                  <a:pt x="233422" y="81066"/>
                  <a:pt x="233422" y="90062"/>
                </a:cubicBezTo>
                <a:cubicBezTo>
                  <a:pt x="233357" y="103101"/>
                  <a:pt x="230065" y="113955"/>
                  <a:pt x="223545" y="122625"/>
                </a:cubicBezTo>
                <a:cubicBezTo>
                  <a:pt x="215527" y="133186"/>
                  <a:pt x="204542" y="138467"/>
                  <a:pt x="190591" y="138467"/>
                </a:cubicBezTo>
                <a:cubicBezTo>
                  <a:pt x="176770" y="138532"/>
                  <a:pt x="166177" y="133708"/>
                  <a:pt x="158810" y="123994"/>
                </a:cubicBezTo>
                <a:cubicBezTo>
                  <a:pt x="151378" y="114346"/>
                  <a:pt x="147662" y="103166"/>
                  <a:pt x="147662" y="90453"/>
                </a:cubicBezTo>
                <a:cubicBezTo>
                  <a:pt x="147662" y="77350"/>
                  <a:pt x="151476" y="65909"/>
                  <a:pt x="159103" y="56130"/>
                </a:cubicBezTo>
                <a:cubicBezTo>
                  <a:pt x="166601" y="46482"/>
                  <a:pt x="176999" y="41625"/>
                  <a:pt x="190298" y="41560"/>
                </a:cubicBezTo>
                <a:moveTo>
                  <a:pt x="190689" y="48503"/>
                </a:moveTo>
                <a:cubicBezTo>
                  <a:pt x="187364" y="48568"/>
                  <a:pt x="184528" y="49806"/>
                  <a:pt x="182181" y="52218"/>
                </a:cubicBezTo>
                <a:cubicBezTo>
                  <a:pt x="179704" y="54826"/>
                  <a:pt x="178139" y="59781"/>
                  <a:pt x="177488" y="67082"/>
                </a:cubicBezTo>
                <a:cubicBezTo>
                  <a:pt x="176705" y="74514"/>
                  <a:pt x="176314" y="84814"/>
                  <a:pt x="176314" y="97983"/>
                </a:cubicBezTo>
                <a:cubicBezTo>
                  <a:pt x="176314" y="104958"/>
                  <a:pt x="176770" y="111478"/>
                  <a:pt x="177683" y="117540"/>
                </a:cubicBezTo>
                <a:cubicBezTo>
                  <a:pt x="178335" y="122169"/>
                  <a:pt x="179867" y="125689"/>
                  <a:pt x="182279" y="128102"/>
                </a:cubicBezTo>
                <a:cubicBezTo>
                  <a:pt x="184561" y="130579"/>
                  <a:pt x="187234" y="131785"/>
                  <a:pt x="190298" y="131720"/>
                </a:cubicBezTo>
                <a:cubicBezTo>
                  <a:pt x="193231" y="131785"/>
                  <a:pt x="195676" y="130970"/>
                  <a:pt x="197632" y="129275"/>
                </a:cubicBezTo>
                <a:cubicBezTo>
                  <a:pt x="200109" y="127124"/>
                  <a:pt x="201804" y="124027"/>
                  <a:pt x="202717" y="119985"/>
                </a:cubicBezTo>
                <a:cubicBezTo>
                  <a:pt x="203955" y="113857"/>
                  <a:pt x="204607" y="101340"/>
                  <a:pt x="204672" y="82435"/>
                </a:cubicBezTo>
                <a:cubicBezTo>
                  <a:pt x="204672" y="71417"/>
                  <a:pt x="204053" y="63790"/>
                  <a:pt x="202814" y="59553"/>
                </a:cubicBezTo>
                <a:cubicBezTo>
                  <a:pt x="201511" y="55445"/>
                  <a:pt x="199685" y="52447"/>
                  <a:pt x="197338" y="50556"/>
                </a:cubicBezTo>
                <a:cubicBezTo>
                  <a:pt x="195643" y="49187"/>
                  <a:pt x="193427" y="48503"/>
                  <a:pt x="190689" y="48503"/>
                </a:cubicBezTo>
                <a:close/>
                <a:moveTo>
                  <a:pt x="288958" y="44298"/>
                </a:moveTo>
                <a:lnTo>
                  <a:pt x="288958" y="56326"/>
                </a:lnTo>
                <a:cubicBezTo>
                  <a:pt x="293912" y="50915"/>
                  <a:pt x="298574" y="47068"/>
                  <a:pt x="302942" y="44787"/>
                </a:cubicBezTo>
                <a:cubicBezTo>
                  <a:pt x="307114" y="42635"/>
                  <a:pt x="311775" y="41560"/>
                  <a:pt x="316925" y="41560"/>
                </a:cubicBezTo>
                <a:cubicBezTo>
                  <a:pt x="322727" y="41560"/>
                  <a:pt x="327649" y="42929"/>
                  <a:pt x="331691" y="45667"/>
                </a:cubicBezTo>
                <a:cubicBezTo>
                  <a:pt x="335668" y="48470"/>
                  <a:pt x="338732" y="52642"/>
                  <a:pt x="340883" y="58184"/>
                </a:cubicBezTo>
                <a:cubicBezTo>
                  <a:pt x="346033" y="52381"/>
                  <a:pt x="351053" y="48144"/>
                  <a:pt x="355942" y="45471"/>
                </a:cubicBezTo>
                <a:cubicBezTo>
                  <a:pt x="360701" y="42863"/>
                  <a:pt x="365688" y="41560"/>
                  <a:pt x="370904" y="41560"/>
                </a:cubicBezTo>
                <a:cubicBezTo>
                  <a:pt x="377162" y="41625"/>
                  <a:pt x="382215" y="43059"/>
                  <a:pt x="386061" y="45862"/>
                </a:cubicBezTo>
                <a:cubicBezTo>
                  <a:pt x="389777" y="48861"/>
                  <a:pt x="392384" y="52544"/>
                  <a:pt x="393884" y="56912"/>
                </a:cubicBezTo>
                <a:cubicBezTo>
                  <a:pt x="395318" y="61410"/>
                  <a:pt x="396035" y="68549"/>
                  <a:pt x="396035" y="78328"/>
                </a:cubicBezTo>
                <a:lnTo>
                  <a:pt x="396035" y="115780"/>
                </a:lnTo>
                <a:cubicBezTo>
                  <a:pt x="396035" y="122886"/>
                  <a:pt x="396687" y="127254"/>
                  <a:pt x="397991" y="128884"/>
                </a:cubicBezTo>
                <a:cubicBezTo>
                  <a:pt x="399230" y="130644"/>
                  <a:pt x="401870" y="131752"/>
                  <a:pt x="405912" y="132209"/>
                </a:cubicBezTo>
                <a:lnTo>
                  <a:pt x="405912" y="135729"/>
                </a:lnTo>
                <a:lnTo>
                  <a:pt x="358680" y="135729"/>
                </a:lnTo>
                <a:lnTo>
                  <a:pt x="358680" y="132209"/>
                </a:lnTo>
                <a:cubicBezTo>
                  <a:pt x="362396" y="131948"/>
                  <a:pt x="365134" y="130514"/>
                  <a:pt x="366894" y="127906"/>
                </a:cubicBezTo>
                <a:cubicBezTo>
                  <a:pt x="368068" y="126211"/>
                  <a:pt x="368655" y="122169"/>
                  <a:pt x="368655" y="115780"/>
                </a:cubicBezTo>
                <a:lnTo>
                  <a:pt x="368655" y="76470"/>
                </a:lnTo>
                <a:cubicBezTo>
                  <a:pt x="368655" y="68386"/>
                  <a:pt x="368329" y="63203"/>
                  <a:pt x="367677" y="60922"/>
                </a:cubicBezTo>
                <a:cubicBezTo>
                  <a:pt x="366960" y="58705"/>
                  <a:pt x="365949" y="57043"/>
                  <a:pt x="364645" y="55934"/>
                </a:cubicBezTo>
                <a:cubicBezTo>
                  <a:pt x="363146" y="54891"/>
                  <a:pt x="361484" y="54370"/>
                  <a:pt x="359658" y="54370"/>
                </a:cubicBezTo>
                <a:cubicBezTo>
                  <a:pt x="356790" y="54370"/>
                  <a:pt x="353954" y="55380"/>
                  <a:pt x="351151" y="57401"/>
                </a:cubicBezTo>
                <a:cubicBezTo>
                  <a:pt x="348282" y="59487"/>
                  <a:pt x="345381" y="62584"/>
                  <a:pt x="342448" y="66691"/>
                </a:cubicBezTo>
                <a:lnTo>
                  <a:pt x="342448" y="115780"/>
                </a:lnTo>
                <a:cubicBezTo>
                  <a:pt x="342448" y="122430"/>
                  <a:pt x="343002" y="126570"/>
                  <a:pt x="344110" y="128199"/>
                </a:cubicBezTo>
                <a:cubicBezTo>
                  <a:pt x="345544" y="130677"/>
                  <a:pt x="348413" y="132013"/>
                  <a:pt x="352715" y="132209"/>
                </a:cubicBezTo>
                <a:lnTo>
                  <a:pt x="352715" y="135729"/>
                </a:lnTo>
                <a:lnTo>
                  <a:pt x="305386" y="135729"/>
                </a:lnTo>
                <a:lnTo>
                  <a:pt x="305386" y="132209"/>
                </a:lnTo>
                <a:cubicBezTo>
                  <a:pt x="307929" y="132143"/>
                  <a:pt x="309950" y="131491"/>
                  <a:pt x="311449" y="130253"/>
                </a:cubicBezTo>
                <a:cubicBezTo>
                  <a:pt x="312883" y="129210"/>
                  <a:pt x="313861" y="127841"/>
                  <a:pt x="314383" y="126146"/>
                </a:cubicBezTo>
                <a:cubicBezTo>
                  <a:pt x="314839" y="124646"/>
                  <a:pt x="315067" y="121191"/>
                  <a:pt x="315067" y="115780"/>
                </a:cubicBezTo>
                <a:lnTo>
                  <a:pt x="315067" y="76470"/>
                </a:lnTo>
                <a:cubicBezTo>
                  <a:pt x="315067" y="68190"/>
                  <a:pt x="314741" y="63008"/>
                  <a:pt x="314089" y="60922"/>
                </a:cubicBezTo>
                <a:cubicBezTo>
                  <a:pt x="313372" y="58901"/>
                  <a:pt x="312297" y="57271"/>
                  <a:pt x="310862" y="56032"/>
                </a:cubicBezTo>
                <a:cubicBezTo>
                  <a:pt x="309298" y="54859"/>
                  <a:pt x="307635" y="54272"/>
                  <a:pt x="305875" y="54272"/>
                </a:cubicBezTo>
                <a:cubicBezTo>
                  <a:pt x="303202" y="54272"/>
                  <a:pt x="300823" y="54957"/>
                  <a:pt x="298737" y="56326"/>
                </a:cubicBezTo>
                <a:cubicBezTo>
                  <a:pt x="295607" y="58412"/>
                  <a:pt x="292348" y="61867"/>
                  <a:pt x="288958" y="66691"/>
                </a:cubicBezTo>
                <a:lnTo>
                  <a:pt x="288958" y="115780"/>
                </a:lnTo>
                <a:cubicBezTo>
                  <a:pt x="288958" y="122234"/>
                  <a:pt x="289610" y="126472"/>
                  <a:pt x="290914" y="128493"/>
                </a:cubicBezTo>
                <a:cubicBezTo>
                  <a:pt x="292152" y="130579"/>
                  <a:pt x="294793" y="131817"/>
                  <a:pt x="298834" y="132209"/>
                </a:cubicBezTo>
                <a:lnTo>
                  <a:pt x="298834" y="135729"/>
                </a:lnTo>
                <a:lnTo>
                  <a:pt x="251701" y="135729"/>
                </a:lnTo>
                <a:lnTo>
                  <a:pt x="251701" y="132209"/>
                </a:lnTo>
                <a:cubicBezTo>
                  <a:pt x="255482" y="131817"/>
                  <a:pt x="258220" y="130579"/>
                  <a:pt x="259915" y="128493"/>
                </a:cubicBezTo>
                <a:cubicBezTo>
                  <a:pt x="260958" y="127058"/>
                  <a:pt x="261512" y="122821"/>
                  <a:pt x="261577" y="115780"/>
                </a:cubicBezTo>
                <a:lnTo>
                  <a:pt x="261577" y="64149"/>
                </a:lnTo>
                <a:cubicBezTo>
                  <a:pt x="261577" y="57238"/>
                  <a:pt x="260958" y="52936"/>
                  <a:pt x="259719" y="51241"/>
                </a:cubicBezTo>
                <a:cubicBezTo>
                  <a:pt x="258350" y="49611"/>
                  <a:pt x="255678" y="48503"/>
                  <a:pt x="251701" y="47916"/>
                </a:cubicBezTo>
                <a:lnTo>
                  <a:pt x="251701" y="44298"/>
                </a:lnTo>
                <a:lnTo>
                  <a:pt x="288958" y="44298"/>
                </a:lnTo>
                <a:close/>
                <a:moveTo>
                  <a:pt x="436200" y="0"/>
                </a:moveTo>
                <a:cubicBezTo>
                  <a:pt x="440373" y="0"/>
                  <a:pt x="443958" y="1467"/>
                  <a:pt x="446957" y="4400"/>
                </a:cubicBezTo>
                <a:cubicBezTo>
                  <a:pt x="449891" y="7464"/>
                  <a:pt x="451357" y="11050"/>
                  <a:pt x="451357" y="15157"/>
                </a:cubicBezTo>
                <a:cubicBezTo>
                  <a:pt x="451357" y="19395"/>
                  <a:pt x="449891" y="22947"/>
                  <a:pt x="446957" y="25816"/>
                </a:cubicBezTo>
                <a:cubicBezTo>
                  <a:pt x="443893" y="28750"/>
                  <a:pt x="440307" y="30216"/>
                  <a:pt x="436200" y="30216"/>
                </a:cubicBezTo>
                <a:cubicBezTo>
                  <a:pt x="431963" y="30216"/>
                  <a:pt x="428410" y="28750"/>
                  <a:pt x="425542" y="25816"/>
                </a:cubicBezTo>
                <a:cubicBezTo>
                  <a:pt x="422608" y="22947"/>
                  <a:pt x="421141" y="19395"/>
                  <a:pt x="421141" y="15157"/>
                </a:cubicBezTo>
                <a:cubicBezTo>
                  <a:pt x="421141" y="11050"/>
                  <a:pt x="422608" y="7464"/>
                  <a:pt x="425542" y="4400"/>
                </a:cubicBezTo>
                <a:cubicBezTo>
                  <a:pt x="428410" y="1467"/>
                  <a:pt x="431963" y="0"/>
                  <a:pt x="436200" y="0"/>
                </a:cubicBezTo>
                <a:moveTo>
                  <a:pt x="449891" y="44298"/>
                </a:moveTo>
                <a:lnTo>
                  <a:pt x="449891" y="116758"/>
                </a:lnTo>
                <a:cubicBezTo>
                  <a:pt x="449891" y="123212"/>
                  <a:pt x="450640" y="127319"/>
                  <a:pt x="452140" y="129079"/>
                </a:cubicBezTo>
                <a:cubicBezTo>
                  <a:pt x="453574" y="130970"/>
                  <a:pt x="456508" y="132013"/>
                  <a:pt x="460941" y="132209"/>
                </a:cubicBezTo>
                <a:lnTo>
                  <a:pt x="460941" y="135729"/>
                </a:lnTo>
                <a:lnTo>
                  <a:pt x="411558" y="135729"/>
                </a:lnTo>
                <a:lnTo>
                  <a:pt x="411558" y="132209"/>
                </a:lnTo>
                <a:cubicBezTo>
                  <a:pt x="415535" y="132143"/>
                  <a:pt x="418533" y="130970"/>
                  <a:pt x="420554" y="128688"/>
                </a:cubicBezTo>
                <a:cubicBezTo>
                  <a:pt x="421793" y="127254"/>
                  <a:pt x="422445" y="123277"/>
                  <a:pt x="422510" y="116758"/>
                </a:cubicBezTo>
                <a:lnTo>
                  <a:pt x="422510" y="63366"/>
                </a:lnTo>
                <a:cubicBezTo>
                  <a:pt x="422445" y="56977"/>
                  <a:pt x="421695" y="52838"/>
                  <a:pt x="420261" y="50947"/>
                </a:cubicBezTo>
                <a:cubicBezTo>
                  <a:pt x="418762" y="49252"/>
                  <a:pt x="415861" y="48242"/>
                  <a:pt x="411558" y="47916"/>
                </a:cubicBezTo>
                <a:lnTo>
                  <a:pt x="411558" y="44298"/>
                </a:lnTo>
                <a:lnTo>
                  <a:pt x="449891" y="44298"/>
                </a:lnTo>
                <a:close/>
                <a:moveTo>
                  <a:pt x="510892" y="44298"/>
                </a:moveTo>
                <a:lnTo>
                  <a:pt x="510892" y="56130"/>
                </a:lnTo>
                <a:cubicBezTo>
                  <a:pt x="515586" y="51045"/>
                  <a:pt x="520084" y="47329"/>
                  <a:pt x="524387" y="44982"/>
                </a:cubicBezTo>
                <a:cubicBezTo>
                  <a:pt x="528624" y="42766"/>
                  <a:pt x="533253" y="41625"/>
                  <a:pt x="538272" y="41560"/>
                </a:cubicBezTo>
                <a:cubicBezTo>
                  <a:pt x="544205" y="41625"/>
                  <a:pt x="549127" y="43255"/>
                  <a:pt x="553038" y="46449"/>
                </a:cubicBezTo>
                <a:cubicBezTo>
                  <a:pt x="556950" y="49774"/>
                  <a:pt x="559557" y="53881"/>
                  <a:pt x="560861" y="58770"/>
                </a:cubicBezTo>
                <a:cubicBezTo>
                  <a:pt x="561904" y="62486"/>
                  <a:pt x="562426" y="69625"/>
                  <a:pt x="562426" y="80186"/>
                </a:cubicBezTo>
                <a:lnTo>
                  <a:pt x="562426" y="115780"/>
                </a:lnTo>
                <a:cubicBezTo>
                  <a:pt x="562426" y="122886"/>
                  <a:pt x="563078" y="127254"/>
                  <a:pt x="564382" y="128884"/>
                </a:cubicBezTo>
                <a:cubicBezTo>
                  <a:pt x="565620" y="130644"/>
                  <a:pt x="568260" y="131752"/>
                  <a:pt x="572302" y="132209"/>
                </a:cubicBezTo>
                <a:lnTo>
                  <a:pt x="572302" y="135729"/>
                </a:lnTo>
                <a:lnTo>
                  <a:pt x="526049" y="135729"/>
                </a:lnTo>
                <a:lnTo>
                  <a:pt x="526049" y="132209"/>
                </a:lnTo>
                <a:cubicBezTo>
                  <a:pt x="529439" y="131817"/>
                  <a:pt x="531916" y="130383"/>
                  <a:pt x="533481" y="127906"/>
                </a:cubicBezTo>
                <a:cubicBezTo>
                  <a:pt x="534524" y="126276"/>
                  <a:pt x="535045" y="122234"/>
                  <a:pt x="535045" y="115780"/>
                </a:cubicBezTo>
                <a:lnTo>
                  <a:pt x="535045" y="75101"/>
                </a:lnTo>
                <a:cubicBezTo>
                  <a:pt x="535045" y="67604"/>
                  <a:pt x="534752" y="62877"/>
                  <a:pt x="534165" y="60922"/>
                </a:cubicBezTo>
                <a:cubicBezTo>
                  <a:pt x="533579" y="58966"/>
                  <a:pt x="532601" y="57434"/>
                  <a:pt x="531232" y="56326"/>
                </a:cubicBezTo>
                <a:cubicBezTo>
                  <a:pt x="529732" y="55282"/>
                  <a:pt x="528168" y="54761"/>
                  <a:pt x="526538" y="54761"/>
                </a:cubicBezTo>
                <a:cubicBezTo>
                  <a:pt x="520866" y="54761"/>
                  <a:pt x="515651" y="58770"/>
                  <a:pt x="510892" y="66789"/>
                </a:cubicBezTo>
                <a:lnTo>
                  <a:pt x="510892" y="115780"/>
                </a:lnTo>
                <a:cubicBezTo>
                  <a:pt x="510892" y="122625"/>
                  <a:pt x="511544" y="126961"/>
                  <a:pt x="512848" y="128786"/>
                </a:cubicBezTo>
                <a:cubicBezTo>
                  <a:pt x="514086" y="130677"/>
                  <a:pt x="516433" y="131817"/>
                  <a:pt x="519888" y="132209"/>
                </a:cubicBezTo>
                <a:lnTo>
                  <a:pt x="519888" y="135729"/>
                </a:lnTo>
                <a:lnTo>
                  <a:pt x="473635" y="135729"/>
                </a:lnTo>
                <a:lnTo>
                  <a:pt x="473635" y="132209"/>
                </a:lnTo>
                <a:cubicBezTo>
                  <a:pt x="477416" y="131817"/>
                  <a:pt x="480154" y="130579"/>
                  <a:pt x="481849" y="128493"/>
                </a:cubicBezTo>
                <a:cubicBezTo>
                  <a:pt x="482892" y="127058"/>
                  <a:pt x="483446" y="122821"/>
                  <a:pt x="483511" y="115780"/>
                </a:cubicBezTo>
                <a:lnTo>
                  <a:pt x="483511" y="64149"/>
                </a:lnTo>
                <a:cubicBezTo>
                  <a:pt x="483511" y="57238"/>
                  <a:pt x="482892" y="52936"/>
                  <a:pt x="481653" y="51241"/>
                </a:cubicBezTo>
                <a:cubicBezTo>
                  <a:pt x="480284" y="49611"/>
                  <a:pt x="477612" y="48503"/>
                  <a:pt x="473635" y="47916"/>
                </a:cubicBezTo>
                <a:lnTo>
                  <a:pt x="473635" y="44298"/>
                </a:lnTo>
                <a:lnTo>
                  <a:pt x="510892" y="44298"/>
                </a:lnTo>
                <a:close/>
                <a:moveTo>
                  <a:pt x="643568" y="45373"/>
                </a:moveTo>
                <a:lnTo>
                  <a:pt x="674371" y="45373"/>
                </a:lnTo>
                <a:lnTo>
                  <a:pt x="674371" y="56130"/>
                </a:lnTo>
                <a:lnTo>
                  <a:pt x="656867" y="56130"/>
                </a:lnTo>
                <a:cubicBezTo>
                  <a:pt x="659996" y="59390"/>
                  <a:pt x="662213" y="62291"/>
                  <a:pt x="663516" y="64833"/>
                </a:cubicBezTo>
                <a:cubicBezTo>
                  <a:pt x="665081" y="68419"/>
                  <a:pt x="665863" y="72102"/>
                  <a:pt x="665863" y="75883"/>
                </a:cubicBezTo>
                <a:cubicBezTo>
                  <a:pt x="665863" y="82467"/>
                  <a:pt x="664071" y="88106"/>
                  <a:pt x="660485" y="92800"/>
                </a:cubicBezTo>
                <a:cubicBezTo>
                  <a:pt x="656769" y="97690"/>
                  <a:pt x="651847" y="101438"/>
                  <a:pt x="645719" y="104046"/>
                </a:cubicBezTo>
                <a:cubicBezTo>
                  <a:pt x="639396" y="106784"/>
                  <a:pt x="633854" y="108153"/>
                  <a:pt x="629095" y="108153"/>
                </a:cubicBezTo>
                <a:cubicBezTo>
                  <a:pt x="628704" y="108153"/>
                  <a:pt x="624793" y="107990"/>
                  <a:pt x="617361" y="107664"/>
                </a:cubicBezTo>
                <a:cubicBezTo>
                  <a:pt x="614427" y="107729"/>
                  <a:pt x="611982" y="108674"/>
                  <a:pt x="610027" y="110500"/>
                </a:cubicBezTo>
                <a:cubicBezTo>
                  <a:pt x="607941" y="112521"/>
                  <a:pt x="606930" y="114835"/>
                  <a:pt x="606995" y="117443"/>
                </a:cubicBezTo>
                <a:cubicBezTo>
                  <a:pt x="606930" y="119855"/>
                  <a:pt x="607843" y="121778"/>
                  <a:pt x="609733" y="123212"/>
                </a:cubicBezTo>
                <a:cubicBezTo>
                  <a:pt x="611494" y="124712"/>
                  <a:pt x="614395" y="125461"/>
                  <a:pt x="618436" y="125461"/>
                </a:cubicBezTo>
                <a:lnTo>
                  <a:pt x="635354" y="125266"/>
                </a:lnTo>
                <a:cubicBezTo>
                  <a:pt x="648979" y="125266"/>
                  <a:pt x="658399" y="126765"/>
                  <a:pt x="663614" y="129764"/>
                </a:cubicBezTo>
                <a:cubicBezTo>
                  <a:pt x="670916" y="134001"/>
                  <a:pt x="674599" y="140423"/>
                  <a:pt x="674664" y="149028"/>
                </a:cubicBezTo>
                <a:cubicBezTo>
                  <a:pt x="674664" y="154634"/>
                  <a:pt x="672969" y="159654"/>
                  <a:pt x="669579" y="164087"/>
                </a:cubicBezTo>
                <a:cubicBezTo>
                  <a:pt x="666124" y="168716"/>
                  <a:pt x="661658" y="172073"/>
                  <a:pt x="656182" y="174159"/>
                </a:cubicBezTo>
                <a:cubicBezTo>
                  <a:pt x="647773" y="177419"/>
                  <a:pt x="638092" y="179016"/>
                  <a:pt x="627140" y="178951"/>
                </a:cubicBezTo>
                <a:cubicBezTo>
                  <a:pt x="618860" y="179016"/>
                  <a:pt x="611363" y="178201"/>
                  <a:pt x="604648" y="176506"/>
                </a:cubicBezTo>
                <a:cubicBezTo>
                  <a:pt x="597868" y="174942"/>
                  <a:pt x="593012" y="172725"/>
                  <a:pt x="590078" y="169857"/>
                </a:cubicBezTo>
                <a:cubicBezTo>
                  <a:pt x="587144" y="167054"/>
                  <a:pt x="585678" y="164087"/>
                  <a:pt x="585678" y="160958"/>
                </a:cubicBezTo>
                <a:cubicBezTo>
                  <a:pt x="585678" y="158024"/>
                  <a:pt x="586818" y="155319"/>
                  <a:pt x="589100" y="152842"/>
                </a:cubicBezTo>
                <a:cubicBezTo>
                  <a:pt x="591252" y="150560"/>
                  <a:pt x="595424" y="148572"/>
                  <a:pt x="601617" y="146877"/>
                </a:cubicBezTo>
                <a:cubicBezTo>
                  <a:pt x="593077" y="142704"/>
                  <a:pt x="588839" y="136902"/>
                  <a:pt x="588905" y="129471"/>
                </a:cubicBezTo>
                <a:cubicBezTo>
                  <a:pt x="588905" y="124972"/>
                  <a:pt x="590632" y="120604"/>
                  <a:pt x="594087" y="116367"/>
                </a:cubicBezTo>
                <a:cubicBezTo>
                  <a:pt x="597477" y="112195"/>
                  <a:pt x="602953" y="108511"/>
                  <a:pt x="610516" y="105317"/>
                </a:cubicBezTo>
                <a:cubicBezTo>
                  <a:pt x="601780" y="102123"/>
                  <a:pt x="595456" y="97918"/>
                  <a:pt x="591545" y="92702"/>
                </a:cubicBezTo>
                <a:cubicBezTo>
                  <a:pt x="587633" y="87552"/>
                  <a:pt x="585678" y="81522"/>
                  <a:pt x="585678" y="74612"/>
                </a:cubicBezTo>
                <a:cubicBezTo>
                  <a:pt x="585612" y="65746"/>
                  <a:pt x="589263" y="57988"/>
                  <a:pt x="596630" y="51338"/>
                </a:cubicBezTo>
                <a:cubicBezTo>
                  <a:pt x="603931" y="44819"/>
                  <a:pt x="613319" y="41560"/>
                  <a:pt x="624793" y="41560"/>
                </a:cubicBezTo>
                <a:cubicBezTo>
                  <a:pt x="630855" y="41560"/>
                  <a:pt x="637114" y="42831"/>
                  <a:pt x="643568" y="45373"/>
                </a:cubicBezTo>
                <a:moveTo>
                  <a:pt x="626651" y="47622"/>
                </a:moveTo>
                <a:cubicBezTo>
                  <a:pt x="622804" y="47622"/>
                  <a:pt x="619610" y="49513"/>
                  <a:pt x="617067" y="53294"/>
                </a:cubicBezTo>
                <a:cubicBezTo>
                  <a:pt x="614395" y="57140"/>
                  <a:pt x="613091" y="65061"/>
                  <a:pt x="613156" y="77056"/>
                </a:cubicBezTo>
                <a:cubicBezTo>
                  <a:pt x="613091" y="86770"/>
                  <a:pt x="614395" y="93420"/>
                  <a:pt x="617067" y="97005"/>
                </a:cubicBezTo>
                <a:cubicBezTo>
                  <a:pt x="619610" y="100656"/>
                  <a:pt x="622641" y="102481"/>
                  <a:pt x="626162" y="102481"/>
                </a:cubicBezTo>
                <a:cubicBezTo>
                  <a:pt x="630008" y="102546"/>
                  <a:pt x="633268" y="100754"/>
                  <a:pt x="635940" y="97103"/>
                </a:cubicBezTo>
                <a:cubicBezTo>
                  <a:pt x="638548" y="93517"/>
                  <a:pt x="639852" y="86542"/>
                  <a:pt x="639852" y="76176"/>
                </a:cubicBezTo>
                <a:cubicBezTo>
                  <a:pt x="639852" y="64572"/>
                  <a:pt x="638385" y="56619"/>
                  <a:pt x="635451" y="52316"/>
                </a:cubicBezTo>
                <a:cubicBezTo>
                  <a:pt x="633365" y="49187"/>
                  <a:pt x="630432" y="47622"/>
                  <a:pt x="626651" y="47622"/>
                </a:cubicBezTo>
                <a:moveTo>
                  <a:pt x="620881" y="149224"/>
                </a:moveTo>
                <a:cubicBezTo>
                  <a:pt x="614232" y="149289"/>
                  <a:pt x="609831" y="149843"/>
                  <a:pt x="607680" y="150886"/>
                </a:cubicBezTo>
                <a:cubicBezTo>
                  <a:pt x="603964" y="152972"/>
                  <a:pt x="602106" y="155710"/>
                  <a:pt x="602106" y="159100"/>
                </a:cubicBezTo>
                <a:cubicBezTo>
                  <a:pt x="602106" y="162490"/>
                  <a:pt x="604029" y="165489"/>
                  <a:pt x="607875" y="168097"/>
                </a:cubicBezTo>
                <a:cubicBezTo>
                  <a:pt x="611657" y="170835"/>
                  <a:pt x="618893" y="172204"/>
                  <a:pt x="629584" y="172204"/>
                </a:cubicBezTo>
                <a:cubicBezTo>
                  <a:pt x="638646" y="172269"/>
                  <a:pt x="645784" y="171063"/>
                  <a:pt x="651000" y="168586"/>
                </a:cubicBezTo>
                <a:cubicBezTo>
                  <a:pt x="656150" y="166239"/>
                  <a:pt x="658725" y="162849"/>
                  <a:pt x="658725" y="158416"/>
                </a:cubicBezTo>
                <a:cubicBezTo>
                  <a:pt x="658725" y="156786"/>
                  <a:pt x="658236" y="155417"/>
                  <a:pt x="657258" y="154309"/>
                </a:cubicBezTo>
                <a:cubicBezTo>
                  <a:pt x="655498" y="152353"/>
                  <a:pt x="652858" y="151016"/>
                  <a:pt x="649337" y="150299"/>
                </a:cubicBezTo>
                <a:cubicBezTo>
                  <a:pt x="645687" y="149647"/>
                  <a:pt x="636201" y="149289"/>
                  <a:pt x="620881" y="149224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Tracet">
            <a:extLst xmlns:a="http://schemas.openxmlformats.org/drawingml/2006/main">
              <a:ext uri="{FF2B5EF4-FFF2-40B4-BE49-F238E27FC236}">
                <a16:creationId xmlns:a16="http://schemas.microsoft.com/office/drawing/2014/main" id="{9897946A-7FA7-4D82-B21F-211D230C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495" y="385869"/>
            <a:ext cx="598966" cy="135403"/>
          </a:xfrm>
          <a:custGeom xmlns:a="http://schemas.openxmlformats.org/drawingml/2006/main">
            <a:pathLst>
              <a:path w="598966" h="135403">
                <a:moveTo>
                  <a:pt x="119105" y="0"/>
                </a:moveTo>
                <a:lnTo>
                  <a:pt x="119105" y="35888"/>
                </a:lnTo>
                <a:lnTo>
                  <a:pt x="115585" y="35888"/>
                </a:lnTo>
                <a:cubicBezTo>
                  <a:pt x="113499" y="27609"/>
                  <a:pt x="111184" y="21644"/>
                  <a:pt x="108642" y="17993"/>
                </a:cubicBezTo>
                <a:cubicBezTo>
                  <a:pt x="106034" y="14407"/>
                  <a:pt x="102546" y="11539"/>
                  <a:pt x="98179" y="9388"/>
                </a:cubicBezTo>
                <a:cubicBezTo>
                  <a:pt x="95636" y="8214"/>
                  <a:pt x="91301" y="7627"/>
                  <a:pt x="85173" y="7627"/>
                </a:cubicBezTo>
                <a:lnTo>
                  <a:pt x="75296" y="7627"/>
                </a:lnTo>
                <a:lnTo>
                  <a:pt x="75296" y="109913"/>
                </a:lnTo>
                <a:cubicBezTo>
                  <a:pt x="75296" y="116758"/>
                  <a:pt x="75687" y="120996"/>
                  <a:pt x="76470" y="122625"/>
                </a:cubicBezTo>
                <a:cubicBezTo>
                  <a:pt x="77122" y="124320"/>
                  <a:pt x="78588" y="125787"/>
                  <a:pt x="80870" y="127026"/>
                </a:cubicBezTo>
                <a:cubicBezTo>
                  <a:pt x="82956" y="128330"/>
                  <a:pt x="85923" y="128982"/>
                  <a:pt x="89769" y="128982"/>
                </a:cubicBezTo>
                <a:lnTo>
                  <a:pt x="94169" y="128982"/>
                </a:lnTo>
                <a:lnTo>
                  <a:pt x="94169" y="132600"/>
                </a:lnTo>
                <a:lnTo>
                  <a:pt x="24740" y="132600"/>
                </a:lnTo>
                <a:lnTo>
                  <a:pt x="24740" y="128982"/>
                </a:lnTo>
                <a:lnTo>
                  <a:pt x="29141" y="128982"/>
                </a:lnTo>
                <a:cubicBezTo>
                  <a:pt x="32922" y="128982"/>
                  <a:pt x="36018" y="128297"/>
                  <a:pt x="38430" y="126928"/>
                </a:cubicBezTo>
                <a:cubicBezTo>
                  <a:pt x="40060" y="126081"/>
                  <a:pt x="41397" y="124516"/>
                  <a:pt x="42440" y="122234"/>
                </a:cubicBezTo>
                <a:cubicBezTo>
                  <a:pt x="43092" y="120670"/>
                  <a:pt x="43450" y="116563"/>
                  <a:pt x="43515" y="109913"/>
                </a:cubicBezTo>
                <a:lnTo>
                  <a:pt x="43515" y="7627"/>
                </a:lnTo>
                <a:lnTo>
                  <a:pt x="33932" y="7627"/>
                </a:lnTo>
                <a:cubicBezTo>
                  <a:pt x="24936" y="7627"/>
                  <a:pt x="18449" y="9518"/>
                  <a:pt x="14473" y="13299"/>
                </a:cubicBezTo>
                <a:cubicBezTo>
                  <a:pt x="8736" y="18580"/>
                  <a:pt x="5150" y="26109"/>
                  <a:pt x="3716" y="35888"/>
                </a:cubicBezTo>
                <a:lnTo>
                  <a:pt x="0" y="35888"/>
                </a:lnTo>
                <a:lnTo>
                  <a:pt x="0" y="0"/>
                </a:lnTo>
                <a:lnTo>
                  <a:pt x="119105" y="0"/>
                </a:lnTo>
                <a:close/>
                <a:moveTo>
                  <a:pt x="156131" y="41169"/>
                </a:moveTo>
                <a:lnTo>
                  <a:pt x="156131" y="61899"/>
                </a:lnTo>
                <a:cubicBezTo>
                  <a:pt x="162128" y="52447"/>
                  <a:pt x="167441" y="46156"/>
                  <a:pt x="172070" y="43026"/>
                </a:cubicBezTo>
                <a:cubicBezTo>
                  <a:pt x="176633" y="40028"/>
                  <a:pt x="181034" y="38496"/>
                  <a:pt x="185271" y="38430"/>
                </a:cubicBezTo>
                <a:cubicBezTo>
                  <a:pt x="188857" y="38430"/>
                  <a:pt x="191790" y="39539"/>
                  <a:pt x="194072" y="41755"/>
                </a:cubicBezTo>
                <a:cubicBezTo>
                  <a:pt x="196223" y="44037"/>
                  <a:pt x="197299" y="47231"/>
                  <a:pt x="197299" y="51338"/>
                </a:cubicBezTo>
                <a:cubicBezTo>
                  <a:pt x="197234" y="55771"/>
                  <a:pt x="196191" y="59161"/>
                  <a:pt x="194170" y="61508"/>
                </a:cubicBezTo>
                <a:cubicBezTo>
                  <a:pt x="192019" y="63986"/>
                  <a:pt x="189443" y="65192"/>
                  <a:pt x="186445" y="65126"/>
                </a:cubicBezTo>
                <a:cubicBezTo>
                  <a:pt x="182989" y="65192"/>
                  <a:pt x="179991" y="64083"/>
                  <a:pt x="177448" y="61802"/>
                </a:cubicBezTo>
                <a:cubicBezTo>
                  <a:pt x="174906" y="59650"/>
                  <a:pt x="173406" y="58412"/>
                  <a:pt x="172950" y="58086"/>
                </a:cubicBezTo>
                <a:cubicBezTo>
                  <a:pt x="172233" y="57695"/>
                  <a:pt x="171483" y="57499"/>
                  <a:pt x="170701" y="57499"/>
                </a:cubicBezTo>
                <a:cubicBezTo>
                  <a:pt x="168745" y="57499"/>
                  <a:pt x="166952" y="58216"/>
                  <a:pt x="165323" y="59650"/>
                </a:cubicBezTo>
                <a:cubicBezTo>
                  <a:pt x="162650" y="61932"/>
                  <a:pt x="160629" y="65094"/>
                  <a:pt x="159260" y="69136"/>
                </a:cubicBezTo>
                <a:cubicBezTo>
                  <a:pt x="157174" y="75524"/>
                  <a:pt x="156131" y="82500"/>
                  <a:pt x="156131" y="90062"/>
                </a:cubicBezTo>
                <a:lnTo>
                  <a:pt x="156131" y="111087"/>
                </a:lnTo>
                <a:lnTo>
                  <a:pt x="156228" y="116563"/>
                </a:lnTo>
                <a:cubicBezTo>
                  <a:pt x="156163" y="120279"/>
                  <a:pt x="156391" y="122658"/>
                  <a:pt x="156913" y="123701"/>
                </a:cubicBezTo>
                <a:cubicBezTo>
                  <a:pt x="157695" y="125461"/>
                  <a:pt x="158869" y="126732"/>
                  <a:pt x="160433" y="127515"/>
                </a:cubicBezTo>
                <a:cubicBezTo>
                  <a:pt x="161867" y="128427"/>
                  <a:pt x="164442" y="128949"/>
                  <a:pt x="168158" y="129079"/>
                </a:cubicBezTo>
                <a:lnTo>
                  <a:pt x="168158" y="132600"/>
                </a:lnTo>
                <a:lnTo>
                  <a:pt x="118776" y="132600"/>
                </a:lnTo>
                <a:lnTo>
                  <a:pt x="118776" y="129079"/>
                </a:lnTo>
                <a:cubicBezTo>
                  <a:pt x="122687" y="128819"/>
                  <a:pt x="125393" y="127710"/>
                  <a:pt x="126892" y="125755"/>
                </a:cubicBezTo>
                <a:cubicBezTo>
                  <a:pt x="128261" y="123929"/>
                  <a:pt x="128946" y="119040"/>
                  <a:pt x="128946" y="111087"/>
                </a:cubicBezTo>
                <a:lnTo>
                  <a:pt x="128946" y="60530"/>
                </a:lnTo>
                <a:cubicBezTo>
                  <a:pt x="128880" y="55380"/>
                  <a:pt x="128620" y="52056"/>
                  <a:pt x="128163" y="50556"/>
                </a:cubicBezTo>
                <a:cubicBezTo>
                  <a:pt x="127446" y="48796"/>
                  <a:pt x="126501" y="47459"/>
                  <a:pt x="125328" y="46547"/>
                </a:cubicBezTo>
                <a:cubicBezTo>
                  <a:pt x="124024" y="45699"/>
                  <a:pt x="121840" y="45113"/>
                  <a:pt x="118776" y="44787"/>
                </a:cubicBezTo>
                <a:lnTo>
                  <a:pt x="118776" y="41169"/>
                </a:lnTo>
                <a:lnTo>
                  <a:pt x="156131" y="41169"/>
                </a:lnTo>
                <a:close/>
                <a:moveTo>
                  <a:pt x="257656" y="119105"/>
                </a:moveTo>
                <a:cubicBezTo>
                  <a:pt x="246508" y="129014"/>
                  <a:pt x="236501" y="133936"/>
                  <a:pt x="227635" y="133871"/>
                </a:cubicBezTo>
                <a:cubicBezTo>
                  <a:pt x="222354" y="133871"/>
                  <a:pt x="218019" y="132143"/>
                  <a:pt x="214629" y="128688"/>
                </a:cubicBezTo>
                <a:cubicBezTo>
                  <a:pt x="211174" y="125363"/>
                  <a:pt x="209446" y="121093"/>
                  <a:pt x="209446" y="115878"/>
                </a:cubicBezTo>
                <a:cubicBezTo>
                  <a:pt x="209446" y="108968"/>
                  <a:pt x="212445" y="102677"/>
                  <a:pt x="218443" y="97005"/>
                </a:cubicBezTo>
                <a:cubicBezTo>
                  <a:pt x="224375" y="91529"/>
                  <a:pt x="237446" y="84130"/>
                  <a:pt x="257656" y="74807"/>
                </a:cubicBezTo>
                <a:lnTo>
                  <a:pt x="257656" y="65615"/>
                </a:lnTo>
                <a:cubicBezTo>
                  <a:pt x="257590" y="58770"/>
                  <a:pt x="257232" y="54402"/>
                  <a:pt x="256580" y="52512"/>
                </a:cubicBezTo>
                <a:cubicBezTo>
                  <a:pt x="255732" y="50752"/>
                  <a:pt x="254298" y="49187"/>
                  <a:pt x="252277" y="47818"/>
                </a:cubicBezTo>
                <a:cubicBezTo>
                  <a:pt x="250191" y="46579"/>
                  <a:pt x="247844" y="45927"/>
                  <a:pt x="245237" y="45862"/>
                </a:cubicBezTo>
                <a:cubicBezTo>
                  <a:pt x="240999" y="45927"/>
                  <a:pt x="237511" y="46873"/>
                  <a:pt x="234773" y="48698"/>
                </a:cubicBezTo>
                <a:cubicBezTo>
                  <a:pt x="233078" y="49872"/>
                  <a:pt x="232231" y="51241"/>
                  <a:pt x="232231" y="52805"/>
                </a:cubicBezTo>
                <a:cubicBezTo>
                  <a:pt x="232166" y="54174"/>
                  <a:pt x="233078" y="55869"/>
                  <a:pt x="234969" y="57890"/>
                </a:cubicBezTo>
                <a:cubicBezTo>
                  <a:pt x="237381" y="60759"/>
                  <a:pt x="238620" y="63464"/>
                  <a:pt x="238685" y="66007"/>
                </a:cubicBezTo>
                <a:cubicBezTo>
                  <a:pt x="238685" y="69266"/>
                  <a:pt x="237511" y="71972"/>
                  <a:pt x="235165" y="74123"/>
                </a:cubicBezTo>
                <a:cubicBezTo>
                  <a:pt x="232687" y="76405"/>
                  <a:pt x="229558" y="77545"/>
                  <a:pt x="225777" y="77545"/>
                </a:cubicBezTo>
                <a:cubicBezTo>
                  <a:pt x="221670" y="77545"/>
                  <a:pt x="218247" y="76307"/>
                  <a:pt x="215509" y="73829"/>
                </a:cubicBezTo>
                <a:cubicBezTo>
                  <a:pt x="212641" y="71417"/>
                  <a:pt x="211239" y="68516"/>
                  <a:pt x="211304" y="65126"/>
                </a:cubicBezTo>
                <a:cubicBezTo>
                  <a:pt x="211304" y="60433"/>
                  <a:pt x="213162" y="55934"/>
                  <a:pt x="216878" y="51632"/>
                </a:cubicBezTo>
                <a:cubicBezTo>
                  <a:pt x="220594" y="47459"/>
                  <a:pt x="225777" y="44200"/>
                  <a:pt x="232426" y="41853"/>
                </a:cubicBezTo>
                <a:cubicBezTo>
                  <a:pt x="239076" y="39636"/>
                  <a:pt x="245986" y="38496"/>
                  <a:pt x="253157" y="38430"/>
                </a:cubicBezTo>
                <a:cubicBezTo>
                  <a:pt x="261828" y="38496"/>
                  <a:pt x="268706" y="40321"/>
                  <a:pt x="273791" y="43907"/>
                </a:cubicBezTo>
                <a:cubicBezTo>
                  <a:pt x="278745" y="47622"/>
                  <a:pt x="282005" y="51632"/>
                  <a:pt x="283569" y="55934"/>
                </a:cubicBezTo>
                <a:cubicBezTo>
                  <a:pt x="284417" y="58672"/>
                  <a:pt x="284873" y="64963"/>
                  <a:pt x="284938" y="74807"/>
                </a:cubicBezTo>
                <a:lnTo>
                  <a:pt x="284938" y="110304"/>
                </a:lnTo>
                <a:cubicBezTo>
                  <a:pt x="284938" y="114542"/>
                  <a:pt x="285101" y="117149"/>
                  <a:pt x="285427" y="118127"/>
                </a:cubicBezTo>
                <a:cubicBezTo>
                  <a:pt x="285688" y="119301"/>
                  <a:pt x="286177" y="120116"/>
                  <a:pt x="286894" y="120572"/>
                </a:cubicBezTo>
                <a:cubicBezTo>
                  <a:pt x="287481" y="121093"/>
                  <a:pt x="288230" y="121354"/>
                  <a:pt x="289143" y="121354"/>
                </a:cubicBezTo>
                <a:cubicBezTo>
                  <a:pt x="290773" y="121419"/>
                  <a:pt x="292501" y="120213"/>
                  <a:pt x="294326" y="117736"/>
                </a:cubicBezTo>
                <a:lnTo>
                  <a:pt x="297260" y="120083"/>
                </a:lnTo>
                <a:cubicBezTo>
                  <a:pt x="293935" y="124907"/>
                  <a:pt x="290577" y="128395"/>
                  <a:pt x="287187" y="130546"/>
                </a:cubicBezTo>
                <a:cubicBezTo>
                  <a:pt x="283602" y="132828"/>
                  <a:pt x="279625" y="133936"/>
                  <a:pt x="275257" y="133871"/>
                </a:cubicBezTo>
                <a:cubicBezTo>
                  <a:pt x="270042" y="133871"/>
                  <a:pt x="265968" y="132632"/>
                  <a:pt x="263034" y="130155"/>
                </a:cubicBezTo>
                <a:cubicBezTo>
                  <a:pt x="260100" y="127808"/>
                  <a:pt x="258308" y="124125"/>
                  <a:pt x="257656" y="119105"/>
                </a:cubicBezTo>
                <a:moveTo>
                  <a:pt x="257656" y="111967"/>
                </a:moveTo>
                <a:lnTo>
                  <a:pt x="257656" y="81359"/>
                </a:lnTo>
                <a:cubicBezTo>
                  <a:pt x="249702" y="85988"/>
                  <a:pt x="243835" y="90942"/>
                  <a:pt x="240054" y="96223"/>
                </a:cubicBezTo>
                <a:cubicBezTo>
                  <a:pt x="237511" y="99743"/>
                  <a:pt x="236240" y="103296"/>
                  <a:pt x="236240" y="106882"/>
                </a:cubicBezTo>
                <a:cubicBezTo>
                  <a:pt x="236240" y="109946"/>
                  <a:pt x="237316" y="112586"/>
                  <a:pt x="239467" y="114802"/>
                </a:cubicBezTo>
                <a:cubicBezTo>
                  <a:pt x="241097" y="116563"/>
                  <a:pt x="243379" y="117443"/>
                  <a:pt x="246312" y="117443"/>
                </a:cubicBezTo>
                <a:cubicBezTo>
                  <a:pt x="249507" y="117443"/>
                  <a:pt x="253288" y="115617"/>
                  <a:pt x="257656" y="111967"/>
                </a:cubicBezTo>
                <a:close/>
                <a:moveTo>
                  <a:pt x="385750" y="109033"/>
                </a:moveTo>
                <a:lnTo>
                  <a:pt x="388781" y="111380"/>
                </a:lnTo>
                <a:cubicBezTo>
                  <a:pt x="384413" y="119529"/>
                  <a:pt x="379068" y="125526"/>
                  <a:pt x="372744" y="129373"/>
                </a:cubicBezTo>
                <a:cubicBezTo>
                  <a:pt x="366290" y="133415"/>
                  <a:pt x="359445" y="135403"/>
                  <a:pt x="352209" y="135338"/>
                </a:cubicBezTo>
                <a:cubicBezTo>
                  <a:pt x="339953" y="135338"/>
                  <a:pt x="330207" y="130742"/>
                  <a:pt x="322970" y="121550"/>
                </a:cubicBezTo>
                <a:cubicBezTo>
                  <a:pt x="315604" y="112358"/>
                  <a:pt x="311953" y="101308"/>
                  <a:pt x="312018" y="88400"/>
                </a:cubicBezTo>
                <a:cubicBezTo>
                  <a:pt x="312018" y="76013"/>
                  <a:pt x="315343" y="65061"/>
                  <a:pt x="321992" y="55543"/>
                </a:cubicBezTo>
                <a:cubicBezTo>
                  <a:pt x="330011" y="44135"/>
                  <a:pt x="341061" y="38430"/>
                  <a:pt x="355142" y="38430"/>
                </a:cubicBezTo>
                <a:cubicBezTo>
                  <a:pt x="364595" y="38430"/>
                  <a:pt x="372125" y="40810"/>
                  <a:pt x="377731" y="45569"/>
                </a:cubicBezTo>
                <a:cubicBezTo>
                  <a:pt x="383273" y="50393"/>
                  <a:pt x="386043" y="55706"/>
                  <a:pt x="386043" y="61508"/>
                </a:cubicBezTo>
                <a:cubicBezTo>
                  <a:pt x="386043" y="65224"/>
                  <a:pt x="384935" y="68190"/>
                  <a:pt x="382718" y="70407"/>
                </a:cubicBezTo>
                <a:cubicBezTo>
                  <a:pt x="380372" y="72689"/>
                  <a:pt x="377405" y="73797"/>
                  <a:pt x="373820" y="73732"/>
                </a:cubicBezTo>
                <a:cubicBezTo>
                  <a:pt x="369908" y="73732"/>
                  <a:pt x="366747" y="72460"/>
                  <a:pt x="364334" y="69918"/>
                </a:cubicBezTo>
                <a:cubicBezTo>
                  <a:pt x="361792" y="67441"/>
                  <a:pt x="360227" y="62910"/>
                  <a:pt x="359641" y="56326"/>
                </a:cubicBezTo>
                <a:cubicBezTo>
                  <a:pt x="359184" y="52284"/>
                  <a:pt x="358239" y="49415"/>
                  <a:pt x="356805" y="47720"/>
                </a:cubicBezTo>
                <a:cubicBezTo>
                  <a:pt x="355305" y="46090"/>
                  <a:pt x="353545" y="45276"/>
                  <a:pt x="351524" y="45276"/>
                </a:cubicBezTo>
                <a:cubicBezTo>
                  <a:pt x="348395" y="45276"/>
                  <a:pt x="345722" y="46938"/>
                  <a:pt x="343506" y="50263"/>
                </a:cubicBezTo>
                <a:cubicBezTo>
                  <a:pt x="340051" y="55282"/>
                  <a:pt x="338356" y="62975"/>
                  <a:pt x="338421" y="73341"/>
                </a:cubicBezTo>
                <a:cubicBezTo>
                  <a:pt x="338421" y="81946"/>
                  <a:pt x="339790" y="90160"/>
                  <a:pt x="342528" y="97983"/>
                </a:cubicBezTo>
                <a:cubicBezTo>
                  <a:pt x="345201" y="105936"/>
                  <a:pt x="348949" y="111804"/>
                  <a:pt x="353773" y="115585"/>
                </a:cubicBezTo>
                <a:cubicBezTo>
                  <a:pt x="357359" y="118453"/>
                  <a:pt x="361596" y="119855"/>
                  <a:pt x="366486" y="119790"/>
                </a:cubicBezTo>
                <a:cubicBezTo>
                  <a:pt x="369680" y="119790"/>
                  <a:pt x="372712" y="119040"/>
                  <a:pt x="375580" y="117540"/>
                </a:cubicBezTo>
                <a:cubicBezTo>
                  <a:pt x="378383" y="116106"/>
                  <a:pt x="381773" y="113270"/>
                  <a:pt x="385750" y="109033"/>
                </a:cubicBezTo>
                <a:close/>
                <a:moveTo>
                  <a:pt x="477594" y="83608"/>
                </a:moveTo>
                <a:lnTo>
                  <a:pt x="427429" y="83608"/>
                </a:lnTo>
                <a:cubicBezTo>
                  <a:pt x="428016" y="95734"/>
                  <a:pt x="431243" y="105317"/>
                  <a:pt x="437110" y="112358"/>
                </a:cubicBezTo>
                <a:cubicBezTo>
                  <a:pt x="441543" y="117769"/>
                  <a:pt x="446954" y="120474"/>
                  <a:pt x="453343" y="120474"/>
                </a:cubicBezTo>
                <a:cubicBezTo>
                  <a:pt x="457189" y="120539"/>
                  <a:pt x="460742" y="119431"/>
                  <a:pt x="464002" y="117149"/>
                </a:cubicBezTo>
                <a:cubicBezTo>
                  <a:pt x="467196" y="114998"/>
                  <a:pt x="470618" y="111087"/>
                  <a:pt x="474269" y="105415"/>
                </a:cubicBezTo>
                <a:lnTo>
                  <a:pt x="477594" y="107566"/>
                </a:lnTo>
                <a:cubicBezTo>
                  <a:pt x="472574" y="117671"/>
                  <a:pt x="467098" y="124809"/>
                  <a:pt x="461166" y="128982"/>
                </a:cubicBezTo>
                <a:cubicBezTo>
                  <a:pt x="455168" y="133219"/>
                  <a:pt x="448225" y="135338"/>
                  <a:pt x="440337" y="135338"/>
                </a:cubicBezTo>
                <a:cubicBezTo>
                  <a:pt x="426712" y="135403"/>
                  <a:pt x="416444" y="130188"/>
                  <a:pt x="409534" y="119692"/>
                </a:cubicBezTo>
                <a:cubicBezTo>
                  <a:pt x="403927" y="111282"/>
                  <a:pt x="401124" y="100851"/>
                  <a:pt x="401124" y="88400"/>
                </a:cubicBezTo>
                <a:cubicBezTo>
                  <a:pt x="401059" y="73210"/>
                  <a:pt x="405199" y="61052"/>
                  <a:pt x="413543" y="51925"/>
                </a:cubicBezTo>
                <a:cubicBezTo>
                  <a:pt x="421757" y="42929"/>
                  <a:pt x="431406" y="38430"/>
                  <a:pt x="442488" y="38430"/>
                </a:cubicBezTo>
                <a:cubicBezTo>
                  <a:pt x="451746" y="38496"/>
                  <a:pt x="459797" y="42277"/>
                  <a:pt x="466642" y="49774"/>
                </a:cubicBezTo>
                <a:cubicBezTo>
                  <a:pt x="473357" y="57401"/>
                  <a:pt x="477007" y="68679"/>
                  <a:pt x="477594" y="83608"/>
                </a:cubicBezTo>
                <a:moveTo>
                  <a:pt x="453538" y="77056"/>
                </a:moveTo>
                <a:cubicBezTo>
                  <a:pt x="453473" y="66626"/>
                  <a:pt x="452919" y="59422"/>
                  <a:pt x="451876" y="55445"/>
                </a:cubicBezTo>
                <a:cubicBezTo>
                  <a:pt x="450702" y="51599"/>
                  <a:pt x="448910" y="48633"/>
                  <a:pt x="446498" y="46547"/>
                </a:cubicBezTo>
                <a:cubicBezTo>
                  <a:pt x="445063" y="45373"/>
                  <a:pt x="443238" y="44787"/>
                  <a:pt x="441021" y="44787"/>
                </a:cubicBezTo>
                <a:cubicBezTo>
                  <a:pt x="437566" y="44787"/>
                  <a:pt x="434796" y="46449"/>
                  <a:pt x="432710" y="49774"/>
                </a:cubicBezTo>
                <a:cubicBezTo>
                  <a:pt x="428863" y="55641"/>
                  <a:pt x="426940" y="63594"/>
                  <a:pt x="426940" y="73634"/>
                </a:cubicBezTo>
                <a:lnTo>
                  <a:pt x="426940" y="77056"/>
                </a:lnTo>
                <a:lnTo>
                  <a:pt x="453538" y="77056"/>
                </a:lnTo>
                <a:close/>
                <a:moveTo>
                  <a:pt x="577257" y="7725"/>
                </a:moveTo>
                <a:lnTo>
                  <a:pt x="577257" y="41169"/>
                </a:lnTo>
                <a:lnTo>
                  <a:pt x="598966" y="41169"/>
                </a:lnTo>
                <a:lnTo>
                  <a:pt x="598966" y="50849"/>
                </a:lnTo>
                <a:lnTo>
                  <a:pt x="577257" y="50849"/>
                </a:lnTo>
                <a:lnTo>
                  <a:pt x="577257" y="107273"/>
                </a:lnTo>
                <a:cubicBezTo>
                  <a:pt x="577257" y="112619"/>
                  <a:pt x="577518" y="116008"/>
                  <a:pt x="578040" y="117443"/>
                </a:cubicBezTo>
                <a:cubicBezTo>
                  <a:pt x="578431" y="119072"/>
                  <a:pt x="579278" y="120311"/>
                  <a:pt x="580582" y="121159"/>
                </a:cubicBezTo>
                <a:cubicBezTo>
                  <a:pt x="581756" y="122136"/>
                  <a:pt x="582896" y="122625"/>
                  <a:pt x="584005" y="122625"/>
                </a:cubicBezTo>
                <a:cubicBezTo>
                  <a:pt x="588177" y="122625"/>
                  <a:pt x="592186" y="119398"/>
                  <a:pt x="596032" y="112944"/>
                </a:cubicBezTo>
                <a:lnTo>
                  <a:pt x="598966" y="115096"/>
                </a:lnTo>
                <a:cubicBezTo>
                  <a:pt x="593620" y="127613"/>
                  <a:pt x="585048" y="133871"/>
                  <a:pt x="573248" y="133871"/>
                </a:cubicBezTo>
                <a:cubicBezTo>
                  <a:pt x="567446" y="133871"/>
                  <a:pt x="562557" y="132241"/>
                  <a:pt x="558580" y="128982"/>
                </a:cubicBezTo>
                <a:cubicBezTo>
                  <a:pt x="554473" y="125852"/>
                  <a:pt x="551898" y="122267"/>
                  <a:pt x="550855" y="118225"/>
                </a:cubicBezTo>
                <a:cubicBezTo>
                  <a:pt x="550138" y="116008"/>
                  <a:pt x="549812" y="110011"/>
                  <a:pt x="549877" y="100232"/>
                </a:cubicBezTo>
                <a:lnTo>
                  <a:pt x="549877" y="50849"/>
                </a:lnTo>
                <a:lnTo>
                  <a:pt x="537947" y="50849"/>
                </a:lnTo>
                <a:lnTo>
                  <a:pt x="537947" y="47427"/>
                </a:lnTo>
                <a:cubicBezTo>
                  <a:pt x="546161" y="41690"/>
                  <a:pt x="553169" y="35595"/>
                  <a:pt x="558971" y="29141"/>
                </a:cubicBezTo>
                <a:cubicBezTo>
                  <a:pt x="564708" y="22817"/>
                  <a:pt x="569728" y="15679"/>
                  <a:pt x="574030" y="7725"/>
                </a:cubicBezTo>
                <a:lnTo>
                  <a:pt x="577257" y="7725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k+1">
            <a:extLst xmlns:a="http://schemas.openxmlformats.org/drawingml/2006/main">
              <a:ext uri="{FF2B5EF4-FFF2-40B4-BE49-F238E27FC236}">
                <a16:creationId xmlns:a16="http://schemas.microsoft.com/office/drawing/2014/main" id="{FE1095E2-0666-43D0-BC6D-53CF8041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669" y="456667"/>
            <a:ext cx="190124" cy="85213"/>
          </a:xfrm>
          <a:custGeom xmlns:a="http://schemas.openxmlformats.org/drawingml/2006/main">
            <a:pathLst>
              <a:path w="190124" h="85213">
                <a:moveTo>
                  <a:pt x="23458" y="1724"/>
                </a:moveTo>
                <a:lnTo>
                  <a:pt x="23458" y="56644"/>
                </a:lnTo>
                <a:lnTo>
                  <a:pt x="36819" y="43530"/>
                </a:lnTo>
                <a:cubicBezTo>
                  <a:pt x="39569" y="40903"/>
                  <a:pt x="41293" y="38974"/>
                  <a:pt x="41991" y="37742"/>
                </a:cubicBezTo>
                <a:cubicBezTo>
                  <a:pt x="42647" y="36593"/>
                  <a:pt x="42976" y="35444"/>
                  <a:pt x="42976" y="34294"/>
                </a:cubicBezTo>
                <a:cubicBezTo>
                  <a:pt x="42976" y="33186"/>
                  <a:pt x="42524" y="32263"/>
                  <a:pt x="41621" y="31524"/>
                </a:cubicBezTo>
                <a:cubicBezTo>
                  <a:pt x="40677" y="30785"/>
                  <a:pt x="38912" y="30251"/>
                  <a:pt x="36326" y="29923"/>
                </a:cubicBezTo>
                <a:lnTo>
                  <a:pt x="36326" y="27645"/>
                </a:lnTo>
                <a:lnTo>
                  <a:pt x="62124" y="27645"/>
                </a:lnTo>
                <a:lnTo>
                  <a:pt x="62124" y="29923"/>
                </a:lnTo>
                <a:cubicBezTo>
                  <a:pt x="59661" y="30046"/>
                  <a:pt x="57506" y="30621"/>
                  <a:pt x="55659" y="31647"/>
                </a:cubicBezTo>
                <a:cubicBezTo>
                  <a:pt x="53771" y="32755"/>
                  <a:pt x="50159" y="35916"/>
                  <a:pt x="44823" y="41129"/>
                </a:cubicBezTo>
                <a:lnTo>
                  <a:pt x="38543" y="47286"/>
                </a:lnTo>
                <a:lnTo>
                  <a:pt x="52088" y="67111"/>
                </a:lnTo>
                <a:cubicBezTo>
                  <a:pt x="57506" y="75197"/>
                  <a:pt x="60749" y="79712"/>
                  <a:pt x="61816" y="80657"/>
                </a:cubicBezTo>
                <a:cubicBezTo>
                  <a:pt x="63171" y="82093"/>
                  <a:pt x="64936" y="82873"/>
                  <a:pt x="67111" y="82996"/>
                </a:cubicBezTo>
                <a:lnTo>
                  <a:pt x="67111" y="85213"/>
                </a:lnTo>
                <a:lnTo>
                  <a:pt x="37373" y="85213"/>
                </a:lnTo>
                <a:lnTo>
                  <a:pt x="37373" y="82996"/>
                </a:lnTo>
                <a:cubicBezTo>
                  <a:pt x="38645" y="82996"/>
                  <a:pt x="39610" y="82750"/>
                  <a:pt x="40267" y="82257"/>
                </a:cubicBezTo>
                <a:cubicBezTo>
                  <a:pt x="40800" y="81765"/>
                  <a:pt x="41088" y="81231"/>
                  <a:pt x="41129" y="80657"/>
                </a:cubicBezTo>
                <a:cubicBezTo>
                  <a:pt x="41129" y="79753"/>
                  <a:pt x="40267" y="78009"/>
                  <a:pt x="38543" y="75423"/>
                </a:cubicBezTo>
                <a:lnTo>
                  <a:pt x="27152" y="58738"/>
                </a:lnTo>
                <a:lnTo>
                  <a:pt x="23458" y="62370"/>
                </a:lnTo>
                <a:lnTo>
                  <a:pt x="23458" y="72714"/>
                </a:lnTo>
                <a:cubicBezTo>
                  <a:pt x="23458" y="77147"/>
                  <a:pt x="23869" y="79877"/>
                  <a:pt x="24690" y="80903"/>
                </a:cubicBezTo>
                <a:cubicBezTo>
                  <a:pt x="25469" y="82011"/>
                  <a:pt x="27152" y="82709"/>
                  <a:pt x="29738" y="82996"/>
                </a:cubicBezTo>
                <a:lnTo>
                  <a:pt x="29738" y="85213"/>
                </a:lnTo>
                <a:lnTo>
                  <a:pt x="0" y="85213"/>
                </a:lnTo>
                <a:lnTo>
                  <a:pt x="0" y="82996"/>
                </a:lnTo>
                <a:cubicBezTo>
                  <a:pt x="2381" y="82750"/>
                  <a:pt x="4105" y="81970"/>
                  <a:pt x="5172" y="80657"/>
                </a:cubicBezTo>
                <a:cubicBezTo>
                  <a:pt x="5829" y="79753"/>
                  <a:pt x="6178" y="77106"/>
                  <a:pt x="6219" y="72714"/>
                </a:cubicBezTo>
                <a:lnTo>
                  <a:pt x="6219" y="14223"/>
                </a:lnTo>
                <a:cubicBezTo>
                  <a:pt x="6219" y="9872"/>
                  <a:pt x="5829" y="7163"/>
                  <a:pt x="5049" y="6095"/>
                </a:cubicBezTo>
                <a:cubicBezTo>
                  <a:pt x="4187" y="5069"/>
                  <a:pt x="2504" y="4371"/>
                  <a:pt x="0" y="4002"/>
                </a:cubicBezTo>
                <a:lnTo>
                  <a:pt x="0" y="1724"/>
                </a:lnTo>
                <a:lnTo>
                  <a:pt x="23458" y="1724"/>
                </a:lnTo>
                <a:close/>
                <a:moveTo>
                  <a:pt x="65032" y="39405"/>
                </a:moveTo>
                <a:lnTo>
                  <a:pt x="94647" y="39405"/>
                </a:lnTo>
                <a:lnTo>
                  <a:pt x="94647" y="9851"/>
                </a:lnTo>
                <a:lnTo>
                  <a:pt x="102713" y="9851"/>
                </a:lnTo>
                <a:lnTo>
                  <a:pt x="102713" y="39405"/>
                </a:lnTo>
                <a:lnTo>
                  <a:pt x="132328" y="39405"/>
                </a:lnTo>
                <a:lnTo>
                  <a:pt x="132328" y="47532"/>
                </a:lnTo>
                <a:lnTo>
                  <a:pt x="102713" y="47532"/>
                </a:lnTo>
                <a:lnTo>
                  <a:pt x="102713" y="76839"/>
                </a:lnTo>
                <a:lnTo>
                  <a:pt x="94647" y="76839"/>
                </a:lnTo>
                <a:lnTo>
                  <a:pt x="94647" y="47532"/>
                </a:lnTo>
                <a:lnTo>
                  <a:pt x="65032" y="47532"/>
                </a:lnTo>
                <a:lnTo>
                  <a:pt x="65032" y="39405"/>
                </a:lnTo>
                <a:close/>
                <a:moveTo>
                  <a:pt x="177810" y="0"/>
                </a:moveTo>
                <a:lnTo>
                  <a:pt x="177810" y="68281"/>
                </a:lnTo>
                <a:cubicBezTo>
                  <a:pt x="177810" y="73412"/>
                  <a:pt x="178036" y="76675"/>
                  <a:pt x="178487" y="78071"/>
                </a:cubicBezTo>
                <a:cubicBezTo>
                  <a:pt x="178898" y="79507"/>
                  <a:pt x="179842" y="80677"/>
                  <a:pt x="181319" y="81580"/>
                </a:cubicBezTo>
                <a:cubicBezTo>
                  <a:pt x="182715" y="82524"/>
                  <a:pt x="185014" y="82976"/>
                  <a:pt x="188215" y="82935"/>
                </a:cubicBezTo>
                <a:lnTo>
                  <a:pt x="190124" y="82935"/>
                </a:lnTo>
                <a:lnTo>
                  <a:pt x="190124" y="85213"/>
                </a:lnTo>
                <a:lnTo>
                  <a:pt x="146163" y="85213"/>
                </a:lnTo>
                <a:lnTo>
                  <a:pt x="146163" y="82935"/>
                </a:lnTo>
                <a:lnTo>
                  <a:pt x="148380" y="82935"/>
                </a:lnTo>
                <a:cubicBezTo>
                  <a:pt x="151910" y="82935"/>
                  <a:pt x="154454" y="82524"/>
                  <a:pt x="156014" y="81703"/>
                </a:cubicBezTo>
                <a:cubicBezTo>
                  <a:pt x="157492" y="80923"/>
                  <a:pt x="158518" y="79795"/>
                  <a:pt x="159093" y="78317"/>
                </a:cubicBezTo>
                <a:cubicBezTo>
                  <a:pt x="159626" y="76921"/>
                  <a:pt x="159893" y="73576"/>
                  <a:pt x="159893" y="68281"/>
                </a:cubicBezTo>
                <a:lnTo>
                  <a:pt x="159893" y="24997"/>
                </a:lnTo>
                <a:cubicBezTo>
                  <a:pt x="159893" y="21139"/>
                  <a:pt x="159708" y="18717"/>
                  <a:pt x="159339" y="17732"/>
                </a:cubicBezTo>
                <a:cubicBezTo>
                  <a:pt x="158970" y="16829"/>
                  <a:pt x="158292" y="16008"/>
                  <a:pt x="157307" y="15269"/>
                </a:cubicBezTo>
                <a:cubicBezTo>
                  <a:pt x="156240" y="14613"/>
                  <a:pt x="155070" y="14284"/>
                  <a:pt x="153798" y="14284"/>
                </a:cubicBezTo>
                <a:cubicBezTo>
                  <a:pt x="151704" y="14325"/>
                  <a:pt x="149159" y="14982"/>
                  <a:pt x="146163" y="16254"/>
                </a:cubicBezTo>
                <a:lnTo>
                  <a:pt x="145055" y="14038"/>
                </a:lnTo>
                <a:lnTo>
                  <a:pt x="175778" y="0"/>
                </a:lnTo>
                <a:lnTo>
                  <a:pt x="177810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System">
            <a:extLst xmlns:a="http://schemas.openxmlformats.org/drawingml/2006/main">
              <a:ext uri="{FF2B5EF4-FFF2-40B4-BE49-F238E27FC236}">
                <a16:creationId xmlns:a16="http://schemas.microsoft.com/office/drawing/2014/main" id="{3D501093-68BA-495C-B4F5-BF1F4961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74" y="1043812"/>
            <a:ext cx="698506" cy="211974"/>
          </a:xfrm>
          <a:custGeom xmlns:a="http://schemas.openxmlformats.org/drawingml/2006/main">
            <a:pathLst>
              <a:path w="698506" h="211974">
                <a:moveTo>
                  <a:pt x="99207" y="0"/>
                </a:moveTo>
                <a:lnTo>
                  <a:pt x="100482" y="52385"/>
                </a:lnTo>
                <a:lnTo>
                  <a:pt x="95730" y="52385"/>
                </a:lnTo>
                <a:cubicBezTo>
                  <a:pt x="93412" y="39327"/>
                  <a:pt x="87927" y="28742"/>
                  <a:pt x="79273" y="20630"/>
                </a:cubicBezTo>
                <a:cubicBezTo>
                  <a:pt x="70465" y="12671"/>
                  <a:pt x="60961" y="8692"/>
                  <a:pt x="50763" y="8692"/>
                </a:cubicBezTo>
                <a:cubicBezTo>
                  <a:pt x="42804" y="8692"/>
                  <a:pt x="36585" y="10778"/>
                  <a:pt x="32103" y="14951"/>
                </a:cubicBezTo>
                <a:cubicBezTo>
                  <a:pt x="27467" y="19277"/>
                  <a:pt x="25149" y="24145"/>
                  <a:pt x="25149" y="29554"/>
                </a:cubicBezTo>
                <a:cubicBezTo>
                  <a:pt x="25149" y="33108"/>
                  <a:pt x="25961" y="36198"/>
                  <a:pt x="27583" y="38825"/>
                </a:cubicBezTo>
                <a:cubicBezTo>
                  <a:pt x="29747" y="42457"/>
                  <a:pt x="33339" y="46049"/>
                  <a:pt x="38362" y="49604"/>
                </a:cubicBezTo>
                <a:cubicBezTo>
                  <a:pt x="41916" y="52153"/>
                  <a:pt x="50299" y="56673"/>
                  <a:pt x="63511" y="63163"/>
                </a:cubicBezTo>
                <a:cubicBezTo>
                  <a:pt x="81900" y="72281"/>
                  <a:pt x="94301" y="80818"/>
                  <a:pt x="100714" y="88776"/>
                </a:cubicBezTo>
                <a:cubicBezTo>
                  <a:pt x="107049" y="96889"/>
                  <a:pt x="110217" y="106084"/>
                  <a:pt x="110217" y="116360"/>
                </a:cubicBezTo>
                <a:cubicBezTo>
                  <a:pt x="110217" y="129572"/>
                  <a:pt x="105118" y="140852"/>
                  <a:pt x="94919" y="150201"/>
                </a:cubicBezTo>
                <a:cubicBezTo>
                  <a:pt x="84566" y="159705"/>
                  <a:pt x="71547" y="164457"/>
                  <a:pt x="55862" y="164457"/>
                </a:cubicBezTo>
                <a:cubicBezTo>
                  <a:pt x="50840" y="164534"/>
                  <a:pt x="46165" y="164032"/>
                  <a:pt x="41839" y="162950"/>
                </a:cubicBezTo>
                <a:cubicBezTo>
                  <a:pt x="37357" y="161946"/>
                  <a:pt x="31833" y="160053"/>
                  <a:pt x="25265" y="157271"/>
                </a:cubicBezTo>
                <a:cubicBezTo>
                  <a:pt x="21557" y="155803"/>
                  <a:pt x="18505" y="155030"/>
                  <a:pt x="16110" y="154953"/>
                </a:cubicBezTo>
                <a:cubicBezTo>
                  <a:pt x="14023" y="155030"/>
                  <a:pt x="11899" y="155803"/>
                  <a:pt x="9735" y="157271"/>
                </a:cubicBezTo>
                <a:cubicBezTo>
                  <a:pt x="7495" y="158894"/>
                  <a:pt x="5679" y="161250"/>
                  <a:pt x="4288" y="164341"/>
                </a:cubicBezTo>
                <a:lnTo>
                  <a:pt x="0" y="164341"/>
                </a:lnTo>
                <a:lnTo>
                  <a:pt x="0" y="105002"/>
                </a:lnTo>
                <a:lnTo>
                  <a:pt x="4288" y="105002"/>
                </a:lnTo>
                <a:cubicBezTo>
                  <a:pt x="7611" y="121768"/>
                  <a:pt x="14178" y="134478"/>
                  <a:pt x="23991" y="143132"/>
                </a:cubicBezTo>
                <a:cubicBezTo>
                  <a:pt x="33571" y="151940"/>
                  <a:pt x="44002" y="156344"/>
                  <a:pt x="55282" y="156344"/>
                </a:cubicBezTo>
                <a:cubicBezTo>
                  <a:pt x="63859" y="156421"/>
                  <a:pt x="70774" y="154065"/>
                  <a:pt x="76028" y="149274"/>
                </a:cubicBezTo>
                <a:cubicBezTo>
                  <a:pt x="81127" y="144561"/>
                  <a:pt x="83677" y="139075"/>
                  <a:pt x="83677" y="132817"/>
                </a:cubicBezTo>
                <a:cubicBezTo>
                  <a:pt x="83677" y="129108"/>
                  <a:pt x="82711" y="125516"/>
                  <a:pt x="80780" y="122039"/>
                </a:cubicBezTo>
                <a:cubicBezTo>
                  <a:pt x="78771" y="118562"/>
                  <a:pt x="75757" y="115239"/>
                  <a:pt x="71740" y="112072"/>
                </a:cubicBezTo>
                <a:cubicBezTo>
                  <a:pt x="67645" y="108981"/>
                  <a:pt x="60536" y="104925"/>
                  <a:pt x="50415" y="99903"/>
                </a:cubicBezTo>
                <a:cubicBezTo>
                  <a:pt x="36121" y="92949"/>
                  <a:pt x="25845" y="86961"/>
                  <a:pt x="19586" y="81939"/>
                </a:cubicBezTo>
                <a:cubicBezTo>
                  <a:pt x="13328" y="77071"/>
                  <a:pt x="8538" y="71547"/>
                  <a:pt x="5215" y="65365"/>
                </a:cubicBezTo>
                <a:cubicBezTo>
                  <a:pt x="1816" y="59262"/>
                  <a:pt x="116" y="52540"/>
                  <a:pt x="116" y="45200"/>
                </a:cubicBezTo>
                <a:cubicBezTo>
                  <a:pt x="116" y="32683"/>
                  <a:pt x="4713" y="22020"/>
                  <a:pt x="13908" y="13212"/>
                </a:cubicBezTo>
                <a:cubicBezTo>
                  <a:pt x="23025" y="4404"/>
                  <a:pt x="34614" y="0"/>
                  <a:pt x="48676" y="0"/>
                </a:cubicBezTo>
                <a:cubicBezTo>
                  <a:pt x="53776" y="0"/>
                  <a:pt x="58721" y="618"/>
                  <a:pt x="63511" y="1854"/>
                </a:cubicBezTo>
                <a:cubicBezTo>
                  <a:pt x="67065" y="2859"/>
                  <a:pt x="71508" y="4559"/>
                  <a:pt x="76839" y="6954"/>
                </a:cubicBezTo>
                <a:cubicBezTo>
                  <a:pt x="82016" y="9503"/>
                  <a:pt x="85647" y="10778"/>
                  <a:pt x="87733" y="10778"/>
                </a:cubicBezTo>
                <a:cubicBezTo>
                  <a:pt x="89665" y="10856"/>
                  <a:pt x="91249" y="10237"/>
                  <a:pt x="92485" y="8924"/>
                </a:cubicBezTo>
                <a:cubicBezTo>
                  <a:pt x="93567" y="7765"/>
                  <a:pt x="94649" y="4790"/>
                  <a:pt x="95730" y="0"/>
                </a:cubicBezTo>
                <a:lnTo>
                  <a:pt x="99207" y="0"/>
                </a:lnTo>
                <a:close/>
                <a:moveTo>
                  <a:pt x="178944" y="165152"/>
                </a:moveTo>
                <a:lnTo>
                  <a:pt x="143943" y="84836"/>
                </a:lnTo>
                <a:cubicBezTo>
                  <a:pt x="138612" y="72706"/>
                  <a:pt x="134749" y="65250"/>
                  <a:pt x="132353" y="62468"/>
                </a:cubicBezTo>
                <a:cubicBezTo>
                  <a:pt x="129804" y="59687"/>
                  <a:pt x="126752" y="57755"/>
                  <a:pt x="123198" y="56673"/>
                </a:cubicBezTo>
                <a:lnTo>
                  <a:pt x="123198" y="52385"/>
                </a:lnTo>
                <a:lnTo>
                  <a:pt x="180798" y="52385"/>
                </a:lnTo>
                <a:lnTo>
                  <a:pt x="180798" y="56673"/>
                </a:lnTo>
                <a:cubicBezTo>
                  <a:pt x="176935" y="56905"/>
                  <a:pt x="174269" y="57639"/>
                  <a:pt x="172801" y="58875"/>
                </a:cubicBezTo>
                <a:cubicBezTo>
                  <a:pt x="171256" y="60189"/>
                  <a:pt x="170483" y="61773"/>
                  <a:pt x="170483" y="63627"/>
                </a:cubicBezTo>
                <a:cubicBezTo>
                  <a:pt x="170483" y="66563"/>
                  <a:pt x="172415" y="72358"/>
                  <a:pt x="176278" y="81011"/>
                </a:cubicBezTo>
                <a:lnTo>
                  <a:pt x="194821" y="123429"/>
                </a:lnTo>
                <a:lnTo>
                  <a:pt x="207454" y="90631"/>
                </a:lnTo>
                <a:cubicBezTo>
                  <a:pt x="211935" y="78964"/>
                  <a:pt x="214215" y="70851"/>
                  <a:pt x="214292" y="66293"/>
                </a:cubicBezTo>
                <a:cubicBezTo>
                  <a:pt x="214292" y="63511"/>
                  <a:pt x="213365" y="61232"/>
                  <a:pt x="211511" y="59455"/>
                </a:cubicBezTo>
                <a:cubicBezTo>
                  <a:pt x="209502" y="57755"/>
                  <a:pt x="206141" y="56828"/>
                  <a:pt x="201428" y="56673"/>
                </a:cubicBezTo>
                <a:lnTo>
                  <a:pt x="201428" y="52385"/>
                </a:lnTo>
                <a:lnTo>
                  <a:pt x="237703" y="52385"/>
                </a:lnTo>
                <a:lnTo>
                  <a:pt x="237703" y="56673"/>
                </a:lnTo>
                <a:cubicBezTo>
                  <a:pt x="234072" y="57060"/>
                  <a:pt x="231174" y="58412"/>
                  <a:pt x="229011" y="60730"/>
                </a:cubicBezTo>
                <a:cubicBezTo>
                  <a:pt x="226693" y="63202"/>
                  <a:pt x="222946" y="71238"/>
                  <a:pt x="217769" y="84836"/>
                </a:cubicBezTo>
                <a:lnTo>
                  <a:pt x="186825" y="165152"/>
                </a:lnTo>
                <a:cubicBezTo>
                  <a:pt x="179021" y="185241"/>
                  <a:pt x="173226" y="197603"/>
                  <a:pt x="169440" y="202239"/>
                </a:cubicBezTo>
                <a:cubicBezTo>
                  <a:pt x="164032" y="208729"/>
                  <a:pt x="157348" y="211974"/>
                  <a:pt x="149390" y="211974"/>
                </a:cubicBezTo>
                <a:cubicBezTo>
                  <a:pt x="142977" y="211974"/>
                  <a:pt x="137801" y="210120"/>
                  <a:pt x="133860" y="206411"/>
                </a:cubicBezTo>
                <a:cubicBezTo>
                  <a:pt x="129765" y="202857"/>
                  <a:pt x="127756" y="198453"/>
                  <a:pt x="127833" y="193199"/>
                </a:cubicBezTo>
                <a:cubicBezTo>
                  <a:pt x="127833" y="188718"/>
                  <a:pt x="129224" y="185009"/>
                  <a:pt x="132006" y="182073"/>
                </a:cubicBezTo>
                <a:cubicBezTo>
                  <a:pt x="134633" y="179214"/>
                  <a:pt x="137994" y="177746"/>
                  <a:pt x="142089" y="177669"/>
                </a:cubicBezTo>
                <a:cubicBezTo>
                  <a:pt x="145875" y="177746"/>
                  <a:pt x="149004" y="178982"/>
                  <a:pt x="151476" y="181378"/>
                </a:cubicBezTo>
                <a:cubicBezTo>
                  <a:pt x="153717" y="183850"/>
                  <a:pt x="154915" y="187675"/>
                  <a:pt x="155069" y="192851"/>
                </a:cubicBezTo>
                <a:cubicBezTo>
                  <a:pt x="155146" y="195865"/>
                  <a:pt x="155494" y="197758"/>
                  <a:pt x="156112" y="198530"/>
                </a:cubicBezTo>
                <a:cubicBezTo>
                  <a:pt x="156653" y="199380"/>
                  <a:pt x="157542" y="199805"/>
                  <a:pt x="158778" y="199805"/>
                </a:cubicBezTo>
                <a:cubicBezTo>
                  <a:pt x="160632" y="199805"/>
                  <a:pt x="162602" y="198685"/>
                  <a:pt x="164688" y="196444"/>
                </a:cubicBezTo>
                <a:cubicBezTo>
                  <a:pt x="167779" y="193199"/>
                  <a:pt x="171410" y="185782"/>
                  <a:pt x="175583" y="174192"/>
                </a:cubicBezTo>
                <a:lnTo>
                  <a:pt x="178944" y="165152"/>
                </a:lnTo>
                <a:close/>
                <a:moveTo>
                  <a:pt x="308979" y="49372"/>
                </a:moveTo>
                <a:lnTo>
                  <a:pt x="310718" y="86343"/>
                </a:lnTo>
                <a:lnTo>
                  <a:pt x="306777" y="86343"/>
                </a:lnTo>
                <a:cubicBezTo>
                  <a:pt x="301987" y="75448"/>
                  <a:pt x="297119" y="67954"/>
                  <a:pt x="292174" y="63859"/>
                </a:cubicBezTo>
                <a:cubicBezTo>
                  <a:pt x="286998" y="59841"/>
                  <a:pt x="281937" y="57832"/>
                  <a:pt x="276992" y="57832"/>
                </a:cubicBezTo>
                <a:cubicBezTo>
                  <a:pt x="273747" y="57832"/>
                  <a:pt x="271043" y="58875"/>
                  <a:pt x="268879" y="60961"/>
                </a:cubicBezTo>
                <a:cubicBezTo>
                  <a:pt x="266638" y="63202"/>
                  <a:pt x="265518" y="65675"/>
                  <a:pt x="265518" y="68379"/>
                </a:cubicBezTo>
                <a:cubicBezTo>
                  <a:pt x="265518" y="70465"/>
                  <a:pt x="266291" y="72474"/>
                  <a:pt x="267836" y="74405"/>
                </a:cubicBezTo>
                <a:cubicBezTo>
                  <a:pt x="270231" y="77573"/>
                  <a:pt x="277146" y="82982"/>
                  <a:pt x="288581" y="90631"/>
                </a:cubicBezTo>
                <a:cubicBezTo>
                  <a:pt x="299939" y="98434"/>
                  <a:pt x="307434" y="104963"/>
                  <a:pt x="311065" y="110217"/>
                </a:cubicBezTo>
                <a:cubicBezTo>
                  <a:pt x="314620" y="115703"/>
                  <a:pt x="316397" y="121730"/>
                  <a:pt x="316397" y="128297"/>
                </a:cubicBezTo>
                <a:cubicBezTo>
                  <a:pt x="316397" y="134324"/>
                  <a:pt x="314890" y="140234"/>
                  <a:pt x="311877" y="146029"/>
                </a:cubicBezTo>
                <a:cubicBezTo>
                  <a:pt x="308786" y="151824"/>
                  <a:pt x="304537" y="156267"/>
                  <a:pt x="299128" y="159357"/>
                </a:cubicBezTo>
                <a:cubicBezTo>
                  <a:pt x="293565" y="162525"/>
                  <a:pt x="287500" y="164070"/>
                  <a:pt x="280932" y="163993"/>
                </a:cubicBezTo>
                <a:cubicBezTo>
                  <a:pt x="275678" y="163993"/>
                  <a:pt x="268763" y="162371"/>
                  <a:pt x="260187" y="159125"/>
                </a:cubicBezTo>
                <a:cubicBezTo>
                  <a:pt x="257792" y="158353"/>
                  <a:pt x="256208" y="157928"/>
                  <a:pt x="255435" y="157851"/>
                </a:cubicBezTo>
                <a:cubicBezTo>
                  <a:pt x="252885" y="157928"/>
                  <a:pt x="250761" y="159859"/>
                  <a:pt x="249061" y="163645"/>
                </a:cubicBezTo>
                <a:lnTo>
                  <a:pt x="245236" y="163645"/>
                </a:lnTo>
                <a:lnTo>
                  <a:pt x="243382" y="124704"/>
                </a:lnTo>
                <a:lnTo>
                  <a:pt x="247322" y="124704"/>
                </a:lnTo>
                <a:cubicBezTo>
                  <a:pt x="250722" y="134903"/>
                  <a:pt x="255512" y="142552"/>
                  <a:pt x="261694" y="147652"/>
                </a:cubicBezTo>
                <a:cubicBezTo>
                  <a:pt x="267643" y="152751"/>
                  <a:pt x="273360" y="155301"/>
                  <a:pt x="278846" y="155301"/>
                </a:cubicBezTo>
                <a:cubicBezTo>
                  <a:pt x="282478" y="155301"/>
                  <a:pt x="285530" y="154142"/>
                  <a:pt x="288002" y="151824"/>
                </a:cubicBezTo>
                <a:cubicBezTo>
                  <a:pt x="290320" y="149661"/>
                  <a:pt x="291479" y="146918"/>
                  <a:pt x="291479" y="143595"/>
                </a:cubicBezTo>
                <a:cubicBezTo>
                  <a:pt x="291479" y="139887"/>
                  <a:pt x="290320" y="136680"/>
                  <a:pt x="288002" y="133976"/>
                </a:cubicBezTo>
                <a:cubicBezTo>
                  <a:pt x="285607" y="131349"/>
                  <a:pt x="280430" y="127254"/>
                  <a:pt x="272472" y="121691"/>
                </a:cubicBezTo>
                <a:cubicBezTo>
                  <a:pt x="260651" y="113501"/>
                  <a:pt x="253001" y="107243"/>
                  <a:pt x="249524" y="102916"/>
                </a:cubicBezTo>
                <a:cubicBezTo>
                  <a:pt x="244425" y="96580"/>
                  <a:pt x="241875" y="89588"/>
                  <a:pt x="241875" y="81939"/>
                </a:cubicBezTo>
                <a:cubicBezTo>
                  <a:pt x="241875" y="73671"/>
                  <a:pt x="244773" y="66099"/>
                  <a:pt x="250568" y="59223"/>
                </a:cubicBezTo>
                <a:cubicBezTo>
                  <a:pt x="256208" y="52501"/>
                  <a:pt x="264514" y="49140"/>
                  <a:pt x="275485" y="49140"/>
                </a:cubicBezTo>
                <a:cubicBezTo>
                  <a:pt x="281357" y="49140"/>
                  <a:pt x="287036" y="50569"/>
                  <a:pt x="292522" y="53428"/>
                </a:cubicBezTo>
                <a:cubicBezTo>
                  <a:pt x="294608" y="54587"/>
                  <a:pt x="296308" y="55167"/>
                  <a:pt x="297621" y="55167"/>
                </a:cubicBezTo>
                <a:cubicBezTo>
                  <a:pt x="299012" y="55167"/>
                  <a:pt x="300132" y="54858"/>
                  <a:pt x="300982" y="54239"/>
                </a:cubicBezTo>
                <a:cubicBezTo>
                  <a:pt x="301755" y="53699"/>
                  <a:pt x="303107" y="52076"/>
                  <a:pt x="305039" y="49372"/>
                </a:cubicBezTo>
                <a:lnTo>
                  <a:pt x="308979" y="49372"/>
                </a:lnTo>
                <a:close/>
                <a:moveTo>
                  <a:pt x="372490" y="12749"/>
                </a:moveTo>
                <a:lnTo>
                  <a:pt x="372490" y="52385"/>
                </a:lnTo>
                <a:lnTo>
                  <a:pt x="398219" y="52385"/>
                </a:lnTo>
                <a:lnTo>
                  <a:pt x="398219" y="63859"/>
                </a:lnTo>
                <a:lnTo>
                  <a:pt x="372490" y="63859"/>
                </a:lnTo>
                <a:lnTo>
                  <a:pt x="372490" y="130731"/>
                </a:lnTo>
                <a:cubicBezTo>
                  <a:pt x="372490" y="137067"/>
                  <a:pt x="372799" y="141084"/>
                  <a:pt x="373418" y="142784"/>
                </a:cubicBezTo>
                <a:cubicBezTo>
                  <a:pt x="373881" y="144716"/>
                  <a:pt x="374886" y="146184"/>
                  <a:pt x="376431" y="147188"/>
                </a:cubicBezTo>
                <a:cubicBezTo>
                  <a:pt x="377822" y="148347"/>
                  <a:pt x="379174" y="148927"/>
                  <a:pt x="380487" y="148927"/>
                </a:cubicBezTo>
                <a:cubicBezTo>
                  <a:pt x="385432" y="148927"/>
                  <a:pt x="390184" y="145102"/>
                  <a:pt x="394742" y="137453"/>
                </a:cubicBezTo>
                <a:lnTo>
                  <a:pt x="398219" y="140003"/>
                </a:lnTo>
                <a:cubicBezTo>
                  <a:pt x="391884" y="154837"/>
                  <a:pt x="381723" y="162255"/>
                  <a:pt x="367739" y="162255"/>
                </a:cubicBezTo>
                <a:cubicBezTo>
                  <a:pt x="360862" y="162255"/>
                  <a:pt x="355067" y="160323"/>
                  <a:pt x="350354" y="156460"/>
                </a:cubicBezTo>
                <a:cubicBezTo>
                  <a:pt x="345487" y="152751"/>
                  <a:pt x="342435" y="148502"/>
                  <a:pt x="341198" y="143711"/>
                </a:cubicBezTo>
                <a:cubicBezTo>
                  <a:pt x="340348" y="141084"/>
                  <a:pt x="339962" y="133976"/>
                  <a:pt x="340039" y="122386"/>
                </a:cubicBezTo>
                <a:lnTo>
                  <a:pt x="340039" y="63859"/>
                </a:lnTo>
                <a:lnTo>
                  <a:pt x="325900" y="63859"/>
                </a:lnTo>
                <a:lnTo>
                  <a:pt x="325900" y="59802"/>
                </a:lnTo>
                <a:cubicBezTo>
                  <a:pt x="335635" y="53003"/>
                  <a:pt x="343941" y="45779"/>
                  <a:pt x="350818" y="38130"/>
                </a:cubicBezTo>
                <a:cubicBezTo>
                  <a:pt x="357617" y="30635"/>
                  <a:pt x="363566" y="22175"/>
                  <a:pt x="368666" y="12749"/>
                </a:cubicBezTo>
                <a:lnTo>
                  <a:pt x="372490" y="12749"/>
                </a:lnTo>
                <a:close/>
                <a:moveTo>
                  <a:pt x="502989" y="102684"/>
                </a:moveTo>
                <a:lnTo>
                  <a:pt x="443535" y="102684"/>
                </a:lnTo>
                <a:cubicBezTo>
                  <a:pt x="444230" y="117055"/>
                  <a:pt x="448055" y="128413"/>
                  <a:pt x="455008" y="136757"/>
                </a:cubicBezTo>
                <a:cubicBezTo>
                  <a:pt x="460262" y="143170"/>
                  <a:pt x="466675" y="146377"/>
                  <a:pt x="474247" y="146377"/>
                </a:cubicBezTo>
                <a:cubicBezTo>
                  <a:pt x="478806" y="146454"/>
                  <a:pt x="483017" y="145141"/>
                  <a:pt x="486880" y="142436"/>
                </a:cubicBezTo>
                <a:cubicBezTo>
                  <a:pt x="490666" y="139887"/>
                  <a:pt x="494722" y="135251"/>
                  <a:pt x="499049" y="128529"/>
                </a:cubicBezTo>
                <a:lnTo>
                  <a:pt x="502989" y="131079"/>
                </a:lnTo>
                <a:cubicBezTo>
                  <a:pt x="497040" y="143055"/>
                  <a:pt x="490550" y="151515"/>
                  <a:pt x="483519" y="156460"/>
                </a:cubicBezTo>
                <a:cubicBezTo>
                  <a:pt x="476411" y="161482"/>
                  <a:pt x="468182" y="163993"/>
                  <a:pt x="458833" y="163993"/>
                </a:cubicBezTo>
                <a:cubicBezTo>
                  <a:pt x="442685" y="164070"/>
                  <a:pt x="430516" y="157889"/>
                  <a:pt x="422326" y="145450"/>
                </a:cubicBezTo>
                <a:cubicBezTo>
                  <a:pt x="415681" y="135483"/>
                  <a:pt x="412359" y="123120"/>
                  <a:pt x="412359" y="108363"/>
                </a:cubicBezTo>
                <a:cubicBezTo>
                  <a:pt x="412281" y="90360"/>
                  <a:pt x="417188" y="75951"/>
                  <a:pt x="427077" y="65134"/>
                </a:cubicBezTo>
                <a:cubicBezTo>
                  <a:pt x="436813" y="54471"/>
                  <a:pt x="448248" y="49140"/>
                  <a:pt x="461383" y="49140"/>
                </a:cubicBezTo>
                <a:cubicBezTo>
                  <a:pt x="472354" y="49217"/>
                  <a:pt x="481896" y="53699"/>
                  <a:pt x="490009" y="62584"/>
                </a:cubicBezTo>
                <a:cubicBezTo>
                  <a:pt x="497967" y="71624"/>
                  <a:pt x="502294" y="84991"/>
                  <a:pt x="502989" y="102684"/>
                </a:cubicBezTo>
                <a:moveTo>
                  <a:pt x="474479" y="94919"/>
                </a:moveTo>
                <a:cubicBezTo>
                  <a:pt x="474402" y="82557"/>
                  <a:pt x="473745" y="74019"/>
                  <a:pt x="472509" y="69306"/>
                </a:cubicBezTo>
                <a:cubicBezTo>
                  <a:pt x="471118" y="64747"/>
                  <a:pt x="468993" y="61232"/>
                  <a:pt x="466134" y="58759"/>
                </a:cubicBezTo>
                <a:cubicBezTo>
                  <a:pt x="464435" y="57369"/>
                  <a:pt x="462271" y="56673"/>
                  <a:pt x="459644" y="56673"/>
                </a:cubicBezTo>
                <a:cubicBezTo>
                  <a:pt x="455549" y="56673"/>
                  <a:pt x="452266" y="58643"/>
                  <a:pt x="449793" y="62584"/>
                </a:cubicBezTo>
                <a:cubicBezTo>
                  <a:pt x="445235" y="69538"/>
                  <a:pt x="442955" y="78964"/>
                  <a:pt x="442955" y="90863"/>
                </a:cubicBezTo>
                <a:lnTo>
                  <a:pt x="442955" y="94919"/>
                </a:lnTo>
                <a:lnTo>
                  <a:pt x="474479" y="94919"/>
                </a:lnTo>
                <a:close/>
                <a:moveTo>
                  <a:pt x="559894" y="52385"/>
                </a:moveTo>
                <a:lnTo>
                  <a:pt x="559894" y="66640"/>
                </a:lnTo>
                <a:cubicBezTo>
                  <a:pt x="565767" y="60227"/>
                  <a:pt x="571291" y="55669"/>
                  <a:pt x="576468" y="52965"/>
                </a:cubicBezTo>
                <a:cubicBezTo>
                  <a:pt x="581413" y="50415"/>
                  <a:pt x="586937" y="49140"/>
                  <a:pt x="593041" y="49140"/>
                </a:cubicBezTo>
                <a:cubicBezTo>
                  <a:pt x="599917" y="49140"/>
                  <a:pt x="605751" y="50763"/>
                  <a:pt x="610541" y="54008"/>
                </a:cubicBezTo>
                <a:cubicBezTo>
                  <a:pt x="615254" y="57330"/>
                  <a:pt x="618886" y="62275"/>
                  <a:pt x="621435" y="68842"/>
                </a:cubicBezTo>
                <a:cubicBezTo>
                  <a:pt x="627539" y="61966"/>
                  <a:pt x="633489" y="56944"/>
                  <a:pt x="639283" y="53776"/>
                </a:cubicBezTo>
                <a:cubicBezTo>
                  <a:pt x="644924" y="50685"/>
                  <a:pt x="650834" y="49140"/>
                  <a:pt x="657015" y="49140"/>
                </a:cubicBezTo>
                <a:cubicBezTo>
                  <a:pt x="664433" y="49217"/>
                  <a:pt x="670421" y="50917"/>
                  <a:pt x="674979" y="54239"/>
                </a:cubicBezTo>
                <a:cubicBezTo>
                  <a:pt x="679383" y="57794"/>
                  <a:pt x="682474" y="62159"/>
                  <a:pt x="684251" y="67336"/>
                </a:cubicBezTo>
                <a:cubicBezTo>
                  <a:pt x="685951" y="72667"/>
                  <a:pt x="686801" y="81127"/>
                  <a:pt x="686801" y="92717"/>
                </a:cubicBezTo>
                <a:lnTo>
                  <a:pt x="686801" y="137105"/>
                </a:lnTo>
                <a:cubicBezTo>
                  <a:pt x="686801" y="145527"/>
                  <a:pt x="687573" y="150704"/>
                  <a:pt x="689119" y="152635"/>
                </a:cubicBezTo>
                <a:cubicBezTo>
                  <a:pt x="690587" y="154721"/>
                  <a:pt x="693716" y="156035"/>
                  <a:pt x="698506" y="156576"/>
                </a:cubicBezTo>
                <a:lnTo>
                  <a:pt x="698506" y="160748"/>
                </a:lnTo>
                <a:lnTo>
                  <a:pt x="642528" y="160748"/>
                </a:lnTo>
                <a:lnTo>
                  <a:pt x="642528" y="156576"/>
                </a:lnTo>
                <a:cubicBezTo>
                  <a:pt x="646932" y="156267"/>
                  <a:pt x="650178" y="154567"/>
                  <a:pt x="652264" y="151476"/>
                </a:cubicBezTo>
                <a:cubicBezTo>
                  <a:pt x="653654" y="149467"/>
                  <a:pt x="654350" y="144677"/>
                  <a:pt x="654350" y="137105"/>
                </a:cubicBezTo>
                <a:lnTo>
                  <a:pt x="654350" y="90515"/>
                </a:lnTo>
                <a:cubicBezTo>
                  <a:pt x="654350" y="80934"/>
                  <a:pt x="653964" y="74792"/>
                  <a:pt x="653191" y="72087"/>
                </a:cubicBezTo>
                <a:cubicBezTo>
                  <a:pt x="652341" y="69460"/>
                  <a:pt x="651143" y="67490"/>
                  <a:pt x="649598" y="66177"/>
                </a:cubicBezTo>
                <a:cubicBezTo>
                  <a:pt x="647821" y="64940"/>
                  <a:pt x="645851" y="64322"/>
                  <a:pt x="643687" y="64322"/>
                </a:cubicBezTo>
                <a:cubicBezTo>
                  <a:pt x="640288" y="64322"/>
                  <a:pt x="636927" y="65520"/>
                  <a:pt x="633604" y="67915"/>
                </a:cubicBezTo>
                <a:cubicBezTo>
                  <a:pt x="630205" y="70388"/>
                  <a:pt x="626767" y="74058"/>
                  <a:pt x="623290" y="78925"/>
                </a:cubicBezTo>
                <a:lnTo>
                  <a:pt x="623290" y="137105"/>
                </a:lnTo>
                <a:cubicBezTo>
                  <a:pt x="623290" y="144986"/>
                  <a:pt x="623946" y="149892"/>
                  <a:pt x="625260" y="151824"/>
                </a:cubicBezTo>
                <a:cubicBezTo>
                  <a:pt x="626960" y="154760"/>
                  <a:pt x="630359" y="156344"/>
                  <a:pt x="635459" y="156576"/>
                </a:cubicBezTo>
                <a:lnTo>
                  <a:pt x="635459" y="160748"/>
                </a:lnTo>
                <a:lnTo>
                  <a:pt x="579365" y="160748"/>
                </a:lnTo>
                <a:lnTo>
                  <a:pt x="579365" y="156576"/>
                </a:lnTo>
                <a:cubicBezTo>
                  <a:pt x="582378" y="156498"/>
                  <a:pt x="584774" y="155726"/>
                  <a:pt x="586551" y="154258"/>
                </a:cubicBezTo>
                <a:cubicBezTo>
                  <a:pt x="588250" y="153022"/>
                  <a:pt x="589409" y="151399"/>
                  <a:pt x="590027" y="149390"/>
                </a:cubicBezTo>
                <a:cubicBezTo>
                  <a:pt x="590568" y="147613"/>
                  <a:pt x="590839" y="143518"/>
                  <a:pt x="590839" y="137105"/>
                </a:cubicBezTo>
                <a:lnTo>
                  <a:pt x="590839" y="90515"/>
                </a:lnTo>
                <a:cubicBezTo>
                  <a:pt x="590839" y="80702"/>
                  <a:pt x="590452" y="74560"/>
                  <a:pt x="589680" y="72087"/>
                </a:cubicBezTo>
                <a:cubicBezTo>
                  <a:pt x="588830" y="69692"/>
                  <a:pt x="587555" y="67761"/>
                  <a:pt x="585855" y="66293"/>
                </a:cubicBezTo>
                <a:cubicBezTo>
                  <a:pt x="584001" y="64902"/>
                  <a:pt x="582031" y="64206"/>
                  <a:pt x="579944" y="64206"/>
                </a:cubicBezTo>
                <a:cubicBezTo>
                  <a:pt x="576777" y="64206"/>
                  <a:pt x="573957" y="65018"/>
                  <a:pt x="571484" y="66640"/>
                </a:cubicBezTo>
                <a:cubicBezTo>
                  <a:pt x="567775" y="69113"/>
                  <a:pt x="563912" y="73208"/>
                  <a:pt x="559894" y="78925"/>
                </a:cubicBezTo>
                <a:lnTo>
                  <a:pt x="559894" y="137105"/>
                </a:lnTo>
                <a:cubicBezTo>
                  <a:pt x="559894" y="144754"/>
                  <a:pt x="560667" y="149777"/>
                  <a:pt x="562212" y="152172"/>
                </a:cubicBezTo>
                <a:cubicBezTo>
                  <a:pt x="563680" y="154644"/>
                  <a:pt x="566810" y="156112"/>
                  <a:pt x="571600" y="156576"/>
                </a:cubicBezTo>
                <a:lnTo>
                  <a:pt x="571600" y="160748"/>
                </a:lnTo>
                <a:lnTo>
                  <a:pt x="515738" y="160748"/>
                </a:lnTo>
                <a:lnTo>
                  <a:pt x="515738" y="156576"/>
                </a:lnTo>
                <a:cubicBezTo>
                  <a:pt x="520219" y="156112"/>
                  <a:pt x="523464" y="154644"/>
                  <a:pt x="525473" y="152172"/>
                </a:cubicBezTo>
                <a:cubicBezTo>
                  <a:pt x="526710" y="150472"/>
                  <a:pt x="527366" y="145450"/>
                  <a:pt x="527444" y="137105"/>
                </a:cubicBezTo>
                <a:lnTo>
                  <a:pt x="527444" y="75912"/>
                </a:lnTo>
                <a:cubicBezTo>
                  <a:pt x="527444" y="67722"/>
                  <a:pt x="526710" y="62623"/>
                  <a:pt x="525241" y="60614"/>
                </a:cubicBezTo>
                <a:cubicBezTo>
                  <a:pt x="523619" y="58682"/>
                  <a:pt x="520451" y="57369"/>
                  <a:pt x="515738" y="56673"/>
                </a:cubicBezTo>
                <a:lnTo>
                  <a:pt x="515738" y="52385"/>
                </a:lnTo>
                <a:lnTo>
                  <a:pt x="559894" y="52385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Biased">
            <a:extLst xmlns:a="http://schemas.openxmlformats.org/drawingml/2006/main">
              <a:ext uri="{FF2B5EF4-FFF2-40B4-BE49-F238E27FC236}">
                <a16:creationId xmlns:a16="http://schemas.microsoft.com/office/drawing/2014/main" id="{664ACB2B-D8CA-483B-B024-19302BDE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25" y="1318138"/>
            <a:ext cx="663274" cy="164186"/>
          </a:xfrm>
          <a:custGeom xmlns:a="http://schemas.openxmlformats.org/drawingml/2006/main">
            <a:pathLst>
              <a:path w="663274" h="164186">
                <a:moveTo>
                  <a:pt x="100598" y="77535"/>
                </a:moveTo>
                <a:cubicBezTo>
                  <a:pt x="115510" y="81011"/>
                  <a:pt x="125979" y="85222"/>
                  <a:pt x="132006" y="90167"/>
                </a:cubicBezTo>
                <a:cubicBezTo>
                  <a:pt x="140659" y="97276"/>
                  <a:pt x="144986" y="106393"/>
                  <a:pt x="144986" y="117519"/>
                </a:cubicBezTo>
                <a:cubicBezTo>
                  <a:pt x="144986" y="129340"/>
                  <a:pt x="140234" y="139114"/>
                  <a:pt x="130731" y="146840"/>
                </a:cubicBezTo>
                <a:cubicBezTo>
                  <a:pt x="118987" y="156267"/>
                  <a:pt x="102027" y="160941"/>
                  <a:pt x="79852" y="160864"/>
                </a:cubicBezTo>
                <a:lnTo>
                  <a:pt x="0" y="160864"/>
                </a:lnTo>
                <a:lnTo>
                  <a:pt x="0" y="156576"/>
                </a:lnTo>
                <a:cubicBezTo>
                  <a:pt x="7186" y="156576"/>
                  <a:pt x="12130" y="155880"/>
                  <a:pt x="14835" y="154490"/>
                </a:cubicBezTo>
                <a:cubicBezTo>
                  <a:pt x="17384" y="153253"/>
                  <a:pt x="19200" y="151515"/>
                  <a:pt x="20282" y="149274"/>
                </a:cubicBezTo>
                <a:cubicBezTo>
                  <a:pt x="21286" y="147111"/>
                  <a:pt x="21788" y="141780"/>
                  <a:pt x="21788" y="133281"/>
                </a:cubicBezTo>
                <a:lnTo>
                  <a:pt x="21788" y="31292"/>
                </a:lnTo>
                <a:cubicBezTo>
                  <a:pt x="21788" y="22870"/>
                  <a:pt x="21286" y="17500"/>
                  <a:pt x="20282" y="15182"/>
                </a:cubicBezTo>
                <a:cubicBezTo>
                  <a:pt x="19200" y="13019"/>
                  <a:pt x="17346" y="11281"/>
                  <a:pt x="14719" y="9967"/>
                </a:cubicBezTo>
                <a:cubicBezTo>
                  <a:pt x="12015" y="8731"/>
                  <a:pt x="7108" y="8074"/>
                  <a:pt x="0" y="7997"/>
                </a:cubicBezTo>
                <a:lnTo>
                  <a:pt x="0" y="3709"/>
                </a:lnTo>
                <a:lnTo>
                  <a:pt x="75333" y="3709"/>
                </a:lnTo>
                <a:cubicBezTo>
                  <a:pt x="93258" y="3786"/>
                  <a:pt x="106006" y="5370"/>
                  <a:pt x="113578" y="8460"/>
                </a:cubicBezTo>
                <a:cubicBezTo>
                  <a:pt x="121073" y="11706"/>
                  <a:pt x="126984" y="16496"/>
                  <a:pt x="131310" y="22832"/>
                </a:cubicBezTo>
                <a:cubicBezTo>
                  <a:pt x="135560" y="29244"/>
                  <a:pt x="137723" y="36044"/>
                  <a:pt x="137801" y="43229"/>
                </a:cubicBezTo>
                <a:cubicBezTo>
                  <a:pt x="137723" y="50801"/>
                  <a:pt x="134980" y="57523"/>
                  <a:pt x="129572" y="63395"/>
                </a:cubicBezTo>
                <a:cubicBezTo>
                  <a:pt x="124009" y="69345"/>
                  <a:pt x="114351" y="74058"/>
                  <a:pt x="100598" y="77535"/>
                </a:cubicBezTo>
                <a:moveTo>
                  <a:pt x="58412" y="74405"/>
                </a:moveTo>
                <a:cubicBezTo>
                  <a:pt x="69383" y="74405"/>
                  <a:pt x="77496" y="73169"/>
                  <a:pt x="82750" y="70697"/>
                </a:cubicBezTo>
                <a:cubicBezTo>
                  <a:pt x="87927" y="68301"/>
                  <a:pt x="91906" y="64825"/>
                  <a:pt x="94687" y="60266"/>
                </a:cubicBezTo>
                <a:cubicBezTo>
                  <a:pt x="97469" y="55785"/>
                  <a:pt x="98859" y="50067"/>
                  <a:pt x="98859" y="43113"/>
                </a:cubicBezTo>
                <a:cubicBezTo>
                  <a:pt x="98782" y="36237"/>
                  <a:pt x="97430" y="30519"/>
                  <a:pt x="94803" y="25961"/>
                </a:cubicBezTo>
                <a:cubicBezTo>
                  <a:pt x="92022" y="21557"/>
                  <a:pt x="88081" y="18196"/>
                  <a:pt x="82982" y="15878"/>
                </a:cubicBezTo>
                <a:cubicBezTo>
                  <a:pt x="77805" y="13560"/>
                  <a:pt x="69615" y="12440"/>
                  <a:pt x="58412" y="12517"/>
                </a:cubicBezTo>
                <a:lnTo>
                  <a:pt x="58412" y="74405"/>
                </a:lnTo>
                <a:moveTo>
                  <a:pt x="58412" y="83445"/>
                </a:moveTo>
                <a:lnTo>
                  <a:pt x="58412" y="133860"/>
                </a:lnTo>
                <a:lnTo>
                  <a:pt x="58296" y="139655"/>
                </a:lnTo>
                <a:cubicBezTo>
                  <a:pt x="58219" y="143827"/>
                  <a:pt x="59300" y="146956"/>
                  <a:pt x="61541" y="149042"/>
                </a:cubicBezTo>
                <a:cubicBezTo>
                  <a:pt x="63627" y="151283"/>
                  <a:pt x="66756" y="152365"/>
                  <a:pt x="70928" y="152288"/>
                </a:cubicBezTo>
                <a:cubicBezTo>
                  <a:pt x="77032" y="152288"/>
                  <a:pt x="82750" y="150897"/>
                  <a:pt x="88081" y="148115"/>
                </a:cubicBezTo>
                <a:cubicBezTo>
                  <a:pt x="93258" y="145488"/>
                  <a:pt x="97237" y="141509"/>
                  <a:pt x="100018" y="136178"/>
                </a:cubicBezTo>
                <a:cubicBezTo>
                  <a:pt x="102800" y="131001"/>
                  <a:pt x="104191" y="125207"/>
                  <a:pt x="104191" y="118794"/>
                </a:cubicBezTo>
                <a:cubicBezTo>
                  <a:pt x="104113" y="111531"/>
                  <a:pt x="102414" y="104925"/>
                  <a:pt x="99091" y="98975"/>
                </a:cubicBezTo>
                <a:cubicBezTo>
                  <a:pt x="95614" y="93181"/>
                  <a:pt x="90940" y="89124"/>
                  <a:pt x="85068" y="86806"/>
                </a:cubicBezTo>
                <a:cubicBezTo>
                  <a:pt x="79118" y="84488"/>
                  <a:pt x="70233" y="83368"/>
                  <a:pt x="58412" y="83445"/>
                </a:cubicBezTo>
                <a:close/>
                <a:moveTo>
                  <a:pt x="192272" y="0"/>
                </a:moveTo>
                <a:cubicBezTo>
                  <a:pt x="197217" y="0"/>
                  <a:pt x="201466" y="1738"/>
                  <a:pt x="205020" y="5215"/>
                </a:cubicBezTo>
                <a:cubicBezTo>
                  <a:pt x="208497" y="8847"/>
                  <a:pt x="210236" y="13096"/>
                  <a:pt x="210236" y="17964"/>
                </a:cubicBezTo>
                <a:cubicBezTo>
                  <a:pt x="210236" y="22986"/>
                  <a:pt x="208497" y="27197"/>
                  <a:pt x="205020" y="30597"/>
                </a:cubicBezTo>
                <a:cubicBezTo>
                  <a:pt x="201389" y="34073"/>
                  <a:pt x="197139" y="35812"/>
                  <a:pt x="192272" y="35812"/>
                </a:cubicBezTo>
                <a:cubicBezTo>
                  <a:pt x="187250" y="35812"/>
                  <a:pt x="183039" y="34073"/>
                  <a:pt x="179639" y="30597"/>
                </a:cubicBezTo>
                <a:cubicBezTo>
                  <a:pt x="176162" y="27197"/>
                  <a:pt x="174424" y="22986"/>
                  <a:pt x="174424" y="17964"/>
                </a:cubicBezTo>
                <a:cubicBezTo>
                  <a:pt x="174424" y="13096"/>
                  <a:pt x="176162" y="8847"/>
                  <a:pt x="179639" y="5215"/>
                </a:cubicBezTo>
                <a:cubicBezTo>
                  <a:pt x="183039" y="1738"/>
                  <a:pt x="187250" y="0"/>
                  <a:pt x="192272" y="0"/>
                </a:cubicBezTo>
                <a:moveTo>
                  <a:pt x="208497" y="52501"/>
                </a:moveTo>
                <a:lnTo>
                  <a:pt x="208497" y="138380"/>
                </a:lnTo>
                <a:cubicBezTo>
                  <a:pt x="208497" y="146029"/>
                  <a:pt x="209386" y="150897"/>
                  <a:pt x="211163" y="152983"/>
                </a:cubicBezTo>
                <a:cubicBezTo>
                  <a:pt x="212863" y="155224"/>
                  <a:pt x="216340" y="156460"/>
                  <a:pt x="221593" y="156692"/>
                </a:cubicBezTo>
                <a:lnTo>
                  <a:pt x="221593" y="160864"/>
                </a:lnTo>
                <a:lnTo>
                  <a:pt x="163066" y="160864"/>
                </a:lnTo>
                <a:lnTo>
                  <a:pt x="163066" y="156692"/>
                </a:lnTo>
                <a:cubicBezTo>
                  <a:pt x="167779" y="156614"/>
                  <a:pt x="171333" y="155224"/>
                  <a:pt x="173728" y="152519"/>
                </a:cubicBezTo>
                <a:cubicBezTo>
                  <a:pt x="175196" y="150820"/>
                  <a:pt x="175969" y="146106"/>
                  <a:pt x="176046" y="138380"/>
                </a:cubicBezTo>
                <a:lnTo>
                  <a:pt x="176046" y="75101"/>
                </a:lnTo>
                <a:cubicBezTo>
                  <a:pt x="175969" y="67529"/>
                  <a:pt x="175080" y="62623"/>
                  <a:pt x="173381" y="60382"/>
                </a:cubicBezTo>
                <a:cubicBezTo>
                  <a:pt x="171604" y="58373"/>
                  <a:pt x="168165" y="57175"/>
                  <a:pt x="163066" y="56789"/>
                </a:cubicBezTo>
                <a:lnTo>
                  <a:pt x="163066" y="52501"/>
                </a:lnTo>
                <a:lnTo>
                  <a:pt x="208497" y="52501"/>
                </a:lnTo>
                <a:close/>
                <a:moveTo>
                  <a:pt x="292754" y="144870"/>
                </a:moveTo>
                <a:cubicBezTo>
                  <a:pt x="279542" y="156614"/>
                  <a:pt x="267682" y="162448"/>
                  <a:pt x="257174" y="162371"/>
                </a:cubicBezTo>
                <a:cubicBezTo>
                  <a:pt x="250915" y="162371"/>
                  <a:pt x="245777" y="160323"/>
                  <a:pt x="241759" y="156228"/>
                </a:cubicBezTo>
                <a:cubicBezTo>
                  <a:pt x="237664" y="152288"/>
                  <a:pt x="235617" y="147227"/>
                  <a:pt x="235617" y="141046"/>
                </a:cubicBezTo>
                <a:cubicBezTo>
                  <a:pt x="235617" y="132856"/>
                  <a:pt x="239171" y="125400"/>
                  <a:pt x="246279" y="118678"/>
                </a:cubicBezTo>
                <a:cubicBezTo>
                  <a:pt x="253310" y="112188"/>
                  <a:pt x="268802" y="103418"/>
                  <a:pt x="292754" y="92369"/>
                </a:cubicBezTo>
                <a:lnTo>
                  <a:pt x="292754" y="81475"/>
                </a:lnTo>
                <a:cubicBezTo>
                  <a:pt x="292676" y="73362"/>
                  <a:pt x="292252" y="68186"/>
                  <a:pt x="291479" y="65945"/>
                </a:cubicBezTo>
                <a:cubicBezTo>
                  <a:pt x="290474" y="63859"/>
                  <a:pt x="288775" y="62004"/>
                  <a:pt x="286379" y="60382"/>
                </a:cubicBezTo>
                <a:cubicBezTo>
                  <a:pt x="283907" y="58914"/>
                  <a:pt x="281125" y="58141"/>
                  <a:pt x="278035" y="58064"/>
                </a:cubicBezTo>
                <a:cubicBezTo>
                  <a:pt x="273013" y="58141"/>
                  <a:pt x="268879" y="59262"/>
                  <a:pt x="265634" y="61425"/>
                </a:cubicBezTo>
                <a:cubicBezTo>
                  <a:pt x="263625" y="62816"/>
                  <a:pt x="262621" y="64438"/>
                  <a:pt x="262621" y="66293"/>
                </a:cubicBezTo>
                <a:cubicBezTo>
                  <a:pt x="262543" y="67915"/>
                  <a:pt x="263625" y="69924"/>
                  <a:pt x="265866" y="72319"/>
                </a:cubicBezTo>
                <a:cubicBezTo>
                  <a:pt x="268725" y="75719"/>
                  <a:pt x="270193" y="78925"/>
                  <a:pt x="270270" y="81939"/>
                </a:cubicBezTo>
                <a:cubicBezTo>
                  <a:pt x="270270" y="85802"/>
                  <a:pt x="268879" y="89008"/>
                  <a:pt x="266098" y="91558"/>
                </a:cubicBezTo>
                <a:cubicBezTo>
                  <a:pt x="263162" y="94262"/>
                  <a:pt x="259453" y="95614"/>
                  <a:pt x="254972" y="95614"/>
                </a:cubicBezTo>
                <a:cubicBezTo>
                  <a:pt x="250104" y="95614"/>
                  <a:pt x="246048" y="94146"/>
                  <a:pt x="242802" y="91210"/>
                </a:cubicBezTo>
                <a:cubicBezTo>
                  <a:pt x="239403" y="88352"/>
                  <a:pt x="237742" y="84913"/>
                  <a:pt x="237819" y="80896"/>
                </a:cubicBezTo>
                <a:cubicBezTo>
                  <a:pt x="237819" y="75333"/>
                  <a:pt x="240021" y="70001"/>
                  <a:pt x="244425" y="64902"/>
                </a:cubicBezTo>
                <a:cubicBezTo>
                  <a:pt x="248829" y="59957"/>
                  <a:pt x="254972" y="56094"/>
                  <a:pt x="262853" y="53312"/>
                </a:cubicBezTo>
                <a:cubicBezTo>
                  <a:pt x="270733" y="50685"/>
                  <a:pt x="278923" y="49333"/>
                  <a:pt x="287423" y="49256"/>
                </a:cubicBezTo>
                <a:cubicBezTo>
                  <a:pt x="297699" y="49333"/>
                  <a:pt x="305850" y="51497"/>
                  <a:pt x="311877" y="55746"/>
                </a:cubicBezTo>
                <a:cubicBezTo>
                  <a:pt x="317749" y="60150"/>
                  <a:pt x="321612" y="64902"/>
                  <a:pt x="323466" y="70001"/>
                </a:cubicBezTo>
                <a:cubicBezTo>
                  <a:pt x="324471" y="73246"/>
                  <a:pt x="325012" y="80702"/>
                  <a:pt x="325089" y="92369"/>
                </a:cubicBezTo>
                <a:lnTo>
                  <a:pt x="325089" y="134440"/>
                </a:lnTo>
                <a:cubicBezTo>
                  <a:pt x="325089" y="139462"/>
                  <a:pt x="325282" y="142552"/>
                  <a:pt x="325668" y="143711"/>
                </a:cubicBezTo>
                <a:cubicBezTo>
                  <a:pt x="325977" y="145102"/>
                  <a:pt x="326557" y="146068"/>
                  <a:pt x="327407" y="146609"/>
                </a:cubicBezTo>
                <a:cubicBezTo>
                  <a:pt x="328102" y="147227"/>
                  <a:pt x="328991" y="147536"/>
                  <a:pt x="330072" y="147536"/>
                </a:cubicBezTo>
                <a:cubicBezTo>
                  <a:pt x="332004" y="147613"/>
                  <a:pt x="334051" y="146184"/>
                  <a:pt x="336215" y="143248"/>
                </a:cubicBezTo>
                <a:lnTo>
                  <a:pt x="339692" y="146029"/>
                </a:lnTo>
                <a:cubicBezTo>
                  <a:pt x="335751" y="151747"/>
                  <a:pt x="331772" y="155880"/>
                  <a:pt x="327754" y="158430"/>
                </a:cubicBezTo>
                <a:cubicBezTo>
                  <a:pt x="323505" y="161134"/>
                  <a:pt x="318792" y="162448"/>
                  <a:pt x="313615" y="162371"/>
                </a:cubicBezTo>
                <a:cubicBezTo>
                  <a:pt x="307434" y="162371"/>
                  <a:pt x="302605" y="160903"/>
                  <a:pt x="299128" y="157967"/>
                </a:cubicBezTo>
                <a:cubicBezTo>
                  <a:pt x="295651" y="155185"/>
                  <a:pt x="293526" y="150820"/>
                  <a:pt x="292754" y="144870"/>
                </a:cubicBezTo>
                <a:moveTo>
                  <a:pt x="292754" y="136410"/>
                </a:moveTo>
                <a:lnTo>
                  <a:pt x="292754" y="100134"/>
                </a:lnTo>
                <a:cubicBezTo>
                  <a:pt x="283328" y="105620"/>
                  <a:pt x="276374" y="111492"/>
                  <a:pt x="271892" y="117751"/>
                </a:cubicBezTo>
                <a:cubicBezTo>
                  <a:pt x="268879" y="121923"/>
                  <a:pt x="267372" y="126134"/>
                  <a:pt x="267372" y="130383"/>
                </a:cubicBezTo>
                <a:cubicBezTo>
                  <a:pt x="267372" y="134015"/>
                  <a:pt x="268647" y="137144"/>
                  <a:pt x="271197" y="139771"/>
                </a:cubicBezTo>
                <a:cubicBezTo>
                  <a:pt x="273129" y="141857"/>
                  <a:pt x="275833" y="142900"/>
                  <a:pt x="279310" y="142900"/>
                </a:cubicBezTo>
                <a:cubicBezTo>
                  <a:pt x="283096" y="142900"/>
                  <a:pt x="287577" y="140737"/>
                  <a:pt x="292754" y="136410"/>
                </a:cubicBezTo>
                <a:close/>
                <a:moveTo>
                  <a:pt x="420124" y="49488"/>
                </a:moveTo>
                <a:lnTo>
                  <a:pt x="421862" y="86459"/>
                </a:lnTo>
                <a:lnTo>
                  <a:pt x="417922" y="86459"/>
                </a:lnTo>
                <a:cubicBezTo>
                  <a:pt x="413131" y="75564"/>
                  <a:pt x="408264" y="68070"/>
                  <a:pt x="403319" y="63975"/>
                </a:cubicBezTo>
                <a:cubicBezTo>
                  <a:pt x="398142" y="59957"/>
                  <a:pt x="393081" y="57948"/>
                  <a:pt x="388136" y="57948"/>
                </a:cubicBezTo>
                <a:cubicBezTo>
                  <a:pt x="384891" y="57948"/>
                  <a:pt x="382187" y="58991"/>
                  <a:pt x="380024" y="61077"/>
                </a:cubicBezTo>
                <a:cubicBezTo>
                  <a:pt x="377783" y="63318"/>
                  <a:pt x="376663" y="65790"/>
                  <a:pt x="376663" y="68495"/>
                </a:cubicBezTo>
                <a:cubicBezTo>
                  <a:pt x="376663" y="70581"/>
                  <a:pt x="377435" y="72590"/>
                  <a:pt x="378981" y="74521"/>
                </a:cubicBezTo>
                <a:cubicBezTo>
                  <a:pt x="381376" y="77689"/>
                  <a:pt x="388291" y="83098"/>
                  <a:pt x="399726" y="90747"/>
                </a:cubicBezTo>
                <a:cubicBezTo>
                  <a:pt x="411084" y="98550"/>
                  <a:pt x="418578" y="105079"/>
                  <a:pt x="422210" y="110333"/>
                </a:cubicBezTo>
                <a:cubicBezTo>
                  <a:pt x="425764" y="115819"/>
                  <a:pt x="427541" y="121846"/>
                  <a:pt x="427541" y="128413"/>
                </a:cubicBezTo>
                <a:cubicBezTo>
                  <a:pt x="427541" y="134440"/>
                  <a:pt x="426034" y="140350"/>
                  <a:pt x="423021" y="146145"/>
                </a:cubicBezTo>
                <a:cubicBezTo>
                  <a:pt x="419930" y="151940"/>
                  <a:pt x="415681" y="156383"/>
                  <a:pt x="410272" y="159473"/>
                </a:cubicBezTo>
                <a:cubicBezTo>
                  <a:pt x="404709" y="162641"/>
                  <a:pt x="398644" y="164186"/>
                  <a:pt x="392077" y="164109"/>
                </a:cubicBezTo>
                <a:cubicBezTo>
                  <a:pt x="386823" y="164109"/>
                  <a:pt x="379908" y="162486"/>
                  <a:pt x="371331" y="159241"/>
                </a:cubicBezTo>
                <a:cubicBezTo>
                  <a:pt x="368936" y="158469"/>
                  <a:pt x="367352" y="158044"/>
                  <a:pt x="366580" y="157967"/>
                </a:cubicBezTo>
                <a:cubicBezTo>
                  <a:pt x="364030" y="158044"/>
                  <a:pt x="361905" y="159975"/>
                  <a:pt x="360205" y="163761"/>
                </a:cubicBezTo>
                <a:lnTo>
                  <a:pt x="356381" y="163761"/>
                </a:lnTo>
                <a:lnTo>
                  <a:pt x="354526" y="124820"/>
                </a:lnTo>
                <a:lnTo>
                  <a:pt x="358467" y="124820"/>
                </a:lnTo>
                <a:cubicBezTo>
                  <a:pt x="361867" y="135019"/>
                  <a:pt x="366657" y="142668"/>
                  <a:pt x="372838" y="147768"/>
                </a:cubicBezTo>
                <a:cubicBezTo>
                  <a:pt x="378787" y="152867"/>
                  <a:pt x="384505" y="155417"/>
                  <a:pt x="389991" y="155417"/>
                </a:cubicBezTo>
                <a:cubicBezTo>
                  <a:pt x="393622" y="155417"/>
                  <a:pt x="396674" y="154258"/>
                  <a:pt x="399146" y="151940"/>
                </a:cubicBezTo>
                <a:cubicBezTo>
                  <a:pt x="401464" y="149777"/>
                  <a:pt x="402623" y="147034"/>
                  <a:pt x="402623" y="143711"/>
                </a:cubicBezTo>
                <a:cubicBezTo>
                  <a:pt x="402623" y="140003"/>
                  <a:pt x="401464" y="136796"/>
                  <a:pt x="399146" y="134092"/>
                </a:cubicBezTo>
                <a:cubicBezTo>
                  <a:pt x="396751" y="131465"/>
                  <a:pt x="391575" y="127370"/>
                  <a:pt x="383616" y="121807"/>
                </a:cubicBezTo>
                <a:cubicBezTo>
                  <a:pt x="371795" y="113617"/>
                  <a:pt x="364146" y="107359"/>
                  <a:pt x="360669" y="103032"/>
                </a:cubicBezTo>
                <a:cubicBezTo>
                  <a:pt x="355569" y="96696"/>
                  <a:pt x="353020" y="89704"/>
                  <a:pt x="353020" y="82055"/>
                </a:cubicBezTo>
                <a:cubicBezTo>
                  <a:pt x="353020" y="73787"/>
                  <a:pt x="355917" y="66215"/>
                  <a:pt x="361712" y="59339"/>
                </a:cubicBezTo>
                <a:cubicBezTo>
                  <a:pt x="367352" y="52617"/>
                  <a:pt x="375658" y="49256"/>
                  <a:pt x="386630" y="49256"/>
                </a:cubicBezTo>
                <a:cubicBezTo>
                  <a:pt x="392502" y="49256"/>
                  <a:pt x="398181" y="50685"/>
                  <a:pt x="403666" y="53544"/>
                </a:cubicBezTo>
                <a:cubicBezTo>
                  <a:pt x="405753" y="54703"/>
                  <a:pt x="407452" y="55282"/>
                  <a:pt x="408766" y="55282"/>
                </a:cubicBezTo>
                <a:cubicBezTo>
                  <a:pt x="410157" y="55282"/>
                  <a:pt x="411277" y="54973"/>
                  <a:pt x="412127" y="54355"/>
                </a:cubicBezTo>
                <a:cubicBezTo>
                  <a:pt x="412899" y="53814"/>
                  <a:pt x="414252" y="52192"/>
                  <a:pt x="416183" y="49488"/>
                </a:cubicBezTo>
                <a:lnTo>
                  <a:pt x="420124" y="49488"/>
                </a:lnTo>
                <a:close/>
                <a:moveTo>
                  <a:pt x="532543" y="102800"/>
                </a:moveTo>
                <a:lnTo>
                  <a:pt x="473088" y="102800"/>
                </a:lnTo>
                <a:cubicBezTo>
                  <a:pt x="473784" y="117171"/>
                  <a:pt x="477608" y="128529"/>
                  <a:pt x="484562" y="136873"/>
                </a:cubicBezTo>
                <a:cubicBezTo>
                  <a:pt x="489816" y="143286"/>
                  <a:pt x="496229" y="146493"/>
                  <a:pt x="503801" y="146493"/>
                </a:cubicBezTo>
                <a:cubicBezTo>
                  <a:pt x="508359" y="146570"/>
                  <a:pt x="512570" y="145257"/>
                  <a:pt x="516433" y="142552"/>
                </a:cubicBezTo>
                <a:cubicBezTo>
                  <a:pt x="520219" y="140003"/>
                  <a:pt x="524276" y="135367"/>
                  <a:pt x="528602" y="128645"/>
                </a:cubicBezTo>
                <a:lnTo>
                  <a:pt x="532543" y="131194"/>
                </a:lnTo>
                <a:cubicBezTo>
                  <a:pt x="526594" y="143170"/>
                  <a:pt x="520103" y="151631"/>
                  <a:pt x="513072" y="156576"/>
                </a:cubicBezTo>
                <a:cubicBezTo>
                  <a:pt x="505964" y="161598"/>
                  <a:pt x="497735" y="164109"/>
                  <a:pt x="488387" y="164109"/>
                </a:cubicBezTo>
                <a:cubicBezTo>
                  <a:pt x="472238" y="164186"/>
                  <a:pt x="460069" y="158005"/>
                  <a:pt x="451879" y="145566"/>
                </a:cubicBezTo>
                <a:cubicBezTo>
                  <a:pt x="445235" y="135599"/>
                  <a:pt x="441912" y="123236"/>
                  <a:pt x="441912" y="108479"/>
                </a:cubicBezTo>
                <a:cubicBezTo>
                  <a:pt x="441835" y="90476"/>
                  <a:pt x="446741" y="76067"/>
                  <a:pt x="456631" y="65250"/>
                </a:cubicBezTo>
                <a:cubicBezTo>
                  <a:pt x="466366" y="54587"/>
                  <a:pt x="477801" y="49256"/>
                  <a:pt x="490936" y="49256"/>
                </a:cubicBezTo>
                <a:cubicBezTo>
                  <a:pt x="501908" y="49333"/>
                  <a:pt x="511450" y="53814"/>
                  <a:pt x="519563" y="62700"/>
                </a:cubicBezTo>
                <a:cubicBezTo>
                  <a:pt x="527521" y="71740"/>
                  <a:pt x="531848" y="85106"/>
                  <a:pt x="532543" y="102800"/>
                </a:cubicBezTo>
                <a:moveTo>
                  <a:pt x="504033" y="95035"/>
                </a:moveTo>
                <a:cubicBezTo>
                  <a:pt x="503955" y="82673"/>
                  <a:pt x="503298" y="74135"/>
                  <a:pt x="502062" y="69422"/>
                </a:cubicBezTo>
                <a:cubicBezTo>
                  <a:pt x="500672" y="64863"/>
                  <a:pt x="498547" y="61348"/>
                  <a:pt x="495688" y="58875"/>
                </a:cubicBezTo>
                <a:cubicBezTo>
                  <a:pt x="493988" y="57485"/>
                  <a:pt x="491825" y="56789"/>
                  <a:pt x="489198" y="56789"/>
                </a:cubicBezTo>
                <a:cubicBezTo>
                  <a:pt x="485103" y="56789"/>
                  <a:pt x="481819" y="58759"/>
                  <a:pt x="479347" y="62700"/>
                </a:cubicBezTo>
                <a:cubicBezTo>
                  <a:pt x="474788" y="69654"/>
                  <a:pt x="472509" y="79080"/>
                  <a:pt x="472509" y="90979"/>
                </a:cubicBezTo>
                <a:lnTo>
                  <a:pt x="472509" y="95035"/>
                </a:lnTo>
                <a:lnTo>
                  <a:pt x="504033" y="95035"/>
                </a:lnTo>
                <a:close/>
                <a:moveTo>
                  <a:pt x="649946" y="3709"/>
                </a:moveTo>
                <a:lnTo>
                  <a:pt x="649946" y="128413"/>
                </a:lnTo>
                <a:cubicBezTo>
                  <a:pt x="649946" y="136912"/>
                  <a:pt x="650178" y="141896"/>
                  <a:pt x="650641" y="143364"/>
                </a:cubicBezTo>
                <a:cubicBezTo>
                  <a:pt x="651182" y="145913"/>
                  <a:pt x="652380" y="147806"/>
                  <a:pt x="654234" y="149042"/>
                </a:cubicBezTo>
                <a:cubicBezTo>
                  <a:pt x="655934" y="150356"/>
                  <a:pt x="658947" y="151129"/>
                  <a:pt x="663274" y="151360"/>
                </a:cubicBezTo>
                <a:lnTo>
                  <a:pt x="663274" y="155185"/>
                </a:lnTo>
                <a:lnTo>
                  <a:pt x="617495" y="164109"/>
                </a:lnTo>
                <a:lnTo>
                  <a:pt x="617495" y="146956"/>
                </a:lnTo>
                <a:cubicBezTo>
                  <a:pt x="612009" y="153601"/>
                  <a:pt x="607141" y="158121"/>
                  <a:pt x="602892" y="160516"/>
                </a:cubicBezTo>
                <a:cubicBezTo>
                  <a:pt x="598565" y="162989"/>
                  <a:pt x="593698" y="164186"/>
                  <a:pt x="588289" y="164109"/>
                </a:cubicBezTo>
                <a:cubicBezTo>
                  <a:pt x="574382" y="164186"/>
                  <a:pt x="563449" y="158005"/>
                  <a:pt x="555490" y="145566"/>
                </a:cubicBezTo>
                <a:cubicBezTo>
                  <a:pt x="549000" y="135521"/>
                  <a:pt x="545755" y="123198"/>
                  <a:pt x="545755" y="108595"/>
                </a:cubicBezTo>
                <a:cubicBezTo>
                  <a:pt x="545678" y="96928"/>
                  <a:pt x="547687" y="86459"/>
                  <a:pt x="551782" y="77187"/>
                </a:cubicBezTo>
                <a:cubicBezTo>
                  <a:pt x="555722" y="68070"/>
                  <a:pt x="561247" y="61116"/>
                  <a:pt x="568355" y="56326"/>
                </a:cubicBezTo>
                <a:cubicBezTo>
                  <a:pt x="575309" y="51612"/>
                  <a:pt x="582803" y="49256"/>
                  <a:pt x="590839" y="49256"/>
                </a:cubicBezTo>
                <a:cubicBezTo>
                  <a:pt x="595938" y="49333"/>
                  <a:pt x="600535" y="50338"/>
                  <a:pt x="604630" y="52269"/>
                </a:cubicBezTo>
                <a:cubicBezTo>
                  <a:pt x="608648" y="54355"/>
                  <a:pt x="612936" y="57871"/>
                  <a:pt x="617495" y="62816"/>
                </a:cubicBezTo>
                <a:lnTo>
                  <a:pt x="617495" y="30133"/>
                </a:lnTo>
                <a:cubicBezTo>
                  <a:pt x="617495" y="21943"/>
                  <a:pt x="617147" y="16959"/>
                  <a:pt x="616452" y="15182"/>
                </a:cubicBezTo>
                <a:cubicBezTo>
                  <a:pt x="615525" y="13019"/>
                  <a:pt x="614134" y="11358"/>
                  <a:pt x="612280" y="10199"/>
                </a:cubicBezTo>
                <a:cubicBezTo>
                  <a:pt x="610425" y="9194"/>
                  <a:pt x="606948" y="8654"/>
                  <a:pt x="601849" y="8576"/>
                </a:cubicBezTo>
                <a:lnTo>
                  <a:pt x="601849" y="3709"/>
                </a:lnTo>
                <a:lnTo>
                  <a:pt x="649946" y="3709"/>
                </a:lnTo>
                <a:moveTo>
                  <a:pt x="617495" y="77187"/>
                </a:moveTo>
                <a:cubicBezTo>
                  <a:pt x="611700" y="66215"/>
                  <a:pt x="604708" y="60730"/>
                  <a:pt x="596518" y="60730"/>
                </a:cubicBezTo>
                <a:cubicBezTo>
                  <a:pt x="593582" y="60807"/>
                  <a:pt x="591225" y="61580"/>
                  <a:pt x="589448" y="63048"/>
                </a:cubicBezTo>
                <a:cubicBezTo>
                  <a:pt x="586512" y="65520"/>
                  <a:pt x="584194" y="69731"/>
                  <a:pt x="582494" y="75680"/>
                </a:cubicBezTo>
                <a:cubicBezTo>
                  <a:pt x="580640" y="81784"/>
                  <a:pt x="579713" y="91017"/>
                  <a:pt x="579713" y="103379"/>
                </a:cubicBezTo>
                <a:cubicBezTo>
                  <a:pt x="579713" y="117055"/>
                  <a:pt x="580717" y="127177"/>
                  <a:pt x="582726" y="133744"/>
                </a:cubicBezTo>
                <a:cubicBezTo>
                  <a:pt x="584658" y="140389"/>
                  <a:pt x="587401" y="145141"/>
                  <a:pt x="590955" y="147999"/>
                </a:cubicBezTo>
                <a:cubicBezTo>
                  <a:pt x="592654" y="149545"/>
                  <a:pt x="595088" y="150279"/>
                  <a:pt x="598256" y="150201"/>
                </a:cubicBezTo>
                <a:cubicBezTo>
                  <a:pt x="605055" y="150201"/>
                  <a:pt x="611468" y="144870"/>
                  <a:pt x="617495" y="134208"/>
                </a:cubicBezTo>
                <a:lnTo>
                  <a:pt x="617495" y="7718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Diversity">
            <a:extLst xmlns:a="http://schemas.openxmlformats.org/drawingml/2006/main">
              <a:ext uri="{FF2B5EF4-FFF2-40B4-BE49-F238E27FC236}">
                <a16:creationId xmlns:a16="http://schemas.microsoft.com/office/drawing/2014/main" id="{50A1D4FA-834F-413C-80C9-C80EF4D8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3" y="2649116"/>
            <a:ext cx="914421" cy="212090"/>
          </a:xfrm>
          <a:custGeom xmlns:a="http://schemas.openxmlformats.org/drawingml/2006/main">
            <a:pathLst>
              <a:path w="914421" h="212090">
                <a:moveTo>
                  <a:pt x="0" y="160864"/>
                </a:moveTo>
                <a:lnTo>
                  <a:pt x="0" y="156576"/>
                </a:lnTo>
                <a:lnTo>
                  <a:pt x="5215" y="156576"/>
                </a:lnTo>
                <a:cubicBezTo>
                  <a:pt x="9697" y="156653"/>
                  <a:pt x="13212" y="155919"/>
                  <a:pt x="15762" y="154374"/>
                </a:cubicBezTo>
                <a:cubicBezTo>
                  <a:pt x="18157" y="152983"/>
                  <a:pt x="19934" y="151051"/>
                  <a:pt x="21093" y="148579"/>
                </a:cubicBezTo>
                <a:cubicBezTo>
                  <a:pt x="21788" y="146956"/>
                  <a:pt x="22136" y="142089"/>
                  <a:pt x="22136" y="133976"/>
                </a:cubicBezTo>
                <a:lnTo>
                  <a:pt x="22136" y="30597"/>
                </a:lnTo>
                <a:cubicBezTo>
                  <a:pt x="22059" y="22638"/>
                  <a:pt x="21634" y="17616"/>
                  <a:pt x="20861" y="15530"/>
                </a:cubicBezTo>
                <a:cubicBezTo>
                  <a:pt x="20011" y="13598"/>
                  <a:pt x="18312" y="11821"/>
                  <a:pt x="15762" y="10199"/>
                </a:cubicBezTo>
                <a:cubicBezTo>
                  <a:pt x="13058" y="8731"/>
                  <a:pt x="9542" y="7997"/>
                  <a:pt x="5215" y="7997"/>
                </a:cubicBezTo>
                <a:lnTo>
                  <a:pt x="0" y="7997"/>
                </a:lnTo>
                <a:lnTo>
                  <a:pt x="0" y="3709"/>
                </a:lnTo>
                <a:lnTo>
                  <a:pt x="70349" y="3709"/>
                </a:lnTo>
                <a:cubicBezTo>
                  <a:pt x="89047" y="3709"/>
                  <a:pt x="104152" y="6258"/>
                  <a:pt x="115664" y="11358"/>
                </a:cubicBezTo>
                <a:cubicBezTo>
                  <a:pt x="129572" y="17693"/>
                  <a:pt x="140196" y="27158"/>
                  <a:pt x="147536" y="39752"/>
                </a:cubicBezTo>
                <a:cubicBezTo>
                  <a:pt x="154721" y="52424"/>
                  <a:pt x="158314" y="66756"/>
                  <a:pt x="158314" y="82750"/>
                </a:cubicBezTo>
                <a:cubicBezTo>
                  <a:pt x="158314" y="93799"/>
                  <a:pt x="156537" y="103959"/>
                  <a:pt x="152983" y="113231"/>
                </a:cubicBezTo>
                <a:cubicBezTo>
                  <a:pt x="149352" y="122657"/>
                  <a:pt x="144754" y="130345"/>
                  <a:pt x="139191" y="136294"/>
                </a:cubicBezTo>
                <a:cubicBezTo>
                  <a:pt x="133474" y="142475"/>
                  <a:pt x="126984" y="147343"/>
                  <a:pt x="119721" y="150897"/>
                </a:cubicBezTo>
                <a:cubicBezTo>
                  <a:pt x="112303" y="154683"/>
                  <a:pt x="103264" y="157542"/>
                  <a:pt x="92601" y="159473"/>
                </a:cubicBezTo>
                <a:cubicBezTo>
                  <a:pt x="87811" y="160400"/>
                  <a:pt x="80393" y="160864"/>
                  <a:pt x="70349" y="160864"/>
                </a:cubicBezTo>
                <a:lnTo>
                  <a:pt x="0" y="160864"/>
                </a:lnTo>
                <a:moveTo>
                  <a:pt x="59918" y="12633"/>
                </a:moveTo>
                <a:lnTo>
                  <a:pt x="59918" y="135251"/>
                </a:lnTo>
                <a:cubicBezTo>
                  <a:pt x="59918" y="141741"/>
                  <a:pt x="60227" y="145720"/>
                  <a:pt x="60845" y="147188"/>
                </a:cubicBezTo>
                <a:cubicBezTo>
                  <a:pt x="61386" y="148733"/>
                  <a:pt x="62429" y="149854"/>
                  <a:pt x="63975" y="150549"/>
                </a:cubicBezTo>
                <a:cubicBezTo>
                  <a:pt x="66061" y="151708"/>
                  <a:pt x="69074" y="152288"/>
                  <a:pt x="73015" y="152288"/>
                </a:cubicBezTo>
                <a:cubicBezTo>
                  <a:pt x="85840" y="152288"/>
                  <a:pt x="95692" y="147884"/>
                  <a:pt x="102568" y="139075"/>
                </a:cubicBezTo>
                <a:cubicBezTo>
                  <a:pt x="111840" y="127177"/>
                  <a:pt x="116476" y="108711"/>
                  <a:pt x="116476" y="83677"/>
                </a:cubicBezTo>
                <a:cubicBezTo>
                  <a:pt x="116476" y="63511"/>
                  <a:pt x="113308" y="47402"/>
                  <a:pt x="106972" y="35348"/>
                </a:cubicBezTo>
                <a:cubicBezTo>
                  <a:pt x="101950" y="25999"/>
                  <a:pt x="95498" y="19586"/>
                  <a:pt x="87618" y="16110"/>
                </a:cubicBezTo>
                <a:cubicBezTo>
                  <a:pt x="81977" y="13714"/>
                  <a:pt x="72744" y="12555"/>
                  <a:pt x="59918" y="12633"/>
                </a:cubicBezTo>
                <a:close/>
                <a:moveTo>
                  <a:pt x="201543" y="0"/>
                </a:moveTo>
                <a:cubicBezTo>
                  <a:pt x="206488" y="0"/>
                  <a:pt x="210738" y="1738"/>
                  <a:pt x="214292" y="5215"/>
                </a:cubicBezTo>
                <a:cubicBezTo>
                  <a:pt x="217769" y="8847"/>
                  <a:pt x="219507" y="13096"/>
                  <a:pt x="219507" y="17964"/>
                </a:cubicBezTo>
                <a:cubicBezTo>
                  <a:pt x="219507" y="22986"/>
                  <a:pt x="217769" y="27197"/>
                  <a:pt x="214292" y="30597"/>
                </a:cubicBezTo>
                <a:cubicBezTo>
                  <a:pt x="210661" y="34073"/>
                  <a:pt x="206411" y="35812"/>
                  <a:pt x="201543" y="35812"/>
                </a:cubicBezTo>
                <a:cubicBezTo>
                  <a:pt x="196521" y="35812"/>
                  <a:pt x="192310" y="34073"/>
                  <a:pt x="188911" y="30597"/>
                </a:cubicBezTo>
                <a:cubicBezTo>
                  <a:pt x="185434" y="27197"/>
                  <a:pt x="183695" y="22986"/>
                  <a:pt x="183695" y="17964"/>
                </a:cubicBezTo>
                <a:cubicBezTo>
                  <a:pt x="183695" y="13096"/>
                  <a:pt x="185434" y="8847"/>
                  <a:pt x="188911" y="5215"/>
                </a:cubicBezTo>
                <a:cubicBezTo>
                  <a:pt x="192310" y="1738"/>
                  <a:pt x="196521" y="0"/>
                  <a:pt x="201543" y="0"/>
                </a:cubicBezTo>
                <a:moveTo>
                  <a:pt x="217769" y="52501"/>
                </a:moveTo>
                <a:lnTo>
                  <a:pt x="217769" y="138380"/>
                </a:lnTo>
                <a:cubicBezTo>
                  <a:pt x="217769" y="146029"/>
                  <a:pt x="218657" y="150897"/>
                  <a:pt x="220435" y="152983"/>
                </a:cubicBezTo>
                <a:cubicBezTo>
                  <a:pt x="222134" y="155224"/>
                  <a:pt x="225611" y="156460"/>
                  <a:pt x="230865" y="156692"/>
                </a:cubicBezTo>
                <a:lnTo>
                  <a:pt x="230865" y="160864"/>
                </a:lnTo>
                <a:lnTo>
                  <a:pt x="172338" y="160864"/>
                </a:lnTo>
                <a:lnTo>
                  <a:pt x="172338" y="156692"/>
                </a:lnTo>
                <a:cubicBezTo>
                  <a:pt x="177051" y="156614"/>
                  <a:pt x="180605" y="155224"/>
                  <a:pt x="183000" y="152519"/>
                </a:cubicBezTo>
                <a:cubicBezTo>
                  <a:pt x="184468" y="150820"/>
                  <a:pt x="185241" y="146106"/>
                  <a:pt x="185318" y="138380"/>
                </a:cubicBezTo>
                <a:lnTo>
                  <a:pt x="185318" y="75101"/>
                </a:lnTo>
                <a:cubicBezTo>
                  <a:pt x="185241" y="67529"/>
                  <a:pt x="184352" y="62623"/>
                  <a:pt x="182652" y="60382"/>
                </a:cubicBezTo>
                <a:cubicBezTo>
                  <a:pt x="180875" y="58373"/>
                  <a:pt x="177437" y="57175"/>
                  <a:pt x="172338" y="56789"/>
                </a:cubicBezTo>
                <a:lnTo>
                  <a:pt x="172338" y="52501"/>
                </a:lnTo>
                <a:lnTo>
                  <a:pt x="217769" y="52501"/>
                </a:lnTo>
                <a:close/>
                <a:moveTo>
                  <a:pt x="291131" y="164109"/>
                </a:moveTo>
                <a:lnTo>
                  <a:pt x="254624" y="80084"/>
                </a:lnTo>
                <a:cubicBezTo>
                  <a:pt x="250143" y="70040"/>
                  <a:pt x="246704" y="63627"/>
                  <a:pt x="244309" y="60845"/>
                </a:cubicBezTo>
                <a:cubicBezTo>
                  <a:pt x="242532" y="58914"/>
                  <a:pt x="239905" y="57562"/>
                  <a:pt x="236428" y="56789"/>
                </a:cubicBezTo>
                <a:lnTo>
                  <a:pt x="236428" y="52501"/>
                </a:lnTo>
                <a:lnTo>
                  <a:pt x="294029" y="52501"/>
                </a:lnTo>
                <a:lnTo>
                  <a:pt x="294029" y="56789"/>
                </a:lnTo>
                <a:cubicBezTo>
                  <a:pt x="290320" y="56866"/>
                  <a:pt x="287848" y="57523"/>
                  <a:pt x="286611" y="58759"/>
                </a:cubicBezTo>
                <a:cubicBezTo>
                  <a:pt x="284757" y="60536"/>
                  <a:pt x="283830" y="62545"/>
                  <a:pt x="283830" y="64786"/>
                </a:cubicBezTo>
                <a:cubicBezTo>
                  <a:pt x="283830" y="67722"/>
                  <a:pt x="285530" y="73092"/>
                  <a:pt x="288929" y="80896"/>
                </a:cubicBezTo>
                <a:lnTo>
                  <a:pt x="306777" y="121575"/>
                </a:lnTo>
                <a:lnTo>
                  <a:pt x="321032" y="86459"/>
                </a:lnTo>
                <a:cubicBezTo>
                  <a:pt x="325050" y="76414"/>
                  <a:pt x="327098" y="69306"/>
                  <a:pt x="327175" y="65134"/>
                </a:cubicBezTo>
                <a:cubicBezTo>
                  <a:pt x="327175" y="62738"/>
                  <a:pt x="326325" y="60768"/>
                  <a:pt x="324625" y="59223"/>
                </a:cubicBezTo>
                <a:cubicBezTo>
                  <a:pt x="322848" y="57755"/>
                  <a:pt x="319758" y="56944"/>
                  <a:pt x="315354" y="56789"/>
                </a:cubicBezTo>
                <a:lnTo>
                  <a:pt x="315354" y="52501"/>
                </a:lnTo>
                <a:lnTo>
                  <a:pt x="350818" y="52501"/>
                </a:lnTo>
                <a:lnTo>
                  <a:pt x="350818" y="56789"/>
                </a:lnTo>
                <a:cubicBezTo>
                  <a:pt x="347418" y="57253"/>
                  <a:pt x="344637" y="58528"/>
                  <a:pt x="342473" y="60614"/>
                </a:cubicBezTo>
                <a:cubicBezTo>
                  <a:pt x="340233" y="62700"/>
                  <a:pt x="336987" y="68842"/>
                  <a:pt x="332738" y="79041"/>
                </a:cubicBezTo>
                <a:lnTo>
                  <a:pt x="296578" y="164109"/>
                </a:lnTo>
                <a:lnTo>
                  <a:pt x="291131" y="164109"/>
                </a:lnTo>
                <a:close/>
                <a:moveTo>
                  <a:pt x="452806" y="102800"/>
                </a:moveTo>
                <a:lnTo>
                  <a:pt x="393352" y="102800"/>
                </a:lnTo>
                <a:cubicBezTo>
                  <a:pt x="394047" y="117171"/>
                  <a:pt x="397872" y="128529"/>
                  <a:pt x="404825" y="136873"/>
                </a:cubicBezTo>
                <a:cubicBezTo>
                  <a:pt x="410079" y="143286"/>
                  <a:pt x="416492" y="146493"/>
                  <a:pt x="424064" y="146493"/>
                </a:cubicBezTo>
                <a:cubicBezTo>
                  <a:pt x="428623" y="146570"/>
                  <a:pt x="432834" y="145257"/>
                  <a:pt x="436697" y="142552"/>
                </a:cubicBezTo>
                <a:cubicBezTo>
                  <a:pt x="440483" y="140003"/>
                  <a:pt x="444539" y="135367"/>
                  <a:pt x="448866" y="128645"/>
                </a:cubicBezTo>
                <a:lnTo>
                  <a:pt x="452806" y="131194"/>
                </a:lnTo>
                <a:cubicBezTo>
                  <a:pt x="446857" y="143170"/>
                  <a:pt x="440367" y="151631"/>
                  <a:pt x="433336" y="156576"/>
                </a:cubicBezTo>
                <a:cubicBezTo>
                  <a:pt x="426228" y="161598"/>
                  <a:pt x="417999" y="164109"/>
                  <a:pt x="408650" y="164109"/>
                </a:cubicBezTo>
                <a:cubicBezTo>
                  <a:pt x="392502" y="164186"/>
                  <a:pt x="380333" y="158005"/>
                  <a:pt x="372143" y="145566"/>
                </a:cubicBezTo>
                <a:cubicBezTo>
                  <a:pt x="365498" y="135599"/>
                  <a:pt x="362176" y="123236"/>
                  <a:pt x="362176" y="108479"/>
                </a:cubicBezTo>
                <a:cubicBezTo>
                  <a:pt x="362098" y="90476"/>
                  <a:pt x="367005" y="76067"/>
                  <a:pt x="376894" y="65250"/>
                </a:cubicBezTo>
                <a:cubicBezTo>
                  <a:pt x="386630" y="54587"/>
                  <a:pt x="398065" y="49256"/>
                  <a:pt x="411200" y="49256"/>
                </a:cubicBezTo>
                <a:cubicBezTo>
                  <a:pt x="422171" y="49333"/>
                  <a:pt x="431713" y="53814"/>
                  <a:pt x="439826" y="62700"/>
                </a:cubicBezTo>
                <a:cubicBezTo>
                  <a:pt x="447784" y="71740"/>
                  <a:pt x="452111" y="85106"/>
                  <a:pt x="452806" y="102800"/>
                </a:cubicBezTo>
                <a:moveTo>
                  <a:pt x="424296" y="95035"/>
                </a:moveTo>
                <a:cubicBezTo>
                  <a:pt x="424219" y="82673"/>
                  <a:pt x="423562" y="74135"/>
                  <a:pt x="422326" y="69422"/>
                </a:cubicBezTo>
                <a:cubicBezTo>
                  <a:pt x="420935" y="64863"/>
                  <a:pt x="418810" y="61348"/>
                  <a:pt x="415951" y="58875"/>
                </a:cubicBezTo>
                <a:cubicBezTo>
                  <a:pt x="414252" y="57485"/>
                  <a:pt x="412088" y="56789"/>
                  <a:pt x="409461" y="56789"/>
                </a:cubicBezTo>
                <a:cubicBezTo>
                  <a:pt x="405366" y="56789"/>
                  <a:pt x="402082" y="58759"/>
                  <a:pt x="399610" y="62700"/>
                </a:cubicBezTo>
                <a:cubicBezTo>
                  <a:pt x="395051" y="69654"/>
                  <a:pt x="392772" y="79080"/>
                  <a:pt x="392772" y="90979"/>
                </a:cubicBezTo>
                <a:lnTo>
                  <a:pt x="392772" y="95035"/>
                </a:lnTo>
                <a:lnTo>
                  <a:pt x="424296" y="95035"/>
                </a:lnTo>
                <a:close/>
                <a:moveTo>
                  <a:pt x="509711" y="52501"/>
                </a:moveTo>
                <a:lnTo>
                  <a:pt x="509711" y="77071"/>
                </a:lnTo>
                <a:cubicBezTo>
                  <a:pt x="516820" y="65868"/>
                  <a:pt x="523117" y="58412"/>
                  <a:pt x="528603" y="54703"/>
                </a:cubicBezTo>
                <a:cubicBezTo>
                  <a:pt x="534011" y="51149"/>
                  <a:pt x="539226" y="49333"/>
                  <a:pt x="544248" y="49256"/>
                </a:cubicBezTo>
                <a:cubicBezTo>
                  <a:pt x="548498" y="49256"/>
                  <a:pt x="551975" y="50569"/>
                  <a:pt x="554679" y="53196"/>
                </a:cubicBezTo>
                <a:cubicBezTo>
                  <a:pt x="557229" y="55901"/>
                  <a:pt x="558504" y="59687"/>
                  <a:pt x="558504" y="64554"/>
                </a:cubicBezTo>
                <a:cubicBezTo>
                  <a:pt x="558426" y="69808"/>
                  <a:pt x="557190" y="73826"/>
                  <a:pt x="554795" y="76607"/>
                </a:cubicBezTo>
                <a:cubicBezTo>
                  <a:pt x="552245" y="79543"/>
                  <a:pt x="549193" y="80973"/>
                  <a:pt x="545639" y="80896"/>
                </a:cubicBezTo>
                <a:cubicBezTo>
                  <a:pt x="541544" y="80973"/>
                  <a:pt x="537990" y="79659"/>
                  <a:pt x="534977" y="76955"/>
                </a:cubicBezTo>
                <a:cubicBezTo>
                  <a:pt x="531964" y="74405"/>
                  <a:pt x="530186" y="72937"/>
                  <a:pt x="529646" y="72551"/>
                </a:cubicBezTo>
                <a:cubicBezTo>
                  <a:pt x="528796" y="72087"/>
                  <a:pt x="527907" y="71856"/>
                  <a:pt x="526980" y="71856"/>
                </a:cubicBezTo>
                <a:cubicBezTo>
                  <a:pt x="524662" y="71856"/>
                  <a:pt x="522537" y="72706"/>
                  <a:pt x="520606" y="74405"/>
                </a:cubicBezTo>
                <a:cubicBezTo>
                  <a:pt x="517438" y="77110"/>
                  <a:pt x="515043" y="80857"/>
                  <a:pt x="513420" y="85647"/>
                </a:cubicBezTo>
                <a:cubicBezTo>
                  <a:pt x="510948" y="93219"/>
                  <a:pt x="509711" y="101486"/>
                  <a:pt x="509711" y="110449"/>
                </a:cubicBezTo>
                <a:lnTo>
                  <a:pt x="509711" y="135367"/>
                </a:lnTo>
                <a:lnTo>
                  <a:pt x="509827" y="141857"/>
                </a:lnTo>
                <a:cubicBezTo>
                  <a:pt x="509750" y="146261"/>
                  <a:pt x="510020" y="149081"/>
                  <a:pt x="510639" y="150317"/>
                </a:cubicBezTo>
                <a:cubicBezTo>
                  <a:pt x="511566" y="152403"/>
                  <a:pt x="512957" y="153910"/>
                  <a:pt x="514811" y="154837"/>
                </a:cubicBezTo>
                <a:cubicBezTo>
                  <a:pt x="516511" y="155919"/>
                  <a:pt x="519563" y="156537"/>
                  <a:pt x="523967" y="156692"/>
                </a:cubicBezTo>
                <a:lnTo>
                  <a:pt x="523967" y="160864"/>
                </a:lnTo>
                <a:lnTo>
                  <a:pt x="465439" y="160864"/>
                </a:lnTo>
                <a:lnTo>
                  <a:pt x="465439" y="156692"/>
                </a:lnTo>
                <a:cubicBezTo>
                  <a:pt x="470075" y="156383"/>
                  <a:pt x="473281" y="155069"/>
                  <a:pt x="475058" y="152751"/>
                </a:cubicBezTo>
                <a:cubicBezTo>
                  <a:pt x="476681" y="150588"/>
                  <a:pt x="477492" y="144793"/>
                  <a:pt x="477492" y="135367"/>
                </a:cubicBezTo>
                <a:lnTo>
                  <a:pt x="477492" y="75448"/>
                </a:lnTo>
                <a:cubicBezTo>
                  <a:pt x="477415" y="69345"/>
                  <a:pt x="477106" y="65404"/>
                  <a:pt x="476565" y="63627"/>
                </a:cubicBezTo>
                <a:cubicBezTo>
                  <a:pt x="475715" y="61541"/>
                  <a:pt x="474595" y="59957"/>
                  <a:pt x="473204" y="58875"/>
                </a:cubicBezTo>
                <a:cubicBezTo>
                  <a:pt x="471659" y="57871"/>
                  <a:pt x="469071" y="57175"/>
                  <a:pt x="465439" y="56789"/>
                </a:cubicBezTo>
                <a:lnTo>
                  <a:pt x="465439" y="52501"/>
                </a:lnTo>
                <a:lnTo>
                  <a:pt x="509711" y="52501"/>
                </a:lnTo>
                <a:close/>
                <a:moveTo>
                  <a:pt x="637081" y="49488"/>
                </a:moveTo>
                <a:lnTo>
                  <a:pt x="638820" y="86459"/>
                </a:lnTo>
                <a:lnTo>
                  <a:pt x="634879" y="86459"/>
                </a:lnTo>
                <a:cubicBezTo>
                  <a:pt x="630089" y="75564"/>
                  <a:pt x="625221" y="68070"/>
                  <a:pt x="620276" y="63975"/>
                </a:cubicBezTo>
                <a:cubicBezTo>
                  <a:pt x="615100" y="59957"/>
                  <a:pt x="610039" y="57948"/>
                  <a:pt x="605094" y="57948"/>
                </a:cubicBezTo>
                <a:cubicBezTo>
                  <a:pt x="601849" y="57948"/>
                  <a:pt x="599145" y="58991"/>
                  <a:pt x="596981" y="61077"/>
                </a:cubicBezTo>
                <a:cubicBezTo>
                  <a:pt x="594741" y="63318"/>
                  <a:pt x="593620" y="65790"/>
                  <a:pt x="593620" y="68495"/>
                </a:cubicBezTo>
                <a:cubicBezTo>
                  <a:pt x="593620" y="70581"/>
                  <a:pt x="594393" y="72590"/>
                  <a:pt x="595938" y="74521"/>
                </a:cubicBezTo>
                <a:cubicBezTo>
                  <a:pt x="598333" y="77689"/>
                  <a:pt x="605249" y="83098"/>
                  <a:pt x="616684" y="90747"/>
                </a:cubicBezTo>
                <a:cubicBezTo>
                  <a:pt x="628041" y="98550"/>
                  <a:pt x="635536" y="105079"/>
                  <a:pt x="639167" y="110333"/>
                </a:cubicBezTo>
                <a:cubicBezTo>
                  <a:pt x="642722" y="115819"/>
                  <a:pt x="644499" y="121846"/>
                  <a:pt x="644499" y="128413"/>
                </a:cubicBezTo>
                <a:cubicBezTo>
                  <a:pt x="644499" y="134440"/>
                  <a:pt x="642992" y="140350"/>
                  <a:pt x="639979" y="146145"/>
                </a:cubicBezTo>
                <a:cubicBezTo>
                  <a:pt x="636888" y="151940"/>
                  <a:pt x="632639" y="156383"/>
                  <a:pt x="627230" y="159473"/>
                </a:cubicBezTo>
                <a:cubicBezTo>
                  <a:pt x="621667" y="162641"/>
                  <a:pt x="615602" y="164186"/>
                  <a:pt x="609034" y="164109"/>
                </a:cubicBezTo>
                <a:cubicBezTo>
                  <a:pt x="603781" y="164109"/>
                  <a:pt x="596865" y="162486"/>
                  <a:pt x="588289" y="159241"/>
                </a:cubicBezTo>
                <a:cubicBezTo>
                  <a:pt x="585894" y="158469"/>
                  <a:pt x="584310" y="158044"/>
                  <a:pt x="583537" y="157967"/>
                </a:cubicBezTo>
                <a:cubicBezTo>
                  <a:pt x="580988" y="158044"/>
                  <a:pt x="578863" y="159975"/>
                  <a:pt x="577163" y="163761"/>
                </a:cubicBezTo>
                <a:lnTo>
                  <a:pt x="573338" y="163761"/>
                </a:lnTo>
                <a:lnTo>
                  <a:pt x="571484" y="124820"/>
                </a:lnTo>
                <a:lnTo>
                  <a:pt x="575425" y="124820"/>
                </a:lnTo>
                <a:cubicBezTo>
                  <a:pt x="578824" y="135019"/>
                  <a:pt x="583615" y="142668"/>
                  <a:pt x="589796" y="147768"/>
                </a:cubicBezTo>
                <a:cubicBezTo>
                  <a:pt x="595745" y="152867"/>
                  <a:pt x="601463" y="155417"/>
                  <a:pt x="606948" y="155417"/>
                </a:cubicBezTo>
                <a:cubicBezTo>
                  <a:pt x="610580" y="155417"/>
                  <a:pt x="613632" y="154258"/>
                  <a:pt x="616104" y="151940"/>
                </a:cubicBezTo>
                <a:cubicBezTo>
                  <a:pt x="618422" y="149777"/>
                  <a:pt x="619581" y="147034"/>
                  <a:pt x="619581" y="143711"/>
                </a:cubicBezTo>
                <a:cubicBezTo>
                  <a:pt x="619581" y="140003"/>
                  <a:pt x="618422" y="136796"/>
                  <a:pt x="616104" y="134092"/>
                </a:cubicBezTo>
                <a:cubicBezTo>
                  <a:pt x="613709" y="131465"/>
                  <a:pt x="608532" y="127370"/>
                  <a:pt x="600574" y="121807"/>
                </a:cubicBezTo>
                <a:cubicBezTo>
                  <a:pt x="588753" y="113617"/>
                  <a:pt x="581103" y="107359"/>
                  <a:pt x="577627" y="103032"/>
                </a:cubicBezTo>
                <a:cubicBezTo>
                  <a:pt x="572527" y="96696"/>
                  <a:pt x="569977" y="89704"/>
                  <a:pt x="569977" y="82055"/>
                </a:cubicBezTo>
                <a:cubicBezTo>
                  <a:pt x="569977" y="73787"/>
                  <a:pt x="572875" y="66215"/>
                  <a:pt x="578670" y="59339"/>
                </a:cubicBezTo>
                <a:cubicBezTo>
                  <a:pt x="584310" y="52617"/>
                  <a:pt x="592616" y="49256"/>
                  <a:pt x="603587" y="49256"/>
                </a:cubicBezTo>
                <a:cubicBezTo>
                  <a:pt x="609459" y="49256"/>
                  <a:pt x="615138" y="50685"/>
                  <a:pt x="620624" y="53544"/>
                </a:cubicBezTo>
                <a:cubicBezTo>
                  <a:pt x="622710" y="54703"/>
                  <a:pt x="624410" y="55282"/>
                  <a:pt x="625724" y="55282"/>
                </a:cubicBezTo>
                <a:cubicBezTo>
                  <a:pt x="627114" y="55282"/>
                  <a:pt x="628235" y="54973"/>
                  <a:pt x="629085" y="54355"/>
                </a:cubicBezTo>
                <a:cubicBezTo>
                  <a:pt x="629857" y="53814"/>
                  <a:pt x="631209" y="52192"/>
                  <a:pt x="633141" y="49488"/>
                </a:cubicBezTo>
                <a:lnTo>
                  <a:pt x="637081" y="49488"/>
                </a:lnTo>
                <a:close/>
                <a:moveTo>
                  <a:pt x="683672" y="0"/>
                </a:moveTo>
                <a:cubicBezTo>
                  <a:pt x="688617" y="0"/>
                  <a:pt x="692866" y="1738"/>
                  <a:pt x="696420" y="5215"/>
                </a:cubicBezTo>
                <a:cubicBezTo>
                  <a:pt x="699897" y="8847"/>
                  <a:pt x="701636" y="13096"/>
                  <a:pt x="701636" y="17964"/>
                </a:cubicBezTo>
                <a:cubicBezTo>
                  <a:pt x="701636" y="22986"/>
                  <a:pt x="699897" y="27197"/>
                  <a:pt x="696420" y="30597"/>
                </a:cubicBezTo>
                <a:cubicBezTo>
                  <a:pt x="692789" y="34073"/>
                  <a:pt x="688539" y="35812"/>
                  <a:pt x="683672" y="35812"/>
                </a:cubicBezTo>
                <a:cubicBezTo>
                  <a:pt x="678649" y="35812"/>
                  <a:pt x="674439" y="34073"/>
                  <a:pt x="671039" y="30597"/>
                </a:cubicBezTo>
                <a:cubicBezTo>
                  <a:pt x="667562" y="27197"/>
                  <a:pt x="665824" y="22986"/>
                  <a:pt x="665824" y="17964"/>
                </a:cubicBezTo>
                <a:cubicBezTo>
                  <a:pt x="665824" y="13096"/>
                  <a:pt x="667562" y="8847"/>
                  <a:pt x="671039" y="5215"/>
                </a:cubicBezTo>
                <a:cubicBezTo>
                  <a:pt x="674439" y="1738"/>
                  <a:pt x="678649" y="0"/>
                  <a:pt x="683672" y="0"/>
                </a:cubicBezTo>
                <a:moveTo>
                  <a:pt x="699897" y="52501"/>
                </a:moveTo>
                <a:lnTo>
                  <a:pt x="699897" y="138380"/>
                </a:lnTo>
                <a:cubicBezTo>
                  <a:pt x="699897" y="146029"/>
                  <a:pt x="700786" y="150897"/>
                  <a:pt x="702563" y="152983"/>
                </a:cubicBezTo>
                <a:cubicBezTo>
                  <a:pt x="704263" y="155224"/>
                  <a:pt x="707739" y="156460"/>
                  <a:pt x="712993" y="156692"/>
                </a:cubicBezTo>
                <a:lnTo>
                  <a:pt x="712993" y="160864"/>
                </a:lnTo>
                <a:lnTo>
                  <a:pt x="654466" y="160864"/>
                </a:lnTo>
                <a:lnTo>
                  <a:pt x="654466" y="156692"/>
                </a:lnTo>
                <a:cubicBezTo>
                  <a:pt x="659179" y="156614"/>
                  <a:pt x="662733" y="155224"/>
                  <a:pt x="665128" y="152519"/>
                </a:cubicBezTo>
                <a:cubicBezTo>
                  <a:pt x="666596" y="150820"/>
                  <a:pt x="667369" y="146106"/>
                  <a:pt x="667446" y="138380"/>
                </a:cubicBezTo>
                <a:lnTo>
                  <a:pt x="667446" y="75101"/>
                </a:lnTo>
                <a:cubicBezTo>
                  <a:pt x="667369" y="67529"/>
                  <a:pt x="666480" y="62623"/>
                  <a:pt x="664781" y="60382"/>
                </a:cubicBezTo>
                <a:cubicBezTo>
                  <a:pt x="663003" y="58373"/>
                  <a:pt x="659565" y="57175"/>
                  <a:pt x="654466" y="56789"/>
                </a:cubicBezTo>
                <a:lnTo>
                  <a:pt x="654466" y="52501"/>
                </a:lnTo>
                <a:lnTo>
                  <a:pt x="699897" y="52501"/>
                </a:lnTo>
                <a:close/>
                <a:moveTo>
                  <a:pt x="767349" y="12864"/>
                </a:moveTo>
                <a:lnTo>
                  <a:pt x="767349" y="52501"/>
                </a:lnTo>
                <a:lnTo>
                  <a:pt x="793078" y="52501"/>
                </a:lnTo>
                <a:lnTo>
                  <a:pt x="793078" y="63975"/>
                </a:lnTo>
                <a:lnTo>
                  <a:pt x="767349" y="63975"/>
                </a:lnTo>
                <a:lnTo>
                  <a:pt x="767349" y="130847"/>
                </a:lnTo>
                <a:cubicBezTo>
                  <a:pt x="767349" y="137182"/>
                  <a:pt x="767658" y="141200"/>
                  <a:pt x="768276" y="142900"/>
                </a:cubicBezTo>
                <a:cubicBezTo>
                  <a:pt x="768739" y="144832"/>
                  <a:pt x="769744" y="146300"/>
                  <a:pt x="771289" y="147304"/>
                </a:cubicBezTo>
                <a:cubicBezTo>
                  <a:pt x="772680" y="148463"/>
                  <a:pt x="774032" y="149042"/>
                  <a:pt x="775345" y="149042"/>
                </a:cubicBezTo>
                <a:cubicBezTo>
                  <a:pt x="780290" y="149042"/>
                  <a:pt x="785042" y="145218"/>
                  <a:pt x="789601" y="137569"/>
                </a:cubicBezTo>
                <a:lnTo>
                  <a:pt x="793078" y="140118"/>
                </a:lnTo>
                <a:cubicBezTo>
                  <a:pt x="786742" y="154953"/>
                  <a:pt x="776582" y="162371"/>
                  <a:pt x="762597" y="162371"/>
                </a:cubicBezTo>
                <a:cubicBezTo>
                  <a:pt x="755720" y="162371"/>
                  <a:pt x="749926" y="160439"/>
                  <a:pt x="745212" y="156576"/>
                </a:cubicBezTo>
                <a:cubicBezTo>
                  <a:pt x="740345" y="152867"/>
                  <a:pt x="737293" y="148618"/>
                  <a:pt x="736057" y="143827"/>
                </a:cubicBezTo>
                <a:cubicBezTo>
                  <a:pt x="735207" y="141200"/>
                  <a:pt x="734820" y="134092"/>
                  <a:pt x="734898" y="122502"/>
                </a:cubicBezTo>
                <a:lnTo>
                  <a:pt x="734898" y="63975"/>
                </a:lnTo>
                <a:lnTo>
                  <a:pt x="720758" y="63975"/>
                </a:lnTo>
                <a:lnTo>
                  <a:pt x="720758" y="59918"/>
                </a:lnTo>
                <a:cubicBezTo>
                  <a:pt x="730494" y="53119"/>
                  <a:pt x="738800" y="45895"/>
                  <a:pt x="745676" y="38246"/>
                </a:cubicBezTo>
                <a:cubicBezTo>
                  <a:pt x="752475" y="30751"/>
                  <a:pt x="758425" y="22291"/>
                  <a:pt x="763524" y="12864"/>
                </a:cubicBezTo>
                <a:lnTo>
                  <a:pt x="767349" y="12864"/>
                </a:lnTo>
                <a:close/>
                <a:moveTo>
                  <a:pt x="855662" y="165268"/>
                </a:moveTo>
                <a:lnTo>
                  <a:pt x="820661" y="84952"/>
                </a:lnTo>
                <a:cubicBezTo>
                  <a:pt x="815330" y="72821"/>
                  <a:pt x="811466" y="65365"/>
                  <a:pt x="809071" y="62584"/>
                </a:cubicBezTo>
                <a:cubicBezTo>
                  <a:pt x="806522" y="59802"/>
                  <a:pt x="803470" y="57871"/>
                  <a:pt x="799915" y="56789"/>
                </a:cubicBezTo>
                <a:lnTo>
                  <a:pt x="799915" y="52501"/>
                </a:lnTo>
                <a:lnTo>
                  <a:pt x="857516" y="52501"/>
                </a:lnTo>
                <a:lnTo>
                  <a:pt x="857516" y="56789"/>
                </a:lnTo>
                <a:cubicBezTo>
                  <a:pt x="853653" y="57021"/>
                  <a:pt x="850987" y="57755"/>
                  <a:pt x="849519" y="58991"/>
                </a:cubicBezTo>
                <a:cubicBezTo>
                  <a:pt x="847974" y="60305"/>
                  <a:pt x="847201" y="61889"/>
                  <a:pt x="847201" y="63743"/>
                </a:cubicBezTo>
                <a:cubicBezTo>
                  <a:pt x="847201" y="66679"/>
                  <a:pt x="849133" y="72474"/>
                  <a:pt x="852996" y="81127"/>
                </a:cubicBezTo>
                <a:lnTo>
                  <a:pt x="871539" y="123545"/>
                </a:lnTo>
                <a:lnTo>
                  <a:pt x="884172" y="90747"/>
                </a:lnTo>
                <a:cubicBezTo>
                  <a:pt x="888653" y="79080"/>
                  <a:pt x="890933" y="70967"/>
                  <a:pt x="891010" y="66409"/>
                </a:cubicBezTo>
                <a:cubicBezTo>
                  <a:pt x="891010" y="63627"/>
                  <a:pt x="890083" y="61348"/>
                  <a:pt x="888228" y="59571"/>
                </a:cubicBezTo>
                <a:cubicBezTo>
                  <a:pt x="886220" y="57871"/>
                  <a:pt x="882859" y="56944"/>
                  <a:pt x="878145" y="56789"/>
                </a:cubicBezTo>
                <a:lnTo>
                  <a:pt x="878145" y="52501"/>
                </a:lnTo>
                <a:lnTo>
                  <a:pt x="914421" y="52501"/>
                </a:lnTo>
                <a:lnTo>
                  <a:pt x="914421" y="56789"/>
                </a:lnTo>
                <a:cubicBezTo>
                  <a:pt x="910789" y="57175"/>
                  <a:pt x="907892" y="58528"/>
                  <a:pt x="905729" y="60845"/>
                </a:cubicBezTo>
                <a:cubicBezTo>
                  <a:pt x="903411" y="63318"/>
                  <a:pt x="899663" y="71353"/>
                  <a:pt x="894487" y="84952"/>
                </a:cubicBezTo>
                <a:lnTo>
                  <a:pt x="863542" y="165268"/>
                </a:lnTo>
                <a:cubicBezTo>
                  <a:pt x="855739" y="185357"/>
                  <a:pt x="849944" y="197719"/>
                  <a:pt x="846158" y="202355"/>
                </a:cubicBezTo>
                <a:cubicBezTo>
                  <a:pt x="840750" y="208845"/>
                  <a:pt x="834066" y="212090"/>
                  <a:pt x="826108" y="212090"/>
                </a:cubicBezTo>
                <a:cubicBezTo>
                  <a:pt x="819695" y="212090"/>
                  <a:pt x="814518" y="210236"/>
                  <a:pt x="810578" y="206527"/>
                </a:cubicBezTo>
                <a:cubicBezTo>
                  <a:pt x="806483" y="202973"/>
                  <a:pt x="804474" y="198569"/>
                  <a:pt x="804551" y="193315"/>
                </a:cubicBezTo>
                <a:cubicBezTo>
                  <a:pt x="804551" y="188834"/>
                  <a:pt x="805942" y="185125"/>
                  <a:pt x="808724" y="182189"/>
                </a:cubicBezTo>
                <a:cubicBezTo>
                  <a:pt x="811351" y="179330"/>
                  <a:pt x="814712" y="177862"/>
                  <a:pt x="818807" y="177785"/>
                </a:cubicBezTo>
                <a:cubicBezTo>
                  <a:pt x="822592" y="177862"/>
                  <a:pt x="825722" y="179098"/>
                  <a:pt x="828194" y="181493"/>
                </a:cubicBezTo>
                <a:cubicBezTo>
                  <a:pt x="830435" y="183966"/>
                  <a:pt x="831632" y="187790"/>
                  <a:pt x="831787" y="192967"/>
                </a:cubicBezTo>
                <a:cubicBezTo>
                  <a:pt x="831864" y="195980"/>
                  <a:pt x="832212" y="197873"/>
                  <a:pt x="832830" y="198646"/>
                </a:cubicBezTo>
                <a:cubicBezTo>
                  <a:pt x="833371" y="199496"/>
                  <a:pt x="834259" y="199921"/>
                  <a:pt x="835496" y="199921"/>
                </a:cubicBezTo>
                <a:cubicBezTo>
                  <a:pt x="837350" y="199921"/>
                  <a:pt x="839320" y="198801"/>
                  <a:pt x="841406" y="196560"/>
                </a:cubicBezTo>
                <a:cubicBezTo>
                  <a:pt x="844497" y="193315"/>
                  <a:pt x="848128" y="185897"/>
                  <a:pt x="852301" y="174308"/>
                </a:cubicBezTo>
                <a:lnTo>
                  <a:pt x="855662" y="165268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Biased">
            <a:extLst xmlns:a="http://schemas.openxmlformats.org/drawingml/2006/main">
              <a:ext uri="{FF2B5EF4-FFF2-40B4-BE49-F238E27FC236}">
                <a16:creationId xmlns:a16="http://schemas.microsoft.com/office/drawing/2014/main" id="{5691AA49-6F71-46C0-8AA7-160FF271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25" y="2923558"/>
            <a:ext cx="663274" cy="164186"/>
          </a:xfrm>
          <a:custGeom xmlns:a="http://schemas.openxmlformats.org/drawingml/2006/main">
            <a:pathLst>
              <a:path w="663274" h="164186">
                <a:moveTo>
                  <a:pt x="100598" y="77535"/>
                </a:moveTo>
                <a:cubicBezTo>
                  <a:pt x="115510" y="81011"/>
                  <a:pt x="125979" y="85222"/>
                  <a:pt x="132006" y="90167"/>
                </a:cubicBezTo>
                <a:cubicBezTo>
                  <a:pt x="140659" y="97276"/>
                  <a:pt x="144986" y="106393"/>
                  <a:pt x="144986" y="117519"/>
                </a:cubicBezTo>
                <a:cubicBezTo>
                  <a:pt x="144986" y="129340"/>
                  <a:pt x="140234" y="139114"/>
                  <a:pt x="130731" y="146840"/>
                </a:cubicBezTo>
                <a:cubicBezTo>
                  <a:pt x="118987" y="156267"/>
                  <a:pt x="102027" y="160941"/>
                  <a:pt x="79852" y="160864"/>
                </a:cubicBezTo>
                <a:lnTo>
                  <a:pt x="0" y="160864"/>
                </a:lnTo>
                <a:lnTo>
                  <a:pt x="0" y="156576"/>
                </a:lnTo>
                <a:cubicBezTo>
                  <a:pt x="7186" y="156576"/>
                  <a:pt x="12130" y="155880"/>
                  <a:pt x="14835" y="154490"/>
                </a:cubicBezTo>
                <a:cubicBezTo>
                  <a:pt x="17384" y="153253"/>
                  <a:pt x="19200" y="151515"/>
                  <a:pt x="20282" y="149274"/>
                </a:cubicBezTo>
                <a:cubicBezTo>
                  <a:pt x="21286" y="147111"/>
                  <a:pt x="21788" y="141780"/>
                  <a:pt x="21788" y="133281"/>
                </a:cubicBezTo>
                <a:lnTo>
                  <a:pt x="21788" y="31292"/>
                </a:lnTo>
                <a:cubicBezTo>
                  <a:pt x="21788" y="22870"/>
                  <a:pt x="21286" y="17500"/>
                  <a:pt x="20282" y="15182"/>
                </a:cubicBezTo>
                <a:cubicBezTo>
                  <a:pt x="19200" y="13019"/>
                  <a:pt x="17346" y="11281"/>
                  <a:pt x="14719" y="9967"/>
                </a:cubicBezTo>
                <a:cubicBezTo>
                  <a:pt x="12015" y="8731"/>
                  <a:pt x="7108" y="8074"/>
                  <a:pt x="0" y="7997"/>
                </a:cubicBezTo>
                <a:lnTo>
                  <a:pt x="0" y="3709"/>
                </a:lnTo>
                <a:lnTo>
                  <a:pt x="75333" y="3709"/>
                </a:lnTo>
                <a:cubicBezTo>
                  <a:pt x="93258" y="3786"/>
                  <a:pt x="106006" y="5370"/>
                  <a:pt x="113578" y="8460"/>
                </a:cubicBezTo>
                <a:cubicBezTo>
                  <a:pt x="121073" y="11706"/>
                  <a:pt x="126984" y="16496"/>
                  <a:pt x="131310" y="22832"/>
                </a:cubicBezTo>
                <a:cubicBezTo>
                  <a:pt x="135560" y="29244"/>
                  <a:pt x="137723" y="36044"/>
                  <a:pt x="137801" y="43229"/>
                </a:cubicBezTo>
                <a:cubicBezTo>
                  <a:pt x="137723" y="50801"/>
                  <a:pt x="134980" y="57523"/>
                  <a:pt x="129572" y="63395"/>
                </a:cubicBezTo>
                <a:cubicBezTo>
                  <a:pt x="124009" y="69345"/>
                  <a:pt x="114351" y="74058"/>
                  <a:pt x="100598" y="77535"/>
                </a:cubicBezTo>
                <a:moveTo>
                  <a:pt x="58412" y="74405"/>
                </a:moveTo>
                <a:cubicBezTo>
                  <a:pt x="69383" y="74405"/>
                  <a:pt x="77496" y="73169"/>
                  <a:pt x="82750" y="70697"/>
                </a:cubicBezTo>
                <a:cubicBezTo>
                  <a:pt x="87927" y="68301"/>
                  <a:pt x="91906" y="64825"/>
                  <a:pt x="94687" y="60266"/>
                </a:cubicBezTo>
                <a:cubicBezTo>
                  <a:pt x="97469" y="55785"/>
                  <a:pt x="98859" y="50067"/>
                  <a:pt x="98859" y="43113"/>
                </a:cubicBezTo>
                <a:cubicBezTo>
                  <a:pt x="98782" y="36237"/>
                  <a:pt x="97430" y="30519"/>
                  <a:pt x="94803" y="25961"/>
                </a:cubicBezTo>
                <a:cubicBezTo>
                  <a:pt x="92022" y="21557"/>
                  <a:pt x="88081" y="18196"/>
                  <a:pt x="82982" y="15878"/>
                </a:cubicBezTo>
                <a:cubicBezTo>
                  <a:pt x="77805" y="13560"/>
                  <a:pt x="69615" y="12440"/>
                  <a:pt x="58412" y="12517"/>
                </a:cubicBezTo>
                <a:lnTo>
                  <a:pt x="58412" y="74405"/>
                </a:lnTo>
                <a:moveTo>
                  <a:pt x="58412" y="83445"/>
                </a:moveTo>
                <a:lnTo>
                  <a:pt x="58412" y="133860"/>
                </a:lnTo>
                <a:lnTo>
                  <a:pt x="58296" y="139655"/>
                </a:lnTo>
                <a:cubicBezTo>
                  <a:pt x="58219" y="143827"/>
                  <a:pt x="59300" y="146956"/>
                  <a:pt x="61541" y="149042"/>
                </a:cubicBezTo>
                <a:cubicBezTo>
                  <a:pt x="63627" y="151283"/>
                  <a:pt x="66756" y="152365"/>
                  <a:pt x="70928" y="152288"/>
                </a:cubicBezTo>
                <a:cubicBezTo>
                  <a:pt x="77032" y="152288"/>
                  <a:pt x="82750" y="150897"/>
                  <a:pt x="88081" y="148115"/>
                </a:cubicBezTo>
                <a:cubicBezTo>
                  <a:pt x="93258" y="145488"/>
                  <a:pt x="97237" y="141509"/>
                  <a:pt x="100018" y="136178"/>
                </a:cubicBezTo>
                <a:cubicBezTo>
                  <a:pt x="102800" y="131001"/>
                  <a:pt x="104191" y="125207"/>
                  <a:pt x="104191" y="118794"/>
                </a:cubicBezTo>
                <a:cubicBezTo>
                  <a:pt x="104113" y="111531"/>
                  <a:pt x="102414" y="104925"/>
                  <a:pt x="99091" y="98975"/>
                </a:cubicBezTo>
                <a:cubicBezTo>
                  <a:pt x="95614" y="93181"/>
                  <a:pt x="90940" y="89124"/>
                  <a:pt x="85068" y="86806"/>
                </a:cubicBezTo>
                <a:cubicBezTo>
                  <a:pt x="79118" y="84488"/>
                  <a:pt x="70233" y="83368"/>
                  <a:pt x="58412" y="83445"/>
                </a:cubicBezTo>
                <a:close/>
                <a:moveTo>
                  <a:pt x="192272" y="0"/>
                </a:moveTo>
                <a:cubicBezTo>
                  <a:pt x="197217" y="0"/>
                  <a:pt x="201466" y="1738"/>
                  <a:pt x="205020" y="5215"/>
                </a:cubicBezTo>
                <a:cubicBezTo>
                  <a:pt x="208497" y="8847"/>
                  <a:pt x="210236" y="13096"/>
                  <a:pt x="210236" y="17964"/>
                </a:cubicBezTo>
                <a:cubicBezTo>
                  <a:pt x="210236" y="22986"/>
                  <a:pt x="208497" y="27197"/>
                  <a:pt x="205020" y="30597"/>
                </a:cubicBezTo>
                <a:cubicBezTo>
                  <a:pt x="201389" y="34073"/>
                  <a:pt x="197139" y="35812"/>
                  <a:pt x="192272" y="35812"/>
                </a:cubicBezTo>
                <a:cubicBezTo>
                  <a:pt x="187250" y="35812"/>
                  <a:pt x="183039" y="34073"/>
                  <a:pt x="179639" y="30597"/>
                </a:cubicBezTo>
                <a:cubicBezTo>
                  <a:pt x="176162" y="27197"/>
                  <a:pt x="174424" y="22986"/>
                  <a:pt x="174424" y="17964"/>
                </a:cubicBezTo>
                <a:cubicBezTo>
                  <a:pt x="174424" y="13096"/>
                  <a:pt x="176162" y="8847"/>
                  <a:pt x="179639" y="5215"/>
                </a:cubicBezTo>
                <a:cubicBezTo>
                  <a:pt x="183039" y="1738"/>
                  <a:pt x="187250" y="0"/>
                  <a:pt x="192272" y="0"/>
                </a:cubicBezTo>
                <a:moveTo>
                  <a:pt x="208497" y="52501"/>
                </a:moveTo>
                <a:lnTo>
                  <a:pt x="208497" y="138380"/>
                </a:lnTo>
                <a:cubicBezTo>
                  <a:pt x="208497" y="146029"/>
                  <a:pt x="209386" y="150897"/>
                  <a:pt x="211163" y="152983"/>
                </a:cubicBezTo>
                <a:cubicBezTo>
                  <a:pt x="212863" y="155224"/>
                  <a:pt x="216340" y="156460"/>
                  <a:pt x="221593" y="156692"/>
                </a:cubicBezTo>
                <a:lnTo>
                  <a:pt x="221593" y="160864"/>
                </a:lnTo>
                <a:lnTo>
                  <a:pt x="163066" y="160864"/>
                </a:lnTo>
                <a:lnTo>
                  <a:pt x="163066" y="156692"/>
                </a:lnTo>
                <a:cubicBezTo>
                  <a:pt x="167779" y="156614"/>
                  <a:pt x="171333" y="155224"/>
                  <a:pt x="173728" y="152519"/>
                </a:cubicBezTo>
                <a:cubicBezTo>
                  <a:pt x="175196" y="150820"/>
                  <a:pt x="175969" y="146106"/>
                  <a:pt x="176046" y="138380"/>
                </a:cubicBezTo>
                <a:lnTo>
                  <a:pt x="176046" y="75101"/>
                </a:lnTo>
                <a:cubicBezTo>
                  <a:pt x="175969" y="67529"/>
                  <a:pt x="175080" y="62623"/>
                  <a:pt x="173381" y="60382"/>
                </a:cubicBezTo>
                <a:cubicBezTo>
                  <a:pt x="171604" y="58373"/>
                  <a:pt x="168165" y="57175"/>
                  <a:pt x="163066" y="56789"/>
                </a:cubicBezTo>
                <a:lnTo>
                  <a:pt x="163066" y="52501"/>
                </a:lnTo>
                <a:lnTo>
                  <a:pt x="208497" y="52501"/>
                </a:lnTo>
                <a:close/>
                <a:moveTo>
                  <a:pt x="292754" y="144870"/>
                </a:moveTo>
                <a:cubicBezTo>
                  <a:pt x="279542" y="156614"/>
                  <a:pt x="267682" y="162448"/>
                  <a:pt x="257174" y="162371"/>
                </a:cubicBezTo>
                <a:cubicBezTo>
                  <a:pt x="250915" y="162371"/>
                  <a:pt x="245777" y="160323"/>
                  <a:pt x="241759" y="156228"/>
                </a:cubicBezTo>
                <a:cubicBezTo>
                  <a:pt x="237664" y="152288"/>
                  <a:pt x="235617" y="147227"/>
                  <a:pt x="235617" y="141046"/>
                </a:cubicBezTo>
                <a:cubicBezTo>
                  <a:pt x="235617" y="132856"/>
                  <a:pt x="239171" y="125400"/>
                  <a:pt x="246279" y="118678"/>
                </a:cubicBezTo>
                <a:cubicBezTo>
                  <a:pt x="253310" y="112188"/>
                  <a:pt x="268802" y="103418"/>
                  <a:pt x="292754" y="92369"/>
                </a:cubicBezTo>
                <a:lnTo>
                  <a:pt x="292754" y="81475"/>
                </a:lnTo>
                <a:cubicBezTo>
                  <a:pt x="292676" y="73362"/>
                  <a:pt x="292252" y="68186"/>
                  <a:pt x="291479" y="65945"/>
                </a:cubicBezTo>
                <a:cubicBezTo>
                  <a:pt x="290474" y="63859"/>
                  <a:pt x="288775" y="62004"/>
                  <a:pt x="286379" y="60382"/>
                </a:cubicBezTo>
                <a:cubicBezTo>
                  <a:pt x="283907" y="58914"/>
                  <a:pt x="281125" y="58141"/>
                  <a:pt x="278035" y="58064"/>
                </a:cubicBezTo>
                <a:cubicBezTo>
                  <a:pt x="273013" y="58141"/>
                  <a:pt x="268879" y="59262"/>
                  <a:pt x="265634" y="61425"/>
                </a:cubicBezTo>
                <a:cubicBezTo>
                  <a:pt x="263625" y="62816"/>
                  <a:pt x="262621" y="64438"/>
                  <a:pt x="262621" y="66293"/>
                </a:cubicBezTo>
                <a:cubicBezTo>
                  <a:pt x="262543" y="67915"/>
                  <a:pt x="263625" y="69924"/>
                  <a:pt x="265866" y="72319"/>
                </a:cubicBezTo>
                <a:cubicBezTo>
                  <a:pt x="268725" y="75719"/>
                  <a:pt x="270193" y="78925"/>
                  <a:pt x="270270" y="81939"/>
                </a:cubicBezTo>
                <a:cubicBezTo>
                  <a:pt x="270270" y="85802"/>
                  <a:pt x="268879" y="89008"/>
                  <a:pt x="266098" y="91558"/>
                </a:cubicBezTo>
                <a:cubicBezTo>
                  <a:pt x="263162" y="94262"/>
                  <a:pt x="259453" y="95614"/>
                  <a:pt x="254972" y="95614"/>
                </a:cubicBezTo>
                <a:cubicBezTo>
                  <a:pt x="250104" y="95614"/>
                  <a:pt x="246048" y="94146"/>
                  <a:pt x="242802" y="91210"/>
                </a:cubicBezTo>
                <a:cubicBezTo>
                  <a:pt x="239403" y="88352"/>
                  <a:pt x="237742" y="84913"/>
                  <a:pt x="237819" y="80896"/>
                </a:cubicBezTo>
                <a:cubicBezTo>
                  <a:pt x="237819" y="75333"/>
                  <a:pt x="240021" y="70001"/>
                  <a:pt x="244425" y="64902"/>
                </a:cubicBezTo>
                <a:cubicBezTo>
                  <a:pt x="248829" y="59957"/>
                  <a:pt x="254972" y="56094"/>
                  <a:pt x="262853" y="53312"/>
                </a:cubicBezTo>
                <a:cubicBezTo>
                  <a:pt x="270733" y="50685"/>
                  <a:pt x="278923" y="49333"/>
                  <a:pt x="287423" y="49256"/>
                </a:cubicBezTo>
                <a:cubicBezTo>
                  <a:pt x="297699" y="49333"/>
                  <a:pt x="305850" y="51497"/>
                  <a:pt x="311877" y="55746"/>
                </a:cubicBezTo>
                <a:cubicBezTo>
                  <a:pt x="317749" y="60150"/>
                  <a:pt x="321612" y="64902"/>
                  <a:pt x="323466" y="70001"/>
                </a:cubicBezTo>
                <a:cubicBezTo>
                  <a:pt x="324471" y="73246"/>
                  <a:pt x="325012" y="80702"/>
                  <a:pt x="325089" y="92369"/>
                </a:cubicBezTo>
                <a:lnTo>
                  <a:pt x="325089" y="134440"/>
                </a:lnTo>
                <a:cubicBezTo>
                  <a:pt x="325089" y="139462"/>
                  <a:pt x="325282" y="142552"/>
                  <a:pt x="325668" y="143711"/>
                </a:cubicBezTo>
                <a:cubicBezTo>
                  <a:pt x="325977" y="145102"/>
                  <a:pt x="326557" y="146068"/>
                  <a:pt x="327407" y="146609"/>
                </a:cubicBezTo>
                <a:cubicBezTo>
                  <a:pt x="328102" y="147227"/>
                  <a:pt x="328991" y="147536"/>
                  <a:pt x="330072" y="147536"/>
                </a:cubicBezTo>
                <a:cubicBezTo>
                  <a:pt x="332004" y="147613"/>
                  <a:pt x="334051" y="146184"/>
                  <a:pt x="336215" y="143248"/>
                </a:cubicBezTo>
                <a:lnTo>
                  <a:pt x="339692" y="146029"/>
                </a:lnTo>
                <a:cubicBezTo>
                  <a:pt x="335751" y="151747"/>
                  <a:pt x="331772" y="155880"/>
                  <a:pt x="327754" y="158430"/>
                </a:cubicBezTo>
                <a:cubicBezTo>
                  <a:pt x="323505" y="161134"/>
                  <a:pt x="318792" y="162448"/>
                  <a:pt x="313615" y="162371"/>
                </a:cubicBezTo>
                <a:cubicBezTo>
                  <a:pt x="307434" y="162371"/>
                  <a:pt x="302605" y="160903"/>
                  <a:pt x="299128" y="157967"/>
                </a:cubicBezTo>
                <a:cubicBezTo>
                  <a:pt x="295651" y="155185"/>
                  <a:pt x="293526" y="150820"/>
                  <a:pt x="292754" y="144870"/>
                </a:cubicBezTo>
                <a:moveTo>
                  <a:pt x="292754" y="136410"/>
                </a:moveTo>
                <a:lnTo>
                  <a:pt x="292754" y="100134"/>
                </a:lnTo>
                <a:cubicBezTo>
                  <a:pt x="283328" y="105620"/>
                  <a:pt x="276374" y="111492"/>
                  <a:pt x="271892" y="117751"/>
                </a:cubicBezTo>
                <a:cubicBezTo>
                  <a:pt x="268879" y="121923"/>
                  <a:pt x="267372" y="126134"/>
                  <a:pt x="267372" y="130383"/>
                </a:cubicBezTo>
                <a:cubicBezTo>
                  <a:pt x="267372" y="134015"/>
                  <a:pt x="268647" y="137144"/>
                  <a:pt x="271197" y="139771"/>
                </a:cubicBezTo>
                <a:cubicBezTo>
                  <a:pt x="273129" y="141857"/>
                  <a:pt x="275833" y="142900"/>
                  <a:pt x="279310" y="142900"/>
                </a:cubicBezTo>
                <a:cubicBezTo>
                  <a:pt x="283096" y="142900"/>
                  <a:pt x="287577" y="140737"/>
                  <a:pt x="292754" y="136410"/>
                </a:cubicBezTo>
                <a:close/>
                <a:moveTo>
                  <a:pt x="420124" y="49488"/>
                </a:moveTo>
                <a:lnTo>
                  <a:pt x="421862" y="86459"/>
                </a:lnTo>
                <a:lnTo>
                  <a:pt x="417922" y="86459"/>
                </a:lnTo>
                <a:cubicBezTo>
                  <a:pt x="413131" y="75564"/>
                  <a:pt x="408264" y="68070"/>
                  <a:pt x="403319" y="63975"/>
                </a:cubicBezTo>
                <a:cubicBezTo>
                  <a:pt x="398142" y="59957"/>
                  <a:pt x="393081" y="57948"/>
                  <a:pt x="388136" y="57948"/>
                </a:cubicBezTo>
                <a:cubicBezTo>
                  <a:pt x="384891" y="57948"/>
                  <a:pt x="382187" y="58991"/>
                  <a:pt x="380024" y="61077"/>
                </a:cubicBezTo>
                <a:cubicBezTo>
                  <a:pt x="377783" y="63318"/>
                  <a:pt x="376663" y="65790"/>
                  <a:pt x="376663" y="68495"/>
                </a:cubicBezTo>
                <a:cubicBezTo>
                  <a:pt x="376663" y="70581"/>
                  <a:pt x="377435" y="72590"/>
                  <a:pt x="378981" y="74521"/>
                </a:cubicBezTo>
                <a:cubicBezTo>
                  <a:pt x="381376" y="77689"/>
                  <a:pt x="388291" y="83098"/>
                  <a:pt x="399726" y="90747"/>
                </a:cubicBezTo>
                <a:cubicBezTo>
                  <a:pt x="411084" y="98550"/>
                  <a:pt x="418578" y="105079"/>
                  <a:pt x="422210" y="110333"/>
                </a:cubicBezTo>
                <a:cubicBezTo>
                  <a:pt x="425764" y="115819"/>
                  <a:pt x="427541" y="121846"/>
                  <a:pt x="427541" y="128413"/>
                </a:cubicBezTo>
                <a:cubicBezTo>
                  <a:pt x="427541" y="134440"/>
                  <a:pt x="426034" y="140350"/>
                  <a:pt x="423021" y="146145"/>
                </a:cubicBezTo>
                <a:cubicBezTo>
                  <a:pt x="419930" y="151940"/>
                  <a:pt x="415681" y="156383"/>
                  <a:pt x="410272" y="159473"/>
                </a:cubicBezTo>
                <a:cubicBezTo>
                  <a:pt x="404709" y="162641"/>
                  <a:pt x="398644" y="164186"/>
                  <a:pt x="392077" y="164109"/>
                </a:cubicBezTo>
                <a:cubicBezTo>
                  <a:pt x="386823" y="164109"/>
                  <a:pt x="379908" y="162486"/>
                  <a:pt x="371331" y="159241"/>
                </a:cubicBezTo>
                <a:cubicBezTo>
                  <a:pt x="368936" y="158469"/>
                  <a:pt x="367352" y="158044"/>
                  <a:pt x="366580" y="157967"/>
                </a:cubicBezTo>
                <a:cubicBezTo>
                  <a:pt x="364030" y="158044"/>
                  <a:pt x="361905" y="159975"/>
                  <a:pt x="360205" y="163761"/>
                </a:cubicBezTo>
                <a:lnTo>
                  <a:pt x="356381" y="163761"/>
                </a:lnTo>
                <a:lnTo>
                  <a:pt x="354526" y="124820"/>
                </a:lnTo>
                <a:lnTo>
                  <a:pt x="358467" y="124820"/>
                </a:lnTo>
                <a:cubicBezTo>
                  <a:pt x="361867" y="135019"/>
                  <a:pt x="366657" y="142668"/>
                  <a:pt x="372838" y="147768"/>
                </a:cubicBezTo>
                <a:cubicBezTo>
                  <a:pt x="378787" y="152867"/>
                  <a:pt x="384505" y="155417"/>
                  <a:pt x="389991" y="155417"/>
                </a:cubicBezTo>
                <a:cubicBezTo>
                  <a:pt x="393622" y="155417"/>
                  <a:pt x="396674" y="154258"/>
                  <a:pt x="399146" y="151940"/>
                </a:cubicBezTo>
                <a:cubicBezTo>
                  <a:pt x="401464" y="149777"/>
                  <a:pt x="402623" y="147034"/>
                  <a:pt x="402623" y="143711"/>
                </a:cubicBezTo>
                <a:cubicBezTo>
                  <a:pt x="402623" y="140003"/>
                  <a:pt x="401464" y="136796"/>
                  <a:pt x="399146" y="134092"/>
                </a:cubicBezTo>
                <a:cubicBezTo>
                  <a:pt x="396751" y="131465"/>
                  <a:pt x="391575" y="127370"/>
                  <a:pt x="383616" y="121807"/>
                </a:cubicBezTo>
                <a:cubicBezTo>
                  <a:pt x="371795" y="113617"/>
                  <a:pt x="364146" y="107359"/>
                  <a:pt x="360669" y="103032"/>
                </a:cubicBezTo>
                <a:cubicBezTo>
                  <a:pt x="355569" y="96696"/>
                  <a:pt x="353020" y="89704"/>
                  <a:pt x="353020" y="82055"/>
                </a:cubicBezTo>
                <a:cubicBezTo>
                  <a:pt x="353020" y="73787"/>
                  <a:pt x="355917" y="66215"/>
                  <a:pt x="361712" y="59339"/>
                </a:cubicBezTo>
                <a:cubicBezTo>
                  <a:pt x="367352" y="52617"/>
                  <a:pt x="375658" y="49256"/>
                  <a:pt x="386630" y="49256"/>
                </a:cubicBezTo>
                <a:cubicBezTo>
                  <a:pt x="392502" y="49256"/>
                  <a:pt x="398181" y="50685"/>
                  <a:pt x="403666" y="53544"/>
                </a:cubicBezTo>
                <a:cubicBezTo>
                  <a:pt x="405753" y="54703"/>
                  <a:pt x="407452" y="55282"/>
                  <a:pt x="408766" y="55282"/>
                </a:cubicBezTo>
                <a:cubicBezTo>
                  <a:pt x="410157" y="55282"/>
                  <a:pt x="411277" y="54973"/>
                  <a:pt x="412127" y="54355"/>
                </a:cubicBezTo>
                <a:cubicBezTo>
                  <a:pt x="412899" y="53814"/>
                  <a:pt x="414252" y="52192"/>
                  <a:pt x="416183" y="49488"/>
                </a:cubicBezTo>
                <a:lnTo>
                  <a:pt x="420124" y="49488"/>
                </a:lnTo>
                <a:close/>
                <a:moveTo>
                  <a:pt x="532543" y="102800"/>
                </a:moveTo>
                <a:lnTo>
                  <a:pt x="473088" y="102800"/>
                </a:lnTo>
                <a:cubicBezTo>
                  <a:pt x="473784" y="117171"/>
                  <a:pt x="477608" y="128529"/>
                  <a:pt x="484562" y="136873"/>
                </a:cubicBezTo>
                <a:cubicBezTo>
                  <a:pt x="489816" y="143286"/>
                  <a:pt x="496229" y="146493"/>
                  <a:pt x="503801" y="146493"/>
                </a:cubicBezTo>
                <a:cubicBezTo>
                  <a:pt x="508359" y="146570"/>
                  <a:pt x="512570" y="145257"/>
                  <a:pt x="516433" y="142552"/>
                </a:cubicBezTo>
                <a:cubicBezTo>
                  <a:pt x="520219" y="140003"/>
                  <a:pt x="524276" y="135367"/>
                  <a:pt x="528602" y="128645"/>
                </a:cubicBezTo>
                <a:lnTo>
                  <a:pt x="532543" y="131194"/>
                </a:lnTo>
                <a:cubicBezTo>
                  <a:pt x="526594" y="143170"/>
                  <a:pt x="520103" y="151631"/>
                  <a:pt x="513072" y="156576"/>
                </a:cubicBezTo>
                <a:cubicBezTo>
                  <a:pt x="505964" y="161598"/>
                  <a:pt x="497735" y="164109"/>
                  <a:pt x="488387" y="164109"/>
                </a:cubicBezTo>
                <a:cubicBezTo>
                  <a:pt x="472238" y="164186"/>
                  <a:pt x="460069" y="158005"/>
                  <a:pt x="451879" y="145566"/>
                </a:cubicBezTo>
                <a:cubicBezTo>
                  <a:pt x="445235" y="135599"/>
                  <a:pt x="441912" y="123236"/>
                  <a:pt x="441912" y="108479"/>
                </a:cubicBezTo>
                <a:cubicBezTo>
                  <a:pt x="441835" y="90476"/>
                  <a:pt x="446741" y="76067"/>
                  <a:pt x="456631" y="65250"/>
                </a:cubicBezTo>
                <a:cubicBezTo>
                  <a:pt x="466366" y="54587"/>
                  <a:pt x="477801" y="49256"/>
                  <a:pt x="490936" y="49256"/>
                </a:cubicBezTo>
                <a:cubicBezTo>
                  <a:pt x="501908" y="49333"/>
                  <a:pt x="511450" y="53814"/>
                  <a:pt x="519563" y="62700"/>
                </a:cubicBezTo>
                <a:cubicBezTo>
                  <a:pt x="527521" y="71740"/>
                  <a:pt x="531848" y="85106"/>
                  <a:pt x="532543" y="102800"/>
                </a:cubicBezTo>
                <a:moveTo>
                  <a:pt x="504033" y="95035"/>
                </a:moveTo>
                <a:cubicBezTo>
                  <a:pt x="503955" y="82673"/>
                  <a:pt x="503298" y="74135"/>
                  <a:pt x="502062" y="69422"/>
                </a:cubicBezTo>
                <a:cubicBezTo>
                  <a:pt x="500672" y="64863"/>
                  <a:pt x="498547" y="61348"/>
                  <a:pt x="495688" y="58875"/>
                </a:cubicBezTo>
                <a:cubicBezTo>
                  <a:pt x="493988" y="57485"/>
                  <a:pt x="491825" y="56789"/>
                  <a:pt x="489198" y="56789"/>
                </a:cubicBezTo>
                <a:cubicBezTo>
                  <a:pt x="485103" y="56789"/>
                  <a:pt x="481819" y="58759"/>
                  <a:pt x="479347" y="62700"/>
                </a:cubicBezTo>
                <a:cubicBezTo>
                  <a:pt x="474788" y="69654"/>
                  <a:pt x="472509" y="79080"/>
                  <a:pt x="472509" y="90979"/>
                </a:cubicBezTo>
                <a:lnTo>
                  <a:pt x="472509" y="95035"/>
                </a:lnTo>
                <a:lnTo>
                  <a:pt x="504033" y="95035"/>
                </a:lnTo>
                <a:close/>
                <a:moveTo>
                  <a:pt x="649946" y="3709"/>
                </a:moveTo>
                <a:lnTo>
                  <a:pt x="649946" y="128413"/>
                </a:lnTo>
                <a:cubicBezTo>
                  <a:pt x="649946" y="136912"/>
                  <a:pt x="650178" y="141896"/>
                  <a:pt x="650641" y="143364"/>
                </a:cubicBezTo>
                <a:cubicBezTo>
                  <a:pt x="651182" y="145913"/>
                  <a:pt x="652380" y="147806"/>
                  <a:pt x="654234" y="149042"/>
                </a:cubicBezTo>
                <a:cubicBezTo>
                  <a:pt x="655934" y="150356"/>
                  <a:pt x="658947" y="151129"/>
                  <a:pt x="663274" y="151360"/>
                </a:cubicBezTo>
                <a:lnTo>
                  <a:pt x="663274" y="155185"/>
                </a:lnTo>
                <a:lnTo>
                  <a:pt x="617495" y="164109"/>
                </a:lnTo>
                <a:lnTo>
                  <a:pt x="617495" y="146956"/>
                </a:lnTo>
                <a:cubicBezTo>
                  <a:pt x="612009" y="153601"/>
                  <a:pt x="607141" y="158121"/>
                  <a:pt x="602892" y="160516"/>
                </a:cubicBezTo>
                <a:cubicBezTo>
                  <a:pt x="598565" y="162989"/>
                  <a:pt x="593698" y="164186"/>
                  <a:pt x="588289" y="164109"/>
                </a:cubicBezTo>
                <a:cubicBezTo>
                  <a:pt x="574382" y="164186"/>
                  <a:pt x="563449" y="158005"/>
                  <a:pt x="555490" y="145566"/>
                </a:cubicBezTo>
                <a:cubicBezTo>
                  <a:pt x="549000" y="135521"/>
                  <a:pt x="545755" y="123198"/>
                  <a:pt x="545755" y="108595"/>
                </a:cubicBezTo>
                <a:cubicBezTo>
                  <a:pt x="545678" y="96928"/>
                  <a:pt x="547687" y="86459"/>
                  <a:pt x="551782" y="77187"/>
                </a:cubicBezTo>
                <a:cubicBezTo>
                  <a:pt x="555722" y="68070"/>
                  <a:pt x="561247" y="61116"/>
                  <a:pt x="568355" y="56326"/>
                </a:cubicBezTo>
                <a:cubicBezTo>
                  <a:pt x="575309" y="51612"/>
                  <a:pt x="582803" y="49256"/>
                  <a:pt x="590839" y="49256"/>
                </a:cubicBezTo>
                <a:cubicBezTo>
                  <a:pt x="595938" y="49333"/>
                  <a:pt x="600535" y="50338"/>
                  <a:pt x="604630" y="52269"/>
                </a:cubicBezTo>
                <a:cubicBezTo>
                  <a:pt x="608648" y="54355"/>
                  <a:pt x="612936" y="57871"/>
                  <a:pt x="617495" y="62816"/>
                </a:cubicBezTo>
                <a:lnTo>
                  <a:pt x="617495" y="30133"/>
                </a:lnTo>
                <a:cubicBezTo>
                  <a:pt x="617495" y="21943"/>
                  <a:pt x="617147" y="16959"/>
                  <a:pt x="616452" y="15182"/>
                </a:cubicBezTo>
                <a:cubicBezTo>
                  <a:pt x="615525" y="13019"/>
                  <a:pt x="614134" y="11358"/>
                  <a:pt x="612280" y="10199"/>
                </a:cubicBezTo>
                <a:cubicBezTo>
                  <a:pt x="610425" y="9194"/>
                  <a:pt x="606948" y="8654"/>
                  <a:pt x="601849" y="8576"/>
                </a:cubicBezTo>
                <a:lnTo>
                  <a:pt x="601849" y="3709"/>
                </a:lnTo>
                <a:lnTo>
                  <a:pt x="649946" y="3709"/>
                </a:lnTo>
                <a:moveTo>
                  <a:pt x="617495" y="77187"/>
                </a:moveTo>
                <a:cubicBezTo>
                  <a:pt x="611700" y="66215"/>
                  <a:pt x="604708" y="60730"/>
                  <a:pt x="596518" y="60730"/>
                </a:cubicBezTo>
                <a:cubicBezTo>
                  <a:pt x="593582" y="60807"/>
                  <a:pt x="591225" y="61580"/>
                  <a:pt x="589448" y="63048"/>
                </a:cubicBezTo>
                <a:cubicBezTo>
                  <a:pt x="586512" y="65520"/>
                  <a:pt x="584194" y="69731"/>
                  <a:pt x="582494" y="75680"/>
                </a:cubicBezTo>
                <a:cubicBezTo>
                  <a:pt x="580640" y="81784"/>
                  <a:pt x="579713" y="91017"/>
                  <a:pt x="579713" y="103379"/>
                </a:cubicBezTo>
                <a:cubicBezTo>
                  <a:pt x="579713" y="117055"/>
                  <a:pt x="580717" y="127177"/>
                  <a:pt x="582726" y="133744"/>
                </a:cubicBezTo>
                <a:cubicBezTo>
                  <a:pt x="584658" y="140389"/>
                  <a:pt x="587401" y="145141"/>
                  <a:pt x="590955" y="147999"/>
                </a:cubicBezTo>
                <a:cubicBezTo>
                  <a:pt x="592654" y="149545"/>
                  <a:pt x="595088" y="150279"/>
                  <a:pt x="598256" y="150201"/>
                </a:cubicBezTo>
                <a:cubicBezTo>
                  <a:pt x="605055" y="150201"/>
                  <a:pt x="611468" y="144870"/>
                  <a:pt x="617495" y="134208"/>
                </a:cubicBezTo>
                <a:lnTo>
                  <a:pt x="617495" y="7718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A140A-4D13-4112-9B79-B8646326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287" y="2588901"/>
            <a:ext cx="374304" cy="469327"/>
          </a:xfrm>
          <a:custGeom xmlns:a="http://schemas.openxmlformats.org/drawingml/2006/main">
            <a:pathLst>
              <a:path w="374304" h="469327">
                <a:moveTo>
                  <a:pt x="187152" y="0"/>
                </a:moveTo>
                <a:cubicBezTo>
                  <a:pt x="94153" y="0"/>
                  <a:pt x="0" y="25190"/>
                  <a:pt x="0" y="73332"/>
                </a:cubicBezTo>
                <a:lnTo>
                  <a:pt x="0" y="395994"/>
                </a:lnTo>
                <a:cubicBezTo>
                  <a:pt x="0" y="444137"/>
                  <a:pt x="94153" y="469327"/>
                  <a:pt x="187152" y="469327"/>
                </a:cubicBezTo>
                <a:cubicBezTo>
                  <a:pt x="280151" y="469327"/>
                  <a:pt x="374304" y="444137"/>
                  <a:pt x="374304" y="395994"/>
                </a:cubicBezTo>
                <a:lnTo>
                  <a:pt x="374304" y="73332"/>
                </a:lnTo>
                <a:cubicBezTo>
                  <a:pt x="374304" y="25190"/>
                  <a:pt x="280151" y="0"/>
                  <a:pt x="187152" y="0"/>
                </a:cubicBezTo>
                <a:close/>
                <a:moveTo>
                  <a:pt x="343113" y="218413"/>
                </a:moveTo>
                <a:lnTo>
                  <a:pt x="343113" y="293329"/>
                </a:lnTo>
                <a:cubicBezTo>
                  <a:pt x="343113" y="310848"/>
                  <a:pt x="280907" y="337329"/>
                  <a:pt x="187152" y="337329"/>
                </a:cubicBezTo>
                <a:cubicBezTo>
                  <a:pt x="93396" y="337329"/>
                  <a:pt x="31192" y="310848"/>
                  <a:pt x="31192" y="293329"/>
                </a:cubicBezTo>
                <a:lnTo>
                  <a:pt x="31192" y="218413"/>
                </a:lnTo>
                <a:cubicBezTo>
                  <a:pt x="31598" y="218640"/>
                  <a:pt x="32051" y="218860"/>
                  <a:pt x="32463" y="219095"/>
                </a:cubicBezTo>
                <a:cubicBezTo>
                  <a:pt x="33898" y="219902"/>
                  <a:pt x="35379" y="220693"/>
                  <a:pt x="36893" y="221471"/>
                </a:cubicBezTo>
                <a:lnTo>
                  <a:pt x="39012" y="222549"/>
                </a:lnTo>
                <a:cubicBezTo>
                  <a:pt x="40807" y="223429"/>
                  <a:pt x="42654" y="224279"/>
                  <a:pt x="44549" y="225123"/>
                </a:cubicBezTo>
                <a:cubicBezTo>
                  <a:pt x="44979" y="225313"/>
                  <a:pt x="45384" y="225511"/>
                  <a:pt x="45821" y="225695"/>
                </a:cubicBezTo>
                <a:cubicBezTo>
                  <a:pt x="48160" y="226707"/>
                  <a:pt x="50546" y="227674"/>
                  <a:pt x="53001" y="228628"/>
                </a:cubicBezTo>
                <a:cubicBezTo>
                  <a:pt x="53713" y="228900"/>
                  <a:pt x="54446" y="229156"/>
                  <a:pt x="55170" y="229420"/>
                </a:cubicBezTo>
                <a:cubicBezTo>
                  <a:pt x="56991" y="230095"/>
                  <a:pt x="58841" y="230752"/>
                  <a:pt x="60722" y="231393"/>
                </a:cubicBezTo>
                <a:cubicBezTo>
                  <a:pt x="63536" y="232349"/>
                  <a:pt x="66370" y="233251"/>
                  <a:pt x="69222" y="234098"/>
                </a:cubicBezTo>
                <a:cubicBezTo>
                  <a:pt x="70002" y="234340"/>
                  <a:pt x="70781" y="234590"/>
                  <a:pt x="71617" y="234832"/>
                </a:cubicBezTo>
                <a:cubicBezTo>
                  <a:pt x="74340" y="235624"/>
                  <a:pt x="77115" y="236381"/>
                  <a:pt x="79945" y="237105"/>
                </a:cubicBezTo>
                <a:lnTo>
                  <a:pt x="81676" y="237530"/>
                </a:lnTo>
                <a:cubicBezTo>
                  <a:pt x="83990" y="238113"/>
                  <a:pt x="86330" y="238670"/>
                  <a:pt x="88694" y="239202"/>
                </a:cubicBezTo>
                <a:lnTo>
                  <a:pt x="91727" y="239870"/>
                </a:lnTo>
                <a:cubicBezTo>
                  <a:pt x="93795" y="240317"/>
                  <a:pt x="95884" y="240742"/>
                  <a:pt x="97965" y="241160"/>
                </a:cubicBezTo>
                <a:cubicBezTo>
                  <a:pt x="98981" y="241359"/>
                  <a:pt x="99993" y="241564"/>
                  <a:pt x="101014" y="241755"/>
                </a:cubicBezTo>
                <a:cubicBezTo>
                  <a:pt x="103673" y="242243"/>
                  <a:pt x="106360" y="242717"/>
                  <a:pt x="109078" y="243177"/>
                </a:cubicBezTo>
                <a:cubicBezTo>
                  <a:pt x="109491" y="243251"/>
                  <a:pt x="109904" y="243332"/>
                  <a:pt x="110326" y="243397"/>
                </a:cubicBezTo>
                <a:cubicBezTo>
                  <a:pt x="113445" y="243886"/>
                  <a:pt x="116605" y="244360"/>
                  <a:pt x="119801" y="244820"/>
                </a:cubicBezTo>
                <a:lnTo>
                  <a:pt x="122732" y="245209"/>
                </a:lnTo>
                <a:cubicBezTo>
                  <a:pt x="125072" y="245517"/>
                  <a:pt x="127349" y="245802"/>
                  <a:pt x="129681" y="246074"/>
                </a:cubicBezTo>
                <a:lnTo>
                  <a:pt x="133018" y="246455"/>
                </a:lnTo>
                <a:cubicBezTo>
                  <a:pt x="135466" y="246719"/>
                  <a:pt x="137930" y="246961"/>
                  <a:pt x="140411" y="247189"/>
                </a:cubicBezTo>
                <a:cubicBezTo>
                  <a:pt x="141275" y="247269"/>
                  <a:pt x="142134" y="247357"/>
                  <a:pt x="143000" y="247430"/>
                </a:cubicBezTo>
                <a:cubicBezTo>
                  <a:pt x="146312" y="247723"/>
                  <a:pt x="149636" y="247983"/>
                  <a:pt x="152974" y="248208"/>
                </a:cubicBezTo>
                <a:cubicBezTo>
                  <a:pt x="153714" y="248259"/>
                  <a:pt x="154446" y="248289"/>
                  <a:pt x="155187" y="248332"/>
                </a:cubicBezTo>
                <a:cubicBezTo>
                  <a:pt x="157840" y="248498"/>
                  <a:pt x="160498" y="248645"/>
                  <a:pt x="163166" y="248773"/>
                </a:cubicBezTo>
                <a:lnTo>
                  <a:pt x="166480" y="248912"/>
                </a:lnTo>
                <a:cubicBezTo>
                  <a:pt x="168912" y="249014"/>
                  <a:pt x="171353" y="249087"/>
                  <a:pt x="173801" y="249153"/>
                </a:cubicBezTo>
                <a:lnTo>
                  <a:pt x="176921" y="249234"/>
                </a:lnTo>
                <a:cubicBezTo>
                  <a:pt x="180320" y="249300"/>
                  <a:pt x="183728" y="249344"/>
                  <a:pt x="187129" y="249344"/>
                </a:cubicBezTo>
                <a:cubicBezTo>
                  <a:pt x="190527" y="249344"/>
                  <a:pt x="193936" y="249300"/>
                  <a:pt x="197336" y="249234"/>
                </a:cubicBezTo>
                <a:lnTo>
                  <a:pt x="200456" y="249153"/>
                </a:lnTo>
                <a:cubicBezTo>
                  <a:pt x="202903" y="249087"/>
                  <a:pt x="205344" y="249014"/>
                  <a:pt x="207779" y="248912"/>
                </a:cubicBezTo>
                <a:lnTo>
                  <a:pt x="211093" y="248773"/>
                </a:lnTo>
                <a:cubicBezTo>
                  <a:pt x="213758" y="248650"/>
                  <a:pt x="216418" y="248504"/>
                  <a:pt x="219069" y="248332"/>
                </a:cubicBezTo>
                <a:cubicBezTo>
                  <a:pt x="219810" y="248289"/>
                  <a:pt x="220543" y="248259"/>
                  <a:pt x="221284" y="248208"/>
                </a:cubicBezTo>
                <a:cubicBezTo>
                  <a:pt x="224621" y="247983"/>
                  <a:pt x="227943" y="247723"/>
                  <a:pt x="231248" y="247430"/>
                </a:cubicBezTo>
                <a:cubicBezTo>
                  <a:pt x="232131" y="247357"/>
                  <a:pt x="232988" y="247269"/>
                  <a:pt x="233854" y="247189"/>
                </a:cubicBezTo>
                <a:cubicBezTo>
                  <a:pt x="236334" y="246954"/>
                  <a:pt x="238797" y="246712"/>
                  <a:pt x="241238" y="246455"/>
                </a:cubicBezTo>
                <a:lnTo>
                  <a:pt x="244577" y="246074"/>
                </a:lnTo>
                <a:cubicBezTo>
                  <a:pt x="246915" y="245802"/>
                  <a:pt x="249255" y="245517"/>
                  <a:pt x="251524" y="245209"/>
                </a:cubicBezTo>
                <a:lnTo>
                  <a:pt x="254455" y="244820"/>
                </a:lnTo>
                <a:cubicBezTo>
                  <a:pt x="257649" y="244370"/>
                  <a:pt x="260806" y="243896"/>
                  <a:pt x="263929" y="243397"/>
                </a:cubicBezTo>
                <a:cubicBezTo>
                  <a:pt x="264352" y="243332"/>
                  <a:pt x="264765" y="243251"/>
                  <a:pt x="265178" y="243177"/>
                </a:cubicBezTo>
                <a:cubicBezTo>
                  <a:pt x="267897" y="242732"/>
                  <a:pt x="270585" y="242258"/>
                  <a:pt x="273242" y="241755"/>
                </a:cubicBezTo>
                <a:cubicBezTo>
                  <a:pt x="274263" y="241564"/>
                  <a:pt x="275277" y="241359"/>
                  <a:pt x="276291" y="241160"/>
                </a:cubicBezTo>
                <a:cubicBezTo>
                  <a:pt x="278396" y="240742"/>
                  <a:pt x="280484" y="240317"/>
                  <a:pt x="282530" y="239870"/>
                </a:cubicBezTo>
                <a:lnTo>
                  <a:pt x="285563" y="239202"/>
                </a:lnTo>
                <a:cubicBezTo>
                  <a:pt x="287944" y="238670"/>
                  <a:pt x="290283" y="238113"/>
                  <a:pt x="292582" y="237530"/>
                </a:cubicBezTo>
                <a:lnTo>
                  <a:pt x="294313" y="237105"/>
                </a:lnTo>
                <a:cubicBezTo>
                  <a:pt x="297140" y="236381"/>
                  <a:pt x="299916" y="235624"/>
                  <a:pt x="302640" y="234832"/>
                </a:cubicBezTo>
                <a:cubicBezTo>
                  <a:pt x="303419" y="234604"/>
                  <a:pt x="304201" y="234355"/>
                  <a:pt x="305034" y="234098"/>
                </a:cubicBezTo>
                <a:cubicBezTo>
                  <a:pt x="309774" y="232699"/>
                  <a:pt x="314463" y="231140"/>
                  <a:pt x="319086" y="229428"/>
                </a:cubicBezTo>
                <a:lnTo>
                  <a:pt x="321254" y="228628"/>
                </a:lnTo>
                <a:cubicBezTo>
                  <a:pt x="323711" y="227682"/>
                  <a:pt x="326112" y="226714"/>
                  <a:pt x="328435" y="225695"/>
                </a:cubicBezTo>
                <a:cubicBezTo>
                  <a:pt x="328872" y="225511"/>
                  <a:pt x="329277" y="225313"/>
                  <a:pt x="329706" y="225123"/>
                </a:cubicBezTo>
                <a:cubicBezTo>
                  <a:pt x="331601" y="224279"/>
                  <a:pt x="333449" y="223429"/>
                  <a:pt x="335242" y="222549"/>
                </a:cubicBezTo>
                <a:lnTo>
                  <a:pt x="337365" y="221471"/>
                </a:lnTo>
                <a:cubicBezTo>
                  <a:pt x="338877" y="220693"/>
                  <a:pt x="340357" y="219902"/>
                  <a:pt x="341794" y="219095"/>
                </a:cubicBezTo>
                <a:cubicBezTo>
                  <a:pt x="342255" y="218860"/>
                  <a:pt x="342705" y="218640"/>
                  <a:pt x="343113" y="218413"/>
                </a:cubicBezTo>
                <a:close/>
                <a:moveTo>
                  <a:pt x="343113" y="115748"/>
                </a:moveTo>
                <a:lnTo>
                  <a:pt x="343113" y="175998"/>
                </a:lnTo>
                <a:cubicBezTo>
                  <a:pt x="343113" y="193517"/>
                  <a:pt x="280907" y="219996"/>
                  <a:pt x="187152" y="219996"/>
                </a:cubicBezTo>
                <a:cubicBezTo>
                  <a:pt x="93396" y="219996"/>
                  <a:pt x="31192" y="193517"/>
                  <a:pt x="31192" y="175998"/>
                </a:cubicBezTo>
                <a:lnTo>
                  <a:pt x="31192" y="115748"/>
                </a:lnTo>
                <a:cubicBezTo>
                  <a:pt x="31598" y="115975"/>
                  <a:pt x="32051" y="116195"/>
                  <a:pt x="32463" y="116429"/>
                </a:cubicBezTo>
                <a:cubicBezTo>
                  <a:pt x="33898" y="117236"/>
                  <a:pt x="35379" y="118028"/>
                  <a:pt x="36893" y="118806"/>
                </a:cubicBezTo>
                <a:lnTo>
                  <a:pt x="39012" y="119883"/>
                </a:lnTo>
                <a:cubicBezTo>
                  <a:pt x="40807" y="120763"/>
                  <a:pt x="42654" y="121614"/>
                  <a:pt x="44549" y="122458"/>
                </a:cubicBezTo>
                <a:cubicBezTo>
                  <a:pt x="44979" y="122648"/>
                  <a:pt x="45384" y="122846"/>
                  <a:pt x="45821" y="123029"/>
                </a:cubicBezTo>
                <a:cubicBezTo>
                  <a:pt x="48160" y="124042"/>
                  <a:pt x="50546" y="125009"/>
                  <a:pt x="53001" y="125963"/>
                </a:cubicBezTo>
                <a:cubicBezTo>
                  <a:pt x="53713" y="126234"/>
                  <a:pt x="54446" y="126491"/>
                  <a:pt x="55170" y="126754"/>
                </a:cubicBezTo>
                <a:cubicBezTo>
                  <a:pt x="56991" y="127429"/>
                  <a:pt x="58841" y="128087"/>
                  <a:pt x="60722" y="128727"/>
                </a:cubicBezTo>
                <a:cubicBezTo>
                  <a:pt x="63536" y="129684"/>
                  <a:pt x="66370" y="130586"/>
                  <a:pt x="69222" y="131433"/>
                </a:cubicBezTo>
                <a:cubicBezTo>
                  <a:pt x="70002" y="131675"/>
                  <a:pt x="70781" y="131925"/>
                  <a:pt x="71617" y="132167"/>
                </a:cubicBezTo>
                <a:cubicBezTo>
                  <a:pt x="74340" y="132959"/>
                  <a:pt x="77115" y="133716"/>
                  <a:pt x="79945" y="134440"/>
                </a:cubicBezTo>
                <a:lnTo>
                  <a:pt x="81676" y="134865"/>
                </a:lnTo>
                <a:cubicBezTo>
                  <a:pt x="83990" y="135442"/>
                  <a:pt x="86330" y="135999"/>
                  <a:pt x="88694" y="136537"/>
                </a:cubicBezTo>
                <a:lnTo>
                  <a:pt x="91727" y="137205"/>
                </a:lnTo>
                <a:cubicBezTo>
                  <a:pt x="93795" y="137652"/>
                  <a:pt x="95884" y="138077"/>
                  <a:pt x="97965" y="138495"/>
                </a:cubicBezTo>
                <a:cubicBezTo>
                  <a:pt x="98981" y="138693"/>
                  <a:pt x="99993" y="138899"/>
                  <a:pt x="101014" y="139089"/>
                </a:cubicBezTo>
                <a:cubicBezTo>
                  <a:pt x="103673" y="139578"/>
                  <a:pt x="106360" y="140052"/>
                  <a:pt x="109078" y="140512"/>
                </a:cubicBezTo>
                <a:cubicBezTo>
                  <a:pt x="109491" y="140586"/>
                  <a:pt x="109904" y="140666"/>
                  <a:pt x="110326" y="140732"/>
                </a:cubicBezTo>
                <a:cubicBezTo>
                  <a:pt x="113445" y="141221"/>
                  <a:pt x="116605" y="141694"/>
                  <a:pt x="119801" y="142155"/>
                </a:cubicBezTo>
                <a:lnTo>
                  <a:pt x="122732" y="142543"/>
                </a:lnTo>
                <a:cubicBezTo>
                  <a:pt x="125072" y="142852"/>
                  <a:pt x="127349" y="143137"/>
                  <a:pt x="129681" y="143409"/>
                </a:cubicBezTo>
                <a:lnTo>
                  <a:pt x="133018" y="143790"/>
                </a:lnTo>
                <a:cubicBezTo>
                  <a:pt x="135466" y="144054"/>
                  <a:pt x="137930" y="144296"/>
                  <a:pt x="140411" y="144523"/>
                </a:cubicBezTo>
                <a:cubicBezTo>
                  <a:pt x="141275" y="144604"/>
                  <a:pt x="142134" y="144692"/>
                  <a:pt x="143000" y="144765"/>
                </a:cubicBezTo>
                <a:cubicBezTo>
                  <a:pt x="146312" y="145058"/>
                  <a:pt x="149636" y="145318"/>
                  <a:pt x="152974" y="145543"/>
                </a:cubicBezTo>
                <a:cubicBezTo>
                  <a:pt x="153714" y="145594"/>
                  <a:pt x="154446" y="145623"/>
                  <a:pt x="155187" y="145667"/>
                </a:cubicBezTo>
                <a:cubicBezTo>
                  <a:pt x="157840" y="145839"/>
                  <a:pt x="160498" y="145985"/>
                  <a:pt x="163166" y="146107"/>
                </a:cubicBezTo>
                <a:lnTo>
                  <a:pt x="166480" y="146247"/>
                </a:lnTo>
                <a:cubicBezTo>
                  <a:pt x="168912" y="146349"/>
                  <a:pt x="171353" y="146422"/>
                  <a:pt x="173801" y="146488"/>
                </a:cubicBezTo>
                <a:lnTo>
                  <a:pt x="176921" y="146569"/>
                </a:lnTo>
                <a:cubicBezTo>
                  <a:pt x="180320" y="146635"/>
                  <a:pt x="183728" y="146679"/>
                  <a:pt x="187129" y="146679"/>
                </a:cubicBezTo>
                <a:cubicBezTo>
                  <a:pt x="190527" y="146679"/>
                  <a:pt x="193936" y="146635"/>
                  <a:pt x="197336" y="146569"/>
                </a:cubicBezTo>
                <a:lnTo>
                  <a:pt x="200456" y="146488"/>
                </a:lnTo>
                <a:cubicBezTo>
                  <a:pt x="202903" y="146422"/>
                  <a:pt x="205344" y="146349"/>
                  <a:pt x="207779" y="146247"/>
                </a:cubicBezTo>
                <a:lnTo>
                  <a:pt x="211093" y="146107"/>
                </a:lnTo>
                <a:cubicBezTo>
                  <a:pt x="213758" y="145985"/>
                  <a:pt x="216418" y="145839"/>
                  <a:pt x="219069" y="145667"/>
                </a:cubicBezTo>
                <a:cubicBezTo>
                  <a:pt x="219810" y="145623"/>
                  <a:pt x="220543" y="145594"/>
                  <a:pt x="221284" y="145543"/>
                </a:cubicBezTo>
                <a:cubicBezTo>
                  <a:pt x="224621" y="145318"/>
                  <a:pt x="227943" y="145058"/>
                  <a:pt x="231248" y="144765"/>
                </a:cubicBezTo>
                <a:cubicBezTo>
                  <a:pt x="232131" y="144692"/>
                  <a:pt x="232988" y="144604"/>
                  <a:pt x="233854" y="144523"/>
                </a:cubicBezTo>
                <a:cubicBezTo>
                  <a:pt x="236334" y="144288"/>
                  <a:pt x="238797" y="144047"/>
                  <a:pt x="241238" y="143790"/>
                </a:cubicBezTo>
                <a:lnTo>
                  <a:pt x="244577" y="143409"/>
                </a:lnTo>
                <a:cubicBezTo>
                  <a:pt x="246915" y="143137"/>
                  <a:pt x="249255" y="142852"/>
                  <a:pt x="251524" y="142543"/>
                </a:cubicBezTo>
                <a:lnTo>
                  <a:pt x="254455" y="142155"/>
                </a:lnTo>
                <a:cubicBezTo>
                  <a:pt x="257649" y="141710"/>
                  <a:pt x="260806" y="141235"/>
                  <a:pt x="263929" y="140732"/>
                </a:cubicBezTo>
                <a:cubicBezTo>
                  <a:pt x="264352" y="140666"/>
                  <a:pt x="264765" y="140586"/>
                  <a:pt x="265178" y="140512"/>
                </a:cubicBezTo>
                <a:cubicBezTo>
                  <a:pt x="267897" y="140067"/>
                  <a:pt x="270585" y="139592"/>
                  <a:pt x="273242" y="139089"/>
                </a:cubicBezTo>
                <a:cubicBezTo>
                  <a:pt x="274263" y="138899"/>
                  <a:pt x="275277" y="138693"/>
                  <a:pt x="276291" y="138495"/>
                </a:cubicBezTo>
                <a:cubicBezTo>
                  <a:pt x="278396" y="138077"/>
                  <a:pt x="280484" y="137652"/>
                  <a:pt x="282530" y="137205"/>
                </a:cubicBezTo>
                <a:lnTo>
                  <a:pt x="285563" y="136537"/>
                </a:lnTo>
                <a:cubicBezTo>
                  <a:pt x="287944" y="135999"/>
                  <a:pt x="290283" y="135442"/>
                  <a:pt x="292582" y="134865"/>
                </a:cubicBezTo>
                <a:lnTo>
                  <a:pt x="294313" y="134440"/>
                </a:lnTo>
                <a:cubicBezTo>
                  <a:pt x="297140" y="133716"/>
                  <a:pt x="299916" y="132959"/>
                  <a:pt x="302640" y="132167"/>
                </a:cubicBezTo>
                <a:cubicBezTo>
                  <a:pt x="303419" y="131939"/>
                  <a:pt x="304201" y="131690"/>
                  <a:pt x="305034" y="131433"/>
                </a:cubicBezTo>
                <a:cubicBezTo>
                  <a:pt x="309774" y="130034"/>
                  <a:pt x="314463" y="128475"/>
                  <a:pt x="319086" y="126763"/>
                </a:cubicBezTo>
                <a:lnTo>
                  <a:pt x="321254" y="125963"/>
                </a:lnTo>
                <a:cubicBezTo>
                  <a:pt x="323711" y="125017"/>
                  <a:pt x="326112" y="124049"/>
                  <a:pt x="328435" y="123029"/>
                </a:cubicBezTo>
                <a:cubicBezTo>
                  <a:pt x="328872" y="122846"/>
                  <a:pt x="329277" y="122648"/>
                  <a:pt x="329706" y="122458"/>
                </a:cubicBezTo>
                <a:cubicBezTo>
                  <a:pt x="331601" y="121614"/>
                  <a:pt x="333449" y="120763"/>
                  <a:pt x="335242" y="119883"/>
                </a:cubicBezTo>
                <a:lnTo>
                  <a:pt x="337365" y="118806"/>
                </a:lnTo>
                <a:cubicBezTo>
                  <a:pt x="338877" y="118028"/>
                  <a:pt x="340357" y="117236"/>
                  <a:pt x="341794" y="116429"/>
                </a:cubicBezTo>
                <a:cubicBezTo>
                  <a:pt x="342255" y="116195"/>
                  <a:pt x="342705" y="115975"/>
                  <a:pt x="343113" y="115748"/>
                </a:cubicBezTo>
                <a:close/>
                <a:moveTo>
                  <a:pt x="187152" y="29333"/>
                </a:moveTo>
                <a:cubicBezTo>
                  <a:pt x="280907" y="29333"/>
                  <a:pt x="343113" y="55813"/>
                  <a:pt x="343113" y="73332"/>
                </a:cubicBezTo>
                <a:cubicBezTo>
                  <a:pt x="343113" y="90851"/>
                  <a:pt x="280907" y="117331"/>
                  <a:pt x="187152" y="117331"/>
                </a:cubicBezTo>
                <a:cubicBezTo>
                  <a:pt x="93396" y="117331"/>
                  <a:pt x="31192" y="90851"/>
                  <a:pt x="31192" y="73332"/>
                </a:cubicBezTo>
                <a:cubicBezTo>
                  <a:pt x="31192" y="55813"/>
                  <a:pt x="93396" y="29333"/>
                  <a:pt x="187152" y="29333"/>
                </a:cubicBezTo>
                <a:close/>
                <a:moveTo>
                  <a:pt x="343113" y="395994"/>
                </a:moveTo>
                <a:cubicBezTo>
                  <a:pt x="343113" y="413513"/>
                  <a:pt x="280907" y="439994"/>
                  <a:pt x="187152" y="439994"/>
                </a:cubicBezTo>
                <a:cubicBezTo>
                  <a:pt x="93396" y="439994"/>
                  <a:pt x="31192" y="413513"/>
                  <a:pt x="31192" y="395994"/>
                </a:cubicBezTo>
                <a:lnTo>
                  <a:pt x="31192" y="335744"/>
                </a:lnTo>
                <a:cubicBezTo>
                  <a:pt x="31598" y="335971"/>
                  <a:pt x="32051" y="336192"/>
                  <a:pt x="32463" y="336426"/>
                </a:cubicBezTo>
                <a:cubicBezTo>
                  <a:pt x="33898" y="337233"/>
                  <a:pt x="35379" y="338025"/>
                  <a:pt x="36893" y="338803"/>
                </a:cubicBezTo>
                <a:lnTo>
                  <a:pt x="39012" y="339880"/>
                </a:lnTo>
                <a:cubicBezTo>
                  <a:pt x="40807" y="340760"/>
                  <a:pt x="42654" y="341611"/>
                  <a:pt x="44549" y="342454"/>
                </a:cubicBezTo>
                <a:cubicBezTo>
                  <a:pt x="44979" y="342645"/>
                  <a:pt x="45384" y="342843"/>
                  <a:pt x="45821" y="343027"/>
                </a:cubicBezTo>
                <a:cubicBezTo>
                  <a:pt x="48160" y="344038"/>
                  <a:pt x="50546" y="345006"/>
                  <a:pt x="53001" y="345960"/>
                </a:cubicBezTo>
                <a:cubicBezTo>
                  <a:pt x="53713" y="346231"/>
                  <a:pt x="54446" y="346488"/>
                  <a:pt x="55170" y="346752"/>
                </a:cubicBezTo>
                <a:cubicBezTo>
                  <a:pt x="56991" y="347427"/>
                  <a:pt x="58841" y="348084"/>
                  <a:pt x="60722" y="348724"/>
                </a:cubicBezTo>
                <a:cubicBezTo>
                  <a:pt x="63536" y="349681"/>
                  <a:pt x="66370" y="350583"/>
                  <a:pt x="69222" y="351431"/>
                </a:cubicBezTo>
                <a:cubicBezTo>
                  <a:pt x="70002" y="351672"/>
                  <a:pt x="70781" y="351922"/>
                  <a:pt x="71617" y="352163"/>
                </a:cubicBezTo>
                <a:cubicBezTo>
                  <a:pt x="74340" y="352956"/>
                  <a:pt x="77115" y="353713"/>
                  <a:pt x="79945" y="354437"/>
                </a:cubicBezTo>
                <a:lnTo>
                  <a:pt x="81676" y="354862"/>
                </a:lnTo>
                <a:cubicBezTo>
                  <a:pt x="83990" y="355444"/>
                  <a:pt x="86330" y="356001"/>
                  <a:pt x="88694" y="356534"/>
                </a:cubicBezTo>
                <a:lnTo>
                  <a:pt x="91727" y="357201"/>
                </a:lnTo>
                <a:cubicBezTo>
                  <a:pt x="93795" y="357649"/>
                  <a:pt x="95884" y="358074"/>
                  <a:pt x="97965" y="358492"/>
                </a:cubicBezTo>
                <a:cubicBezTo>
                  <a:pt x="98981" y="358690"/>
                  <a:pt x="99993" y="358895"/>
                  <a:pt x="101014" y="359086"/>
                </a:cubicBezTo>
                <a:cubicBezTo>
                  <a:pt x="103673" y="359575"/>
                  <a:pt x="106360" y="360049"/>
                  <a:pt x="109078" y="360509"/>
                </a:cubicBezTo>
                <a:cubicBezTo>
                  <a:pt x="109491" y="360582"/>
                  <a:pt x="109904" y="360663"/>
                  <a:pt x="110326" y="360728"/>
                </a:cubicBezTo>
                <a:cubicBezTo>
                  <a:pt x="113445" y="361218"/>
                  <a:pt x="116605" y="361692"/>
                  <a:pt x="119801" y="362152"/>
                </a:cubicBezTo>
                <a:lnTo>
                  <a:pt x="122732" y="362540"/>
                </a:lnTo>
                <a:cubicBezTo>
                  <a:pt x="125072" y="362848"/>
                  <a:pt x="127349" y="363134"/>
                  <a:pt x="129681" y="363406"/>
                </a:cubicBezTo>
                <a:lnTo>
                  <a:pt x="133018" y="363786"/>
                </a:lnTo>
                <a:cubicBezTo>
                  <a:pt x="135466" y="364051"/>
                  <a:pt x="137930" y="364292"/>
                  <a:pt x="140411" y="364520"/>
                </a:cubicBezTo>
                <a:cubicBezTo>
                  <a:pt x="141275" y="364601"/>
                  <a:pt x="142134" y="364689"/>
                  <a:pt x="143000" y="364762"/>
                </a:cubicBezTo>
                <a:cubicBezTo>
                  <a:pt x="146312" y="365056"/>
                  <a:pt x="149636" y="365314"/>
                  <a:pt x="152974" y="365539"/>
                </a:cubicBezTo>
                <a:cubicBezTo>
                  <a:pt x="153714" y="365591"/>
                  <a:pt x="154446" y="365620"/>
                  <a:pt x="155187" y="365664"/>
                </a:cubicBezTo>
                <a:cubicBezTo>
                  <a:pt x="157840" y="365830"/>
                  <a:pt x="160498" y="365977"/>
                  <a:pt x="163166" y="366104"/>
                </a:cubicBezTo>
                <a:lnTo>
                  <a:pt x="166480" y="366243"/>
                </a:lnTo>
                <a:cubicBezTo>
                  <a:pt x="168912" y="366346"/>
                  <a:pt x="171353" y="366419"/>
                  <a:pt x="173801" y="366486"/>
                </a:cubicBezTo>
                <a:lnTo>
                  <a:pt x="176921" y="366566"/>
                </a:lnTo>
                <a:cubicBezTo>
                  <a:pt x="180320" y="366632"/>
                  <a:pt x="183728" y="366676"/>
                  <a:pt x="187129" y="366676"/>
                </a:cubicBezTo>
                <a:cubicBezTo>
                  <a:pt x="190527" y="366676"/>
                  <a:pt x="193936" y="366632"/>
                  <a:pt x="197336" y="366566"/>
                </a:cubicBezTo>
                <a:lnTo>
                  <a:pt x="200456" y="366486"/>
                </a:lnTo>
                <a:cubicBezTo>
                  <a:pt x="202903" y="366419"/>
                  <a:pt x="205344" y="366346"/>
                  <a:pt x="207779" y="366243"/>
                </a:cubicBezTo>
                <a:lnTo>
                  <a:pt x="211093" y="366104"/>
                </a:lnTo>
                <a:cubicBezTo>
                  <a:pt x="213758" y="365982"/>
                  <a:pt x="216418" y="365835"/>
                  <a:pt x="219069" y="365664"/>
                </a:cubicBezTo>
                <a:cubicBezTo>
                  <a:pt x="219810" y="365620"/>
                  <a:pt x="220543" y="365591"/>
                  <a:pt x="221284" y="365539"/>
                </a:cubicBezTo>
                <a:cubicBezTo>
                  <a:pt x="224621" y="365314"/>
                  <a:pt x="227943" y="365056"/>
                  <a:pt x="231248" y="364762"/>
                </a:cubicBezTo>
                <a:cubicBezTo>
                  <a:pt x="232131" y="364689"/>
                  <a:pt x="232988" y="364601"/>
                  <a:pt x="233854" y="364520"/>
                </a:cubicBezTo>
                <a:cubicBezTo>
                  <a:pt x="236334" y="364286"/>
                  <a:pt x="238797" y="364043"/>
                  <a:pt x="241238" y="363786"/>
                </a:cubicBezTo>
                <a:lnTo>
                  <a:pt x="244577" y="363406"/>
                </a:lnTo>
                <a:cubicBezTo>
                  <a:pt x="246915" y="363134"/>
                  <a:pt x="249255" y="362848"/>
                  <a:pt x="251524" y="362540"/>
                </a:cubicBezTo>
                <a:lnTo>
                  <a:pt x="254455" y="362152"/>
                </a:lnTo>
                <a:cubicBezTo>
                  <a:pt x="257649" y="361701"/>
                  <a:pt x="260806" y="361227"/>
                  <a:pt x="263929" y="360728"/>
                </a:cubicBezTo>
                <a:cubicBezTo>
                  <a:pt x="264352" y="360663"/>
                  <a:pt x="264765" y="360582"/>
                  <a:pt x="265178" y="360509"/>
                </a:cubicBezTo>
                <a:cubicBezTo>
                  <a:pt x="267897" y="360064"/>
                  <a:pt x="270585" y="359590"/>
                  <a:pt x="273242" y="359086"/>
                </a:cubicBezTo>
                <a:cubicBezTo>
                  <a:pt x="274263" y="358895"/>
                  <a:pt x="275277" y="358690"/>
                  <a:pt x="276291" y="358492"/>
                </a:cubicBezTo>
                <a:cubicBezTo>
                  <a:pt x="278396" y="358074"/>
                  <a:pt x="280484" y="357649"/>
                  <a:pt x="282530" y="357201"/>
                </a:cubicBezTo>
                <a:lnTo>
                  <a:pt x="285563" y="356534"/>
                </a:lnTo>
                <a:cubicBezTo>
                  <a:pt x="287944" y="356001"/>
                  <a:pt x="290283" y="355444"/>
                  <a:pt x="292582" y="354862"/>
                </a:cubicBezTo>
                <a:lnTo>
                  <a:pt x="294313" y="354437"/>
                </a:lnTo>
                <a:cubicBezTo>
                  <a:pt x="297140" y="353713"/>
                  <a:pt x="299916" y="352956"/>
                  <a:pt x="302640" y="352163"/>
                </a:cubicBezTo>
                <a:cubicBezTo>
                  <a:pt x="303419" y="351936"/>
                  <a:pt x="304201" y="351687"/>
                  <a:pt x="305034" y="351431"/>
                </a:cubicBezTo>
                <a:cubicBezTo>
                  <a:pt x="309774" y="350030"/>
                  <a:pt x="314463" y="348472"/>
                  <a:pt x="319086" y="346759"/>
                </a:cubicBezTo>
                <a:lnTo>
                  <a:pt x="321254" y="345960"/>
                </a:lnTo>
                <a:cubicBezTo>
                  <a:pt x="323711" y="345014"/>
                  <a:pt x="326112" y="344045"/>
                  <a:pt x="328435" y="343027"/>
                </a:cubicBezTo>
                <a:cubicBezTo>
                  <a:pt x="328872" y="342843"/>
                  <a:pt x="329277" y="342645"/>
                  <a:pt x="329706" y="342454"/>
                </a:cubicBezTo>
                <a:cubicBezTo>
                  <a:pt x="331601" y="341611"/>
                  <a:pt x="333449" y="340760"/>
                  <a:pt x="335242" y="339880"/>
                </a:cubicBezTo>
                <a:lnTo>
                  <a:pt x="337365" y="338803"/>
                </a:lnTo>
                <a:cubicBezTo>
                  <a:pt x="338877" y="338025"/>
                  <a:pt x="340357" y="337233"/>
                  <a:pt x="341794" y="336426"/>
                </a:cubicBezTo>
                <a:cubicBezTo>
                  <a:pt x="342207" y="336192"/>
                  <a:pt x="342660" y="335971"/>
                  <a:pt x="343065" y="335744"/>
                </a:cubicBezTo>
                <a:lnTo>
                  <a:pt x="343113" y="3959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4F556-32C7-40FB-9096-5D597B91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149" y="1042398"/>
            <a:ext cx="281860" cy="281860"/>
          </a:xfrm>
          <a:custGeom xmlns:a="http://schemas.openxmlformats.org/drawingml/2006/main">
            <a:pathLst>
              <a:path w="281860" h="281860">
                <a:moveTo>
                  <a:pt x="270779" y="86070"/>
                </a:moveTo>
                <a:cubicBezTo>
                  <a:pt x="263683" y="69285"/>
                  <a:pt x="253522" y="54216"/>
                  <a:pt x="240582" y="41277"/>
                </a:cubicBezTo>
                <a:cubicBezTo>
                  <a:pt x="227645" y="28338"/>
                  <a:pt x="212576" y="18180"/>
                  <a:pt x="195791" y="11080"/>
                </a:cubicBezTo>
                <a:cubicBezTo>
                  <a:pt x="178408" y="3728"/>
                  <a:pt x="159952" y="0"/>
                  <a:pt x="140932" y="0"/>
                </a:cubicBezTo>
                <a:cubicBezTo>
                  <a:pt x="121912" y="0"/>
                  <a:pt x="103455" y="3728"/>
                  <a:pt x="86070" y="11080"/>
                </a:cubicBezTo>
                <a:cubicBezTo>
                  <a:pt x="69288" y="18177"/>
                  <a:pt x="54216" y="28338"/>
                  <a:pt x="41278" y="41277"/>
                </a:cubicBezTo>
                <a:cubicBezTo>
                  <a:pt x="28339" y="54216"/>
                  <a:pt x="18181" y="69285"/>
                  <a:pt x="11080" y="86070"/>
                </a:cubicBezTo>
                <a:cubicBezTo>
                  <a:pt x="3728" y="103452"/>
                  <a:pt x="0" y="121909"/>
                  <a:pt x="0" y="140928"/>
                </a:cubicBezTo>
                <a:cubicBezTo>
                  <a:pt x="0" y="159947"/>
                  <a:pt x="3728" y="178404"/>
                  <a:pt x="11080" y="195790"/>
                </a:cubicBezTo>
                <a:cubicBezTo>
                  <a:pt x="18177" y="212572"/>
                  <a:pt x="28339" y="227643"/>
                  <a:pt x="41278" y="240582"/>
                </a:cubicBezTo>
                <a:cubicBezTo>
                  <a:pt x="54216" y="253522"/>
                  <a:pt x="69286" y="263680"/>
                  <a:pt x="86070" y="270779"/>
                </a:cubicBezTo>
                <a:cubicBezTo>
                  <a:pt x="103452" y="278132"/>
                  <a:pt x="121909" y="281860"/>
                  <a:pt x="140932" y="281860"/>
                </a:cubicBezTo>
                <a:cubicBezTo>
                  <a:pt x="159954" y="281860"/>
                  <a:pt x="178408" y="278132"/>
                  <a:pt x="195791" y="270779"/>
                </a:cubicBezTo>
                <a:cubicBezTo>
                  <a:pt x="212576" y="263682"/>
                  <a:pt x="227645" y="253522"/>
                  <a:pt x="240582" y="240582"/>
                </a:cubicBezTo>
                <a:cubicBezTo>
                  <a:pt x="253522" y="227643"/>
                  <a:pt x="263680" y="212575"/>
                  <a:pt x="270779" y="195790"/>
                </a:cubicBezTo>
                <a:cubicBezTo>
                  <a:pt x="278132" y="178407"/>
                  <a:pt x="281860" y="159951"/>
                  <a:pt x="281860" y="140928"/>
                </a:cubicBezTo>
                <a:cubicBezTo>
                  <a:pt x="281860" y="121906"/>
                  <a:pt x="278132" y="103452"/>
                  <a:pt x="270779" y="86070"/>
                </a:cubicBezTo>
                <a:close/>
                <a:moveTo>
                  <a:pt x="140932" y="256433"/>
                </a:moveTo>
                <a:cubicBezTo>
                  <a:pt x="77243" y="256433"/>
                  <a:pt x="25430" y="204619"/>
                  <a:pt x="25430" y="140931"/>
                </a:cubicBezTo>
                <a:cubicBezTo>
                  <a:pt x="25430" y="77244"/>
                  <a:pt x="77241" y="25427"/>
                  <a:pt x="140932" y="25427"/>
                </a:cubicBezTo>
                <a:cubicBezTo>
                  <a:pt x="204623" y="25427"/>
                  <a:pt x="256433" y="77241"/>
                  <a:pt x="256433" y="140928"/>
                </a:cubicBezTo>
                <a:cubicBezTo>
                  <a:pt x="256433" y="204616"/>
                  <a:pt x="204619" y="256430"/>
                  <a:pt x="140932" y="256430"/>
                </a:cubicBezTo>
                <a:lnTo>
                  <a:pt x="140932" y="256433"/>
                </a:lnTo>
                <a:close/>
                <a:moveTo>
                  <a:pt x="203317" y="96524"/>
                </a:moveTo>
                <a:lnTo>
                  <a:pt x="158909" y="140931"/>
                </a:lnTo>
                <a:lnTo>
                  <a:pt x="203317" y="185339"/>
                </a:lnTo>
                <a:cubicBezTo>
                  <a:pt x="208279" y="190304"/>
                  <a:pt x="208279" y="198355"/>
                  <a:pt x="203317" y="203319"/>
                </a:cubicBezTo>
                <a:cubicBezTo>
                  <a:pt x="200835" y="205801"/>
                  <a:pt x="197580" y="207044"/>
                  <a:pt x="194327" y="207044"/>
                </a:cubicBezTo>
                <a:cubicBezTo>
                  <a:pt x="191077" y="207044"/>
                  <a:pt x="187822" y="205801"/>
                  <a:pt x="185337" y="203319"/>
                </a:cubicBezTo>
                <a:lnTo>
                  <a:pt x="140932" y="158912"/>
                </a:lnTo>
                <a:lnTo>
                  <a:pt x="96524" y="203319"/>
                </a:lnTo>
                <a:cubicBezTo>
                  <a:pt x="94041" y="205801"/>
                  <a:pt x="90786" y="207044"/>
                  <a:pt x="87535" y="207044"/>
                </a:cubicBezTo>
                <a:cubicBezTo>
                  <a:pt x="84283" y="207044"/>
                  <a:pt x="81029" y="205801"/>
                  <a:pt x="78547" y="203319"/>
                </a:cubicBezTo>
                <a:cubicBezTo>
                  <a:pt x="73582" y="198355"/>
                  <a:pt x="73582" y="190304"/>
                  <a:pt x="78547" y="185339"/>
                </a:cubicBezTo>
                <a:lnTo>
                  <a:pt x="122955" y="140931"/>
                </a:lnTo>
                <a:lnTo>
                  <a:pt x="78547" y="96524"/>
                </a:lnTo>
                <a:cubicBezTo>
                  <a:pt x="73582" y="91559"/>
                  <a:pt x="73582" y="83508"/>
                  <a:pt x="78547" y="78543"/>
                </a:cubicBezTo>
                <a:cubicBezTo>
                  <a:pt x="83511" y="73579"/>
                  <a:pt x="91562" y="73579"/>
                  <a:pt x="96526" y="78543"/>
                </a:cubicBezTo>
                <a:lnTo>
                  <a:pt x="140934" y="122952"/>
                </a:lnTo>
                <a:lnTo>
                  <a:pt x="185344" y="78543"/>
                </a:lnTo>
                <a:cubicBezTo>
                  <a:pt x="190307" y="73579"/>
                  <a:pt x="198359" y="73579"/>
                  <a:pt x="203322" y="78543"/>
                </a:cubicBezTo>
                <a:cubicBezTo>
                  <a:pt x="208287" y="83508"/>
                  <a:pt x="208287" y="91559"/>
                  <a:pt x="203322" y="96524"/>
                </a:cubicBezTo>
                <a:lnTo>
                  <a:pt x="203317" y="96524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BEB56A-24D2-497E-9041-098BB040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149" y="1042398"/>
            <a:ext cx="281860" cy="281860"/>
          </a:xfrm>
          <a:custGeom xmlns:a="http://schemas.openxmlformats.org/drawingml/2006/main">
            <a:pathLst>
              <a:path w="281860" h="281860" fill="none">
                <a:moveTo>
                  <a:pt x="270779" y="86070"/>
                </a:moveTo>
                <a:cubicBezTo>
                  <a:pt x="263683" y="69285"/>
                  <a:pt x="253522" y="54216"/>
                  <a:pt x="240582" y="41277"/>
                </a:cubicBezTo>
                <a:cubicBezTo>
                  <a:pt x="227645" y="28338"/>
                  <a:pt x="212576" y="18180"/>
                  <a:pt x="195791" y="11080"/>
                </a:cubicBezTo>
                <a:cubicBezTo>
                  <a:pt x="178408" y="3728"/>
                  <a:pt x="159952" y="0"/>
                  <a:pt x="140932" y="0"/>
                </a:cubicBezTo>
                <a:cubicBezTo>
                  <a:pt x="121912" y="0"/>
                  <a:pt x="103455" y="3728"/>
                  <a:pt x="86070" y="11080"/>
                </a:cubicBezTo>
                <a:cubicBezTo>
                  <a:pt x="69288" y="18177"/>
                  <a:pt x="54216" y="28338"/>
                  <a:pt x="41278" y="41277"/>
                </a:cubicBezTo>
                <a:cubicBezTo>
                  <a:pt x="28339" y="54216"/>
                  <a:pt x="18181" y="69285"/>
                  <a:pt x="11080" y="86070"/>
                </a:cubicBezTo>
                <a:cubicBezTo>
                  <a:pt x="3728" y="103452"/>
                  <a:pt x="0" y="121909"/>
                  <a:pt x="0" y="140928"/>
                </a:cubicBezTo>
                <a:cubicBezTo>
                  <a:pt x="0" y="159947"/>
                  <a:pt x="3728" y="178404"/>
                  <a:pt x="11080" y="195790"/>
                </a:cubicBezTo>
                <a:cubicBezTo>
                  <a:pt x="18177" y="212572"/>
                  <a:pt x="28339" y="227643"/>
                  <a:pt x="41278" y="240582"/>
                </a:cubicBezTo>
                <a:cubicBezTo>
                  <a:pt x="54216" y="253522"/>
                  <a:pt x="69286" y="263680"/>
                  <a:pt x="86070" y="270779"/>
                </a:cubicBezTo>
                <a:cubicBezTo>
                  <a:pt x="103452" y="278132"/>
                  <a:pt x="121909" y="281860"/>
                  <a:pt x="140932" y="281860"/>
                </a:cubicBezTo>
                <a:cubicBezTo>
                  <a:pt x="159954" y="281860"/>
                  <a:pt x="178408" y="278132"/>
                  <a:pt x="195791" y="270779"/>
                </a:cubicBezTo>
                <a:cubicBezTo>
                  <a:pt x="212576" y="263682"/>
                  <a:pt x="227645" y="253522"/>
                  <a:pt x="240582" y="240582"/>
                </a:cubicBezTo>
                <a:cubicBezTo>
                  <a:pt x="253522" y="227643"/>
                  <a:pt x="263680" y="212575"/>
                  <a:pt x="270779" y="195790"/>
                </a:cubicBezTo>
                <a:cubicBezTo>
                  <a:pt x="278132" y="178407"/>
                  <a:pt x="281860" y="159951"/>
                  <a:pt x="281860" y="140928"/>
                </a:cubicBezTo>
                <a:cubicBezTo>
                  <a:pt x="281860" y="121906"/>
                  <a:pt x="278132" y="103452"/>
                  <a:pt x="270779" y="86070"/>
                </a:cubicBezTo>
                <a:close/>
                <a:moveTo>
                  <a:pt x="140932" y="256433"/>
                </a:moveTo>
                <a:cubicBezTo>
                  <a:pt x="77243" y="256433"/>
                  <a:pt x="25430" y="204619"/>
                  <a:pt x="25430" y="140931"/>
                </a:cubicBezTo>
                <a:cubicBezTo>
                  <a:pt x="25430" y="77244"/>
                  <a:pt x="77241" y="25427"/>
                  <a:pt x="140932" y="25427"/>
                </a:cubicBezTo>
                <a:cubicBezTo>
                  <a:pt x="204623" y="25427"/>
                  <a:pt x="256433" y="77241"/>
                  <a:pt x="256433" y="140928"/>
                </a:cubicBezTo>
                <a:cubicBezTo>
                  <a:pt x="256433" y="204616"/>
                  <a:pt x="204619" y="256430"/>
                  <a:pt x="140932" y="256430"/>
                </a:cubicBezTo>
                <a:lnTo>
                  <a:pt x="140932" y="256433"/>
                </a:lnTo>
                <a:close/>
                <a:moveTo>
                  <a:pt x="203317" y="96524"/>
                </a:moveTo>
                <a:lnTo>
                  <a:pt x="158909" y="140931"/>
                </a:lnTo>
                <a:lnTo>
                  <a:pt x="203317" y="185339"/>
                </a:lnTo>
                <a:cubicBezTo>
                  <a:pt x="208279" y="190304"/>
                  <a:pt x="208279" y="198355"/>
                  <a:pt x="203317" y="203319"/>
                </a:cubicBezTo>
                <a:cubicBezTo>
                  <a:pt x="200835" y="205801"/>
                  <a:pt x="197580" y="207044"/>
                  <a:pt x="194327" y="207044"/>
                </a:cubicBezTo>
                <a:cubicBezTo>
                  <a:pt x="191077" y="207044"/>
                  <a:pt x="187822" y="205801"/>
                  <a:pt x="185337" y="203319"/>
                </a:cubicBezTo>
                <a:lnTo>
                  <a:pt x="140932" y="158912"/>
                </a:lnTo>
                <a:lnTo>
                  <a:pt x="96524" y="203319"/>
                </a:lnTo>
                <a:cubicBezTo>
                  <a:pt x="94041" y="205801"/>
                  <a:pt x="90786" y="207044"/>
                  <a:pt x="87535" y="207044"/>
                </a:cubicBezTo>
                <a:cubicBezTo>
                  <a:pt x="84283" y="207044"/>
                  <a:pt x="81029" y="205801"/>
                  <a:pt x="78547" y="203319"/>
                </a:cubicBezTo>
                <a:cubicBezTo>
                  <a:pt x="73582" y="198355"/>
                  <a:pt x="73582" y="190304"/>
                  <a:pt x="78547" y="185339"/>
                </a:cubicBezTo>
                <a:lnTo>
                  <a:pt x="122955" y="140931"/>
                </a:lnTo>
                <a:lnTo>
                  <a:pt x="78547" y="96524"/>
                </a:lnTo>
                <a:cubicBezTo>
                  <a:pt x="73582" y="91559"/>
                  <a:pt x="73582" y="83508"/>
                  <a:pt x="78547" y="78543"/>
                </a:cubicBezTo>
                <a:cubicBezTo>
                  <a:pt x="83511" y="73579"/>
                  <a:pt x="91562" y="73579"/>
                  <a:pt x="96526" y="78543"/>
                </a:cubicBezTo>
                <a:lnTo>
                  <a:pt x="140934" y="122952"/>
                </a:lnTo>
                <a:lnTo>
                  <a:pt x="185344" y="78543"/>
                </a:lnTo>
                <a:cubicBezTo>
                  <a:pt x="190307" y="73579"/>
                  <a:pt x="198359" y="73579"/>
                  <a:pt x="203322" y="78543"/>
                </a:cubicBezTo>
                <a:cubicBezTo>
                  <a:pt x="208287" y="83508"/>
                  <a:pt x="208287" y="91559"/>
                  <a:pt x="203322" y="96524"/>
                </a:cubicBezTo>
                <a:lnTo>
                  <a:pt x="203317" y="965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17" cap="flat">
            <a:solidFill>
              <a:srgbClr val="B85450"/>
            </a:solidFill>
            <a:round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FC64F4-75F4-4BA9-BD91-9D2AA4C3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149" y="2961638"/>
            <a:ext cx="281860" cy="281860"/>
          </a:xfrm>
          <a:custGeom xmlns:a="http://schemas.openxmlformats.org/drawingml/2006/main">
            <a:pathLst>
              <a:path w="281860" h="281860">
                <a:moveTo>
                  <a:pt x="140932" y="281860"/>
                </a:moveTo>
                <a:cubicBezTo>
                  <a:pt x="121912" y="281860"/>
                  <a:pt x="103455" y="278132"/>
                  <a:pt x="86070" y="270779"/>
                </a:cubicBezTo>
                <a:cubicBezTo>
                  <a:pt x="69288" y="263683"/>
                  <a:pt x="54216" y="253522"/>
                  <a:pt x="41278" y="240582"/>
                </a:cubicBezTo>
                <a:cubicBezTo>
                  <a:pt x="28339" y="227643"/>
                  <a:pt x="18181" y="212575"/>
                  <a:pt x="11080" y="195790"/>
                </a:cubicBezTo>
                <a:cubicBezTo>
                  <a:pt x="3728" y="178407"/>
                  <a:pt x="0" y="159951"/>
                  <a:pt x="0" y="140928"/>
                </a:cubicBezTo>
                <a:cubicBezTo>
                  <a:pt x="0" y="121906"/>
                  <a:pt x="3728" y="103452"/>
                  <a:pt x="11080" y="86070"/>
                </a:cubicBezTo>
                <a:cubicBezTo>
                  <a:pt x="18177" y="69285"/>
                  <a:pt x="28339" y="54216"/>
                  <a:pt x="41278" y="41278"/>
                </a:cubicBezTo>
                <a:cubicBezTo>
                  <a:pt x="54216" y="28338"/>
                  <a:pt x="69286" y="18180"/>
                  <a:pt x="86070" y="11080"/>
                </a:cubicBezTo>
                <a:cubicBezTo>
                  <a:pt x="103452" y="3729"/>
                  <a:pt x="121909" y="0"/>
                  <a:pt x="140932" y="0"/>
                </a:cubicBezTo>
                <a:cubicBezTo>
                  <a:pt x="159954" y="0"/>
                  <a:pt x="178408" y="3729"/>
                  <a:pt x="195791" y="11080"/>
                </a:cubicBezTo>
                <a:cubicBezTo>
                  <a:pt x="212576" y="18177"/>
                  <a:pt x="227645" y="28338"/>
                  <a:pt x="240582" y="41278"/>
                </a:cubicBezTo>
                <a:cubicBezTo>
                  <a:pt x="253522" y="54216"/>
                  <a:pt x="263680" y="69285"/>
                  <a:pt x="270779" y="86070"/>
                </a:cubicBezTo>
                <a:cubicBezTo>
                  <a:pt x="278132" y="103452"/>
                  <a:pt x="281860" y="121909"/>
                  <a:pt x="281860" y="140928"/>
                </a:cubicBezTo>
                <a:cubicBezTo>
                  <a:pt x="281860" y="159947"/>
                  <a:pt x="278132" y="178404"/>
                  <a:pt x="270779" y="195790"/>
                </a:cubicBezTo>
                <a:cubicBezTo>
                  <a:pt x="263683" y="212572"/>
                  <a:pt x="253522" y="227643"/>
                  <a:pt x="240582" y="240582"/>
                </a:cubicBezTo>
                <a:cubicBezTo>
                  <a:pt x="227645" y="253522"/>
                  <a:pt x="212576" y="263680"/>
                  <a:pt x="195791" y="270779"/>
                </a:cubicBezTo>
                <a:cubicBezTo>
                  <a:pt x="178408" y="278132"/>
                  <a:pt x="159952" y="281860"/>
                  <a:pt x="140932" y="281860"/>
                </a:cubicBezTo>
                <a:close/>
                <a:moveTo>
                  <a:pt x="140932" y="25427"/>
                </a:moveTo>
                <a:cubicBezTo>
                  <a:pt x="77243" y="25427"/>
                  <a:pt x="25430" y="77241"/>
                  <a:pt x="25430" y="140928"/>
                </a:cubicBezTo>
                <a:cubicBezTo>
                  <a:pt x="25430" y="204616"/>
                  <a:pt x="77243" y="256430"/>
                  <a:pt x="140932" y="256430"/>
                </a:cubicBezTo>
                <a:cubicBezTo>
                  <a:pt x="204619" y="256430"/>
                  <a:pt x="256433" y="204616"/>
                  <a:pt x="256433" y="140928"/>
                </a:cubicBezTo>
                <a:cubicBezTo>
                  <a:pt x="256433" y="77241"/>
                  <a:pt x="204619" y="25427"/>
                  <a:pt x="140932" y="25427"/>
                </a:cubicBezTo>
                <a:close/>
                <a:moveTo>
                  <a:pt x="135484" y="190669"/>
                </a:moveTo>
                <a:lnTo>
                  <a:pt x="216984" y="109170"/>
                </a:lnTo>
                <a:cubicBezTo>
                  <a:pt x="221947" y="104206"/>
                  <a:pt x="221947" y="96155"/>
                  <a:pt x="216984" y="91190"/>
                </a:cubicBezTo>
                <a:cubicBezTo>
                  <a:pt x="212018" y="86225"/>
                  <a:pt x="203969" y="86225"/>
                  <a:pt x="199003" y="91190"/>
                </a:cubicBezTo>
                <a:lnTo>
                  <a:pt x="126492" y="163701"/>
                </a:lnTo>
                <a:lnTo>
                  <a:pt x="82856" y="120065"/>
                </a:lnTo>
                <a:cubicBezTo>
                  <a:pt x="77892" y="115101"/>
                  <a:pt x="69841" y="115101"/>
                  <a:pt x="64877" y="120065"/>
                </a:cubicBezTo>
                <a:cubicBezTo>
                  <a:pt x="59912" y="125030"/>
                  <a:pt x="59912" y="133081"/>
                  <a:pt x="64877" y="138045"/>
                </a:cubicBezTo>
                <a:lnTo>
                  <a:pt x="117504" y="190673"/>
                </a:lnTo>
                <a:cubicBezTo>
                  <a:pt x="119887" y="193056"/>
                  <a:pt x="123123" y="194398"/>
                  <a:pt x="126492" y="194398"/>
                </a:cubicBezTo>
                <a:cubicBezTo>
                  <a:pt x="129861" y="194398"/>
                  <a:pt x="133097" y="193060"/>
                  <a:pt x="135480" y="190673"/>
                </a:cubicBezTo>
                <a:lnTo>
                  <a:pt x="135484" y="190669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8DD4BD-4870-4C13-B833-3BBFB277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149" y="2961638"/>
            <a:ext cx="281860" cy="281860"/>
          </a:xfrm>
          <a:custGeom xmlns:a="http://schemas.openxmlformats.org/drawingml/2006/main">
            <a:pathLst>
              <a:path w="281860" h="281860" fill="none">
                <a:moveTo>
                  <a:pt x="140932" y="281860"/>
                </a:moveTo>
                <a:cubicBezTo>
                  <a:pt x="121912" y="281860"/>
                  <a:pt x="103455" y="278132"/>
                  <a:pt x="86070" y="270779"/>
                </a:cubicBezTo>
                <a:cubicBezTo>
                  <a:pt x="69288" y="263683"/>
                  <a:pt x="54216" y="253522"/>
                  <a:pt x="41278" y="240582"/>
                </a:cubicBezTo>
                <a:cubicBezTo>
                  <a:pt x="28339" y="227643"/>
                  <a:pt x="18181" y="212575"/>
                  <a:pt x="11080" y="195790"/>
                </a:cubicBezTo>
                <a:cubicBezTo>
                  <a:pt x="3728" y="178407"/>
                  <a:pt x="0" y="159951"/>
                  <a:pt x="0" y="140928"/>
                </a:cubicBezTo>
                <a:cubicBezTo>
                  <a:pt x="0" y="121906"/>
                  <a:pt x="3728" y="103452"/>
                  <a:pt x="11080" y="86070"/>
                </a:cubicBezTo>
                <a:cubicBezTo>
                  <a:pt x="18177" y="69285"/>
                  <a:pt x="28339" y="54216"/>
                  <a:pt x="41278" y="41278"/>
                </a:cubicBezTo>
                <a:cubicBezTo>
                  <a:pt x="54216" y="28338"/>
                  <a:pt x="69286" y="18180"/>
                  <a:pt x="86070" y="11080"/>
                </a:cubicBezTo>
                <a:cubicBezTo>
                  <a:pt x="103452" y="3729"/>
                  <a:pt x="121909" y="0"/>
                  <a:pt x="140932" y="0"/>
                </a:cubicBezTo>
                <a:cubicBezTo>
                  <a:pt x="159954" y="0"/>
                  <a:pt x="178408" y="3729"/>
                  <a:pt x="195791" y="11080"/>
                </a:cubicBezTo>
                <a:cubicBezTo>
                  <a:pt x="212576" y="18177"/>
                  <a:pt x="227645" y="28338"/>
                  <a:pt x="240582" y="41278"/>
                </a:cubicBezTo>
                <a:cubicBezTo>
                  <a:pt x="253522" y="54216"/>
                  <a:pt x="263680" y="69285"/>
                  <a:pt x="270779" y="86070"/>
                </a:cubicBezTo>
                <a:cubicBezTo>
                  <a:pt x="278132" y="103452"/>
                  <a:pt x="281860" y="121909"/>
                  <a:pt x="281860" y="140928"/>
                </a:cubicBezTo>
                <a:cubicBezTo>
                  <a:pt x="281860" y="159947"/>
                  <a:pt x="278132" y="178404"/>
                  <a:pt x="270779" y="195790"/>
                </a:cubicBezTo>
                <a:cubicBezTo>
                  <a:pt x="263683" y="212572"/>
                  <a:pt x="253522" y="227643"/>
                  <a:pt x="240582" y="240582"/>
                </a:cubicBezTo>
                <a:cubicBezTo>
                  <a:pt x="227645" y="253522"/>
                  <a:pt x="212576" y="263680"/>
                  <a:pt x="195791" y="270779"/>
                </a:cubicBezTo>
                <a:cubicBezTo>
                  <a:pt x="178408" y="278132"/>
                  <a:pt x="159952" y="281860"/>
                  <a:pt x="140932" y="281860"/>
                </a:cubicBezTo>
                <a:close/>
                <a:moveTo>
                  <a:pt x="140932" y="25427"/>
                </a:moveTo>
                <a:cubicBezTo>
                  <a:pt x="77243" y="25427"/>
                  <a:pt x="25430" y="77241"/>
                  <a:pt x="25430" y="140928"/>
                </a:cubicBezTo>
                <a:cubicBezTo>
                  <a:pt x="25430" y="204616"/>
                  <a:pt x="77243" y="256430"/>
                  <a:pt x="140932" y="256430"/>
                </a:cubicBezTo>
                <a:cubicBezTo>
                  <a:pt x="204619" y="256430"/>
                  <a:pt x="256433" y="204616"/>
                  <a:pt x="256433" y="140928"/>
                </a:cubicBezTo>
                <a:cubicBezTo>
                  <a:pt x="256433" y="77241"/>
                  <a:pt x="204619" y="25427"/>
                  <a:pt x="140932" y="25427"/>
                </a:cubicBezTo>
                <a:close/>
                <a:moveTo>
                  <a:pt x="135484" y="190669"/>
                </a:moveTo>
                <a:lnTo>
                  <a:pt x="216984" y="109170"/>
                </a:lnTo>
                <a:cubicBezTo>
                  <a:pt x="221947" y="104206"/>
                  <a:pt x="221947" y="96155"/>
                  <a:pt x="216984" y="91190"/>
                </a:cubicBezTo>
                <a:cubicBezTo>
                  <a:pt x="212018" y="86225"/>
                  <a:pt x="203969" y="86225"/>
                  <a:pt x="199003" y="91190"/>
                </a:cubicBezTo>
                <a:lnTo>
                  <a:pt x="126492" y="163701"/>
                </a:lnTo>
                <a:lnTo>
                  <a:pt x="82856" y="120065"/>
                </a:lnTo>
                <a:cubicBezTo>
                  <a:pt x="77892" y="115101"/>
                  <a:pt x="69841" y="115101"/>
                  <a:pt x="64877" y="120065"/>
                </a:cubicBezTo>
                <a:cubicBezTo>
                  <a:pt x="59912" y="125030"/>
                  <a:pt x="59912" y="133081"/>
                  <a:pt x="64877" y="138045"/>
                </a:cubicBezTo>
                <a:lnTo>
                  <a:pt x="117504" y="190673"/>
                </a:lnTo>
                <a:cubicBezTo>
                  <a:pt x="119887" y="193056"/>
                  <a:pt x="123123" y="194398"/>
                  <a:pt x="126492" y="194398"/>
                </a:cubicBezTo>
                <a:cubicBezTo>
                  <a:pt x="129861" y="194398"/>
                  <a:pt x="133097" y="193060"/>
                  <a:pt x="135480" y="190673"/>
                </a:cubicBezTo>
                <a:lnTo>
                  <a:pt x="135484" y="1906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17" cap="flat">
            <a:solidFill>
              <a:srgbClr val="82B366"/>
            </a:solidFill>
            <a:round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47FBB4-ACB9-417C-AB7B-30710E7E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149" y="2588901"/>
            <a:ext cx="281860" cy="281860"/>
          </a:xfrm>
          <a:custGeom xmlns:a="http://schemas.openxmlformats.org/drawingml/2006/main">
            <a:pathLst>
              <a:path w="281860" h="281860">
                <a:moveTo>
                  <a:pt x="270779" y="86070"/>
                </a:moveTo>
                <a:cubicBezTo>
                  <a:pt x="263683" y="69285"/>
                  <a:pt x="253522" y="54216"/>
                  <a:pt x="240582" y="41278"/>
                </a:cubicBezTo>
                <a:cubicBezTo>
                  <a:pt x="227645" y="28338"/>
                  <a:pt x="212576" y="18180"/>
                  <a:pt x="195791" y="11080"/>
                </a:cubicBezTo>
                <a:cubicBezTo>
                  <a:pt x="178408" y="3728"/>
                  <a:pt x="159952" y="0"/>
                  <a:pt x="140932" y="0"/>
                </a:cubicBezTo>
                <a:cubicBezTo>
                  <a:pt x="121912" y="0"/>
                  <a:pt x="103455" y="3728"/>
                  <a:pt x="86070" y="11080"/>
                </a:cubicBezTo>
                <a:cubicBezTo>
                  <a:pt x="69288" y="18177"/>
                  <a:pt x="54216" y="28338"/>
                  <a:pt x="41278" y="41278"/>
                </a:cubicBezTo>
                <a:cubicBezTo>
                  <a:pt x="28339" y="54216"/>
                  <a:pt x="18181" y="69285"/>
                  <a:pt x="11080" y="86070"/>
                </a:cubicBezTo>
                <a:cubicBezTo>
                  <a:pt x="3728" y="103452"/>
                  <a:pt x="0" y="121909"/>
                  <a:pt x="0" y="140928"/>
                </a:cubicBezTo>
                <a:cubicBezTo>
                  <a:pt x="0" y="159947"/>
                  <a:pt x="3728" y="178404"/>
                  <a:pt x="11080" y="195790"/>
                </a:cubicBezTo>
                <a:cubicBezTo>
                  <a:pt x="18177" y="212572"/>
                  <a:pt x="28339" y="227643"/>
                  <a:pt x="41278" y="240582"/>
                </a:cubicBezTo>
                <a:cubicBezTo>
                  <a:pt x="54216" y="253522"/>
                  <a:pt x="69286" y="263680"/>
                  <a:pt x="86070" y="270779"/>
                </a:cubicBezTo>
                <a:cubicBezTo>
                  <a:pt x="103452" y="278132"/>
                  <a:pt x="121909" y="281860"/>
                  <a:pt x="140932" y="281860"/>
                </a:cubicBezTo>
                <a:cubicBezTo>
                  <a:pt x="159954" y="281860"/>
                  <a:pt x="178408" y="278132"/>
                  <a:pt x="195791" y="270779"/>
                </a:cubicBezTo>
                <a:cubicBezTo>
                  <a:pt x="212576" y="263683"/>
                  <a:pt x="227645" y="253522"/>
                  <a:pt x="240582" y="240582"/>
                </a:cubicBezTo>
                <a:cubicBezTo>
                  <a:pt x="253522" y="227643"/>
                  <a:pt x="263680" y="212575"/>
                  <a:pt x="270779" y="195790"/>
                </a:cubicBezTo>
                <a:cubicBezTo>
                  <a:pt x="278132" y="178407"/>
                  <a:pt x="281860" y="159951"/>
                  <a:pt x="281860" y="140928"/>
                </a:cubicBezTo>
                <a:cubicBezTo>
                  <a:pt x="281860" y="121906"/>
                  <a:pt x="278132" y="103452"/>
                  <a:pt x="270779" y="86070"/>
                </a:cubicBezTo>
                <a:close/>
                <a:moveTo>
                  <a:pt x="140932" y="256433"/>
                </a:moveTo>
                <a:cubicBezTo>
                  <a:pt x="77243" y="256433"/>
                  <a:pt x="25430" y="204619"/>
                  <a:pt x="25430" y="140931"/>
                </a:cubicBezTo>
                <a:cubicBezTo>
                  <a:pt x="25430" y="77244"/>
                  <a:pt x="77241" y="25427"/>
                  <a:pt x="140932" y="25427"/>
                </a:cubicBezTo>
                <a:cubicBezTo>
                  <a:pt x="204623" y="25427"/>
                  <a:pt x="256433" y="77241"/>
                  <a:pt x="256433" y="140928"/>
                </a:cubicBezTo>
                <a:cubicBezTo>
                  <a:pt x="256433" y="204616"/>
                  <a:pt x="204619" y="256430"/>
                  <a:pt x="140932" y="256430"/>
                </a:cubicBezTo>
                <a:lnTo>
                  <a:pt x="140932" y="256433"/>
                </a:lnTo>
                <a:close/>
                <a:moveTo>
                  <a:pt x="203317" y="96524"/>
                </a:moveTo>
                <a:lnTo>
                  <a:pt x="158909" y="140931"/>
                </a:lnTo>
                <a:lnTo>
                  <a:pt x="203317" y="185339"/>
                </a:lnTo>
                <a:cubicBezTo>
                  <a:pt x="208279" y="190304"/>
                  <a:pt x="208279" y="198355"/>
                  <a:pt x="203317" y="203319"/>
                </a:cubicBezTo>
                <a:cubicBezTo>
                  <a:pt x="200835" y="205801"/>
                  <a:pt x="197580" y="207044"/>
                  <a:pt x="194327" y="207044"/>
                </a:cubicBezTo>
                <a:cubicBezTo>
                  <a:pt x="191077" y="207044"/>
                  <a:pt x="187822" y="205801"/>
                  <a:pt x="185337" y="203319"/>
                </a:cubicBezTo>
                <a:lnTo>
                  <a:pt x="140932" y="158912"/>
                </a:lnTo>
                <a:lnTo>
                  <a:pt x="96524" y="203319"/>
                </a:lnTo>
                <a:cubicBezTo>
                  <a:pt x="94041" y="205801"/>
                  <a:pt x="90786" y="207044"/>
                  <a:pt x="87535" y="207044"/>
                </a:cubicBezTo>
                <a:cubicBezTo>
                  <a:pt x="84283" y="207044"/>
                  <a:pt x="81029" y="205801"/>
                  <a:pt x="78547" y="203319"/>
                </a:cubicBezTo>
                <a:cubicBezTo>
                  <a:pt x="73582" y="198355"/>
                  <a:pt x="73582" y="190304"/>
                  <a:pt x="78547" y="185339"/>
                </a:cubicBezTo>
                <a:lnTo>
                  <a:pt x="122955" y="140931"/>
                </a:lnTo>
                <a:lnTo>
                  <a:pt x="78547" y="96524"/>
                </a:lnTo>
                <a:cubicBezTo>
                  <a:pt x="73582" y="91559"/>
                  <a:pt x="73582" y="83508"/>
                  <a:pt x="78547" y="78543"/>
                </a:cubicBezTo>
                <a:cubicBezTo>
                  <a:pt x="83511" y="73579"/>
                  <a:pt x="91562" y="73579"/>
                  <a:pt x="96526" y="78543"/>
                </a:cubicBezTo>
                <a:lnTo>
                  <a:pt x="140934" y="122952"/>
                </a:lnTo>
                <a:lnTo>
                  <a:pt x="185344" y="78543"/>
                </a:lnTo>
                <a:cubicBezTo>
                  <a:pt x="190307" y="73579"/>
                  <a:pt x="198359" y="73579"/>
                  <a:pt x="203322" y="78543"/>
                </a:cubicBezTo>
                <a:cubicBezTo>
                  <a:pt x="208287" y="83508"/>
                  <a:pt x="208287" y="91559"/>
                  <a:pt x="203322" y="96524"/>
                </a:cubicBezTo>
                <a:lnTo>
                  <a:pt x="203317" y="96524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89575-F613-4D1C-96C2-6F4C72E7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149" y="2588901"/>
            <a:ext cx="281860" cy="281860"/>
          </a:xfrm>
          <a:custGeom xmlns:a="http://schemas.openxmlformats.org/drawingml/2006/main">
            <a:pathLst>
              <a:path w="281860" h="281860" fill="none">
                <a:moveTo>
                  <a:pt x="270779" y="86070"/>
                </a:moveTo>
                <a:cubicBezTo>
                  <a:pt x="263683" y="69285"/>
                  <a:pt x="253522" y="54216"/>
                  <a:pt x="240582" y="41278"/>
                </a:cubicBezTo>
                <a:cubicBezTo>
                  <a:pt x="227645" y="28338"/>
                  <a:pt x="212576" y="18180"/>
                  <a:pt x="195791" y="11080"/>
                </a:cubicBezTo>
                <a:cubicBezTo>
                  <a:pt x="178408" y="3728"/>
                  <a:pt x="159952" y="0"/>
                  <a:pt x="140932" y="0"/>
                </a:cubicBezTo>
                <a:cubicBezTo>
                  <a:pt x="121912" y="0"/>
                  <a:pt x="103455" y="3728"/>
                  <a:pt x="86070" y="11080"/>
                </a:cubicBezTo>
                <a:cubicBezTo>
                  <a:pt x="69288" y="18177"/>
                  <a:pt x="54216" y="28338"/>
                  <a:pt x="41278" y="41278"/>
                </a:cubicBezTo>
                <a:cubicBezTo>
                  <a:pt x="28339" y="54216"/>
                  <a:pt x="18181" y="69285"/>
                  <a:pt x="11080" y="86070"/>
                </a:cubicBezTo>
                <a:cubicBezTo>
                  <a:pt x="3728" y="103452"/>
                  <a:pt x="0" y="121909"/>
                  <a:pt x="0" y="140928"/>
                </a:cubicBezTo>
                <a:cubicBezTo>
                  <a:pt x="0" y="159947"/>
                  <a:pt x="3728" y="178404"/>
                  <a:pt x="11080" y="195790"/>
                </a:cubicBezTo>
                <a:cubicBezTo>
                  <a:pt x="18177" y="212572"/>
                  <a:pt x="28339" y="227643"/>
                  <a:pt x="41278" y="240582"/>
                </a:cubicBezTo>
                <a:cubicBezTo>
                  <a:pt x="54216" y="253522"/>
                  <a:pt x="69286" y="263680"/>
                  <a:pt x="86070" y="270779"/>
                </a:cubicBezTo>
                <a:cubicBezTo>
                  <a:pt x="103452" y="278132"/>
                  <a:pt x="121909" y="281860"/>
                  <a:pt x="140932" y="281860"/>
                </a:cubicBezTo>
                <a:cubicBezTo>
                  <a:pt x="159954" y="281860"/>
                  <a:pt x="178408" y="278132"/>
                  <a:pt x="195791" y="270779"/>
                </a:cubicBezTo>
                <a:cubicBezTo>
                  <a:pt x="212576" y="263683"/>
                  <a:pt x="227645" y="253522"/>
                  <a:pt x="240582" y="240582"/>
                </a:cubicBezTo>
                <a:cubicBezTo>
                  <a:pt x="253522" y="227643"/>
                  <a:pt x="263680" y="212575"/>
                  <a:pt x="270779" y="195790"/>
                </a:cubicBezTo>
                <a:cubicBezTo>
                  <a:pt x="278132" y="178407"/>
                  <a:pt x="281860" y="159951"/>
                  <a:pt x="281860" y="140928"/>
                </a:cubicBezTo>
                <a:cubicBezTo>
                  <a:pt x="281860" y="121906"/>
                  <a:pt x="278132" y="103452"/>
                  <a:pt x="270779" y="86070"/>
                </a:cubicBezTo>
                <a:close/>
                <a:moveTo>
                  <a:pt x="140932" y="256433"/>
                </a:moveTo>
                <a:cubicBezTo>
                  <a:pt x="77243" y="256433"/>
                  <a:pt x="25430" y="204619"/>
                  <a:pt x="25430" y="140931"/>
                </a:cubicBezTo>
                <a:cubicBezTo>
                  <a:pt x="25430" y="77244"/>
                  <a:pt x="77241" y="25427"/>
                  <a:pt x="140932" y="25427"/>
                </a:cubicBezTo>
                <a:cubicBezTo>
                  <a:pt x="204623" y="25427"/>
                  <a:pt x="256433" y="77241"/>
                  <a:pt x="256433" y="140928"/>
                </a:cubicBezTo>
                <a:cubicBezTo>
                  <a:pt x="256433" y="204616"/>
                  <a:pt x="204619" y="256430"/>
                  <a:pt x="140932" y="256430"/>
                </a:cubicBezTo>
                <a:lnTo>
                  <a:pt x="140932" y="256433"/>
                </a:lnTo>
                <a:close/>
                <a:moveTo>
                  <a:pt x="203317" y="96524"/>
                </a:moveTo>
                <a:lnTo>
                  <a:pt x="158909" y="140931"/>
                </a:lnTo>
                <a:lnTo>
                  <a:pt x="203317" y="185339"/>
                </a:lnTo>
                <a:cubicBezTo>
                  <a:pt x="208279" y="190304"/>
                  <a:pt x="208279" y="198355"/>
                  <a:pt x="203317" y="203319"/>
                </a:cubicBezTo>
                <a:cubicBezTo>
                  <a:pt x="200835" y="205801"/>
                  <a:pt x="197580" y="207044"/>
                  <a:pt x="194327" y="207044"/>
                </a:cubicBezTo>
                <a:cubicBezTo>
                  <a:pt x="191077" y="207044"/>
                  <a:pt x="187822" y="205801"/>
                  <a:pt x="185337" y="203319"/>
                </a:cubicBezTo>
                <a:lnTo>
                  <a:pt x="140932" y="158912"/>
                </a:lnTo>
                <a:lnTo>
                  <a:pt x="96524" y="203319"/>
                </a:lnTo>
                <a:cubicBezTo>
                  <a:pt x="94041" y="205801"/>
                  <a:pt x="90786" y="207044"/>
                  <a:pt x="87535" y="207044"/>
                </a:cubicBezTo>
                <a:cubicBezTo>
                  <a:pt x="84283" y="207044"/>
                  <a:pt x="81029" y="205801"/>
                  <a:pt x="78547" y="203319"/>
                </a:cubicBezTo>
                <a:cubicBezTo>
                  <a:pt x="73582" y="198355"/>
                  <a:pt x="73582" y="190304"/>
                  <a:pt x="78547" y="185339"/>
                </a:cubicBezTo>
                <a:lnTo>
                  <a:pt x="122955" y="140931"/>
                </a:lnTo>
                <a:lnTo>
                  <a:pt x="78547" y="96524"/>
                </a:lnTo>
                <a:cubicBezTo>
                  <a:pt x="73582" y="91559"/>
                  <a:pt x="73582" y="83508"/>
                  <a:pt x="78547" y="78543"/>
                </a:cubicBezTo>
                <a:cubicBezTo>
                  <a:pt x="83511" y="73579"/>
                  <a:pt x="91562" y="73579"/>
                  <a:pt x="96526" y="78543"/>
                </a:cubicBezTo>
                <a:lnTo>
                  <a:pt x="140934" y="122952"/>
                </a:lnTo>
                <a:lnTo>
                  <a:pt x="185344" y="78543"/>
                </a:lnTo>
                <a:cubicBezTo>
                  <a:pt x="190307" y="73579"/>
                  <a:pt x="198359" y="73579"/>
                  <a:pt x="203322" y="78543"/>
                </a:cubicBezTo>
                <a:cubicBezTo>
                  <a:pt x="208287" y="83508"/>
                  <a:pt x="208287" y="91559"/>
                  <a:pt x="203322" y="96524"/>
                </a:cubicBezTo>
                <a:lnTo>
                  <a:pt x="203317" y="965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17" cap="flat">
            <a:solidFill>
              <a:srgbClr val="B85450"/>
            </a:solidFill>
            <a:round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BB64AE-4CA7-4269-9137-B95712AD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071" y="2122913"/>
            <a:ext cx="281860" cy="281860"/>
          </a:xfrm>
          <a:custGeom xmlns:a="http://schemas.openxmlformats.org/drawingml/2006/main">
            <a:pathLst>
              <a:path w="281860" h="281860">
                <a:moveTo>
                  <a:pt x="140931" y="281860"/>
                </a:moveTo>
                <a:cubicBezTo>
                  <a:pt x="121914" y="281860"/>
                  <a:pt x="103455" y="278132"/>
                  <a:pt x="86071" y="270779"/>
                </a:cubicBezTo>
                <a:cubicBezTo>
                  <a:pt x="69289" y="263683"/>
                  <a:pt x="54217" y="253522"/>
                  <a:pt x="41277" y="240582"/>
                </a:cubicBezTo>
                <a:cubicBezTo>
                  <a:pt x="28338" y="227643"/>
                  <a:pt x="18180" y="212575"/>
                  <a:pt x="11081" y="195790"/>
                </a:cubicBezTo>
                <a:cubicBezTo>
                  <a:pt x="3729" y="178407"/>
                  <a:pt x="0" y="159951"/>
                  <a:pt x="0" y="140928"/>
                </a:cubicBezTo>
                <a:cubicBezTo>
                  <a:pt x="0" y="121906"/>
                  <a:pt x="3729" y="103452"/>
                  <a:pt x="11081" y="86070"/>
                </a:cubicBezTo>
                <a:cubicBezTo>
                  <a:pt x="18178" y="69285"/>
                  <a:pt x="28338" y="54216"/>
                  <a:pt x="41277" y="41277"/>
                </a:cubicBezTo>
                <a:cubicBezTo>
                  <a:pt x="54217" y="28338"/>
                  <a:pt x="69286" y="18180"/>
                  <a:pt x="86071" y="11080"/>
                </a:cubicBezTo>
                <a:cubicBezTo>
                  <a:pt x="103451" y="3728"/>
                  <a:pt x="121910" y="0"/>
                  <a:pt x="140931" y="0"/>
                </a:cubicBezTo>
                <a:cubicBezTo>
                  <a:pt x="159955" y="0"/>
                  <a:pt x="178407" y="3728"/>
                  <a:pt x="195790" y="11080"/>
                </a:cubicBezTo>
                <a:cubicBezTo>
                  <a:pt x="212574" y="18177"/>
                  <a:pt x="227643" y="28338"/>
                  <a:pt x="240582" y="41277"/>
                </a:cubicBezTo>
                <a:cubicBezTo>
                  <a:pt x="253523" y="54216"/>
                  <a:pt x="263680" y="69285"/>
                  <a:pt x="270780" y="86070"/>
                </a:cubicBezTo>
                <a:cubicBezTo>
                  <a:pt x="278132" y="103452"/>
                  <a:pt x="281860" y="121909"/>
                  <a:pt x="281860" y="140928"/>
                </a:cubicBezTo>
                <a:cubicBezTo>
                  <a:pt x="281860" y="159947"/>
                  <a:pt x="278132" y="178404"/>
                  <a:pt x="270780" y="195790"/>
                </a:cubicBezTo>
                <a:cubicBezTo>
                  <a:pt x="263683" y="212572"/>
                  <a:pt x="253523" y="227643"/>
                  <a:pt x="240582" y="240582"/>
                </a:cubicBezTo>
                <a:cubicBezTo>
                  <a:pt x="227643" y="253522"/>
                  <a:pt x="212574" y="263680"/>
                  <a:pt x="195790" y="270779"/>
                </a:cubicBezTo>
                <a:cubicBezTo>
                  <a:pt x="178407" y="278132"/>
                  <a:pt x="159951" y="281860"/>
                  <a:pt x="140931" y="281860"/>
                </a:cubicBezTo>
                <a:close/>
                <a:moveTo>
                  <a:pt x="140931" y="25427"/>
                </a:moveTo>
                <a:cubicBezTo>
                  <a:pt x="77244" y="25427"/>
                  <a:pt x="25430" y="77241"/>
                  <a:pt x="25430" y="140928"/>
                </a:cubicBezTo>
                <a:cubicBezTo>
                  <a:pt x="25430" y="204616"/>
                  <a:pt x="77244" y="256430"/>
                  <a:pt x="140931" y="256430"/>
                </a:cubicBezTo>
                <a:cubicBezTo>
                  <a:pt x="204620" y="256430"/>
                  <a:pt x="256433" y="204616"/>
                  <a:pt x="256433" y="140928"/>
                </a:cubicBezTo>
                <a:cubicBezTo>
                  <a:pt x="256433" y="77241"/>
                  <a:pt x="204620" y="25427"/>
                  <a:pt x="140931" y="25427"/>
                </a:cubicBezTo>
                <a:close/>
                <a:moveTo>
                  <a:pt x="135484" y="190669"/>
                </a:moveTo>
                <a:lnTo>
                  <a:pt x="216983" y="109170"/>
                </a:lnTo>
                <a:cubicBezTo>
                  <a:pt x="221948" y="104206"/>
                  <a:pt x="221948" y="96155"/>
                  <a:pt x="216983" y="91190"/>
                </a:cubicBezTo>
                <a:cubicBezTo>
                  <a:pt x="212019" y="86225"/>
                  <a:pt x="203968" y="86225"/>
                  <a:pt x="199005" y="91190"/>
                </a:cubicBezTo>
                <a:lnTo>
                  <a:pt x="126493" y="163701"/>
                </a:lnTo>
                <a:lnTo>
                  <a:pt x="82856" y="120065"/>
                </a:lnTo>
                <a:cubicBezTo>
                  <a:pt x="77893" y="115101"/>
                  <a:pt x="69842" y="115101"/>
                  <a:pt x="64877" y="120065"/>
                </a:cubicBezTo>
                <a:cubicBezTo>
                  <a:pt x="59913" y="125030"/>
                  <a:pt x="59913" y="133081"/>
                  <a:pt x="64877" y="138045"/>
                </a:cubicBezTo>
                <a:lnTo>
                  <a:pt x="117504" y="190673"/>
                </a:lnTo>
                <a:cubicBezTo>
                  <a:pt x="119887" y="193056"/>
                  <a:pt x="123123" y="194398"/>
                  <a:pt x="126493" y="194398"/>
                </a:cubicBezTo>
                <a:cubicBezTo>
                  <a:pt x="129862" y="194398"/>
                  <a:pt x="133097" y="193060"/>
                  <a:pt x="135481" y="190673"/>
                </a:cubicBezTo>
                <a:lnTo>
                  <a:pt x="135484" y="190669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4BE14E-2FB5-4993-A9E7-9AEC93E8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071" y="2122913"/>
            <a:ext cx="281860" cy="281860"/>
          </a:xfrm>
          <a:custGeom xmlns:a="http://schemas.openxmlformats.org/drawingml/2006/main">
            <a:pathLst>
              <a:path w="281860" h="281860" fill="none">
                <a:moveTo>
                  <a:pt x="140931" y="281860"/>
                </a:moveTo>
                <a:cubicBezTo>
                  <a:pt x="121914" y="281860"/>
                  <a:pt x="103455" y="278132"/>
                  <a:pt x="86071" y="270779"/>
                </a:cubicBezTo>
                <a:cubicBezTo>
                  <a:pt x="69289" y="263683"/>
                  <a:pt x="54217" y="253522"/>
                  <a:pt x="41277" y="240582"/>
                </a:cubicBezTo>
                <a:cubicBezTo>
                  <a:pt x="28338" y="227643"/>
                  <a:pt x="18180" y="212575"/>
                  <a:pt x="11081" y="195790"/>
                </a:cubicBezTo>
                <a:cubicBezTo>
                  <a:pt x="3729" y="178407"/>
                  <a:pt x="0" y="159951"/>
                  <a:pt x="0" y="140928"/>
                </a:cubicBezTo>
                <a:cubicBezTo>
                  <a:pt x="0" y="121906"/>
                  <a:pt x="3729" y="103452"/>
                  <a:pt x="11081" y="86070"/>
                </a:cubicBezTo>
                <a:cubicBezTo>
                  <a:pt x="18178" y="69285"/>
                  <a:pt x="28338" y="54216"/>
                  <a:pt x="41277" y="41277"/>
                </a:cubicBezTo>
                <a:cubicBezTo>
                  <a:pt x="54217" y="28338"/>
                  <a:pt x="69286" y="18180"/>
                  <a:pt x="86071" y="11080"/>
                </a:cubicBezTo>
                <a:cubicBezTo>
                  <a:pt x="103451" y="3728"/>
                  <a:pt x="121910" y="0"/>
                  <a:pt x="140931" y="0"/>
                </a:cubicBezTo>
                <a:cubicBezTo>
                  <a:pt x="159955" y="0"/>
                  <a:pt x="178407" y="3728"/>
                  <a:pt x="195790" y="11080"/>
                </a:cubicBezTo>
                <a:cubicBezTo>
                  <a:pt x="212574" y="18177"/>
                  <a:pt x="227643" y="28338"/>
                  <a:pt x="240582" y="41277"/>
                </a:cubicBezTo>
                <a:cubicBezTo>
                  <a:pt x="253523" y="54216"/>
                  <a:pt x="263680" y="69285"/>
                  <a:pt x="270780" y="86070"/>
                </a:cubicBezTo>
                <a:cubicBezTo>
                  <a:pt x="278132" y="103452"/>
                  <a:pt x="281860" y="121909"/>
                  <a:pt x="281860" y="140928"/>
                </a:cubicBezTo>
                <a:cubicBezTo>
                  <a:pt x="281860" y="159947"/>
                  <a:pt x="278132" y="178404"/>
                  <a:pt x="270780" y="195790"/>
                </a:cubicBezTo>
                <a:cubicBezTo>
                  <a:pt x="263683" y="212572"/>
                  <a:pt x="253523" y="227643"/>
                  <a:pt x="240582" y="240582"/>
                </a:cubicBezTo>
                <a:cubicBezTo>
                  <a:pt x="227643" y="253522"/>
                  <a:pt x="212574" y="263680"/>
                  <a:pt x="195790" y="270779"/>
                </a:cubicBezTo>
                <a:cubicBezTo>
                  <a:pt x="178407" y="278132"/>
                  <a:pt x="159951" y="281860"/>
                  <a:pt x="140931" y="281860"/>
                </a:cubicBezTo>
                <a:close/>
                <a:moveTo>
                  <a:pt x="140931" y="25427"/>
                </a:moveTo>
                <a:cubicBezTo>
                  <a:pt x="77244" y="25427"/>
                  <a:pt x="25430" y="77241"/>
                  <a:pt x="25430" y="140928"/>
                </a:cubicBezTo>
                <a:cubicBezTo>
                  <a:pt x="25430" y="204616"/>
                  <a:pt x="77244" y="256430"/>
                  <a:pt x="140931" y="256430"/>
                </a:cubicBezTo>
                <a:cubicBezTo>
                  <a:pt x="204620" y="256430"/>
                  <a:pt x="256433" y="204616"/>
                  <a:pt x="256433" y="140928"/>
                </a:cubicBezTo>
                <a:cubicBezTo>
                  <a:pt x="256433" y="77241"/>
                  <a:pt x="204620" y="25427"/>
                  <a:pt x="140931" y="25427"/>
                </a:cubicBezTo>
                <a:close/>
                <a:moveTo>
                  <a:pt x="135484" y="190669"/>
                </a:moveTo>
                <a:lnTo>
                  <a:pt x="216983" y="109170"/>
                </a:lnTo>
                <a:cubicBezTo>
                  <a:pt x="221948" y="104206"/>
                  <a:pt x="221948" y="96155"/>
                  <a:pt x="216983" y="91190"/>
                </a:cubicBezTo>
                <a:cubicBezTo>
                  <a:pt x="212019" y="86225"/>
                  <a:pt x="203968" y="86225"/>
                  <a:pt x="199005" y="91190"/>
                </a:cubicBezTo>
                <a:lnTo>
                  <a:pt x="126493" y="163701"/>
                </a:lnTo>
                <a:lnTo>
                  <a:pt x="82856" y="120065"/>
                </a:lnTo>
                <a:cubicBezTo>
                  <a:pt x="77893" y="115101"/>
                  <a:pt x="69842" y="115101"/>
                  <a:pt x="64877" y="120065"/>
                </a:cubicBezTo>
                <a:cubicBezTo>
                  <a:pt x="59913" y="125030"/>
                  <a:pt x="59913" y="133081"/>
                  <a:pt x="64877" y="138045"/>
                </a:cubicBezTo>
                <a:lnTo>
                  <a:pt x="117504" y="190673"/>
                </a:lnTo>
                <a:cubicBezTo>
                  <a:pt x="119887" y="193056"/>
                  <a:pt x="123123" y="194398"/>
                  <a:pt x="126493" y="194398"/>
                </a:cubicBezTo>
                <a:cubicBezTo>
                  <a:pt x="129862" y="194398"/>
                  <a:pt x="133097" y="193060"/>
                  <a:pt x="135481" y="190673"/>
                </a:cubicBezTo>
                <a:lnTo>
                  <a:pt x="135484" y="1906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17" cap="flat">
            <a:solidFill>
              <a:srgbClr val="82B366"/>
            </a:solidFill>
            <a:round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BFB40E-2A5A-42B0-BFE8-7D990996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071" y="1750169"/>
            <a:ext cx="281860" cy="281860"/>
          </a:xfrm>
          <a:custGeom xmlns:a="http://schemas.openxmlformats.org/drawingml/2006/main">
            <a:pathLst>
              <a:path w="281860" h="281860">
                <a:moveTo>
                  <a:pt x="270780" y="86070"/>
                </a:moveTo>
                <a:cubicBezTo>
                  <a:pt x="263683" y="69285"/>
                  <a:pt x="253523" y="54216"/>
                  <a:pt x="240582" y="41277"/>
                </a:cubicBezTo>
                <a:cubicBezTo>
                  <a:pt x="227643" y="28338"/>
                  <a:pt x="212574" y="18180"/>
                  <a:pt x="195790" y="11080"/>
                </a:cubicBezTo>
                <a:cubicBezTo>
                  <a:pt x="178407" y="3728"/>
                  <a:pt x="159951" y="0"/>
                  <a:pt x="140931" y="0"/>
                </a:cubicBezTo>
                <a:cubicBezTo>
                  <a:pt x="121914" y="0"/>
                  <a:pt x="103455" y="3728"/>
                  <a:pt x="86071" y="11080"/>
                </a:cubicBezTo>
                <a:cubicBezTo>
                  <a:pt x="69289" y="18177"/>
                  <a:pt x="54217" y="28338"/>
                  <a:pt x="41277" y="41277"/>
                </a:cubicBezTo>
                <a:cubicBezTo>
                  <a:pt x="28338" y="54216"/>
                  <a:pt x="18180" y="69285"/>
                  <a:pt x="11081" y="86070"/>
                </a:cubicBezTo>
                <a:cubicBezTo>
                  <a:pt x="3729" y="103452"/>
                  <a:pt x="0" y="121909"/>
                  <a:pt x="0" y="140928"/>
                </a:cubicBezTo>
                <a:cubicBezTo>
                  <a:pt x="0" y="159947"/>
                  <a:pt x="3729" y="178404"/>
                  <a:pt x="11081" y="195790"/>
                </a:cubicBezTo>
                <a:cubicBezTo>
                  <a:pt x="18178" y="212572"/>
                  <a:pt x="28338" y="227643"/>
                  <a:pt x="41277" y="240582"/>
                </a:cubicBezTo>
                <a:cubicBezTo>
                  <a:pt x="54217" y="253522"/>
                  <a:pt x="69286" y="263680"/>
                  <a:pt x="86071" y="270779"/>
                </a:cubicBezTo>
                <a:cubicBezTo>
                  <a:pt x="103451" y="278132"/>
                  <a:pt x="121910" y="281860"/>
                  <a:pt x="140931" y="281860"/>
                </a:cubicBezTo>
                <a:cubicBezTo>
                  <a:pt x="159955" y="281860"/>
                  <a:pt x="178407" y="278132"/>
                  <a:pt x="195790" y="270779"/>
                </a:cubicBezTo>
                <a:cubicBezTo>
                  <a:pt x="212574" y="263683"/>
                  <a:pt x="227643" y="253522"/>
                  <a:pt x="240582" y="240582"/>
                </a:cubicBezTo>
                <a:cubicBezTo>
                  <a:pt x="253523" y="227643"/>
                  <a:pt x="263680" y="212575"/>
                  <a:pt x="270780" y="195790"/>
                </a:cubicBezTo>
                <a:cubicBezTo>
                  <a:pt x="278132" y="178407"/>
                  <a:pt x="281860" y="159951"/>
                  <a:pt x="281860" y="140928"/>
                </a:cubicBezTo>
                <a:cubicBezTo>
                  <a:pt x="281860" y="121906"/>
                  <a:pt x="278132" y="103452"/>
                  <a:pt x="270780" y="86070"/>
                </a:cubicBezTo>
                <a:close/>
                <a:moveTo>
                  <a:pt x="140931" y="256433"/>
                </a:moveTo>
                <a:cubicBezTo>
                  <a:pt x="77244" y="256433"/>
                  <a:pt x="25430" y="204619"/>
                  <a:pt x="25430" y="140931"/>
                </a:cubicBezTo>
                <a:cubicBezTo>
                  <a:pt x="25430" y="77244"/>
                  <a:pt x="77241" y="25427"/>
                  <a:pt x="140931" y="25427"/>
                </a:cubicBezTo>
                <a:cubicBezTo>
                  <a:pt x="204623" y="25427"/>
                  <a:pt x="256433" y="77241"/>
                  <a:pt x="256433" y="140928"/>
                </a:cubicBezTo>
                <a:cubicBezTo>
                  <a:pt x="256433" y="204616"/>
                  <a:pt x="204620" y="256430"/>
                  <a:pt x="140931" y="256430"/>
                </a:cubicBezTo>
                <a:lnTo>
                  <a:pt x="140931" y="256433"/>
                </a:lnTo>
                <a:close/>
                <a:moveTo>
                  <a:pt x="203316" y="96524"/>
                </a:moveTo>
                <a:lnTo>
                  <a:pt x="158908" y="140931"/>
                </a:lnTo>
                <a:lnTo>
                  <a:pt x="203316" y="185339"/>
                </a:lnTo>
                <a:cubicBezTo>
                  <a:pt x="208282" y="190304"/>
                  <a:pt x="208282" y="198355"/>
                  <a:pt x="203316" y="203319"/>
                </a:cubicBezTo>
                <a:cubicBezTo>
                  <a:pt x="200835" y="205801"/>
                  <a:pt x="197579" y="207044"/>
                  <a:pt x="194327" y="207044"/>
                </a:cubicBezTo>
                <a:cubicBezTo>
                  <a:pt x="191076" y="207044"/>
                  <a:pt x="187822" y="205801"/>
                  <a:pt x="185340" y="203319"/>
                </a:cubicBezTo>
                <a:lnTo>
                  <a:pt x="140931" y="158912"/>
                </a:lnTo>
                <a:lnTo>
                  <a:pt x="96522" y="203319"/>
                </a:lnTo>
                <a:cubicBezTo>
                  <a:pt x="94042" y="205801"/>
                  <a:pt x="90786" y="207044"/>
                  <a:pt x="87536" y="207044"/>
                </a:cubicBezTo>
                <a:cubicBezTo>
                  <a:pt x="84283" y="207044"/>
                  <a:pt x="81029" y="205801"/>
                  <a:pt x="78547" y="203319"/>
                </a:cubicBezTo>
                <a:cubicBezTo>
                  <a:pt x="73583" y="198355"/>
                  <a:pt x="73583" y="190304"/>
                  <a:pt x="78547" y="185339"/>
                </a:cubicBezTo>
                <a:lnTo>
                  <a:pt x="122955" y="140931"/>
                </a:lnTo>
                <a:lnTo>
                  <a:pt x="78547" y="96524"/>
                </a:lnTo>
                <a:cubicBezTo>
                  <a:pt x="73583" y="91559"/>
                  <a:pt x="73583" y="83508"/>
                  <a:pt x="78547" y="78543"/>
                </a:cubicBezTo>
                <a:cubicBezTo>
                  <a:pt x="83512" y="73579"/>
                  <a:pt x="91564" y="73579"/>
                  <a:pt x="96526" y="78543"/>
                </a:cubicBezTo>
                <a:lnTo>
                  <a:pt x="140935" y="122952"/>
                </a:lnTo>
                <a:lnTo>
                  <a:pt x="185343" y="78543"/>
                </a:lnTo>
                <a:cubicBezTo>
                  <a:pt x="190307" y="73579"/>
                  <a:pt x="198358" y="73579"/>
                  <a:pt x="203323" y="78543"/>
                </a:cubicBezTo>
                <a:cubicBezTo>
                  <a:pt x="208287" y="83508"/>
                  <a:pt x="208287" y="91559"/>
                  <a:pt x="203323" y="96524"/>
                </a:cubicBezTo>
                <a:lnTo>
                  <a:pt x="203316" y="96524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6E25C-5BE1-4B0F-81BB-5C6F5E62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071" y="1750169"/>
            <a:ext cx="281860" cy="281860"/>
          </a:xfrm>
          <a:custGeom xmlns:a="http://schemas.openxmlformats.org/drawingml/2006/main">
            <a:pathLst>
              <a:path w="281860" h="281860" fill="none">
                <a:moveTo>
                  <a:pt x="270780" y="86070"/>
                </a:moveTo>
                <a:cubicBezTo>
                  <a:pt x="263683" y="69285"/>
                  <a:pt x="253523" y="54216"/>
                  <a:pt x="240582" y="41277"/>
                </a:cubicBezTo>
                <a:cubicBezTo>
                  <a:pt x="227643" y="28338"/>
                  <a:pt x="212574" y="18180"/>
                  <a:pt x="195790" y="11080"/>
                </a:cubicBezTo>
                <a:cubicBezTo>
                  <a:pt x="178407" y="3728"/>
                  <a:pt x="159951" y="0"/>
                  <a:pt x="140931" y="0"/>
                </a:cubicBezTo>
                <a:cubicBezTo>
                  <a:pt x="121914" y="0"/>
                  <a:pt x="103455" y="3728"/>
                  <a:pt x="86071" y="11080"/>
                </a:cubicBezTo>
                <a:cubicBezTo>
                  <a:pt x="69289" y="18177"/>
                  <a:pt x="54217" y="28338"/>
                  <a:pt x="41277" y="41277"/>
                </a:cubicBezTo>
                <a:cubicBezTo>
                  <a:pt x="28338" y="54216"/>
                  <a:pt x="18180" y="69285"/>
                  <a:pt x="11081" y="86070"/>
                </a:cubicBezTo>
                <a:cubicBezTo>
                  <a:pt x="3729" y="103452"/>
                  <a:pt x="0" y="121909"/>
                  <a:pt x="0" y="140928"/>
                </a:cubicBezTo>
                <a:cubicBezTo>
                  <a:pt x="0" y="159947"/>
                  <a:pt x="3729" y="178404"/>
                  <a:pt x="11081" y="195790"/>
                </a:cubicBezTo>
                <a:cubicBezTo>
                  <a:pt x="18178" y="212572"/>
                  <a:pt x="28338" y="227643"/>
                  <a:pt x="41277" y="240582"/>
                </a:cubicBezTo>
                <a:cubicBezTo>
                  <a:pt x="54217" y="253522"/>
                  <a:pt x="69286" y="263680"/>
                  <a:pt x="86071" y="270779"/>
                </a:cubicBezTo>
                <a:cubicBezTo>
                  <a:pt x="103451" y="278132"/>
                  <a:pt x="121910" y="281860"/>
                  <a:pt x="140931" y="281860"/>
                </a:cubicBezTo>
                <a:cubicBezTo>
                  <a:pt x="159955" y="281860"/>
                  <a:pt x="178407" y="278132"/>
                  <a:pt x="195790" y="270779"/>
                </a:cubicBezTo>
                <a:cubicBezTo>
                  <a:pt x="212574" y="263683"/>
                  <a:pt x="227643" y="253522"/>
                  <a:pt x="240582" y="240582"/>
                </a:cubicBezTo>
                <a:cubicBezTo>
                  <a:pt x="253523" y="227643"/>
                  <a:pt x="263680" y="212575"/>
                  <a:pt x="270780" y="195790"/>
                </a:cubicBezTo>
                <a:cubicBezTo>
                  <a:pt x="278132" y="178407"/>
                  <a:pt x="281860" y="159951"/>
                  <a:pt x="281860" y="140928"/>
                </a:cubicBezTo>
                <a:cubicBezTo>
                  <a:pt x="281860" y="121906"/>
                  <a:pt x="278132" y="103452"/>
                  <a:pt x="270780" y="86070"/>
                </a:cubicBezTo>
                <a:close/>
                <a:moveTo>
                  <a:pt x="140931" y="256433"/>
                </a:moveTo>
                <a:cubicBezTo>
                  <a:pt x="77244" y="256433"/>
                  <a:pt x="25430" y="204619"/>
                  <a:pt x="25430" y="140931"/>
                </a:cubicBezTo>
                <a:cubicBezTo>
                  <a:pt x="25430" y="77244"/>
                  <a:pt x="77241" y="25427"/>
                  <a:pt x="140931" y="25427"/>
                </a:cubicBezTo>
                <a:cubicBezTo>
                  <a:pt x="204623" y="25427"/>
                  <a:pt x="256433" y="77241"/>
                  <a:pt x="256433" y="140928"/>
                </a:cubicBezTo>
                <a:cubicBezTo>
                  <a:pt x="256433" y="204616"/>
                  <a:pt x="204620" y="256430"/>
                  <a:pt x="140931" y="256430"/>
                </a:cubicBezTo>
                <a:lnTo>
                  <a:pt x="140931" y="256433"/>
                </a:lnTo>
                <a:close/>
                <a:moveTo>
                  <a:pt x="203316" y="96524"/>
                </a:moveTo>
                <a:lnTo>
                  <a:pt x="158908" y="140931"/>
                </a:lnTo>
                <a:lnTo>
                  <a:pt x="203316" y="185339"/>
                </a:lnTo>
                <a:cubicBezTo>
                  <a:pt x="208282" y="190304"/>
                  <a:pt x="208282" y="198355"/>
                  <a:pt x="203316" y="203319"/>
                </a:cubicBezTo>
                <a:cubicBezTo>
                  <a:pt x="200835" y="205801"/>
                  <a:pt x="197579" y="207044"/>
                  <a:pt x="194327" y="207044"/>
                </a:cubicBezTo>
                <a:cubicBezTo>
                  <a:pt x="191076" y="207044"/>
                  <a:pt x="187822" y="205801"/>
                  <a:pt x="185340" y="203319"/>
                </a:cubicBezTo>
                <a:lnTo>
                  <a:pt x="140931" y="158912"/>
                </a:lnTo>
                <a:lnTo>
                  <a:pt x="96522" y="203319"/>
                </a:lnTo>
                <a:cubicBezTo>
                  <a:pt x="94042" y="205801"/>
                  <a:pt x="90786" y="207044"/>
                  <a:pt x="87536" y="207044"/>
                </a:cubicBezTo>
                <a:cubicBezTo>
                  <a:pt x="84283" y="207044"/>
                  <a:pt x="81029" y="205801"/>
                  <a:pt x="78547" y="203319"/>
                </a:cubicBezTo>
                <a:cubicBezTo>
                  <a:pt x="73583" y="198355"/>
                  <a:pt x="73583" y="190304"/>
                  <a:pt x="78547" y="185339"/>
                </a:cubicBezTo>
                <a:lnTo>
                  <a:pt x="122955" y="140931"/>
                </a:lnTo>
                <a:lnTo>
                  <a:pt x="78547" y="96524"/>
                </a:lnTo>
                <a:cubicBezTo>
                  <a:pt x="73583" y="91559"/>
                  <a:pt x="73583" y="83508"/>
                  <a:pt x="78547" y="78543"/>
                </a:cubicBezTo>
                <a:cubicBezTo>
                  <a:pt x="83512" y="73579"/>
                  <a:pt x="91564" y="73579"/>
                  <a:pt x="96526" y="78543"/>
                </a:cubicBezTo>
                <a:lnTo>
                  <a:pt x="140935" y="122952"/>
                </a:lnTo>
                <a:lnTo>
                  <a:pt x="185343" y="78543"/>
                </a:lnTo>
                <a:cubicBezTo>
                  <a:pt x="190307" y="73579"/>
                  <a:pt x="198358" y="73579"/>
                  <a:pt x="203323" y="78543"/>
                </a:cubicBezTo>
                <a:cubicBezTo>
                  <a:pt x="208287" y="83508"/>
                  <a:pt x="208287" y="91559"/>
                  <a:pt x="203323" y="96524"/>
                </a:cubicBezTo>
                <a:lnTo>
                  <a:pt x="203316" y="965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17" cap="flat">
            <a:solidFill>
              <a:srgbClr val="B85450"/>
            </a:solidFill>
            <a:round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89516A-337F-4670-92EA-012CF37D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451" y="2270741"/>
            <a:ext cx="294976" cy="229147"/>
          </a:xfrm>
          <a:custGeom xmlns:a="http://schemas.openxmlformats.org/drawingml/2006/main">
            <a:pathLst>
              <a:path w="294976" h="229147" fill="none">
                <a:moveTo>
                  <a:pt x="0" y="0"/>
                </a:moveTo>
                <a:lnTo>
                  <a:pt x="294976" y="0"/>
                </a:lnTo>
                <a:lnTo>
                  <a:pt x="294976" y="229147"/>
                </a:lnTo>
              </a:path>
            </a:pathLst>
          </a:custGeom>
          <a:noFill xmlns:a="http://schemas.openxmlformats.org/drawingml/2006/main"/>
          <a:ln xmlns:a="http://schemas.openxmlformats.org/drawingml/2006/main" w="29669" cap="flat">
            <a:solidFill>
              <a:srgbClr val="191919"/>
            </a:solidFill>
            <a:round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988877-535F-4E4D-BC9E-EDA727ED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923" y="2499889"/>
            <a:ext cx="89008" cy="89008"/>
          </a:xfrm>
          <a:custGeom xmlns:a="http://schemas.openxmlformats.org/drawingml/2006/main">
            <a:pathLst>
              <a:path w="89008" h="89008">
                <a:moveTo>
                  <a:pt x="89008" y="0"/>
                </a:moveTo>
                <a:lnTo>
                  <a:pt x="44504" y="89008"/>
                </a:lnTo>
                <a:lnTo>
                  <a:pt x="0" y="0"/>
                </a:lnTo>
                <a:lnTo>
                  <a:pt x="89008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BA7AC8-DD74-4C7B-B06A-B3DF71F2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923" y="2499889"/>
            <a:ext cx="89008" cy="89008"/>
          </a:xfrm>
          <a:custGeom xmlns:a="http://schemas.openxmlformats.org/drawingml/2006/main">
            <a:pathLst>
              <a:path w="89008" h="89008" fill="none">
                <a:moveTo>
                  <a:pt x="89008" y="0"/>
                </a:moveTo>
                <a:lnTo>
                  <a:pt x="44504" y="89008"/>
                </a:lnTo>
                <a:lnTo>
                  <a:pt x="0" y="0"/>
                </a:lnTo>
                <a:lnTo>
                  <a:pt x="890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17" cap="rnd">
            <a:solidFill>
              <a:srgbClr val="191919"/>
            </a:solidFill>
            <a:miter/>
          </a:ln>
        </p:spPr>
      </p:sp>
      <p:sp>
        <p:nvSpPr>
          <p:cNvPr id="146" name="Text CurrentSamplingRateθ,BudgetSamplingRateβ">
            <a:extLst xmlns:a="http://schemas.openxmlformats.org/drawingml/2006/main">
              <a:ext uri="{FF2B5EF4-FFF2-40B4-BE49-F238E27FC236}">
                <a16:creationId xmlns:a16="http://schemas.microsoft.com/office/drawing/2014/main" id="{57749594-9E21-436B-BE6F-6BE8D49F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199" y="264062"/>
            <a:ext cx="4500817" cy="179016"/>
          </a:xfrm>
          <a:custGeom xmlns:a="http://schemas.openxmlformats.org/drawingml/2006/main">
            <a:pathLst>
              <a:path w="4500817" h="179016">
                <a:moveTo>
                  <a:pt x="125755" y="98"/>
                </a:moveTo>
                <a:lnTo>
                  <a:pt x="125755" y="46058"/>
                </a:lnTo>
                <a:lnTo>
                  <a:pt x="121941" y="46058"/>
                </a:lnTo>
                <a:cubicBezTo>
                  <a:pt x="119072" y="34063"/>
                  <a:pt x="113727" y="24871"/>
                  <a:pt x="105904" y="18482"/>
                </a:cubicBezTo>
                <a:cubicBezTo>
                  <a:pt x="98016" y="12158"/>
                  <a:pt x="89150" y="8964"/>
                  <a:pt x="79306" y="8899"/>
                </a:cubicBezTo>
                <a:cubicBezTo>
                  <a:pt x="70961" y="8899"/>
                  <a:pt x="63366" y="11278"/>
                  <a:pt x="56521" y="16037"/>
                </a:cubicBezTo>
                <a:cubicBezTo>
                  <a:pt x="49546" y="20861"/>
                  <a:pt x="44493" y="27087"/>
                  <a:pt x="41364" y="34715"/>
                </a:cubicBezTo>
                <a:cubicBezTo>
                  <a:pt x="37257" y="44624"/>
                  <a:pt x="35203" y="55576"/>
                  <a:pt x="35203" y="67571"/>
                </a:cubicBezTo>
                <a:cubicBezTo>
                  <a:pt x="35138" y="79501"/>
                  <a:pt x="36638" y="90290"/>
                  <a:pt x="39702" y="99939"/>
                </a:cubicBezTo>
                <a:cubicBezTo>
                  <a:pt x="42701" y="109717"/>
                  <a:pt x="47394" y="117084"/>
                  <a:pt x="53783" y="122039"/>
                </a:cubicBezTo>
                <a:cubicBezTo>
                  <a:pt x="60107" y="127058"/>
                  <a:pt x="68386" y="129568"/>
                  <a:pt x="78621" y="129568"/>
                </a:cubicBezTo>
                <a:cubicBezTo>
                  <a:pt x="86900" y="129568"/>
                  <a:pt x="94560" y="127743"/>
                  <a:pt x="101601" y="124092"/>
                </a:cubicBezTo>
                <a:cubicBezTo>
                  <a:pt x="108446" y="120507"/>
                  <a:pt x="115748" y="114216"/>
                  <a:pt x="123506" y="105219"/>
                </a:cubicBezTo>
                <a:lnTo>
                  <a:pt x="123506" y="116660"/>
                </a:lnTo>
                <a:cubicBezTo>
                  <a:pt x="116074" y="124483"/>
                  <a:pt x="108348" y="130090"/>
                  <a:pt x="100330" y="133480"/>
                </a:cubicBezTo>
                <a:cubicBezTo>
                  <a:pt x="92181" y="137000"/>
                  <a:pt x="82761" y="138760"/>
                  <a:pt x="72069" y="138760"/>
                </a:cubicBezTo>
                <a:cubicBezTo>
                  <a:pt x="57858" y="138760"/>
                  <a:pt x="45308" y="135925"/>
                  <a:pt x="34421" y="130253"/>
                </a:cubicBezTo>
                <a:cubicBezTo>
                  <a:pt x="23339" y="124646"/>
                  <a:pt x="14864" y="116497"/>
                  <a:pt x="8996" y="105806"/>
                </a:cubicBezTo>
                <a:cubicBezTo>
                  <a:pt x="2999" y="95245"/>
                  <a:pt x="0" y="83934"/>
                  <a:pt x="0" y="71874"/>
                </a:cubicBezTo>
                <a:cubicBezTo>
                  <a:pt x="0" y="59292"/>
                  <a:pt x="3325" y="47297"/>
                  <a:pt x="9974" y="35888"/>
                </a:cubicBezTo>
                <a:cubicBezTo>
                  <a:pt x="16493" y="24545"/>
                  <a:pt x="25425" y="15744"/>
                  <a:pt x="36768" y="9485"/>
                </a:cubicBezTo>
                <a:cubicBezTo>
                  <a:pt x="47981" y="3227"/>
                  <a:pt x="59911" y="98"/>
                  <a:pt x="72558" y="98"/>
                </a:cubicBezTo>
                <a:cubicBezTo>
                  <a:pt x="81815" y="163"/>
                  <a:pt x="91659" y="2184"/>
                  <a:pt x="102090" y="6161"/>
                </a:cubicBezTo>
                <a:cubicBezTo>
                  <a:pt x="108022" y="8508"/>
                  <a:pt x="111836" y="9681"/>
                  <a:pt x="113531" y="9681"/>
                </a:cubicBezTo>
                <a:cubicBezTo>
                  <a:pt x="115552" y="9681"/>
                  <a:pt x="117377" y="8899"/>
                  <a:pt x="119007" y="7334"/>
                </a:cubicBezTo>
                <a:cubicBezTo>
                  <a:pt x="120441" y="5900"/>
                  <a:pt x="121419" y="3488"/>
                  <a:pt x="121941" y="98"/>
                </a:cubicBezTo>
                <a:lnTo>
                  <a:pt x="125755" y="98"/>
                </a:lnTo>
                <a:close/>
                <a:moveTo>
                  <a:pt x="235476" y="44298"/>
                </a:moveTo>
                <a:lnTo>
                  <a:pt x="235476" y="115878"/>
                </a:lnTo>
                <a:cubicBezTo>
                  <a:pt x="235476" y="122919"/>
                  <a:pt x="236128" y="127254"/>
                  <a:pt x="237431" y="128884"/>
                </a:cubicBezTo>
                <a:cubicBezTo>
                  <a:pt x="238670" y="130644"/>
                  <a:pt x="241310" y="131752"/>
                  <a:pt x="245352" y="132209"/>
                </a:cubicBezTo>
                <a:lnTo>
                  <a:pt x="245352" y="135729"/>
                </a:lnTo>
                <a:lnTo>
                  <a:pt x="208095" y="135729"/>
                </a:lnTo>
                <a:lnTo>
                  <a:pt x="208095" y="123506"/>
                </a:lnTo>
                <a:cubicBezTo>
                  <a:pt x="203662" y="128721"/>
                  <a:pt x="199294" y="132502"/>
                  <a:pt x="194992" y="134849"/>
                </a:cubicBezTo>
                <a:cubicBezTo>
                  <a:pt x="190559" y="137326"/>
                  <a:pt x="185669" y="138532"/>
                  <a:pt x="180324" y="138467"/>
                </a:cubicBezTo>
                <a:cubicBezTo>
                  <a:pt x="175108" y="138532"/>
                  <a:pt x="170545" y="136935"/>
                  <a:pt x="166633" y="133675"/>
                </a:cubicBezTo>
                <a:cubicBezTo>
                  <a:pt x="162591" y="130546"/>
                  <a:pt x="159886" y="126863"/>
                  <a:pt x="158517" y="122625"/>
                </a:cubicBezTo>
                <a:cubicBezTo>
                  <a:pt x="157148" y="118453"/>
                  <a:pt x="156463" y="111054"/>
                  <a:pt x="156463" y="100428"/>
                </a:cubicBezTo>
                <a:lnTo>
                  <a:pt x="156463" y="64149"/>
                </a:lnTo>
                <a:cubicBezTo>
                  <a:pt x="156463" y="57238"/>
                  <a:pt x="155844" y="52936"/>
                  <a:pt x="154606" y="51241"/>
                </a:cubicBezTo>
                <a:cubicBezTo>
                  <a:pt x="153236" y="49611"/>
                  <a:pt x="150564" y="48503"/>
                  <a:pt x="146587" y="47916"/>
                </a:cubicBezTo>
                <a:lnTo>
                  <a:pt x="146587" y="44298"/>
                </a:lnTo>
                <a:lnTo>
                  <a:pt x="183844" y="44298"/>
                </a:lnTo>
                <a:lnTo>
                  <a:pt x="183844" y="106784"/>
                </a:lnTo>
                <a:cubicBezTo>
                  <a:pt x="183779" y="113368"/>
                  <a:pt x="184105" y="117573"/>
                  <a:pt x="184822" y="119398"/>
                </a:cubicBezTo>
                <a:cubicBezTo>
                  <a:pt x="185409" y="121289"/>
                  <a:pt x="186386" y="122723"/>
                  <a:pt x="187755" y="123701"/>
                </a:cubicBezTo>
                <a:cubicBezTo>
                  <a:pt x="188994" y="124679"/>
                  <a:pt x="190526" y="125168"/>
                  <a:pt x="192351" y="125168"/>
                </a:cubicBezTo>
                <a:cubicBezTo>
                  <a:pt x="194698" y="125233"/>
                  <a:pt x="196817" y="124614"/>
                  <a:pt x="198708" y="123310"/>
                </a:cubicBezTo>
                <a:cubicBezTo>
                  <a:pt x="201315" y="121680"/>
                  <a:pt x="204444" y="118258"/>
                  <a:pt x="208095" y="113042"/>
                </a:cubicBezTo>
                <a:lnTo>
                  <a:pt x="208095" y="64149"/>
                </a:lnTo>
                <a:cubicBezTo>
                  <a:pt x="208095" y="57238"/>
                  <a:pt x="207476" y="52936"/>
                  <a:pt x="206237" y="51241"/>
                </a:cubicBezTo>
                <a:cubicBezTo>
                  <a:pt x="204868" y="49611"/>
                  <a:pt x="202195" y="48503"/>
                  <a:pt x="198219" y="47916"/>
                </a:cubicBezTo>
                <a:lnTo>
                  <a:pt x="198219" y="44298"/>
                </a:lnTo>
                <a:lnTo>
                  <a:pt x="235476" y="44298"/>
                </a:lnTo>
                <a:close/>
                <a:moveTo>
                  <a:pt x="296376" y="44298"/>
                </a:moveTo>
                <a:lnTo>
                  <a:pt x="296376" y="65029"/>
                </a:lnTo>
                <a:cubicBezTo>
                  <a:pt x="302373" y="55576"/>
                  <a:pt x="307686" y="49285"/>
                  <a:pt x="312315" y="46156"/>
                </a:cubicBezTo>
                <a:cubicBezTo>
                  <a:pt x="316878" y="43157"/>
                  <a:pt x="321279" y="41625"/>
                  <a:pt x="325516" y="41560"/>
                </a:cubicBezTo>
                <a:cubicBezTo>
                  <a:pt x="329102" y="41560"/>
                  <a:pt x="332035" y="42668"/>
                  <a:pt x="334317" y="44884"/>
                </a:cubicBezTo>
                <a:cubicBezTo>
                  <a:pt x="336468" y="47166"/>
                  <a:pt x="337544" y="50361"/>
                  <a:pt x="337544" y="54468"/>
                </a:cubicBezTo>
                <a:cubicBezTo>
                  <a:pt x="337479" y="58901"/>
                  <a:pt x="336436" y="62291"/>
                  <a:pt x="334415" y="64637"/>
                </a:cubicBezTo>
                <a:cubicBezTo>
                  <a:pt x="332264" y="67115"/>
                  <a:pt x="329689" y="68321"/>
                  <a:pt x="326690" y="68256"/>
                </a:cubicBezTo>
                <a:cubicBezTo>
                  <a:pt x="323235" y="68321"/>
                  <a:pt x="320236" y="67213"/>
                  <a:pt x="317693" y="64931"/>
                </a:cubicBezTo>
                <a:cubicBezTo>
                  <a:pt x="315151" y="62780"/>
                  <a:pt x="313651" y="61541"/>
                  <a:pt x="313195" y="61215"/>
                </a:cubicBezTo>
                <a:cubicBezTo>
                  <a:pt x="312478" y="60824"/>
                  <a:pt x="311728" y="60628"/>
                  <a:pt x="310946" y="60628"/>
                </a:cubicBezTo>
                <a:cubicBezTo>
                  <a:pt x="308990" y="60628"/>
                  <a:pt x="307197" y="61345"/>
                  <a:pt x="305568" y="62780"/>
                </a:cubicBezTo>
                <a:cubicBezTo>
                  <a:pt x="302895" y="65061"/>
                  <a:pt x="300874" y="68223"/>
                  <a:pt x="299505" y="72265"/>
                </a:cubicBezTo>
                <a:cubicBezTo>
                  <a:pt x="297419" y="78654"/>
                  <a:pt x="296376" y="85629"/>
                  <a:pt x="296376" y="93191"/>
                </a:cubicBezTo>
                <a:lnTo>
                  <a:pt x="296376" y="114216"/>
                </a:lnTo>
                <a:lnTo>
                  <a:pt x="296473" y="119692"/>
                </a:lnTo>
                <a:cubicBezTo>
                  <a:pt x="296408" y="123408"/>
                  <a:pt x="296636" y="125787"/>
                  <a:pt x="297158" y="126830"/>
                </a:cubicBezTo>
                <a:cubicBezTo>
                  <a:pt x="297940" y="128590"/>
                  <a:pt x="299114" y="129862"/>
                  <a:pt x="300678" y="130644"/>
                </a:cubicBezTo>
                <a:cubicBezTo>
                  <a:pt x="302113" y="131557"/>
                  <a:pt x="304688" y="132078"/>
                  <a:pt x="308404" y="132209"/>
                </a:cubicBezTo>
                <a:lnTo>
                  <a:pt x="308404" y="135729"/>
                </a:lnTo>
                <a:lnTo>
                  <a:pt x="259021" y="135729"/>
                </a:lnTo>
                <a:lnTo>
                  <a:pt x="259021" y="132209"/>
                </a:lnTo>
                <a:cubicBezTo>
                  <a:pt x="262932" y="131948"/>
                  <a:pt x="265638" y="130840"/>
                  <a:pt x="267137" y="128884"/>
                </a:cubicBezTo>
                <a:cubicBezTo>
                  <a:pt x="268506" y="127058"/>
                  <a:pt x="269191" y="122169"/>
                  <a:pt x="269191" y="114216"/>
                </a:cubicBezTo>
                <a:lnTo>
                  <a:pt x="269191" y="63660"/>
                </a:lnTo>
                <a:cubicBezTo>
                  <a:pt x="269126" y="58509"/>
                  <a:pt x="268865" y="55185"/>
                  <a:pt x="268408" y="53685"/>
                </a:cubicBezTo>
                <a:cubicBezTo>
                  <a:pt x="267691" y="51925"/>
                  <a:pt x="266746" y="50589"/>
                  <a:pt x="265573" y="49676"/>
                </a:cubicBezTo>
                <a:cubicBezTo>
                  <a:pt x="264269" y="48829"/>
                  <a:pt x="262085" y="48242"/>
                  <a:pt x="259021" y="47916"/>
                </a:cubicBezTo>
                <a:lnTo>
                  <a:pt x="259021" y="44298"/>
                </a:lnTo>
                <a:lnTo>
                  <a:pt x="296376" y="44298"/>
                </a:lnTo>
                <a:close/>
                <a:moveTo>
                  <a:pt x="385384" y="44298"/>
                </a:moveTo>
                <a:lnTo>
                  <a:pt x="385384" y="65029"/>
                </a:lnTo>
                <a:cubicBezTo>
                  <a:pt x="391382" y="55576"/>
                  <a:pt x="396695" y="49285"/>
                  <a:pt x="401323" y="46156"/>
                </a:cubicBezTo>
                <a:cubicBezTo>
                  <a:pt x="405887" y="43157"/>
                  <a:pt x="410287" y="41625"/>
                  <a:pt x="414525" y="41560"/>
                </a:cubicBezTo>
                <a:cubicBezTo>
                  <a:pt x="418110" y="41560"/>
                  <a:pt x="421044" y="42668"/>
                  <a:pt x="423325" y="44884"/>
                </a:cubicBezTo>
                <a:cubicBezTo>
                  <a:pt x="425477" y="47166"/>
                  <a:pt x="426552" y="50361"/>
                  <a:pt x="426552" y="54468"/>
                </a:cubicBezTo>
                <a:cubicBezTo>
                  <a:pt x="426487" y="58901"/>
                  <a:pt x="425444" y="62291"/>
                  <a:pt x="423423" y="64637"/>
                </a:cubicBezTo>
                <a:cubicBezTo>
                  <a:pt x="421272" y="67115"/>
                  <a:pt x="418697" y="68321"/>
                  <a:pt x="415698" y="68256"/>
                </a:cubicBezTo>
                <a:cubicBezTo>
                  <a:pt x="412243" y="68321"/>
                  <a:pt x="409244" y="67213"/>
                  <a:pt x="406702" y="64931"/>
                </a:cubicBezTo>
                <a:cubicBezTo>
                  <a:pt x="404159" y="62780"/>
                  <a:pt x="402660" y="61541"/>
                  <a:pt x="402203" y="61215"/>
                </a:cubicBezTo>
                <a:cubicBezTo>
                  <a:pt x="401486" y="60824"/>
                  <a:pt x="400737" y="60628"/>
                  <a:pt x="399954" y="60628"/>
                </a:cubicBezTo>
                <a:cubicBezTo>
                  <a:pt x="397998" y="60628"/>
                  <a:pt x="396206" y="61345"/>
                  <a:pt x="394576" y="62780"/>
                </a:cubicBezTo>
                <a:cubicBezTo>
                  <a:pt x="391903" y="65061"/>
                  <a:pt x="389882" y="68223"/>
                  <a:pt x="388513" y="72265"/>
                </a:cubicBezTo>
                <a:cubicBezTo>
                  <a:pt x="386427" y="78654"/>
                  <a:pt x="385384" y="85629"/>
                  <a:pt x="385384" y="93191"/>
                </a:cubicBezTo>
                <a:lnTo>
                  <a:pt x="385384" y="114216"/>
                </a:lnTo>
                <a:lnTo>
                  <a:pt x="385482" y="119692"/>
                </a:lnTo>
                <a:cubicBezTo>
                  <a:pt x="385417" y="123408"/>
                  <a:pt x="385645" y="125787"/>
                  <a:pt x="386166" y="126830"/>
                </a:cubicBezTo>
                <a:cubicBezTo>
                  <a:pt x="386949" y="128590"/>
                  <a:pt x="388122" y="129862"/>
                  <a:pt x="389687" y="130644"/>
                </a:cubicBezTo>
                <a:cubicBezTo>
                  <a:pt x="391121" y="131557"/>
                  <a:pt x="393696" y="132078"/>
                  <a:pt x="397412" y="132209"/>
                </a:cubicBezTo>
                <a:lnTo>
                  <a:pt x="397412" y="135729"/>
                </a:lnTo>
                <a:lnTo>
                  <a:pt x="348029" y="135729"/>
                </a:lnTo>
                <a:lnTo>
                  <a:pt x="348029" y="132209"/>
                </a:lnTo>
                <a:cubicBezTo>
                  <a:pt x="351941" y="131948"/>
                  <a:pt x="354646" y="130840"/>
                  <a:pt x="356145" y="128884"/>
                </a:cubicBezTo>
                <a:cubicBezTo>
                  <a:pt x="357515" y="127058"/>
                  <a:pt x="358199" y="122169"/>
                  <a:pt x="358199" y="114216"/>
                </a:cubicBezTo>
                <a:lnTo>
                  <a:pt x="358199" y="63660"/>
                </a:lnTo>
                <a:cubicBezTo>
                  <a:pt x="358134" y="58509"/>
                  <a:pt x="357873" y="55185"/>
                  <a:pt x="357417" y="53685"/>
                </a:cubicBezTo>
                <a:cubicBezTo>
                  <a:pt x="356700" y="51925"/>
                  <a:pt x="355754" y="50589"/>
                  <a:pt x="354581" y="49676"/>
                </a:cubicBezTo>
                <a:cubicBezTo>
                  <a:pt x="353277" y="48829"/>
                  <a:pt x="351093" y="48242"/>
                  <a:pt x="348029" y="47916"/>
                </a:cubicBezTo>
                <a:lnTo>
                  <a:pt x="348029" y="44298"/>
                </a:lnTo>
                <a:lnTo>
                  <a:pt x="385384" y="44298"/>
                </a:lnTo>
                <a:close/>
                <a:moveTo>
                  <a:pt x="513996" y="86737"/>
                </a:moveTo>
                <a:lnTo>
                  <a:pt x="463831" y="86737"/>
                </a:lnTo>
                <a:cubicBezTo>
                  <a:pt x="464418" y="98863"/>
                  <a:pt x="467645" y="108446"/>
                  <a:pt x="473512" y="115487"/>
                </a:cubicBezTo>
                <a:cubicBezTo>
                  <a:pt x="477945" y="120898"/>
                  <a:pt x="483356" y="123603"/>
                  <a:pt x="489745" y="123603"/>
                </a:cubicBezTo>
                <a:cubicBezTo>
                  <a:pt x="493591" y="123668"/>
                  <a:pt x="497144" y="122560"/>
                  <a:pt x="500404" y="120279"/>
                </a:cubicBezTo>
                <a:cubicBezTo>
                  <a:pt x="503598" y="118127"/>
                  <a:pt x="507021" y="114216"/>
                  <a:pt x="510671" y="108544"/>
                </a:cubicBezTo>
                <a:lnTo>
                  <a:pt x="513996" y="110695"/>
                </a:lnTo>
                <a:cubicBezTo>
                  <a:pt x="508976" y="120800"/>
                  <a:pt x="503500" y="127939"/>
                  <a:pt x="497568" y="132111"/>
                </a:cubicBezTo>
                <a:cubicBezTo>
                  <a:pt x="491570" y="136348"/>
                  <a:pt x="484627" y="138467"/>
                  <a:pt x="476739" y="138467"/>
                </a:cubicBezTo>
                <a:cubicBezTo>
                  <a:pt x="463114" y="138532"/>
                  <a:pt x="452846" y="133317"/>
                  <a:pt x="445936" y="122821"/>
                </a:cubicBezTo>
                <a:cubicBezTo>
                  <a:pt x="440330" y="114411"/>
                  <a:pt x="437526" y="103981"/>
                  <a:pt x="437526" y="91529"/>
                </a:cubicBezTo>
                <a:cubicBezTo>
                  <a:pt x="437461" y="76339"/>
                  <a:pt x="441601" y="64181"/>
                  <a:pt x="449945" y="55054"/>
                </a:cubicBezTo>
                <a:cubicBezTo>
                  <a:pt x="458159" y="46058"/>
                  <a:pt x="467808" y="41560"/>
                  <a:pt x="478890" y="41560"/>
                </a:cubicBezTo>
                <a:cubicBezTo>
                  <a:pt x="488148" y="41625"/>
                  <a:pt x="496199" y="45406"/>
                  <a:pt x="503044" y="52903"/>
                </a:cubicBezTo>
                <a:cubicBezTo>
                  <a:pt x="509759" y="60530"/>
                  <a:pt x="513409" y="71809"/>
                  <a:pt x="513996" y="86737"/>
                </a:cubicBezTo>
                <a:moveTo>
                  <a:pt x="489940" y="80186"/>
                </a:moveTo>
                <a:cubicBezTo>
                  <a:pt x="489875" y="69755"/>
                  <a:pt x="489321" y="62551"/>
                  <a:pt x="488278" y="58575"/>
                </a:cubicBezTo>
                <a:cubicBezTo>
                  <a:pt x="487105" y="54728"/>
                  <a:pt x="485312" y="51762"/>
                  <a:pt x="482900" y="49676"/>
                </a:cubicBezTo>
                <a:cubicBezTo>
                  <a:pt x="481465" y="48503"/>
                  <a:pt x="479640" y="47916"/>
                  <a:pt x="477424" y="47916"/>
                </a:cubicBezTo>
                <a:cubicBezTo>
                  <a:pt x="473968" y="47916"/>
                  <a:pt x="471198" y="49578"/>
                  <a:pt x="469112" y="52903"/>
                </a:cubicBezTo>
                <a:cubicBezTo>
                  <a:pt x="465265" y="58770"/>
                  <a:pt x="463342" y="66724"/>
                  <a:pt x="463342" y="76763"/>
                </a:cubicBezTo>
                <a:lnTo>
                  <a:pt x="463342" y="80186"/>
                </a:lnTo>
                <a:lnTo>
                  <a:pt x="489940" y="80186"/>
                </a:lnTo>
                <a:close/>
                <a:moveTo>
                  <a:pt x="562814" y="44298"/>
                </a:moveTo>
                <a:lnTo>
                  <a:pt x="562814" y="56130"/>
                </a:lnTo>
                <a:cubicBezTo>
                  <a:pt x="567508" y="51045"/>
                  <a:pt x="572006" y="47329"/>
                  <a:pt x="576308" y="44982"/>
                </a:cubicBezTo>
                <a:cubicBezTo>
                  <a:pt x="580546" y="42766"/>
                  <a:pt x="585174" y="41625"/>
                  <a:pt x="590194" y="41560"/>
                </a:cubicBezTo>
                <a:cubicBezTo>
                  <a:pt x="596127" y="41625"/>
                  <a:pt x="601049" y="43255"/>
                  <a:pt x="604960" y="46449"/>
                </a:cubicBezTo>
                <a:cubicBezTo>
                  <a:pt x="608872" y="49774"/>
                  <a:pt x="611479" y="53881"/>
                  <a:pt x="612783" y="58770"/>
                </a:cubicBezTo>
                <a:cubicBezTo>
                  <a:pt x="613826" y="62486"/>
                  <a:pt x="614348" y="69625"/>
                  <a:pt x="614348" y="80186"/>
                </a:cubicBezTo>
                <a:lnTo>
                  <a:pt x="614348" y="115780"/>
                </a:lnTo>
                <a:cubicBezTo>
                  <a:pt x="614348" y="122886"/>
                  <a:pt x="615000" y="127254"/>
                  <a:pt x="616303" y="128884"/>
                </a:cubicBezTo>
                <a:cubicBezTo>
                  <a:pt x="617542" y="130644"/>
                  <a:pt x="620182" y="131752"/>
                  <a:pt x="624224" y="132209"/>
                </a:cubicBezTo>
                <a:lnTo>
                  <a:pt x="624224" y="135729"/>
                </a:lnTo>
                <a:lnTo>
                  <a:pt x="577971" y="135729"/>
                </a:lnTo>
                <a:lnTo>
                  <a:pt x="577971" y="132209"/>
                </a:lnTo>
                <a:cubicBezTo>
                  <a:pt x="581361" y="131817"/>
                  <a:pt x="583838" y="130383"/>
                  <a:pt x="585403" y="127906"/>
                </a:cubicBezTo>
                <a:cubicBezTo>
                  <a:pt x="586446" y="126276"/>
                  <a:pt x="586967" y="122234"/>
                  <a:pt x="586967" y="115780"/>
                </a:cubicBezTo>
                <a:lnTo>
                  <a:pt x="586967" y="75101"/>
                </a:lnTo>
                <a:cubicBezTo>
                  <a:pt x="586967" y="67604"/>
                  <a:pt x="586674" y="62877"/>
                  <a:pt x="586087" y="60922"/>
                </a:cubicBezTo>
                <a:cubicBezTo>
                  <a:pt x="585500" y="58966"/>
                  <a:pt x="584523" y="57434"/>
                  <a:pt x="583154" y="56326"/>
                </a:cubicBezTo>
                <a:cubicBezTo>
                  <a:pt x="581654" y="55282"/>
                  <a:pt x="580090" y="54761"/>
                  <a:pt x="578460" y="54761"/>
                </a:cubicBezTo>
                <a:cubicBezTo>
                  <a:pt x="572788" y="54761"/>
                  <a:pt x="567573" y="58770"/>
                  <a:pt x="562814" y="66789"/>
                </a:cubicBezTo>
                <a:lnTo>
                  <a:pt x="562814" y="115780"/>
                </a:lnTo>
                <a:cubicBezTo>
                  <a:pt x="562814" y="122625"/>
                  <a:pt x="563466" y="126961"/>
                  <a:pt x="564769" y="128786"/>
                </a:cubicBezTo>
                <a:cubicBezTo>
                  <a:pt x="566008" y="130677"/>
                  <a:pt x="568355" y="131817"/>
                  <a:pt x="571810" y="132209"/>
                </a:cubicBezTo>
                <a:lnTo>
                  <a:pt x="571810" y="135729"/>
                </a:lnTo>
                <a:lnTo>
                  <a:pt x="525557" y="135729"/>
                </a:lnTo>
                <a:lnTo>
                  <a:pt x="525557" y="132209"/>
                </a:lnTo>
                <a:cubicBezTo>
                  <a:pt x="529338" y="131817"/>
                  <a:pt x="532076" y="130579"/>
                  <a:pt x="533771" y="128493"/>
                </a:cubicBezTo>
                <a:cubicBezTo>
                  <a:pt x="534814" y="127058"/>
                  <a:pt x="535368" y="122821"/>
                  <a:pt x="535433" y="115780"/>
                </a:cubicBezTo>
                <a:lnTo>
                  <a:pt x="535433" y="64149"/>
                </a:lnTo>
                <a:cubicBezTo>
                  <a:pt x="535433" y="57238"/>
                  <a:pt x="534814" y="52936"/>
                  <a:pt x="533575" y="51241"/>
                </a:cubicBezTo>
                <a:cubicBezTo>
                  <a:pt x="532206" y="49611"/>
                  <a:pt x="529533" y="48503"/>
                  <a:pt x="525557" y="47916"/>
                </a:cubicBezTo>
                <a:lnTo>
                  <a:pt x="525557" y="44298"/>
                </a:lnTo>
                <a:lnTo>
                  <a:pt x="562814" y="44298"/>
                </a:lnTo>
                <a:close/>
                <a:moveTo>
                  <a:pt x="672999" y="10854"/>
                </a:moveTo>
                <a:lnTo>
                  <a:pt x="672999" y="44298"/>
                </a:lnTo>
                <a:lnTo>
                  <a:pt x="694707" y="44298"/>
                </a:lnTo>
                <a:lnTo>
                  <a:pt x="694707" y="53979"/>
                </a:lnTo>
                <a:lnTo>
                  <a:pt x="672999" y="53979"/>
                </a:lnTo>
                <a:lnTo>
                  <a:pt x="672999" y="110402"/>
                </a:lnTo>
                <a:cubicBezTo>
                  <a:pt x="672999" y="115748"/>
                  <a:pt x="673259" y="119138"/>
                  <a:pt x="673781" y="120572"/>
                </a:cubicBezTo>
                <a:cubicBezTo>
                  <a:pt x="674172" y="122202"/>
                  <a:pt x="675019" y="123440"/>
                  <a:pt x="676323" y="124288"/>
                </a:cubicBezTo>
                <a:cubicBezTo>
                  <a:pt x="677497" y="125266"/>
                  <a:pt x="678638" y="125755"/>
                  <a:pt x="679746" y="125755"/>
                </a:cubicBezTo>
                <a:cubicBezTo>
                  <a:pt x="683918" y="125755"/>
                  <a:pt x="687927" y="122528"/>
                  <a:pt x="691774" y="116074"/>
                </a:cubicBezTo>
                <a:lnTo>
                  <a:pt x="694707" y="118225"/>
                </a:lnTo>
                <a:cubicBezTo>
                  <a:pt x="689362" y="130742"/>
                  <a:pt x="680789" y="137000"/>
                  <a:pt x="668989" y="137000"/>
                </a:cubicBezTo>
                <a:cubicBezTo>
                  <a:pt x="663187" y="137000"/>
                  <a:pt x="658298" y="135370"/>
                  <a:pt x="654321" y="132111"/>
                </a:cubicBezTo>
                <a:cubicBezTo>
                  <a:pt x="650214" y="128982"/>
                  <a:pt x="647639" y="125396"/>
                  <a:pt x="646596" y="121354"/>
                </a:cubicBezTo>
                <a:cubicBezTo>
                  <a:pt x="645879" y="119138"/>
                  <a:pt x="645553" y="113140"/>
                  <a:pt x="645618" y="103361"/>
                </a:cubicBezTo>
                <a:lnTo>
                  <a:pt x="645618" y="53979"/>
                </a:lnTo>
                <a:lnTo>
                  <a:pt x="633688" y="53979"/>
                </a:lnTo>
                <a:lnTo>
                  <a:pt x="633688" y="50556"/>
                </a:lnTo>
                <a:cubicBezTo>
                  <a:pt x="641902" y="44819"/>
                  <a:pt x="648910" y="38724"/>
                  <a:pt x="654712" y="32270"/>
                </a:cubicBezTo>
                <a:cubicBezTo>
                  <a:pt x="660449" y="25946"/>
                  <a:pt x="665469" y="18808"/>
                  <a:pt x="669772" y="10854"/>
                </a:cubicBezTo>
                <a:lnTo>
                  <a:pt x="672999" y="10854"/>
                </a:lnTo>
                <a:close/>
                <a:moveTo>
                  <a:pt x="842721" y="98"/>
                </a:moveTo>
                <a:lnTo>
                  <a:pt x="843797" y="44298"/>
                </a:lnTo>
                <a:lnTo>
                  <a:pt x="839788" y="44298"/>
                </a:lnTo>
                <a:cubicBezTo>
                  <a:pt x="837832" y="33280"/>
                  <a:pt x="833203" y="24349"/>
                  <a:pt x="825902" y="17504"/>
                </a:cubicBezTo>
                <a:cubicBezTo>
                  <a:pt x="818470" y="10789"/>
                  <a:pt x="810451" y="7432"/>
                  <a:pt x="801846" y="7432"/>
                </a:cubicBezTo>
                <a:cubicBezTo>
                  <a:pt x="795131" y="7432"/>
                  <a:pt x="789883" y="9192"/>
                  <a:pt x="786102" y="12712"/>
                </a:cubicBezTo>
                <a:cubicBezTo>
                  <a:pt x="782191" y="16363"/>
                  <a:pt x="780235" y="20470"/>
                  <a:pt x="780235" y="25034"/>
                </a:cubicBezTo>
                <a:cubicBezTo>
                  <a:pt x="780235" y="28032"/>
                  <a:pt x="780920" y="30640"/>
                  <a:pt x="782289" y="32857"/>
                </a:cubicBezTo>
                <a:cubicBezTo>
                  <a:pt x="784114" y="35921"/>
                  <a:pt x="787145" y="38952"/>
                  <a:pt x="791383" y="41951"/>
                </a:cubicBezTo>
                <a:cubicBezTo>
                  <a:pt x="794382" y="44102"/>
                  <a:pt x="801455" y="47916"/>
                  <a:pt x="812603" y="53392"/>
                </a:cubicBezTo>
                <a:cubicBezTo>
                  <a:pt x="828118" y="61085"/>
                  <a:pt x="838582" y="68288"/>
                  <a:pt x="843993" y="75003"/>
                </a:cubicBezTo>
                <a:cubicBezTo>
                  <a:pt x="849338" y="81848"/>
                  <a:pt x="852011" y="89606"/>
                  <a:pt x="852011" y="98276"/>
                </a:cubicBezTo>
                <a:cubicBezTo>
                  <a:pt x="852011" y="109424"/>
                  <a:pt x="847708" y="118942"/>
                  <a:pt x="839103" y="126830"/>
                </a:cubicBezTo>
                <a:cubicBezTo>
                  <a:pt x="830367" y="134849"/>
                  <a:pt x="819383" y="138858"/>
                  <a:pt x="806149" y="138858"/>
                </a:cubicBezTo>
                <a:cubicBezTo>
                  <a:pt x="801911" y="138923"/>
                  <a:pt x="797967" y="138500"/>
                  <a:pt x="794317" y="137587"/>
                </a:cubicBezTo>
                <a:cubicBezTo>
                  <a:pt x="790535" y="136739"/>
                  <a:pt x="785874" y="135142"/>
                  <a:pt x="780333" y="132795"/>
                </a:cubicBezTo>
                <a:cubicBezTo>
                  <a:pt x="777204" y="131557"/>
                  <a:pt x="774629" y="130905"/>
                  <a:pt x="772608" y="130840"/>
                </a:cubicBezTo>
                <a:cubicBezTo>
                  <a:pt x="770848" y="130905"/>
                  <a:pt x="769055" y="131557"/>
                  <a:pt x="767229" y="132795"/>
                </a:cubicBezTo>
                <a:cubicBezTo>
                  <a:pt x="765339" y="134164"/>
                  <a:pt x="763807" y="136153"/>
                  <a:pt x="762633" y="138760"/>
                </a:cubicBezTo>
                <a:lnTo>
                  <a:pt x="759015" y="138760"/>
                </a:lnTo>
                <a:lnTo>
                  <a:pt x="759015" y="88693"/>
                </a:lnTo>
                <a:lnTo>
                  <a:pt x="762633" y="88693"/>
                </a:lnTo>
                <a:cubicBezTo>
                  <a:pt x="765437" y="102840"/>
                  <a:pt x="770978" y="113564"/>
                  <a:pt x="779257" y="120865"/>
                </a:cubicBezTo>
                <a:cubicBezTo>
                  <a:pt x="787341" y="128297"/>
                  <a:pt x="796142" y="132013"/>
                  <a:pt x="805660" y="132013"/>
                </a:cubicBezTo>
                <a:cubicBezTo>
                  <a:pt x="812896" y="132078"/>
                  <a:pt x="818731" y="130090"/>
                  <a:pt x="823164" y="126048"/>
                </a:cubicBezTo>
                <a:cubicBezTo>
                  <a:pt x="827466" y="122071"/>
                  <a:pt x="829618" y="117443"/>
                  <a:pt x="829618" y="112162"/>
                </a:cubicBezTo>
                <a:cubicBezTo>
                  <a:pt x="829618" y="109033"/>
                  <a:pt x="828803" y="106002"/>
                  <a:pt x="827173" y="103068"/>
                </a:cubicBezTo>
                <a:cubicBezTo>
                  <a:pt x="825478" y="100134"/>
                  <a:pt x="822936" y="97331"/>
                  <a:pt x="819546" y="94658"/>
                </a:cubicBezTo>
                <a:cubicBezTo>
                  <a:pt x="816090" y="92051"/>
                  <a:pt x="810093" y="88628"/>
                  <a:pt x="801553" y="84391"/>
                </a:cubicBezTo>
                <a:cubicBezTo>
                  <a:pt x="789492" y="78523"/>
                  <a:pt x="780822" y="73471"/>
                  <a:pt x="775541" y="69233"/>
                </a:cubicBezTo>
                <a:cubicBezTo>
                  <a:pt x="770261" y="65126"/>
                  <a:pt x="766219" y="60465"/>
                  <a:pt x="763416" y="55250"/>
                </a:cubicBezTo>
                <a:cubicBezTo>
                  <a:pt x="760547" y="50100"/>
                  <a:pt x="759113" y="44428"/>
                  <a:pt x="759113" y="38235"/>
                </a:cubicBezTo>
                <a:cubicBezTo>
                  <a:pt x="759113" y="27674"/>
                  <a:pt x="762992" y="18677"/>
                  <a:pt x="770750" y="11246"/>
                </a:cubicBezTo>
                <a:cubicBezTo>
                  <a:pt x="778442" y="3814"/>
                  <a:pt x="788221" y="98"/>
                  <a:pt x="800086" y="98"/>
                </a:cubicBezTo>
                <a:cubicBezTo>
                  <a:pt x="804389" y="98"/>
                  <a:pt x="808561" y="619"/>
                  <a:pt x="812603" y="1662"/>
                </a:cubicBezTo>
                <a:cubicBezTo>
                  <a:pt x="815602" y="2510"/>
                  <a:pt x="819350" y="3944"/>
                  <a:pt x="823848" y="5965"/>
                </a:cubicBezTo>
                <a:cubicBezTo>
                  <a:pt x="828216" y="8116"/>
                  <a:pt x="831280" y="9192"/>
                  <a:pt x="833040" y="9192"/>
                </a:cubicBezTo>
                <a:cubicBezTo>
                  <a:pt x="834670" y="9257"/>
                  <a:pt x="836007" y="8736"/>
                  <a:pt x="837050" y="7627"/>
                </a:cubicBezTo>
                <a:cubicBezTo>
                  <a:pt x="837962" y="6650"/>
                  <a:pt x="838875" y="4140"/>
                  <a:pt x="839788" y="98"/>
                </a:cubicBezTo>
                <a:lnTo>
                  <a:pt x="842721" y="98"/>
                </a:lnTo>
                <a:close/>
                <a:moveTo>
                  <a:pt x="917116" y="122234"/>
                </a:moveTo>
                <a:cubicBezTo>
                  <a:pt x="905968" y="132143"/>
                  <a:pt x="895961" y="137065"/>
                  <a:pt x="887095" y="137000"/>
                </a:cubicBezTo>
                <a:cubicBezTo>
                  <a:pt x="881815" y="137000"/>
                  <a:pt x="877479" y="135273"/>
                  <a:pt x="874089" y="131817"/>
                </a:cubicBezTo>
                <a:cubicBezTo>
                  <a:pt x="870634" y="128493"/>
                  <a:pt x="868907" y="124223"/>
                  <a:pt x="868907" y="119007"/>
                </a:cubicBezTo>
                <a:cubicBezTo>
                  <a:pt x="868907" y="112097"/>
                  <a:pt x="871906" y="105806"/>
                  <a:pt x="877903" y="100134"/>
                </a:cubicBezTo>
                <a:cubicBezTo>
                  <a:pt x="883836" y="94658"/>
                  <a:pt x="896906" y="87259"/>
                  <a:pt x="917116" y="77937"/>
                </a:cubicBezTo>
                <a:lnTo>
                  <a:pt x="917116" y="68745"/>
                </a:lnTo>
                <a:cubicBezTo>
                  <a:pt x="917051" y="61899"/>
                  <a:pt x="916692" y="57532"/>
                  <a:pt x="916040" y="55641"/>
                </a:cubicBezTo>
                <a:cubicBezTo>
                  <a:pt x="915193" y="53881"/>
                  <a:pt x="913759" y="52316"/>
                  <a:pt x="911738" y="50947"/>
                </a:cubicBezTo>
                <a:cubicBezTo>
                  <a:pt x="909651" y="49709"/>
                  <a:pt x="907305" y="49057"/>
                  <a:pt x="904697" y="48991"/>
                </a:cubicBezTo>
                <a:cubicBezTo>
                  <a:pt x="900459" y="49057"/>
                  <a:pt x="896972" y="50002"/>
                  <a:pt x="894234" y="51827"/>
                </a:cubicBezTo>
                <a:cubicBezTo>
                  <a:pt x="892539" y="53001"/>
                  <a:pt x="891691" y="54370"/>
                  <a:pt x="891691" y="55934"/>
                </a:cubicBezTo>
                <a:cubicBezTo>
                  <a:pt x="891626" y="57303"/>
                  <a:pt x="892539" y="58998"/>
                  <a:pt x="894429" y="61019"/>
                </a:cubicBezTo>
                <a:cubicBezTo>
                  <a:pt x="896841" y="63888"/>
                  <a:pt x="898080" y="66593"/>
                  <a:pt x="898145" y="69136"/>
                </a:cubicBezTo>
                <a:cubicBezTo>
                  <a:pt x="898145" y="72395"/>
                  <a:pt x="896972" y="75101"/>
                  <a:pt x="894625" y="77252"/>
                </a:cubicBezTo>
                <a:cubicBezTo>
                  <a:pt x="892148" y="79534"/>
                  <a:pt x="889018" y="80675"/>
                  <a:pt x="885237" y="80675"/>
                </a:cubicBezTo>
                <a:cubicBezTo>
                  <a:pt x="881130" y="80675"/>
                  <a:pt x="877708" y="79436"/>
                  <a:pt x="874970" y="76959"/>
                </a:cubicBezTo>
                <a:cubicBezTo>
                  <a:pt x="872101" y="74547"/>
                  <a:pt x="870699" y="71646"/>
                  <a:pt x="870765" y="68256"/>
                </a:cubicBezTo>
                <a:cubicBezTo>
                  <a:pt x="870765" y="63562"/>
                  <a:pt x="872623" y="59064"/>
                  <a:pt x="876339" y="54761"/>
                </a:cubicBezTo>
                <a:cubicBezTo>
                  <a:pt x="880054" y="50589"/>
                  <a:pt x="885237" y="47329"/>
                  <a:pt x="891887" y="44982"/>
                </a:cubicBezTo>
                <a:cubicBezTo>
                  <a:pt x="898536" y="42766"/>
                  <a:pt x="905447" y="41625"/>
                  <a:pt x="912618" y="41560"/>
                </a:cubicBezTo>
                <a:cubicBezTo>
                  <a:pt x="921288" y="41625"/>
                  <a:pt x="928166" y="43450"/>
                  <a:pt x="933251" y="47036"/>
                </a:cubicBezTo>
                <a:cubicBezTo>
                  <a:pt x="938205" y="50752"/>
                  <a:pt x="941465" y="54761"/>
                  <a:pt x="943030" y="59064"/>
                </a:cubicBezTo>
                <a:cubicBezTo>
                  <a:pt x="943877" y="61802"/>
                  <a:pt x="944333" y="68093"/>
                  <a:pt x="944399" y="77937"/>
                </a:cubicBezTo>
                <a:lnTo>
                  <a:pt x="944399" y="113433"/>
                </a:lnTo>
                <a:cubicBezTo>
                  <a:pt x="944399" y="117671"/>
                  <a:pt x="944562" y="120279"/>
                  <a:pt x="944888" y="121256"/>
                </a:cubicBezTo>
                <a:cubicBezTo>
                  <a:pt x="945148" y="122430"/>
                  <a:pt x="945637" y="123245"/>
                  <a:pt x="946354" y="123701"/>
                </a:cubicBezTo>
                <a:cubicBezTo>
                  <a:pt x="946941" y="124223"/>
                  <a:pt x="947691" y="124483"/>
                  <a:pt x="948603" y="124483"/>
                </a:cubicBezTo>
                <a:cubicBezTo>
                  <a:pt x="950233" y="124549"/>
                  <a:pt x="951961" y="123343"/>
                  <a:pt x="953786" y="120865"/>
                </a:cubicBezTo>
                <a:lnTo>
                  <a:pt x="956720" y="123212"/>
                </a:lnTo>
                <a:cubicBezTo>
                  <a:pt x="953395" y="128036"/>
                  <a:pt x="950038" y="131524"/>
                  <a:pt x="946648" y="133675"/>
                </a:cubicBezTo>
                <a:cubicBezTo>
                  <a:pt x="943062" y="135957"/>
                  <a:pt x="939085" y="137065"/>
                  <a:pt x="934718" y="137000"/>
                </a:cubicBezTo>
                <a:cubicBezTo>
                  <a:pt x="929502" y="137000"/>
                  <a:pt x="925428" y="135762"/>
                  <a:pt x="922494" y="133284"/>
                </a:cubicBezTo>
                <a:cubicBezTo>
                  <a:pt x="919561" y="130937"/>
                  <a:pt x="917768" y="127254"/>
                  <a:pt x="917116" y="122234"/>
                </a:cubicBezTo>
                <a:moveTo>
                  <a:pt x="917116" y="115096"/>
                </a:moveTo>
                <a:lnTo>
                  <a:pt x="917116" y="84488"/>
                </a:lnTo>
                <a:cubicBezTo>
                  <a:pt x="909163" y="89117"/>
                  <a:pt x="903295" y="94071"/>
                  <a:pt x="899514" y="99352"/>
                </a:cubicBezTo>
                <a:cubicBezTo>
                  <a:pt x="896972" y="102872"/>
                  <a:pt x="895700" y="106425"/>
                  <a:pt x="895700" y="110011"/>
                </a:cubicBezTo>
                <a:cubicBezTo>
                  <a:pt x="895700" y="113075"/>
                  <a:pt x="896776" y="115715"/>
                  <a:pt x="898927" y="117932"/>
                </a:cubicBezTo>
                <a:cubicBezTo>
                  <a:pt x="900557" y="119692"/>
                  <a:pt x="902839" y="120572"/>
                  <a:pt x="905773" y="120572"/>
                </a:cubicBezTo>
                <a:cubicBezTo>
                  <a:pt x="908967" y="120572"/>
                  <a:pt x="912748" y="118747"/>
                  <a:pt x="917116" y="115096"/>
                </a:cubicBezTo>
                <a:close/>
                <a:moveTo>
                  <a:pt x="1008442" y="44298"/>
                </a:moveTo>
                <a:lnTo>
                  <a:pt x="1008442" y="56326"/>
                </a:lnTo>
                <a:cubicBezTo>
                  <a:pt x="1013396" y="50915"/>
                  <a:pt x="1018058" y="47068"/>
                  <a:pt x="1022425" y="44787"/>
                </a:cubicBezTo>
                <a:cubicBezTo>
                  <a:pt x="1026598" y="42635"/>
                  <a:pt x="1031259" y="41560"/>
                  <a:pt x="1036409" y="41560"/>
                </a:cubicBezTo>
                <a:cubicBezTo>
                  <a:pt x="1042211" y="41560"/>
                  <a:pt x="1047133" y="42929"/>
                  <a:pt x="1051175" y="45667"/>
                </a:cubicBezTo>
                <a:cubicBezTo>
                  <a:pt x="1055152" y="48470"/>
                  <a:pt x="1058216" y="52642"/>
                  <a:pt x="1060367" y="58184"/>
                </a:cubicBezTo>
                <a:cubicBezTo>
                  <a:pt x="1065517" y="52381"/>
                  <a:pt x="1070537" y="48144"/>
                  <a:pt x="1075426" y="45471"/>
                </a:cubicBezTo>
                <a:cubicBezTo>
                  <a:pt x="1080185" y="42863"/>
                  <a:pt x="1085172" y="41560"/>
                  <a:pt x="1090388" y="41560"/>
                </a:cubicBezTo>
                <a:cubicBezTo>
                  <a:pt x="1096646" y="41625"/>
                  <a:pt x="1101698" y="43059"/>
                  <a:pt x="1105545" y="45862"/>
                </a:cubicBezTo>
                <a:cubicBezTo>
                  <a:pt x="1109261" y="48861"/>
                  <a:pt x="1111868" y="52544"/>
                  <a:pt x="1113368" y="56912"/>
                </a:cubicBezTo>
                <a:cubicBezTo>
                  <a:pt x="1114802" y="61410"/>
                  <a:pt x="1115519" y="68549"/>
                  <a:pt x="1115519" y="78328"/>
                </a:cubicBezTo>
                <a:lnTo>
                  <a:pt x="1115519" y="115780"/>
                </a:lnTo>
                <a:cubicBezTo>
                  <a:pt x="1115519" y="122886"/>
                  <a:pt x="1116171" y="127254"/>
                  <a:pt x="1117475" y="128884"/>
                </a:cubicBezTo>
                <a:cubicBezTo>
                  <a:pt x="1118713" y="130644"/>
                  <a:pt x="1121354" y="131752"/>
                  <a:pt x="1125396" y="132209"/>
                </a:cubicBezTo>
                <a:lnTo>
                  <a:pt x="1125396" y="135729"/>
                </a:lnTo>
                <a:lnTo>
                  <a:pt x="1078164" y="135729"/>
                </a:lnTo>
                <a:lnTo>
                  <a:pt x="1078164" y="132209"/>
                </a:lnTo>
                <a:cubicBezTo>
                  <a:pt x="1081880" y="131948"/>
                  <a:pt x="1084618" y="130514"/>
                  <a:pt x="1086378" y="127906"/>
                </a:cubicBezTo>
                <a:cubicBezTo>
                  <a:pt x="1087552" y="126211"/>
                  <a:pt x="1088139" y="122169"/>
                  <a:pt x="1088139" y="115780"/>
                </a:cubicBezTo>
                <a:lnTo>
                  <a:pt x="1088139" y="76470"/>
                </a:lnTo>
                <a:cubicBezTo>
                  <a:pt x="1088139" y="68386"/>
                  <a:pt x="1087813" y="63203"/>
                  <a:pt x="1087161" y="60922"/>
                </a:cubicBezTo>
                <a:cubicBezTo>
                  <a:pt x="1086444" y="58705"/>
                  <a:pt x="1085433" y="57043"/>
                  <a:pt x="1084129" y="55934"/>
                </a:cubicBezTo>
                <a:cubicBezTo>
                  <a:pt x="1082630" y="54891"/>
                  <a:pt x="1080967" y="54370"/>
                  <a:pt x="1079142" y="54370"/>
                </a:cubicBezTo>
                <a:cubicBezTo>
                  <a:pt x="1076274" y="54370"/>
                  <a:pt x="1073438" y="55380"/>
                  <a:pt x="1070635" y="57401"/>
                </a:cubicBezTo>
                <a:cubicBezTo>
                  <a:pt x="1067766" y="59487"/>
                  <a:pt x="1064865" y="62584"/>
                  <a:pt x="1061932" y="66691"/>
                </a:cubicBezTo>
                <a:lnTo>
                  <a:pt x="1061932" y="115780"/>
                </a:lnTo>
                <a:cubicBezTo>
                  <a:pt x="1061932" y="122430"/>
                  <a:pt x="1062486" y="126570"/>
                  <a:pt x="1063594" y="128199"/>
                </a:cubicBezTo>
                <a:cubicBezTo>
                  <a:pt x="1065028" y="130677"/>
                  <a:pt x="1067897" y="132013"/>
                  <a:pt x="1072199" y="132209"/>
                </a:cubicBezTo>
                <a:lnTo>
                  <a:pt x="1072199" y="135729"/>
                </a:lnTo>
                <a:lnTo>
                  <a:pt x="1024870" y="135729"/>
                </a:lnTo>
                <a:lnTo>
                  <a:pt x="1024870" y="132209"/>
                </a:lnTo>
                <a:cubicBezTo>
                  <a:pt x="1027413" y="132143"/>
                  <a:pt x="1029433" y="131491"/>
                  <a:pt x="1030933" y="130253"/>
                </a:cubicBezTo>
                <a:cubicBezTo>
                  <a:pt x="1032367" y="129210"/>
                  <a:pt x="1033345" y="127841"/>
                  <a:pt x="1033867" y="126146"/>
                </a:cubicBezTo>
                <a:cubicBezTo>
                  <a:pt x="1034323" y="124646"/>
                  <a:pt x="1034551" y="121191"/>
                  <a:pt x="1034551" y="115780"/>
                </a:cubicBezTo>
                <a:lnTo>
                  <a:pt x="1034551" y="76470"/>
                </a:lnTo>
                <a:cubicBezTo>
                  <a:pt x="1034551" y="68190"/>
                  <a:pt x="1034225" y="63008"/>
                  <a:pt x="1033573" y="60922"/>
                </a:cubicBezTo>
                <a:cubicBezTo>
                  <a:pt x="1032856" y="58901"/>
                  <a:pt x="1031780" y="57271"/>
                  <a:pt x="1030346" y="56032"/>
                </a:cubicBezTo>
                <a:cubicBezTo>
                  <a:pt x="1028782" y="54859"/>
                  <a:pt x="1027119" y="54272"/>
                  <a:pt x="1025359" y="54272"/>
                </a:cubicBezTo>
                <a:cubicBezTo>
                  <a:pt x="1022686" y="54272"/>
                  <a:pt x="1020307" y="54957"/>
                  <a:pt x="1018221" y="56326"/>
                </a:cubicBezTo>
                <a:cubicBezTo>
                  <a:pt x="1015091" y="58412"/>
                  <a:pt x="1011832" y="61867"/>
                  <a:pt x="1008442" y="66691"/>
                </a:cubicBezTo>
                <a:lnTo>
                  <a:pt x="1008442" y="115780"/>
                </a:lnTo>
                <a:cubicBezTo>
                  <a:pt x="1008442" y="122234"/>
                  <a:pt x="1009094" y="126472"/>
                  <a:pt x="1010398" y="128493"/>
                </a:cubicBezTo>
                <a:cubicBezTo>
                  <a:pt x="1011636" y="130579"/>
                  <a:pt x="1014276" y="131817"/>
                  <a:pt x="1018318" y="132209"/>
                </a:cubicBezTo>
                <a:lnTo>
                  <a:pt x="1018318" y="135729"/>
                </a:lnTo>
                <a:lnTo>
                  <a:pt x="971185" y="135729"/>
                </a:lnTo>
                <a:lnTo>
                  <a:pt x="971185" y="132209"/>
                </a:lnTo>
                <a:cubicBezTo>
                  <a:pt x="974966" y="131817"/>
                  <a:pt x="977704" y="130579"/>
                  <a:pt x="979399" y="128493"/>
                </a:cubicBezTo>
                <a:cubicBezTo>
                  <a:pt x="980442" y="127058"/>
                  <a:pt x="980996" y="122821"/>
                  <a:pt x="981061" y="115780"/>
                </a:cubicBezTo>
                <a:lnTo>
                  <a:pt x="981061" y="64149"/>
                </a:lnTo>
                <a:cubicBezTo>
                  <a:pt x="981061" y="57238"/>
                  <a:pt x="980442" y="52936"/>
                  <a:pt x="979203" y="51241"/>
                </a:cubicBezTo>
                <a:cubicBezTo>
                  <a:pt x="977834" y="49611"/>
                  <a:pt x="975161" y="48503"/>
                  <a:pt x="971185" y="47916"/>
                </a:cubicBezTo>
                <a:lnTo>
                  <a:pt x="971185" y="44298"/>
                </a:lnTo>
                <a:lnTo>
                  <a:pt x="1008442" y="44298"/>
                </a:lnTo>
                <a:close/>
                <a:moveTo>
                  <a:pt x="1169081" y="126439"/>
                </a:moveTo>
                <a:lnTo>
                  <a:pt x="1169081" y="160469"/>
                </a:lnTo>
                <a:cubicBezTo>
                  <a:pt x="1169081" y="165228"/>
                  <a:pt x="1169472" y="168423"/>
                  <a:pt x="1170255" y="170052"/>
                </a:cubicBezTo>
                <a:cubicBezTo>
                  <a:pt x="1170907" y="171747"/>
                  <a:pt x="1172047" y="172986"/>
                  <a:pt x="1173677" y="173768"/>
                </a:cubicBezTo>
                <a:cubicBezTo>
                  <a:pt x="1175177" y="174551"/>
                  <a:pt x="1178241" y="174942"/>
                  <a:pt x="1182869" y="174942"/>
                </a:cubicBezTo>
                <a:lnTo>
                  <a:pt x="1182869" y="178560"/>
                </a:lnTo>
                <a:lnTo>
                  <a:pt x="1130748" y="178560"/>
                </a:lnTo>
                <a:lnTo>
                  <a:pt x="1130748" y="174942"/>
                </a:lnTo>
                <a:cubicBezTo>
                  <a:pt x="1134725" y="174876"/>
                  <a:pt x="1137724" y="173736"/>
                  <a:pt x="1139745" y="171519"/>
                </a:cubicBezTo>
                <a:cubicBezTo>
                  <a:pt x="1140984" y="170085"/>
                  <a:pt x="1141635" y="166206"/>
                  <a:pt x="1141701" y="159882"/>
                </a:cubicBezTo>
                <a:lnTo>
                  <a:pt x="1141701" y="63366"/>
                </a:lnTo>
                <a:cubicBezTo>
                  <a:pt x="1141635" y="56977"/>
                  <a:pt x="1140886" y="52838"/>
                  <a:pt x="1139452" y="50947"/>
                </a:cubicBezTo>
                <a:cubicBezTo>
                  <a:pt x="1137952" y="49252"/>
                  <a:pt x="1135051" y="48242"/>
                  <a:pt x="1130748" y="47916"/>
                </a:cubicBezTo>
                <a:lnTo>
                  <a:pt x="1130748" y="44298"/>
                </a:lnTo>
                <a:lnTo>
                  <a:pt x="1169081" y="44298"/>
                </a:lnTo>
                <a:lnTo>
                  <a:pt x="1169081" y="56326"/>
                </a:lnTo>
                <a:cubicBezTo>
                  <a:pt x="1172276" y="51632"/>
                  <a:pt x="1175535" y="48242"/>
                  <a:pt x="1178860" y="46156"/>
                </a:cubicBezTo>
                <a:cubicBezTo>
                  <a:pt x="1183619" y="43157"/>
                  <a:pt x="1188802" y="41625"/>
                  <a:pt x="1194408" y="41560"/>
                </a:cubicBezTo>
                <a:cubicBezTo>
                  <a:pt x="1201058" y="41625"/>
                  <a:pt x="1207186" y="43744"/>
                  <a:pt x="1212792" y="47916"/>
                </a:cubicBezTo>
                <a:cubicBezTo>
                  <a:pt x="1218268" y="52153"/>
                  <a:pt x="1222440" y="57988"/>
                  <a:pt x="1225309" y="65420"/>
                </a:cubicBezTo>
                <a:cubicBezTo>
                  <a:pt x="1228112" y="72982"/>
                  <a:pt x="1229546" y="81033"/>
                  <a:pt x="1229612" y="89573"/>
                </a:cubicBezTo>
                <a:cubicBezTo>
                  <a:pt x="1229612" y="98896"/>
                  <a:pt x="1228145" y="107338"/>
                  <a:pt x="1225211" y="114900"/>
                </a:cubicBezTo>
                <a:cubicBezTo>
                  <a:pt x="1222147" y="122658"/>
                  <a:pt x="1217844" y="128493"/>
                  <a:pt x="1212303" y="132404"/>
                </a:cubicBezTo>
                <a:cubicBezTo>
                  <a:pt x="1206632" y="136446"/>
                  <a:pt x="1200341" y="138467"/>
                  <a:pt x="1193430" y="138467"/>
                </a:cubicBezTo>
                <a:cubicBezTo>
                  <a:pt x="1188410" y="138532"/>
                  <a:pt x="1183717" y="137424"/>
                  <a:pt x="1179349" y="135142"/>
                </a:cubicBezTo>
                <a:cubicBezTo>
                  <a:pt x="1176089" y="133512"/>
                  <a:pt x="1172667" y="130611"/>
                  <a:pt x="1169081" y="126439"/>
                </a:cubicBezTo>
                <a:moveTo>
                  <a:pt x="1169081" y="116563"/>
                </a:moveTo>
                <a:cubicBezTo>
                  <a:pt x="1174622" y="124516"/>
                  <a:pt x="1180620" y="128493"/>
                  <a:pt x="1187074" y="128493"/>
                </a:cubicBezTo>
                <a:cubicBezTo>
                  <a:pt x="1190594" y="128493"/>
                  <a:pt x="1193495" y="126635"/>
                  <a:pt x="1195777" y="122919"/>
                </a:cubicBezTo>
                <a:cubicBezTo>
                  <a:pt x="1199167" y="117443"/>
                  <a:pt x="1200862" y="107012"/>
                  <a:pt x="1200862" y="91627"/>
                </a:cubicBezTo>
                <a:cubicBezTo>
                  <a:pt x="1200862" y="75916"/>
                  <a:pt x="1199004" y="65126"/>
                  <a:pt x="1195288" y="59259"/>
                </a:cubicBezTo>
                <a:cubicBezTo>
                  <a:pt x="1192811" y="55478"/>
                  <a:pt x="1189486" y="53555"/>
                  <a:pt x="1185314" y="53490"/>
                </a:cubicBezTo>
                <a:cubicBezTo>
                  <a:pt x="1178664" y="53555"/>
                  <a:pt x="1173253" y="58314"/>
                  <a:pt x="1169081" y="67767"/>
                </a:cubicBezTo>
                <a:lnTo>
                  <a:pt x="1169081" y="116563"/>
                </a:lnTo>
                <a:close/>
                <a:moveTo>
                  <a:pt x="1280733" y="3129"/>
                </a:moveTo>
                <a:lnTo>
                  <a:pt x="1280733" y="116758"/>
                </a:lnTo>
                <a:cubicBezTo>
                  <a:pt x="1280733" y="123212"/>
                  <a:pt x="1281482" y="127319"/>
                  <a:pt x="1282982" y="129079"/>
                </a:cubicBezTo>
                <a:cubicBezTo>
                  <a:pt x="1284416" y="130970"/>
                  <a:pt x="1287350" y="132013"/>
                  <a:pt x="1291783" y="132209"/>
                </a:cubicBezTo>
                <a:lnTo>
                  <a:pt x="1291783" y="135729"/>
                </a:lnTo>
                <a:lnTo>
                  <a:pt x="1242400" y="135729"/>
                </a:lnTo>
                <a:lnTo>
                  <a:pt x="1242400" y="132209"/>
                </a:lnTo>
                <a:cubicBezTo>
                  <a:pt x="1246377" y="132143"/>
                  <a:pt x="1249376" y="130970"/>
                  <a:pt x="1251397" y="128688"/>
                </a:cubicBezTo>
                <a:cubicBezTo>
                  <a:pt x="1252635" y="127254"/>
                  <a:pt x="1253287" y="123277"/>
                  <a:pt x="1253352" y="116758"/>
                </a:cubicBezTo>
                <a:lnTo>
                  <a:pt x="1253352" y="22100"/>
                </a:lnTo>
                <a:cubicBezTo>
                  <a:pt x="1253287" y="15776"/>
                  <a:pt x="1252537" y="11669"/>
                  <a:pt x="1251103" y="9779"/>
                </a:cubicBezTo>
                <a:cubicBezTo>
                  <a:pt x="1249604" y="8084"/>
                  <a:pt x="1246703" y="7073"/>
                  <a:pt x="1242400" y="6747"/>
                </a:cubicBezTo>
                <a:lnTo>
                  <a:pt x="1242400" y="3129"/>
                </a:lnTo>
                <a:lnTo>
                  <a:pt x="1280733" y="3129"/>
                </a:lnTo>
                <a:close/>
                <a:moveTo>
                  <a:pt x="1326284" y="0"/>
                </a:moveTo>
                <a:cubicBezTo>
                  <a:pt x="1330456" y="0"/>
                  <a:pt x="1334041" y="1467"/>
                  <a:pt x="1337040" y="4400"/>
                </a:cubicBezTo>
                <a:cubicBezTo>
                  <a:pt x="1339974" y="7464"/>
                  <a:pt x="1341441" y="11050"/>
                  <a:pt x="1341441" y="15157"/>
                </a:cubicBezTo>
                <a:cubicBezTo>
                  <a:pt x="1341441" y="19395"/>
                  <a:pt x="1339974" y="22947"/>
                  <a:pt x="1337040" y="25816"/>
                </a:cubicBezTo>
                <a:cubicBezTo>
                  <a:pt x="1333976" y="28750"/>
                  <a:pt x="1330391" y="30216"/>
                  <a:pt x="1326284" y="30216"/>
                </a:cubicBezTo>
                <a:cubicBezTo>
                  <a:pt x="1322046" y="30216"/>
                  <a:pt x="1318493" y="28750"/>
                  <a:pt x="1315625" y="25816"/>
                </a:cubicBezTo>
                <a:cubicBezTo>
                  <a:pt x="1312691" y="22947"/>
                  <a:pt x="1311224" y="19395"/>
                  <a:pt x="1311224" y="15157"/>
                </a:cubicBezTo>
                <a:cubicBezTo>
                  <a:pt x="1311224" y="11050"/>
                  <a:pt x="1312691" y="7464"/>
                  <a:pt x="1315625" y="4400"/>
                </a:cubicBezTo>
                <a:cubicBezTo>
                  <a:pt x="1318493" y="1467"/>
                  <a:pt x="1322046" y="0"/>
                  <a:pt x="1326284" y="0"/>
                </a:cubicBezTo>
                <a:moveTo>
                  <a:pt x="1339974" y="44298"/>
                </a:moveTo>
                <a:lnTo>
                  <a:pt x="1339974" y="116758"/>
                </a:lnTo>
                <a:cubicBezTo>
                  <a:pt x="1339974" y="123212"/>
                  <a:pt x="1340724" y="127319"/>
                  <a:pt x="1342223" y="129079"/>
                </a:cubicBezTo>
                <a:cubicBezTo>
                  <a:pt x="1343657" y="130970"/>
                  <a:pt x="1346591" y="132013"/>
                  <a:pt x="1351024" y="132209"/>
                </a:cubicBezTo>
                <a:lnTo>
                  <a:pt x="1351024" y="135729"/>
                </a:lnTo>
                <a:lnTo>
                  <a:pt x="1301641" y="135729"/>
                </a:lnTo>
                <a:lnTo>
                  <a:pt x="1301641" y="132209"/>
                </a:lnTo>
                <a:cubicBezTo>
                  <a:pt x="1305618" y="132143"/>
                  <a:pt x="1308617" y="130970"/>
                  <a:pt x="1310638" y="128688"/>
                </a:cubicBezTo>
                <a:cubicBezTo>
                  <a:pt x="1311876" y="127254"/>
                  <a:pt x="1312528" y="123277"/>
                  <a:pt x="1312593" y="116758"/>
                </a:cubicBezTo>
                <a:lnTo>
                  <a:pt x="1312593" y="63366"/>
                </a:lnTo>
                <a:cubicBezTo>
                  <a:pt x="1312528" y="56977"/>
                  <a:pt x="1311778" y="52838"/>
                  <a:pt x="1310344" y="50947"/>
                </a:cubicBezTo>
                <a:cubicBezTo>
                  <a:pt x="1308845" y="49252"/>
                  <a:pt x="1305944" y="48242"/>
                  <a:pt x="1301641" y="47916"/>
                </a:cubicBezTo>
                <a:lnTo>
                  <a:pt x="1301641" y="44298"/>
                </a:lnTo>
                <a:lnTo>
                  <a:pt x="1339974" y="44298"/>
                </a:lnTo>
                <a:close/>
                <a:moveTo>
                  <a:pt x="1400975" y="44298"/>
                </a:moveTo>
                <a:lnTo>
                  <a:pt x="1400975" y="56130"/>
                </a:lnTo>
                <a:cubicBezTo>
                  <a:pt x="1405669" y="51045"/>
                  <a:pt x="1410167" y="47329"/>
                  <a:pt x="1414470" y="44982"/>
                </a:cubicBezTo>
                <a:cubicBezTo>
                  <a:pt x="1418707" y="42766"/>
                  <a:pt x="1423336" y="41625"/>
                  <a:pt x="1428356" y="41560"/>
                </a:cubicBezTo>
                <a:cubicBezTo>
                  <a:pt x="1434288" y="41625"/>
                  <a:pt x="1439210" y="43255"/>
                  <a:pt x="1443121" y="46449"/>
                </a:cubicBezTo>
                <a:cubicBezTo>
                  <a:pt x="1447033" y="49774"/>
                  <a:pt x="1449641" y="53881"/>
                  <a:pt x="1450944" y="58770"/>
                </a:cubicBezTo>
                <a:cubicBezTo>
                  <a:pt x="1451987" y="62486"/>
                  <a:pt x="1452509" y="69625"/>
                  <a:pt x="1452509" y="80186"/>
                </a:cubicBezTo>
                <a:lnTo>
                  <a:pt x="1452509" y="115780"/>
                </a:lnTo>
                <a:cubicBezTo>
                  <a:pt x="1452509" y="122886"/>
                  <a:pt x="1453161" y="127254"/>
                  <a:pt x="1454465" y="128884"/>
                </a:cubicBezTo>
                <a:cubicBezTo>
                  <a:pt x="1455703" y="130644"/>
                  <a:pt x="1458344" y="131752"/>
                  <a:pt x="1462386" y="132209"/>
                </a:cubicBezTo>
                <a:lnTo>
                  <a:pt x="1462386" y="135729"/>
                </a:lnTo>
                <a:lnTo>
                  <a:pt x="1416132" y="135729"/>
                </a:lnTo>
                <a:lnTo>
                  <a:pt x="1416132" y="132209"/>
                </a:lnTo>
                <a:cubicBezTo>
                  <a:pt x="1419522" y="131817"/>
                  <a:pt x="1421999" y="130383"/>
                  <a:pt x="1423564" y="127906"/>
                </a:cubicBezTo>
                <a:cubicBezTo>
                  <a:pt x="1424607" y="126276"/>
                  <a:pt x="1425129" y="122234"/>
                  <a:pt x="1425129" y="115780"/>
                </a:cubicBezTo>
                <a:lnTo>
                  <a:pt x="1425129" y="75101"/>
                </a:lnTo>
                <a:cubicBezTo>
                  <a:pt x="1425129" y="67604"/>
                  <a:pt x="1424835" y="62877"/>
                  <a:pt x="1424248" y="60922"/>
                </a:cubicBezTo>
                <a:cubicBezTo>
                  <a:pt x="1423662" y="58966"/>
                  <a:pt x="1422684" y="57434"/>
                  <a:pt x="1421315" y="56326"/>
                </a:cubicBezTo>
                <a:cubicBezTo>
                  <a:pt x="1419815" y="55282"/>
                  <a:pt x="1418251" y="54761"/>
                  <a:pt x="1416621" y="54761"/>
                </a:cubicBezTo>
                <a:cubicBezTo>
                  <a:pt x="1410949" y="54761"/>
                  <a:pt x="1405734" y="58770"/>
                  <a:pt x="1400975" y="66789"/>
                </a:cubicBezTo>
                <a:lnTo>
                  <a:pt x="1400975" y="115780"/>
                </a:lnTo>
                <a:cubicBezTo>
                  <a:pt x="1400975" y="122625"/>
                  <a:pt x="1401627" y="126961"/>
                  <a:pt x="1402931" y="128786"/>
                </a:cubicBezTo>
                <a:cubicBezTo>
                  <a:pt x="1404169" y="130677"/>
                  <a:pt x="1406516" y="131817"/>
                  <a:pt x="1409972" y="132209"/>
                </a:cubicBezTo>
                <a:lnTo>
                  <a:pt x="1409972" y="135729"/>
                </a:lnTo>
                <a:lnTo>
                  <a:pt x="1363718" y="135729"/>
                </a:lnTo>
                <a:lnTo>
                  <a:pt x="1363718" y="132209"/>
                </a:lnTo>
                <a:cubicBezTo>
                  <a:pt x="1367499" y="131817"/>
                  <a:pt x="1370237" y="130579"/>
                  <a:pt x="1371932" y="128493"/>
                </a:cubicBezTo>
                <a:cubicBezTo>
                  <a:pt x="1372975" y="127058"/>
                  <a:pt x="1373529" y="122821"/>
                  <a:pt x="1373595" y="115780"/>
                </a:cubicBezTo>
                <a:lnTo>
                  <a:pt x="1373595" y="64149"/>
                </a:lnTo>
                <a:cubicBezTo>
                  <a:pt x="1373595" y="57238"/>
                  <a:pt x="1372975" y="52936"/>
                  <a:pt x="1371737" y="51241"/>
                </a:cubicBezTo>
                <a:cubicBezTo>
                  <a:pt x="1370368" y="49611"/>
                  <a:pt x="1367695" y="48503"/>
                  <a:pt x="1363718" y="47916"/>
                </a:cubicBezTo>
                <a:lnTo>
                  <a:pt x="1363718" y="44298"/>
                </a:lnTo>
                <a:lnTo>
                  <a:pt x="1400975" y="44298"/>
                </a:lnTo>
                <a:close/>
                <a:moveTo>
                  <a:pt x="1533651" y="45373"/>
                </a:moveTo>
                <a:lnTo>
                  <a:pt x="1564454" y="45373"/>
                </a:lnTo>
                <a:lnTo>
                  <a:pt x="1564454" y="56130"/>
                </a:lnTo>
                <a:lnTo>
                  <a:pt x="1546950" y="56130"/>
                </a:lnTo>
                <a:cubicBezTo>
                  <a:pt x="1550079" y="59390"/>
                  <a:pt x="1552295" y="62291"/>
                  <a:pt x="1553599" y="64833"/>
                </a:cubicBezTo>
                <a:cubicBezTo>
                  <a:pt x="1555164" y="68419"/>
                  <a:pt x="1555946" y="72102"/>
                  <a:pt x="1555946" y="75883"/>
                </a:cubicBezTo>
                <a:cubicBezTo>
                  <a:pt x="1555946" y="82467"/>
                  <a:pt x="1554153" y="88106"/>
                  <a:pt x="1550568" y="92800"/>
                </a:cubicBezTo>
                <a:cubicBezTo>
                  <a:pt x="1546852" y="97690"/>
                  <a:pt x="1541930" y="101438"/>
                  <a:pt x="1535802" y="104046"/>
                </a:cubicBezTo>
                <a:cubicBezTo>
                  <a:pt x="1529478" y="106784"/>
                  <a:pt x="1523937" y="108153"/>
                  <a:pt x="1519178" y="108153"/>
                </a:cubicBezTo>
                <a:cubicBezTo>
                  <a:pt x="1518787" y="108153"/>
                  <a:pt x="1514876" y="107990"/>
                  <a:pt x="1507444" y="107664"/>
                </a:cubicBezTo>
                <a:cubicBezTo>
                  <a:pt x="1504510" y="107729"/>
                  <a:pt x="1502065" y="108674"/>
                  <a:pt x="1500110" y="110500"/>
                </a:cubicBezTo>
                <a:cubicBezTo>
                  <a:pt x="1498023" y="112521"/>
                  <a:pt x="1497013" y="114835"/>
                  <a:pt x="1497078" y="117443"/>
                </a:cubicBezTo>
                <a:cubicBezTo>
                  <a:pt x="1497013" y="119855"/>
                  <a:pt x="1497926" y="121778"/>
                  <a:pt x="1499816" y="123212"/>
                </a:cubicBezTo>
                <a:cubicBezTo>
                  <a:pt x="1501576" y="124712"/>
                  <a:pt x="1504477" y="125461"/>
                  <a:pt x="1508519" y="125461"/>
                </a:cubicBezTo>
                <a:lnTo>
                  <a:pt x="1525437" y="125266"/>
                </a:lnTo>
                <a:cubicBezTo>
                  <a:pt x="1539062" y="125266"/>
                  <a:pt x="1548482" y="126765"/>
                  <a:pt x="1553697" y="129764"/>
                </a:cubicBezTo>
                <a:cubicBezTo>
                  <a:pt x="1560999" y="134001"/>
                  <a:pt x="1564682" y="140423"/>
                  <a:pt x="1564747" y="149028"/>
                </a:cubicBezTo>
                <a:cubicBezTo>
                  <a:pt x="1564747" y="154634"/>
                  <a:pt x="1563052" y="159654"/>
                  <a:pt x="1559662" y="164087"/>
                </a:cubicBezTo>
                <a:cubicBezTo>
                  <a:pt x="1556207" y="168716"/>
                  <a:pt x="1551741" y="172073"/>
                  <a:pt x="1546265" y="174159"/>
                </a:cubicBezTo>
                <a:cubicBezTo>
                  <a:pt x="1537856" y="177419"/>
                  <a:pt x="1528175" y="179016"/>
                  <a:pt x="1517222" y="178951"/>
                </a:cubicBezTo>
                <a:cubicBezTo>
                  <a:pt x="1508943" y="179016"/>
                  <a:pt x="1501446" y="178201"/>
                  <a:pt x="1494731" y="176506"/>
                </a:cubicBezTo>
                <a:cubicBezTo>
                  <a:pt x="1487951" y="174942"/>
                  <a:pt x="1483095" y="172725"/>
                  <a:pt x="1480161" y="169857"/>
                </a:cubicBezTo>
                <a:cubicBezTo>
                  <a:pt x="1477227" y="167054"/>
                  <a:pt x="1475761" y="164087"/>
                  <a:pt x="1475761" y="160958"/>
                </a:cubicBezTo>
                <a:cubicBezTo>
                  <a:pt x="1475761" y="158024"/>
                  <a:pt x="1476901" y="155319"/>
                  <a:pt x="1479183" y="152842"/>
                </a:cubicBezTo>
                <a:cubicBezTo>
                  <a:pt x="1481334" y="150560"/>
                  <a:pt x="1485507" y="148572"/>
                  <a:pt x="1491700" y="146877"/>
                </a:cubicBezTo>
                <a:cubicBezTo>
                  <a:pt x="1483160" y="142704"/>
                  <a:pt x="1478922" y="136902"/>
                  <a:pt x="1478988" y="129471"/>
                </a:cubicBezTo>
                <a:cubicBezTo>
                  <a:pt x="1478988" y="124972"/>
                  <a:pt x="1480715" y="120604"/>
                  <a:pt x="1484170" y="116367"/>
                </a:cubicBezTo>
                <a:cubicBezTo>
                  <a:pt x="1487560" y="112195"/>
                  <a:pt x="1493036" y="108511"/>
                  <a:pt x="1500599" y="105317"/>
                </a:cubicBezTo>
                <a:cubicBezTo>
                  <a:pt x="1491863" y="102123"/>
                  <a:pt x="1485539" y="97918"/>
                  <a:pt x="1481628" y="92702"/>
                </a:cubicBezTo>
                <a:cubicBezTo>
                  <a:pt x="1477716" y="87552"/>
                  <a:pt x="1475761" y="81522"/>
                  <a:pt x="1475761" y="74612"/>
                </a:cubicBezTo>
                <a:cubicBezTo>
                  <a:pt x="1475695" y="65746"/>
                  <a:pt x="1479346" y="57988"/>
                  <a:pt x="1486713" y="51338"/>
                </a:cubicBezTo>
                <a:cubicBezTo>
                  <a:pt x="1494014" y="44819"/>
                  <a:pt x="1503402" y="41560"/>
                  <a:pt x="1514876" y="41560"/>
                </a:cubicBezTo>
                <a:cubicBezTo>
                  <a:pt x="1520938" y="41560"/>
                  <a:pt x="1527197" y="42831"/>
                  <a:pt x="1533651" y="45373"/>
                </a:cubicBezTo>
                <a:moveTo>
                  <a:pt x="1516733" y="47622"/>
                </a:moveTo>
                <a:cubicBezTo>
                  <a:pt x="1512887" y="47622"/>
                  <a:pt x="1509693" y="49513"/>
                  <a:pt x="1507150" y="53294"/>
                </a:cubicBezTo>
                <a:cubicBezTo>
                  <a:pt x="1504477" y="57140"/>
                  <a:pt x="1503174" y="65061"/>
                  <a:pt x="1503239" y="77056"/>
                </a:cubicBezTo>
                <a:cubicBezTo>
                  <a:pt x="1503174" y="86770"/>
                  <a:pt x="1504477" y="93420"/>
                  <a:pt x="1507150" y="97005"/>
                </a:cubicBezTo>
                <a:cubicBezTo>
                  <a:pt x="1509693" y="100656"/>
                  <a:pt x="1512724" y="102481"/>
                  <a:pt x="1516245" y="102481"/>
                </a:cubicBezTo>
                <a:cubicBezTo>
                  <a:pt x="1520091" y="102546"/>
                  <a:pt x="1523350" y="100754"/>
                  <a:pt x="1526023" y="97103"/>
                </a:cubicBezTo>
                <a:cubicBezTo>
                  <a:pt x="1528631" y="93517"/>
                  <a:pt x="1529935" y="86542"/>
                  <a:pt x="1529935" y="76176"/>
                </a:cubicBezTo>
                <a:cubicBezTo>
                  <a:pt x="1529935" y="64572"/>
                  <a:pt x="1528468" y="56619"/>
                  <a:pt x="1525534" y="52316"/>
                </a:cubicBezTo>
                <a:cubicBezTo>
                  <a:pt x="1523448" y="49187"/>
                  <a:pt x="1520515" y="47622"/>
                  <a:pt x="1516733" y="47622"/>
                </a:cubicBezTo>
                <a:moveTo>
                  <a:pt x="1510964" y="149224"/>
                </a:moveTo>
                <a:cubicBezTo>
                  <a:pt x="1504314" y="149289"/>
                  <a:pt x="1499914" y="149843"/>
                  <a:pt x="1497763" y="150886"/>
                </a:cubicBezTo>
                <a:cubicBezTo>
                  <a:pt x="1494047" y="152972"/>
                  <a:pt x="1492189" y="155710"/>
                  <a:pt x="1492189" y="159100"/>
                </a:cubicBezTo>
                <a:cubicBezTo>
                  <a:pt x="1492189" y="162490"/>
                  <a:pt x="1494112" y="165489"/>
                  <a:pt x="1497958" y="168097"/>
                </a:cubicBezTo>
                <a:cubicBezTo>
                  <a:pt x="1501739" y="170835"/>
                  <a:pt x="1508976" y="172204"/>
                  <a:pt x="1519667" y="172204"/>
                </a:cubicBezTo>
                <a:cubicBezTo>
                  <a:pt x="1528729" y="172269"/>
                  <a:pt x="1535867" y="171063"/>
                  <a:pt x="1541083" y="168586"/>
                </a:cubicBezTo>
                <a:cubicBezTo>
                  <a:pt x="1546233" y="166239"/>
                  <a:pt x="1548808" y="162849"/>
                  <a:pt x="1548808" y="158416"/>
                </a:cubicBezTo>
                <a:cubicBezTo>
                  <a:pt x="1548808" y="156786"/>
                  <a:pt x="1548319" y="155417"/>
                  <a:pt x="1547341" y="154309"/>
                </a:cubicBezTo>
                <a:cubicBezTo>
                  <a:pt x="1545581" y="152353"/>
                  <a:pt x="1542941" y="151016"/>
                  <a:pt x="1539420" y="150299"/>
                </a:cubicBezTo>
                <a:cubicBezTo>
                  <a:pt x="1535769" y="149647"/>
                  <a:pt x="1526284" y="149289"/>
                  <a:pt x="1510964" y="149224"/>
                </a:cubicBezTo>
                <a:close/>
                <a:moveTo>
                  <a:pt x="1669677" y="75296"/>
                </a:moveTo>
                <a:lnTo>
                  <a:pt x="1669677" y="112456"/>
                </a:lnTo>
                <a:cubicBezTo>
                  <a:pt x="1669677" y="119627"/>
                  <a:pt x="1670133" y="124125"/>
                  <a:pt x="1671046" y="125950"/>
                </a:cubicBezTo>
                <a:cubicBezTo>
                  <a:pt x="1671828" y="127906"/>
                  <a:pt x="1673360" y="129405"/>
                  <a:pt x="1675642" y="130448"/>
                </a:cubicBezTo>
                <a:cubicBezTo>
                  <a:pt x="1677858" y="131557"/>
                  <a:pt x="1681998" y="132111"/>
                  <a:pt x="1688061" y="132111"/>
                </a:cubicBezTo>
                <a:lnTo>
                  <a:pt x="1688061" y="135729"/>
                </a:lnTo>
                <a:lnTo>
                  <a:pt x="1620196" y="135729"/>
                </a:lnTo>
                <a:lnTo>
                  <a:pt x="1620196" y="132111"/>
                </a:lnTo>
                <a:cubicBezTo>
                  <a:pt x="1626259" y="132111"/>
                  <a:pt x="1630431" y="131524"/>
                  <a:pt x="1632713" y="130351"/>
                </a:cubicBezTo>
                <a:cubicBezTo>
                  <a:pt x="1634864" y="129308"/>
                  <a:pt x="1636396" y="127841"/>
                  <a:pt x="1637309" y="125950"/>
                </a:cubicBezTo>
                <a:cubicBezTo>
                  <a:pt x="1638156" y="124125"/>
                  <a:pt x="1638580" y="119627"/>
                  <a:pt x="1638580" y="112456"/>
                </a:cubicBezTo>
                <a:lnTo>
                  <a:pt x="1638580" y="26403"/>
                </a:lnTo>
                <a:cubicBezTo>
                  <a:pt x="1638580" y="19297"/>
                  <a:pt x="1638156" y="14766"/>
                  <a:pt x="1637309" y="12810"/>
                </a:cubicBezTo>
                <a:cubicBezTo>
                  <a:pt x="1636396" y="10985"/>
                  <a:pt x="1634832" y="9518"/>
                  <a:pt x="1632615" y="8410"/>
                </a:cubicBezTo>
                <a:cubicBezTo>
                  <a:pt x="1630333" y="7367"/>
                  <a:pt x="1626194" y="6813"/>
                  <a:pt x="1620196" y="6747"/>
                </a:cubicBezTo>
                <a:lnTo>
                  <a:pt x="1620196" y="3129"/>
                </a:lnTo>
                <a:lnTo>
                  <a:pt x="1681802" y="3129"/>
                </a:lnTo>
                <a:cubicBezTo>
                  <a:pt x="1697839" y="3129"/>
                  <a:pt x="1709574" y="4237"/>
                  <a:pt x="1717006" y="6454"/>
                </a:cubicBezTo>
                <a:cubicBezTo>
                  <a:pt x="1724438" y="8736"/>
                  <a:pt x="1730500" y="12810"/>
                  <a:pt x="1735194" y="18677"/>
                </a:cubicBezTo>
                <a:cubicBezTo>
                  <a:pt x="1739888" y="24675"/>
                  <a:pt x="1742235" y="31683"/>
                  <a:pt x="1742235" y="39702"/>
                </a:cubicBezTo>
                <a:cubicBezTo>
                  <a:pt x="1742235" y="49546"/>
                  <a:pt x="1738715" y="57629"/>
                  <a:pt x="1731674" y="63953"/>
                </a:cubicBezTo>
                <a:cubicBezTo>
                  <a:pt x="1727176" y="67995"/>
                  <a:pt x="1720885" y="71026"/>
                  <a:pt x="1712801" y="73047"/>
                </a:cubicBezTo>
                <a:lnTo>
                  <a:pt x="1744680" y="117932"/>
                </a:lnTo>
                <a:cubicBezTo>
                  <a:pt x="1748852" y="123734"/>
                  <a:pt x="1751818" y="127352"/>
                  <a:pt x="1753578" y="128786"/>
                </a:cubicBezTo>
                <a:cubicBezTo>
                  <a:pt x="1756186" y="130872"/>
                  <a:pt x="1759282" y="131980"/>
                  <a:pt x="1762868" y="132111"/>
                </a:cubicBezTo>
                <a:lnTo>
                  <a:pt x="1762868" y="135729"/>
                </a:lnTo>
                <a:lnTo>
                  <a:pt x="1721113" y="135729"/>
                </a:lnTo>
                <a:lnTo>
                  <a:pt x="1678380" y="75296"/>
                </a:lnTo>
                <a:lnTo>
                  <a:pt x="1669677" y="75296"/>
                </a:lnTo>
                <a:moveTo>
                  <a:pt x="1669677" y="10268"/>
                </a:moveTo>
                <a:lnTo>
                  <a:pt x="1669677" y="68353"/>
                </a:lnTo>
                <a:lnTo>
                  <a:pt x="1675250" y="68353"/>
                </a:lnTo>
                <a:cubicBezTo>
                  <a:pt x="1684312" y="68353"/>
                  <a:pt x="1691092" y="67506"/>
                  <a:pt x="1695590" y="65811"/>
                </a:cubicBezTo>
                <a:cubicBezTo>
                  <a:pt x="1700023" y="64246"/>
                  <a:pt x="1703576" y="61248"/>
                  <a:pt x="1706249" y="56814"/>
                </a:cubicBezTo>
                <a:cubicBezTo>
                  <a:pt x="1708792" y="52512"/>
                  <a:pt x="1710063" y="46873"/>
                  <a:pt x="1710063" y="39897"/>
                </a:cubicBezTo>
                <a:cubicBezTo>
                  <a:pt x="1710063" y="29858"/>
                  <a:pt x="1707716" y="22393"/>
                  <a:pt x="1703022" y="17504"/>
                </a:cubicBezTo>
                <a:cubicBezTo>
                  <a:pt x="1698198" y="12745"/>
                  <a:pt x="1690571" y="10333"/>
                  <a:pt x="1680140" y="10268"/>
                </a:cubicBezTo>
                <a:lnTo>
                  <a:pt x="1669677" y="10268"/>
                </a:lnTo>
                <a:close/>
                <a:moveTo>
                  <a:pt x="1822033" y="122234"/>
                </a:moveTo>
                <a:cubicBezTo>
                  <a:pt x="1810885" y="132143"/>
                  <a:pt x="1800878" y="137065"/>
                  <a:pt x="1792012" y="137000"/>
                </a:cubicBezTo>
                <a:cubicBezTo>
                  <a:pt x="1786732" y="137000"/>
                  <a:pt x="1782396" y="135273"/>
                  <a:pt x="1779007" y="131817"/>
                </a:cubicBezTo>
                <a:cubicBezTo>
                  <a:pt x="1775551" y="128493"/>
                  <a:pt x="1773824" y="124223"/>
                  <a:pt x="1773824" y="119007"/>
                </a:cubicBezTo>
                <a:cubicBezTo>
                  <a:pt x="1773824" y="112097"/>
                  <a:pt x="1776823" y="105806"/>
                  <a:pt x="1782820" y="100134"/>
                </a:cubicBezTo>
                <a:cubicBezTo>
                  <a:pt x="1788753" y="94658"/>
                  <a:pt x="1801824" y="87259"/>
                  <a:pt x="1822033" y="77937"/>
                </a:cubicBezTo>
                <a:lnTo>
                  <a:pt x="1822033" y="68745"/>
                </a:lnTo>
                <a:cubicBezTo>
                  <a:pt x="1821968" y="61899"/>
                  <a:pt x="1821609" y="57532"/>
                  <a:pt x="1820957" y="55641"/>
                </a:cubicBezTo>
                <a:cubicBezTo>
                  <a:pt x="1820110" y="53881"/>
                  <a:pt x="1818676" y="52316"/>
                  <a:pt x="1816655" y="50947"/>
                </a:cubicBezTo>
                <a:cubicBezTo>
                  <a:pt x="1814569" y="49709"/>
                  <a:pt x="1812222" y="49057"/>
                  <a:pt x="1809614" y="48991"/>
                </a:cubicBezTo>
                <a:cubicBezTo>
                  <a:pt x="1805377" y="49057"/>
                  <a:pt x="1801889" y="50002"/>
                  <a:pt x="1799151" y="51827"/>
                </a:cubicBezTo>
                <a:cubicBezTo>
                  <a:pt x="1797456" y="53001"/>
                  <a:pt x="1796608" y="54370"/>
                  <a:pt x="1796608" y="55934"/>
                </a:cubicBezTo>
                <a:cubicBezTo>
                  <a:pt x="1796543" y="57303"/>
                  <a:pt x="1797456" y="58998"/>
                  <a:pt x="1799346" y="61019"/>
                </a:cubicBezTo>
                <a:cubicBezTo>
                  <a:pt x="1801758" y="63888"/>
                  <a:pt x="1802997" y="66593"/>
                  <a:pt x="1803062" y="69136"/>
                </a:cubicBezTo>
                <a:cubicBezTo>
                  <a:pt x="1803062" y="72395"/>
                  <a:pt x="1801889" y="75101"/>
                  <a:pt x="1799542" y="77252"/>
                </a:cubicBezTo>
                <a:cubicBezTo>
                  <a:pt x="1797065" y="79534"/>
                  <a:pt x="1793935" y="80675"/>
                  <a:pt x="1790154" y="80675"/>
                </a:cubicBezTo>
                <a:cubicBezTo>
                  <a:pt x="1786047" y="80675"/>
                  <a:pt x="1782625" y="79436"/>
                  <a:pt x="1779887" y="76959"/>
                </a:cubicBezTo>
                <a:cubicBezTo>
                  <a:pt x="1777018" y="74547"/>
                  <a:pt x="1775617" y="71646"/>
                  <a:pt x="1775682" y="68256"/>
                </a:cubicBezTo>
                <a:cubicBezTo>
                  <a:pt x="1775682" y="63562"/>
                  <a:pt x="1777540" y="59064"/>
                  <a:pt x="1781256" y="54761"/>
                </a:cubicBezTo>
                <a:cubicBezTo>
                  <a:pt x="1784972" y="50589"/>
                  <a:pt x="1790154" y="47329"/>
                  <a:pt x="1796804" y="44982"/>
                </a:cubicBezTo>
                <a:cubicBezTo>
                  <a:pt x="1803453" y="42766"/>
                  <a:pt x="1810364" y="41625"/>
                  <a:pt x="1817535" y="41560"/>
                </a:cubicBezTo>
                <a:cubicBezTo>
                  <a:pt x="1826205" y="41625"/>
                  <a:pt x="1833083" y="43450"/>
                  <a:pt x="1838168" y="47036"/>
                </a:cubicBezTo>
                <a:cubicBezTo>
                  <a:pt x="1843122" y="50752"/>
                  <a:pt x="1846382" y="54761"/>
                  <a:pt x="1847947" y="59064"/>
                </a:cubicBezTo>
                <a:cubicBezTo>
                  <a:pt x="1848794" y="61802"/>
                  <a:pt x="1849250" y="68093"/>
                  <a:pt x="1849316" y="77937"/>
                </a:cubicBezTo>
                <a:lnTo>
                  <a:pt x="1849316" y="113433"/>
                </a:lnTo>
                <a:cubicBezTo>
                  <a:pt x="1849316" y="117671"/>
                  <a:pt x="1849479" y="120279"/>
                  <a:pt x="1849805" y="121256"/>
                </a:cubicBezTo>
                <a:cubicBezTo>
                  <a:pt x="1850065" y="122430"/>
                  <a:pt x="1850554" y="123245"/>
                  <a:pt x="1851271" y="123701"/>
                </a:cubicBezTo>
                <a:cubicBezTo>
                  <a:pt x="1851858" y="124223"/>
                  <a:pt x="1852608" y="124483"/>
                  <a:pt x="1853521" y="124483"/>
                </a:cubicBezTo>
                <a:cubicBezTo>
                  <a:pt x="1855150" y="124549"/>
                  <a:pt x="1856878" y="123343"/>
                  <a:pt x="1858703" y="120865"/>
                </a:cubicBezTo>
                <a:lnTo>
                  <a:pt x="1861637" y="123212"/>
                </a:lnTo>
                <a:cubicBezTo>
                  <a:pt x="1858312" y="128036"/>
                  <a:pt x="1854955" y="131524"/>
                  <a:pt x="1851565" y="133675"/>
                </a:cubicBezTo>
                <a:cubicBezTo>
                  <a:pt x="1847979" y="135957"/>
                  <a:pt x="1844003" y="137065"/>
                  <a:pt x="1839635" y="137000"/>
                </a:cubicBezTo>
                <a:cubicBezTo>
                  <a:pt x="1834419" y="137000"/>
                  <a:pt x="1830345" y="135762"/>
                  <a:pt x="1827411" y="133284"/>
                </a:cubicBezTo>
                <a:cubicBezTo>
                  <a:pt x="1824478" y="130937"/>
                  <a:pt x="1822685" y="127254"/>
                  <a:pt x="1822033" y="122234"/>
                </a:cubicBezTo>
                <a:moveTo>
                  <a:pt x="1822033" y="115096"/>
                </a:moveTo>
                <a:lnTo>
                  <a:pt x="1822033" y="84488"/>
                </a:lnTo>
                <a:cubicBezTo>
                  <a:pt x="1814080" y="89117"/>
                  <a:pt x="1808212" y="94071"/>
                  <a:pt x="1804431" y="99352"/>
                </a:cubicBezTo>
                <a:cubicBezTo>
                  <a:pt x="1801889" y="102872"/>
                  <a:pt x="1800618" y="106425"/>
                  <a:pt x="1800618" y="110011"/>
                </a:cubicBezTo>
                <a:cubicBezTo>
                  <a:pt x="1800618" y="113075"/>
                  <a:pt x="1801693" y="115715"/>
                  <a:pt x="1803845" y="117932"/>
                </a:cubicBezTo>
                <a:cubicBezTo>
                  <a:pt x="1805474" y="119692"/>
                  <a:pt x="1807756" y="120572"/>
                  <a:pt x="1810690" y="120572"/>
                </a:cubicBezTo>
                <a:cubicBezTo>
                  <a:pt x="1813884" y="120572"/>
                  <a:pt x="1817665" y="118747"/>
                  <a:pt x="1822033" y="115096"/>
                </a:cubicBezTo>
                <a:close/>
                <a:moveTo>
                  <a:pt x="1911697" y="10854"/>
                </a:moveTo>
                <a:lnTo>
                  <a:pt x="1911697" y="44298"/>
                </a:lnTo>
                <a:lnTo>
                  <a:pt x="1933406" y="44298"/>
                </a:lnTo>
                <a:lnTo>
                  <a:pt x="1933406" y="53979"/>
                </a:lnTo>
                <a:lnTo>
                  <a:pt x="1911697" y="53979"/>
                </a:lnTo>
                <a:lnTo>
                  <a:pt x="1911697" y="110402"/>
                </a:lnTo>
                <a:cubicBezTo>
                  <a:pt x="1911697" y="115748"/>
                  <a:pt x="1911958" y="119138"/>
                  <a:pt x="1912479" y="120572"/>
                </a:cubicBezTo>
                <a:cubicBezTo>
                  <a:pt x="1912871" y="122202"/>
                  <a:pt x="1913718" y="123440"/>
                  <a:pt x="1915022" y="124288"/>
                </a:cubicBezTo>
                <a:cubicBezTo>
                  <a:pt x="1916195" y="125266"/>
                  <a:pt x="1917336" y="125755"/>
                  <a:pt x="1918444" y="125755"/>
                </a:cubicBezTo>
                <a:cubicBezTo>
                  <a:pt x="1922617" y="125755"/>
                  <a:pt x="1926626" y="122528"/>
                  <a:pt x="1930472" y="116074"/>
                </a:cubicBezTo>
                <a:lnTo>
                  <a:pt x="1933406" y="118225"/>
                </a:lnTo>
                <a:cubicBezTo>
                  <a:pt x="1928060" y="130742"/>
                  <a:pt x="1919487" y="137000"/>
                  <a:pt x="1907688" y="137000"/>
                </a:cubicBezTo>
                <a:cubicBezTo>
                  <a:pt x="1901886" y="137000"/>
                  <a:pt x="1896996" y="135370"/>
                  <a:pt x="1893020" y="132111"/>
                </a:cubicBezTo>
                <a:cubicBezTo>
                  <a:pt x="1888913" y="128982"/>
                  <a:pt x="1886338" y="125396"/>
                  <a:pt x="1885294" y="121354"/>
                </a:cubicBezTo>
                <a:cubicBezTo>
                  <a:pt x="1884577" y="119138"/>
                  <a:pt x="1884251" y="113140"/>
                  <a:pt x="1884317" y="103361"/>
                </a:cubicBezTo>
                <a:lnTo>
                  <a:pt x="1884317" y="53979"/>
                </a:lnTo>
                <a:lnTo>
                  <a:pt x="1872387" y="53979"/>
                </a:lnTo>
                <a:lnTo>
                  <a:pt x="1872387" y="50556"/>
                </a:lnTo>
                <a:cubicBezTo>
                  <a:pt x="1880601" y="44819"/>
                  <a:pt x="1887609" y="38724"/>
                  <a:pt x="1893411" y="32270"/>
                </a:cubicBezTo>
                <a:cubicBezTo>
                  <a:pt x="1899148" y="25946"/>
                  <a:pt x="1904167" y="18808"/>
                  <a:pt x="1908470" y="10854"/>
                </a:cubicBezTo>
                <a:lnTo>
                  <a:pt x="1911697" y="10854"/>
                </a:lnTo>
                <a:close/>
                <a:moveTo>
                  <a:pt x="2019719" y="86737"/>
                </a:moveTo>
                <a:lnTo>
                  <a:pt x="1969554" y="86737"/>
                </a:lnTo>
                <a:cubicBezTo>
                  <a:pt x="1970141" y="98863"/>
                  <a:pt x="1973368" y="108446"/>
                  <a:pt x="1979235" y="115487"/>
                </a:cubicBezTo>
                <a:cubicBezTo>
                  <a:pt x="1983668" y="120898"/>
                  <a:pt x="1989079" y="123603"/>
                  <a:pt x="1995468" y="123603"/>
                </a:cubicBezTo>
                <a:cubicBezTo>
                  <a:pt x="1999314" y="123668"/>
                  <a:pt x="2002867" y="122560"/>
                  <a:pt x="2006127" y="120279"/>
                </a:cubicBezTo>
                <a:cubicBezTo>
                  <a:pt x="2009321" y="118127"/>
                  <a:pt x="2012744" y="114216"/>
                  <a:pt x="2016395" y="108544"/>
                </a:cubicBezTo>
                <a:lnTo>
                  <a:pt x="2019719" y="110695"/>
                </a:lnTo>
                <a:cubicBezTo>
                  <a:pt x="2014700" y="120800"/>
                  <a:pt x="2009224" y="127939"/>
                  <a:pt x="2003291" y="132111"/>
                </a:cubicBezTo>
                <a:cubicBezTo>
                  <a:pt x="1997294" y="136348"/>
                  <a:pt x="1990351" y="138467"/>
                  <a:pt x="1982462" y="138467"/>
                </a:cubicBezTo>
                <a:cubicBezTo>
                  <a:pt x="1968837" y="138532"/>
                  <a:pt x="1958570" y="133317"/>
                  <a:pt x="1951659" y="122821"/>
                </a:cubicBezTo>
                <a:cubicBezTo>
                  <a:pt x="1946053" y="114411"/>
                  <a:pt x="1943250" y="103981"/>
                  <a:pt x="1943250" y="91529"/>
                </a:cubicBezTo>
                <a:cubicBezTo>
                  <a:pt x="1943184" y="76339"/>
                  <a:pt x="1947324" y="64181"/>
                  <a:pt x="1955669" y="55054"/>
                </a:cubicBezTo>
                <a:cubicBezTo>
                  <a:pt x="1963883" y="46058"/>
                  <a:pt x="1973531" y="41560"/>
                  <a:pt x="1984614" y="41560"/>
                </a:cubicBezTo>
                <a:cubicBezTo>
                  <a:pt x="1993871" y="41625"/>
                  <a:pt x="2001922" y="45406"/>
                  <a:pt x="2008767" y="52903"/>
                </a:cubicBezTo>
                <a:cubicBezTo>
                  <a:pt x="2015482" y="60530"/>
                  <a:pt x="2019133" y="71809"/>
                  <a:pt x="2019719" y="86737"/>
                </a:cubicBezTo>
                <a:moveTo>
                  <a:pt x="1995664" y="80186"/>
                </a:moveTo>
                <a:cubicBezTo>
                  <a:pt x="1995599" y="69755"/>
                  <a:pt x="1995044" y="62551"/>
                  <a:pt x="1994001" y="58575"/>
                </a:cubicBezTo>
                <a:cubicBezTo>
                  <a:pt x="1992828" y="54728"/>
                  <a:pt x="1991035" y="51762"/>
                  <a:pt x="1988623" y="49676"/>
                </a:cubicBezTo>
                <a:cubicBezTo>
                  <a:pt x="1987189" y="48503"/>
                  <a:pt x="1985363" y="47916"/>
                  <a:pt x="1983147" y="47916"/>
                </a:cubicBezTo>
                <a:cubicBezTo>
                  <a:pt x="1979692" y="47916"/>
                  <a:pt x="1976921" y="49578"/>
                  <a:pt x="1974835" y="52903"/>
                </a:cubicBezTo>
                <a:cubicBezTo>
                  <a:pt x="1970989" y="58770"/>
                  <a:pt x="1969066" y="66724"/>
                  <a:pt x="1969066" y="76763"/>
                </a:cubicBezTo>
                <a:lnTo>
                  <a:pt x="1969066" y="80186"/>
                </a:lnTo>
                <a:lnTo>
                  <a:pt x="1995664" y="80186"/>
                </a:lnTo>
                <a:close/>
                <a:moveTo>
                  <a:pt x="2128673" y="138467"/>
                </a:moveTo>
                <a:cubicBezTo>
                  <a:pt x="2121176" y="138467"/>
                  <a:pt x="2113972" y="135925"/>
                  <a:pt x="2107062" y="130840"/>
                </a:cubicBezTo>
                <a:cubicBezTo>
                  <a:pt x="2100086" y="125755"/>
                  <a:pt x="2094610" y="118127"/>
                  <a:pt x="2090634" y="107957"/>
                </a:cubicBezTo>
                <a:cubicBezTo>
                  <a:pt x="2086592" y="97918"/>
                  <a:pt x="2084571" y="85466"/>
                  <a:pt x="2084571" y="70603"/>
                </a:cubicBezTo>
                <a:cubicBezTo>
                  <a:pt x="2084506" y="47068"/>
                  <a:pt x="2088743" y="29434"/>
                  <a:pt x="2097283" y="17700"/>
                </a:cubicBezTo>
                <a:cubicBezTo>
                  <a:pt x="2105693" y="5965"/>
                  <a:pt x="2116156" y="98"/>
                  <a:pt x="2128673" y="98"/>
                </a:cubicBezTo>
                <a:cubicBezTo>
                  <a:pt x="2141255" y="98"/>
                  <a:pt x="2151751" y="5998"/>
                  <a:pt x="2160160" y="17797"/>
                </a:cubicBezTo>
                <a:cubicBezTo>
                  <a:pt x="2168570" y="29662"/>
                  <a:pt x="2172775" y="47264"/>
                  <a:pt x="2172775" y="70603"/>
                </a:cubicBezTo>
                <a:cubicBezTo>
                  <a:pt x="2172775" y="85597"/>
                  <a:pt x="2170787" y="98081"/>
                  <a:pt x="2166810" y="108055"/>
                </a:cubicBezTo>
                <a:cubicBezTo>
                  <a:pt x="2162768" y="118160"/>
                  <a:pt x="2157292" y="125722"/>
                  <a:pt x="2150382" y="130742"/>
                </a:cubicBezTo>
                <a:cubicBezTo>
                  <a:pt x="2143406" y="135957"/>
                  <a:pt x="2136170" y="138532"/>
                  <a:pt x="2128673" y="138467"/>
                </a:cubicBezTo>
                <a:moveTo>
                  <a:pt x="2113320" y="65224"/>
                </a:moveTo>
                <a:lnTo>
                  <a:pt x="2144025" y="65224"/>
                </a:lnTo>
                <a:lnTo>
                  <a:pt x="2144025" y="58770"/>
                </a:lnTo>
                <a:cubicBezTo>
                  <a:pt x="2143960" y="36670"/>
                  <a:pt x="2142526" y="22426"/>
                  <a:pt x="2139723" y="16037"/>
                </a:cubicBezTo>
                <a:cubicBezTo>
                  <a:pt x="2136854" y="9714"/>
                  <a:pt x="2133138" y="6519"/>
                  <a:pt x="2128575" y="6454"/>
                </a:cubicBezTo>
                <a:cubicBezTo>
                  <a:pt x="2123946" y="6519"/>
                  <a:pt x="2120263" y="9811"/>
                  <a:pt x="2117525" y="16331"/>
                </a:cubicBezTo>
                <a:cubicBezTo>
                  <a:pt x="2114657" y="22915"/>
                  <a:pt x="2113255" y="37061"/>
                  <a:pt x="2113320" y="58770"/>
                </a:cubicBezTo>
                <a:lnTo>
                  <a:pt x="2113320" y="65224"/>
                </a:lnTo>
                <a:moveTo>
                  <a:pt x="2113320" y="72265"/>
                </a:moveTo>
                <a:lnTo>
                  <a:pt x="2113320" y="78914"/>
                </a:lnTo>
                <a:cubicBezTo>
                  <a:pt x="2113255" y="103166"/>
                  <a:pt x="2114754" y="118062"/>
                  <a:pt x="2117818" y="123603"/>
                </a:cubicBezTo>
                <a:cubicBezTo>
                  <a:pt x="2120752" y="129210"/>
                  <a:pt x="2124435" y="132013"/>
                  <a:pt x="2128868" y="132013"/>
                </a:cubicBezTo>
                <a:cubicBezTo>
                  <a:pt x="2131672" y="132013"/>
                  <a:pt x="2134312" y="130644"/>
                  <a:pt x="2136789" y="127906"/>
                </a:cubicBezTo>
                <a:cubicBezTo>
                  <a:pt x="2139136" y="125298"/>
                  <a:pt x="2140961" y="120833"/>
                  <a:pt x="2142265" y="114509"/>
                </a:cubicBezTo>
                <a:cubicBezTo>
                  <a:pt x="2143439" y="108381"/>
                  <a:pt x="2144025" y="96516"/>
                  <a:pt x="2144025" y="78914"/>
                </a:cubicBezTo>
                <a:lnTo>
                  <a:pt x="2144025" y="72265"/>
                </a:lnTo>
                <a:lnTo>
                  <a:pt x="2113320" y="72265"/>
                </a:lnTo>
                <a:close/>
                <a:moveTo>
                  <a:pt x="2219843" y="170835"/>
                </a:moveTo>
                <a:lnTo>
                  <a:pt x="2219843" y="166532"/>
                </a:lnTo>
                <a:cubicBezTo>
                  <a:pt x="2227340" y="163338"/>
                  <a:pt x="2232848" y="159100"/>
                  <a:pt x="2236369" y="153820"/>
                </a:cubicBezTo>
                <a:cubicBezTo>
                  <a:pt x="2239759" y="148669"/>
                  <a:pt x="2241454" y="143389"/>
                  <a:pt x="2241454" y="137978"/>
                </a:cubicBezTo>
                <a:cubicBezTo>
                  <a:pt x="2241454" y="136935"/>
                  <a:pt x="2241209" y="136136"/>
                  <a:pt x="2240720" y="135582"/>
                </a:cubicBezTo>
                <a:cubicBezTo>
                  <a:pt x="2240231" y="135028"/>
                  <a:pt x="2239791" y="134718"/>
                  <a:pt x="2239400" y="134653"/>
                </a:cubicBezTo>
                <a:cubicBezTo>
                  <a:pt x="2239009" y="134653"/>
                  <a:pt x="2238422" y="134881"/>
                  <a:pt x="2237640" y="135338"/>
                </a:cubicBezTo>
                <a:cubicBezTo>
                  <a:pt x="2235749" y="136446"/>
                  <a:pt x="2233403" y="137000"/>
                  <a:pt x="2230599" y="137000"/>
                </a:cubicBezTo>
                <a:cubicBezTo>
                  <a:pt x="2226753" y="137065"/>
                  <a:pt x="2223428" y="135566"/>
                  <a:pt x="2220625" y="132502"/>
                </a:cubicBezTo>
                <a:cubicBezTo>
                  <a:pt x="2217757" y="129503"/>
                  <a:pt x="2216322" y="125983"/>
                  <a:pt x="2216322" y="121941"/>
                </a:cubicBezTo>
                <a:cubicBezTo>
                  <a:pt x="2216322" y="117638"/>
                  <a:pt x="2217952" y="113857"/>
                  <a:pt x="2221212" y="110598"/>
                </a:cubicBezTo>
                <a:cubicBezTo>
                  <a:pt x="2224406" y="107403"/>
                  <a:pt x="2228350" y="105773"/>
                  <a:pt x="2233044" y="105708"/>
                </a:cubicBezTo>
                <a:cubicBezTo>
                  <a:pt x="2238585" y="105708"/>
                  <a:pt x="2243377" y="107860"/>
                  <a:pt x="2247419" y="112162"/>
                </a:cubicBezTo>
                <a:cubicBezTo>
                  <a:pt x="2251395" y="116595"/>
                  <a:pt x="2253384" y="122560"/>
                  <a:pt x="2253384" y="130057"/>
                </a:cubicBezTo>
                <a:cubicBezTo>
                  <a:pt x="2253319" y="139380"/>
                  <a:pt x="2250515" y="147659"/>
                  <a:pt x="2244974" y="154895"/>
                </a:cubicBezTo>
                <a:cubicBezTo>
                  <a:pt x="2239237" y="162132"/>
                  <a:pt x="2230860" y="167445"/>
                  <a:pt x="2219843" y="170835"/>
                </a:cubicBezTo>
                <a:close/>
                <a:moveTo>
                  <a:pt x="2504262" y="65420"/>
                </a:moveTo>
                <a:cubicBezTo>
                  <a:pt x="2516844" y="68353"/>
                  <a:pt x="2525678" y="71906"/>
                  <a:pt x="2530763" y="76079"/>
                </a:cubicBezTo>
                <a:cubicBezTo>
                  <a:pt x="2538064" y="82076"/>
                  <a:pt x="2541715" y="89769"/>
                  <a:pt x="2541715" y="99156"/>
                </a:cubicBezTo>
                <a:cubicBezTo>
                  <a:pt x="2541715" y="109131"/>
                  <a:pt x="2537706" y="117377"/>
                  <a:pt x="2529687" y="123897"/>
                </a:cubicBezTo>
                <a:cubicBezTo>
                  <a:pt x="2519778" y="131850"/>
                  <a:pt x="2505468" y="135794"/>
                  <a:pt x="2486758" y="135729"/>
                </a:cubicBezTo>
                <a:lnTo>
                  <a:pt x="2419383" y="135729"/>
                </a:lnTo>
                <a:lnTo>
                  <a:pt x="2419383" y="132111"/>
                </a:lnTo>
                <a:cubicBezTo>
                  <a:pt x="2425446" y="132111"/>
                  <a:pt x="2429618" y="131524"/>
                  <a:pt x="2431900" y="130351"/>
                </a:cubicBezTo>
                <a:cubicBezTo>
                  <a:pt x="2434051" y="129308"/>
                  <a:pt x="2435583" y="127841"/>
                  <a:pt x="2436496" y="125950"/>
                </a:cubicBezTo>
                <a:cubicBezTo>
                  <a:pt x="2437343" y="124125"/>
                  <a:pt x="2437767" y="119627"/>
                  <a:pt x="2437767" y="112456"/>
                </a:cubicBezTo>
                <a:lnTo>
                  <a:pt x="2437767" y="26403"/>
                </a:lnTo>
                <a:cubicBezTo>
                  <a:pt x="2437767" y="19297"/>
                  <a:pt x="2437343" y="14766"/>
                  <a:pt x="2436496" y="12810"/>
                </a:cubicBezTo>
                <a:cubicBezTo>
                  <a:pt x="2435583" y="10985"/>
                  <a:pt x="2434018" y="9518"/>
                  <a:pt x="2431802" y="8410"/>
                </a:cubicBezTo>
                <a:cubicBezTo>
                  <a:pt x="2429520" y="7367"/>
                  <a:pt x="2425381" y="6813"/>
                  <a:pt x="2419383" y="6747"/>
                </a:cubicBezTo>
                <a:lnTo>
                  <a:pt x="2419383" y="3129"/>
                </a:lnTo>
                <a:lnTo>
                  <a:pt x="2482945" y="3129"/>
                </a:lnTo>
                <a:cubicBezTo>
                  <a:pt x="2498069" y="3194"/>
                  <a:pt x="2508826" y="4531"/>
                  <a:pt x="2515215" y="7138"/>
                </a:cubicBezTo>
                <a:cubicBezTo>
                  <a:pt x="2521538" y="9877"/>
                  <a:pt x="2526525" y="13918"/>
                  <a:pt x="2530176" y="19264"/>
                </a:cubicBezTo>
                <a:cubicBezTo>
                  <a:pt x="2533762" y="24675"/>
                  <a:pt x="2535587" y="30412"/>
                  <a:pt x="2535652" y="36475"/>
                </a:cubicBezTo>
                <a:cubicBezTo>
                  <a:pt x="2535587" y="42863"/>
                  <a:pt x="2533273" y="48535"/>
                  <a:pt x="2528709" y="53490"/>
                </a:cubicBezTo>
                <a:cubicBezTo>
                  <a:pt x="2524015" y="58509"/>
                  <a:pt x="2515867" y="62486"/>
                  <a:pt x="2504262" y="65420"/>
                </a:cubicBezTo>
                <a:moveTo>
                  <a:pt x="2468668" y="62780"/>
                </a:moveTo>
                <a:cubicBezTo>
                  <a:pt x="2477925" y="62780"/>
                  <a:pt x="2484770" y="61736"/>
                  <a:pt x="2489203" y="59650"/>
                </a:cubicBezTo>
                <a:cubicBezTo>
                  <a:pt x="2493571" y="57629"/>
                  <a:pt x="2496928" y="54696"/>
                  <a:pt x="2499275" y="50849"/>
                </a:cubicBezTo>
                <a:cubicBezTo>
                  <a:pt x="2501622" y="47068"/>
                  <a:pt x="2502796" y="42244"/>
                  <a:pt x="2502796" y="36377"/>
                </a:cubicBezTo>
                <a:cubicBezTo>
                  <a:pt x="2502730" y="30575"/>
                  <a:pt x="2501590" y="25751"/>
                  <a:pt x="2499373" y="21904"/>
                </a:cubicBezTo>
                <a:cubicBezTo>
                  <a:pt x="2497026" y="18188"/>
                  <a:pt x="2493701" y="15353"/>
                  <a:pt x="2489399" y="13397"/>
                </a:cubicBezTo>
                <a:cubicBezTo>
                  <a:pt x="2485031" y="11441"/>
                  <a:pt x="2478121" y="10496"/>
                  <a:pt x="2468668" y="10561"/>
                </a:cubicBezTo>
                <a:lnTo>
                  <a:pt x="2468668" y="62780"/>
                </a:lnTo>
                <a:moveTo>
                  <a:pt x="2468668" y="70407"/>
                </a:moveTo>
                <a:lnTo>
                  <a:pt x="2468668" y="112944"/>
                </a:lnTo>
                <a:lnTo>
                  <a:pt x="2468570" y="117834"/>
                </a:lnTo>
                <a:cubicBezTo>
                  <a:pt x="2468505" y="121354"/>
                  <a:pt x="2469417" y="123994"/>
                  <a:pt x="2471308" y="125755"/>
                </a:cubicBezTo>
                <a:cubicBezTo>
                  <a:pt x="2473068" y="127645"/>
                  <a:pt x="2475708" y="128558"/>
                  <a:pt x="2479229" y="128493"/>
                </a:cubicBezTo>
                <a:cubicBezTo>
                  <a:pt x="2484379" y="128493"/>
                  <a:pt x="2489203" y="127319"/>
                  <a:pt x="2493701" y="124972"/>
                </a:cubicBezTo>
                <a:cubicBezTo>
                  <a:pt x="2498069" y="122756"/>
                  <a:pt x="2501427" y="119398"/>
                  <a:pt x="2503773" y="114900"/>
                </a:cubicBezTo>
                <a:cubicBezTo>
                  <a:pt x="2506120" y="110532"/>
                  <a:pt x="2507294" y="105643"/>
                  <a:pt x="2507294" y="100232"/>
                </a:cubicBezTo>
                <a:cubicBezTo>
                  <a:pt x="2507229" y="94104"/>
                  <a:pt x="2505794" y="88530"/>
                  <a:pt x="2502991" y="83510"/>
                </a:cubicBezTo>
                <a:cubicBezTo>
                  <a:pt x="2500058" y="78621"/>
                  <a:pt x="2496113" y="75199"/>
                  <a:pt x="2491159" y="73243"/>
                </a:cubicBezTo>
                <a:cubicBezTo>
                  <a:pt x="2486139" y="71287"/>
                  <a:pt x="2478642" y="70342"/>
                  <a:pt x="2468668" y="70407"/>
                </a:cubicBezTo>
                <a:close/>
                <a:moveTo>
                  <a:pt x="2643740" y="44298"/>
                </a:moveTo>
                <a:lnTo>
                  <a:pt x="2643740" y="115878"/>
                </a:lnTo>
                <a:cubicBezTo>
                  <a:pt x="2643740" y="122919"/>
                  <a:pt x="2644392" y="127254"/>
                  <a:pt x="2645696" y="128884"/>
                </a:cubicBezTo>
                <a:cubicBezTo>
                  <a:pt x="2646935" y="130644"/>
                  <a:pt x="2649575" y="131752"/>
                  <a:pt x="2653617" y="132209"/>
                </a:cubicBezTo>
                <a:lnTo>
                  <a:pt x="2653617" y="135729"/>
                </a:lnTo>
                <a:lnTo>
                  <a:pt x="2616360" y="135729"/>
                </a:lnTo>
                <a:lnTo>
                  <a:pt x="2616360" y="123506"/>
                </a:lnTo>
                <a:cubicBezTo>
                  <a:pt x="2611927" y="128721"/>
                  <a:pt x="2607559" y="132502"/>
                  <a:pt x="2603256" y="134849"/>
                </a:cubicBezTo>
                <a:cubicBezTo>
                  <a:pt x="2598823" y="137326"/>
                  <a:pt x="2593934" y="138532"/>
                  <a:pt x="2588588" y="138467"/>
                </a:cubicBezTo>
                <a:cubicBezTo>
                  <a:pt x="2583373" y="138532"/>
                  <a:pt x="2578809" y="136935"/>
                  <a:pt x="2574898" y="133675"/>
                </a:cubicBezTo>
                <a:cubicBezTo>
                  <a:pt x="2570856" y="130546"/>
                  <a:pt x="2568150" y="126863"/>
                  <a:pt x="2566781" y="122625"/>
                </a:cubicBezTo>
                <a:cubicBezTo>
                  <a:pt x="2565412" y="118453"/>
                  <a:pt x="2564728" y="111054"/>
                  <a:pt x="2564728" y="100428"/>
                </a:cubicBezTo>
                <a:lnTo>
                  <a:pt x="2564728" y="64149"/>
                </a:lnTo>
                <a:cubicBezTo>
                  <a:pt x="2564728" y="57238"/>
                  <a:pt x="2564109" y="52936"/>
                  <a:pt x="2562870" y="51241"/>
                </a:cubicBezTo>
                <a:cubicBezTo>
                  <a:pt x="2561501" y="49611"/>
                  <a:pt x="2558828" y="48503"/>
                  <a:pt x="2554851" y="47916"/>
                </a:cubicBezTo>
                <a:lnTo>
                  <a:pt x="2554851" y="44298"/>
                </a:lnTo>
                <a:lnTo>
                  <a:pt x="2592108" y="44298"/>
                </a:lnTo>
                <a:lnTo>
                  <a:pt x="2592108" y="106784"/>
                </a:lnTo>
                <a:cubicBezTo>
                  <a:pt x="2592043" y="113368"/>
                  <a:pt x="2592369" y="117573"/>
                  <a:pt x="2593086" y="119398"/>
                </a:cubicBezTo>
                <a:cubicBezTo>
                  <a:pt x="2593673" y="121289"/>
                  <a:pt x="2594651" y="122723"/>
                  <a:pt x="2596020" y="123701"/>
                </a:cubicBezTo>
                <a:cubicBezTo>
                  <a:pt x="2597259" y="124679"/>
                  <a:pt x="2598791" y="125168"/>
                  <a:pt x="2600616" y="125168"/>
                </a:cubicBezTo>
                <a:cubicBezTo>
                  <a:pt x="2602963" y="125233"/>
                  <a:pt x="2605082" y="124614"/>
                  <a:pt x="2606972" y="123310"/>
                </a:cubicBezTo>
                <a:cubicBezTo>
                  <a:pt x="2609580" y="121680"/>
                  <a:pt x="2612709" y="118258"/>
                  <a:pt x="2616360" y="113042"/>
                </a:cubicBezTo>
                <a:lnTo>
                  <a:pt x="2616360" y="64149"/>
                </a:lnTo>
                <a:cubicBezTo>
                  <a:pt x="2616360" y="57238"/>
                  <a:pt x="2615740" y="52936"/>
                  <a:pt x="2614502" y="51241"/>
                </a:cubicBezTo>
                <a:cubicBezTo>
                  <a:pt x="2613133" y="49611"/>
                  <a:pt x="2610460" y="48503"/>
                  <a:pt x="2606483" y="47916"/>
                </a:cubicBezTo>
                <a:lnTo>
                  <a:pt x="2606483" y="44298"/>
                </a:lnTo>
                <a:lnTo>
                  <a:pt x="2643740" y="44298"/>
                </a:lnTo>
                <a:close/>
                <a:moveTo>
                  <a:pt x="2755685" y="3129"/>
                </a:moveTo>
                <a:lnTo>
                  <a:pt x="2755685" y="108348"/>
                </a:lnTo>
                <a:cubicBezTo>
                  <a:pt x="2755685" y="115520"/>
                  <a:pt x="2755880" y="119724"/>
                  <a:pt x="2756272" y="120963"/>
                </a:cubicBezTo>
                <a:cubicBezTo>
                  <a:pt x="2756728" y="123114"/>
                  <a:pt x="2757738" y="124712"/>
                  <a:pt x="2759303" y="125755"/>
                </a:cubicBezTo>
                <a:cubicBezTo>
                  <a:pt x="2760737" y="126863"/>
                  <a:pt x="2763280" y="127515"/>
                  <a:pt x="2766930" y="127710"/>
                </a:cubicBezTo>
                <a:lnTo>
                  <a:pt x="2766930" y="130937"/>
                </a:lnTo>
                <a:lnTo>
                  <a:pt x="2728304" y="138467"/>
                </a:lnTo>
                <a:lnTo>
                  <a:pt x="2728304" y="123994"/>
                </a:lnTo>
                <a:cubicBezTo>
                  <a:pt x="2723676" y="129601"/>
                  <a:pt x="2719569" y="133415"/>
                  <a:pt x="2715983" y="135436"/>
                </a:cubicBezTo>
                <a:cubicBezTo>
                  <a:pt x="2712332" y="137522"/>
                  <a:pt x="2708225" y="138532"/>
                  <a:pt x="2703662" y="138467"/>
                </a:cubicBezTo>
                <a:cubicBezTo>
                  <a:pt x="2691927" y="138532"/>
                  <a:pt x="2682703" y="133317"/>
                  <a:pt x="2675988" y="122821"/>
                </a:cubicBezTo>
                <a:cubicBezTo>
                  <a:pt x="2670512" y="114346"/>
                  <a:pt x="2667774" y="103948"/>
                  <a:pt x="2667774" y="91627"/>
                </a:cubicBezTo>
                <a:cubicBezTo>
                  <a:pt x="2667709" y="81783"/>
                  <a:pt x="2669404" y="72949"/>
                  <a:pt x="2672859" y="65126"/>
                </a:cubicBezTo>
                <a:cubicBezTo>
                  <a:pt x="2676184" y="57434"/>
                  <a:pt x="2680845" y="51567"/>
                  <a:pt x="2686842" y="47525"/>
                </a:cubicBezTo>
                <a:cubicBezTo>
                  <a:pt x="2692710" y="43548"/>
                  <a:pt x="2699033" y="41560"/>
                  <a:pt x="2705813" y="41560"/>
                </a:cubicBezTo>
                <a:cubicBezTo>
                  <a:pt x="2710116" y="41625"/>
                  <a:pt x="2713995" y="42472"/>
                  <a:pt x="2717450" y="44102"/>
                </a:cubicBezTo>
                <a:cubicBezTo>
                  <a:pt x="2720840" y="45862"/>
                  <a:pt x="2724458" y="48829"/>
                  <a:pt x="2728304" y="53001"/>
                </a:cubicBezTo>
                <a:lnTo>
                  <a:pt x="2728304" y="25425"/>
                </a:lnTo>
                <a:cubicBezTo>
                  <a:pt x="2728304" y="18514"/>
                  <a:pt x="2728011" y="14310"/>
                  <a:pt x="2727424" y="12810"/>
                </a:cubicBezTo>
                <a:cubicBezTo>
                  <a:pt x="2726642" y="10985"/>
                  <a:pt x="2725469" y="9583"/>
                  <a:pt x="2723904" y="8605"/>
                </a:cubicBezTo>
                <a:cubicBezTo>
                  <a:pt x="2722339" y="7758"/>
                  <a:pt x="2719406" y="7301"/>
                  <a:pt x="2715103" y="7236"/>
                </a:cubicBezTo>
                <a:lnTo>
                  <a:pt x="2715103" y="3129"/>
                </a:lnTo>
                <a:lnTo>
                  <a:pt x="2755685" y="3129"/>
                </a:lnTo>
                <a:moveTo>
                  <a:pt x="2728304" y="65126"/>
                </a:moveTo>
                <a:cubicBezTo>
                  <a:pt x="2723415" y="55869"/>
                  <a:pt x="2717515" y="51241"/>
                  <a:pt x="2710605" y="51241"/>
                </a:cubicBezTo>
                <a:cubicBezTo>
                  <a:pt x="2708128" y="51306"/>
                  <a:pt x="2706139" y="51958"/>
                  <a:pt x="2704640" y="53196"/>
                </a:cubicBezTo>
                <a:cubicBezTo>
                  <a:pt x="2702163" y="55282"/>
                  <a:pt x="2700207" y="58835"/>
                  <a:pt x="2698773" y="63855"/>
                </a:cubicBezTo>
                <a:cubicBezTo>
                  <a:pt x="2697208" y="69005"/>
                  <a:pt x="2696426" y="76796"/>
                  <a:pt x="2696426" y="87226"/>
                </a:cubicBezTo>
                <a:cubicBezTo>
                  <a:pt x="2696426" y="98765"/>
                  <a:pt x="2697273" y="107305"/>
                  <a:pt x="2698968" y="112847"/>
                </a:cubicBezTo>
                <a:cubicBezTo>
                  <a:pt x="2700598" y="118453"/>
                  <a:pt x="2702912" y="122462"/>
                  <a:pt x="2705911" y="124875"/>
                </a:cubicBezTo>
                <a:cubicBezTo>
                  <a:pt x="2707345" y="126178"/>
                  <a:pt x="2709399" y="126798"/>
                  <a:pt x="2712072" y="126732"/>
                </a:cubicBezTo>
                <a:cubicBezTo>
                  <a:pt x="2717809" y="126732"/>
                  <a:pt x="2723219" y="122234"/>
                  <a:pt x="2728304" y="113238"/>
                </a:cubicBezTo>
                <a:lnTo>
                  <a:pt x="2728304" y="65126"/>
                </a:lnTo>
                <a:close/>
                <a:moveTo>
                  <a:pt x="2836729" y="45373"/>
                </a:moveTo>
                <a:lnTo>
                  <a:pt x="2867532" y="45373"/>
                </a:lnTo>
                <a:lnTo>
                  <a:pt x="2867532" y="56130"/>
                </a:lnTo>
                <a:lnTo>
                  <a:pt x="2850028" y="56130"/>
                </a:lnTo>
                <a:cubicBezTo>
                  <a:pt x="2853157" y="59390"/>
                  <a:pt x="2855374" y="62291"/>
                  <a:pt x="2856677" y="64833"/>
                </a:cubicBezTo>
                <a:cubicBezTo>
                  <a:pt x="2858242" y="68419"/>
                  <a:pt x="2859024" y="72102"/>
                  <a:pt x="2859024" y="75883"/>
                </a:cubicBezTo>
                <a:cubicBezTo>
                  <a:pt x="2859024" y="82467"/>
                  <a:pt x="2857231" y="88106"/>
                  <a:pt x="2853646" y="92800"/>
                </a:cubicBezTo>
                <a:cubicBezTo>
                  <a:pt x="2849930" y="97690"/>
                  <a:pt x="2845008" y="101438"/>
                  <a:pt x="2838880" y="104046"/>
                </a:cubicBezTo>
                <a:cubicBezTo>
                  <a:pt x="2832556" y="106784"/>
                  <a:pt x="2827015" y="108153"/>
                  <a:pt x="2822256" y="108153"/>
                </a:cubicBezTo>
                <a:cubicBezTo>
                  <a:pt x="2821865" y="108153"/>
                  <a:pt x="2817954" y="107990"/>
                  <a:pt x="2810522" y="107664"/>
                </a:cubicBezTo>
                <a:cubicBezTo>
                  <a:pt x="2807588" y="107729"/>
                  <a:pt x="2805143" y="108674"/>
                  <a:pt x="2803188" y="110500"/>
                </a:cubicBezTo>
                <a:cubicBezTo>
                  <a:pt x="2801101" y="112521"/>
                  <a:pt x="2800091" y="114835"/>
                  <a:pt x="2800156" y="117443"/>
                </a:cubicBezTo>
                <a:cubicBezTo>
                  <a:pt x="2800091" y="119855"/>
                  <a:pt x="2801004" y="121778"/>
                  <a:pt x="2802894" y="123212"/>
                </a:cubicBezTo>
                <a:cubicBezTo>
                  <a:pt x="2804654" y="124712"/>
                  <a:pt x="2807555" y="125461"/>
                  <a:pt x="2811597" y="125461"/>
                </a:cubicBezTo>
                <a:lnTo>
                  <a:pt x="2828515" y="125266"/>
                </a:lnTo>
                <a:cubicBezTo>
                  <a:pt x="2842140" y="125266"/>
                  <a:pt x="2851560" y="126765"/>
                  <a:pt x="2856775" y="129764"/>
                </a:cubicBezTo>
                <a:cubicBezTo>
                  <a:pt x="2864077" y="134001"/>
                  <a:pt x="2867760" y="140423"/>
                  <a:pt x="2867825" y="149028"/>
                </a:cubicBezTo>
                <a:cubicBezTo>
                  <a:pt x="2867825" y="154634"/>
                  <a:pt x="2866130" y="159654"/>
                  <a:pt x="2862740" y="164087"/>
                </a:cubicBezTo>
                <a:cubicBezTo>
                  <a:pt x="2859285" y="168716"/>
                  <a:pt x="2854819" y="172073"/>
                  <a:pt x="2849343" y="174159"/>
                </a:cubicBezTo>
                <a:cubicBezTo>
                  <a:pt x="2840934" y="177419"/>
                  <a:pt x="2831253" y="179016"/>
                  <a:pt x="2820300" y="178951"/>
                </a:cubicBezTo>
                <a:cubicBezTo>
                  <a:pt x="2812021" y="179016"/>
                  <a:pt x="2804524" y="178201"/>
                  <a:pt x="2797809" y="176506"/>
                </a:cubicBezTo>
                <a:cubicBezTo>
                  <a:pt x="2791029" y="174942"/>
                  <a:pt x="2786173" y="172725"/>
                  <a:pt x="2783239" y="169857"/>
                </a:cubicBezTo>
                <a:cubicBezTo>
                  <a:pt x="2780305" y="167054"/>
                  <a:pt x="2778839" y="164087"/>
                  <a:pt x="2778839" y="160958"/>
                </a:cubicBezTo>
                <a:cubicBezTo>
                  <a:pt x="2778839" y="158024"/>
                  <a:pt x="2779979" y="155319"/>
                  <a:pt x="2782261" y="152842"/>
                </a:cubicBezTo>
                <a:cubicBezTo>
                  <a:pt x="2784412" y="150560"/>
                  <a:pt x="2788585" y="148572"/>
                  <a:pt x="2794778" y="146877"/>
                </a:cubicBezTo>
                <a:cubicBezTo>
                  <a:pt x="2786238" y="142704"/>
                  <a:pt x="2782000" y="136902"/>
                  <a:pt x="2782066" y="129471"/>
                </a:cubicBezTo>
                <a:cubicBezTo>
                  <a:pt x="2782066" y="124972"/>
                  <a:pt x="2783793" y="120604"/>
                  <a:pt x="2787248" y="116367"/>
                </a:cubicBezTo>
                <a:cubicBezTo>
                  <a:pt x="2790638" y="112195"/>
                  <a:pt x="2796114" y="108511"/>
                  <a:pt x="2803677" y="105317"/>
                </a:cubicBezTo>
                <a:cubicBezTo>
                  <a:pt x="2794941" y="102123"/>
                  <a:pt x="2788617" y="97918"/>
                  <a:pt x="2784706" y="92702"/>
                </a:cubicBezTo>
                <a:cubicBezTo>
                  <a:pt x="2780794" y="87552"/>
                  <a:pt x="2778839" y="81522"/>
                  <a:pt x="2778839" y="74612"/>
                </a:cubicBezTo>
                <a:cubicBezTo>
                  <a:pt x="2778773" y="65746"/>
                  <a:pt x="2782424" y="57988"/>
                  <a:pt x="2789791" y="51338"/>
                </a:cubicBezTo>
                <a:cubicBezTo>
                  <a:pt x="2797092" y="44819"/>
                  <a:pt x="2806480" y="41560"/>
                  <a:pt x="2817954" y="41560"/>
                </a:cubicBezTo>
                <a:cubicBezTo>
                  <a:pt x="2824016" y="41560"/>
                  <a:pt x="2830275" y="42831"/>
                  <a:pt x="2836729" y="45373"/>
                </a:cubicBezTo>
                <a:moveTo>
                  <a:pt x="2819811" y="47622"/>
                </a:moveTo>
                <a:cubicBezTo>
                  <a:pt x="2815965" y="47622"/>
                  <a:pt x="2812771" y="49513"/>
                  <a:pt x="2810228" y="53294"/>
                </a:cubicBezTo>
                <a:cubicBezTo>
                  <a:pt x="2807555" y="57140"/>
                  <a:pt x="2806252" y="65061"/>
                  <a:pt x="2806317" y="77056"/>
                </a:cubicBezTo>
                <a:cubicBezTo>
                  <a:pt x="2806252" y="86770"/>
                  <a:pt x="2807555" y="93420"/>
                  <a:pt x="2810228" y="97005"/>
                </a:cubicBezTo>
                <a:cubicBezTo>
                  <a:pt x="2812771" y="100656"/>
                  <a:pt x="2815802" y="102481"/>
                  <a:pt x="2819323" y="102481"/>
                </a:cubicBezTo>
                <a:cubicBezTo>
                  <a:pt x="2823169" y="102546"/>
                  <a:pt x="2826428" y="100754"/>
                  <a:pt x="2829101" y="97103"/>
                </a:cubicBezTo>
                <a:cubicBezTo>
                  <a:pt x="2831709" y="93517"/>
                  <a:pt x="2833013" y="86542"/>
                  <a:pt x="2833013" y="76176"/>
                </a:cubicBezTo>
                <a:cubicBezTo>
                  <a:pt x="2833013" y="64572"/>
                  <a:pt x="2831546" y="56619"/>
                  <a:pt x="2828612" y="52316"/>
                </a:cubicBezTo>
                <a:cubicBezTo>
                  <a:pt x="2826526" y="49187"/>
                  <a:pt x="2823593" y="47622"/>
                  <a:pt x="2819811" y="47622"/>
                </a:cubicBezTo>
                <a:moveTo>
                  <a:pt x="2814042" y="149224"/>
                </a:moveTo>
                <a:cubicBezTo>
                  <a:pt x="2807392" y="149289"/>
                  <a:pt x="2802992" y="149843"/>
                  <a:pt x="2800841" y="150886"/>
                </a:cubicBezTo>
                <a:cubicBezTo>
                  <a:pt x="2797125" y="152972"/>
                  <a:pt x="2795267" y="155710"/>
                  <a:pt x="2795267" y="159100"/>
                </a:cubicBezTo>
                <a:cubicBezTo>
                  <a:pt x="2795267" y="162490"/>
                  <a:pt x="2797190" y="165489"/>
                  <a:pt x="2801036" y="168097"/>
                </a:cubicBezTo>
                <a:cubicBezTo>
                  <a:pt x="2804817" y="170835"/>
                  <a:pt x="2812054" y="172204"/>
                  <a:pt x="2822745" y="172204"/>
                </a:cubicBezTo>
                <a:cubicBezTo>
                  <a:pt x="2831807" y="172269"/>
                  <a:pt x="2838945" y="171063"/>
                  <a:pt x="2844161" y="168586"/>
                </a:cubicBezTo>
                <a:cubicBezTo>
                  <a:pt x="2849311" y="166239"/>
                  <a:pt x="2851886" y="162849"/>
                  <a:pt x="2851886" y="158416"/>
                </a:cubicBezTo>
                <a:cubicBezTo>
                  <a:pt x="2851886" y="156786"/>
                  <a:pt x="2851397" y="155417"/>
                  <a:pt x="2850419" y="154309"/>
                </a:cubicBezTo>
                <a:cubicBezTo>
                  <a:pt x="2848659" y="152353"/>
                  <a:pt x="2846019" y="151016"/>
                  <a:pt x="2842498" y="150299"/>
                </a:cubicBezTo>
                <a:cubicBezTo>
                  <a:pt x="2838847" y="149647"/>
                  <a:pt x="2829362" y="149289"/>
                  <a:pt x="2814042" y="149224"/>
                </a:cubicBezTo>
                <a:close/>
                <a:moveTo>
                  <a:pt x="2951930" y="86737"/>
                </a:moveTo>
                <a:lnTo>
                  <a:pt x="2901765" y="86737"/>
                </a:lnTo>
                <a:cubicBezTo>
                  <a:pt x="2902351" y="98863"/>
                  <a:pt x="2905578" y="108446"/>
                  <a:pt x="2911446" y="115487"/>
                </a:cubicBezTo>
                <a:cubicBezTo>
                  <a:pt x="2915879" y="120898"/>
                  <a:pt x="2921290" y="123603"/>
                  <a:pt x="2927678" y="123603"/>
                </a:cubicBezTo>
                <a:cubicBezTo>
                  <a:pt x="2931525" y="123668"/>
                  <a:pt x="2935078" y="122560"/>
                  <a:pt x="2938337" y="120279"/>
                </a:cubicBezTo>
                <a:cubicBezTo>
                  <a:pt x="2941532" y="118127"/>
                  <a:pt x="2944954" y="114216"/>
                  <a:pt x="2948605" y="108544"/>
                </a:cubicBezTo>
                <a:lnTo>
                  <a:pt x="2951930" y="110695"/>
                </a:lnTo>
                <a:cubicBezTo>
                  <a:pt x="2946910" y="120800"/>
                  <a:pt x="2941434" y="127939"/>
                  <a:pt x="2935501" y="132111"/>
                </a:cubicBezTo>
                <a:cubicBezTo>
                  <a:pt x="2929504" y="136348"/>
                  <a:pt x="2922561" y="138467"/>
                  <a:pt x="2914673" y="138467"/>
                </a:cubicBezTo>
                <a:cubicBezTo>
                  <a:pt x="2901048" y="138532"/>
                  <a:pt x="2890780" y="133317"/>
                  <a:pt x="2883870" y="122821"/>
                </a:cubicBezTo>
                <a:cubicBezTo>
                  <a:pt x="2878263" y="114411"/>
                  <a:pt x="2875460" y="103981"/>
                  <a:pt x="2875460" y="91529"/>
                </a:cubicBezTo>
                <a:cubicBezTo>
                  <a:pt x="2875395" y="76339"/>
                  <a:pt x="2879534" y="64181"/>
                  <a:pt x="2887879" y="55054"/>
                </a:cubicBezTo>
                <a:cubicBezTo>
                  <a:pt x="2896093" y="46058"/>
                  <a:pt x="2905741" y="41560"/>
                  <a:pt x="2916824" y="41560"/>
                </a:cubicBezTo>
                <a:cubicBezTo>
                  <a:pt x="2926081" y="41625"/>
                  <a:pt x="2934132" y="45406"/>
                  <a:pt x="2940977" y="52903"/>
                </a:cubicBezTo>
                <a:cubicBezTo>
                  <a:pt x="2947692" y="60530"/>
                  <a:pt x="2951343" y="71809"/>
                  <a:pt x="2951930" y="86737"/>
                </a:cubicBezTo>
                <a:moveTo>
                  <a:pt x="2927874" y="80186"/>
                </a:moveTo>
                <a:cubicBezTo>
                  <a:pt x="2927809" y="69755"/>
                  <a:pt x="2927255" y="62551"/>
                  <a:pt x="2926212" y="58575"/>
                </a:cubicBezTo>
                <a:cubicBezTo>
                  <a:pt x="2925038" y="54728"/>
                  <a:pt x="2923245" y="51762"/>
                  <a:pt x="2920833" y="49676"/>
                </a:cubicBezTo>
                <a:cubicBezTo>
                  <a:pt x="2919399" y="48503"/>
                  <a:pt x="2917574" y="47916"/>
                  <a:pt x="2915357" y="47916"/>
                </a:cubicBezTo>
                <a:cubicBezTo>
                  <a:pt x="2911902" y="47916"/>
                  <a:pt x="2909131" y="49578"/>
                  <a:pt x="2907045" y="52903"/>
                </a:cubicBezTo>
                <a:cubicBezTo>
                  <a:pt x="2903199" y="58770"/>
                  <a:pt x="2901276" y="66724"/>
                  <a:pt x="2901276" y="76763"/>
                </a:cubicBezTo>
                <a:lnTo>
                  <a:pt x="2901276" y="80186"/>
                </a:lnTo>
                <a:lnTo>
                  <a:pt x="2927874" y="80186"/>
                </a:lnTo>
                <a:close/>
                <a:moveTo>
                  <a:pt x="2999671" y="10854"/>
                </a:moveTo>
                <a:lnTo>
                  <a:pt x="2999671" y="44298"/>
                </a:lnTo>
                <a:lnTo>
                  <a:pt x="3021380" y="44298"/>
                </a:lnTo>
                <a:lnTo>
                  <a:pt x="3021380" y="53979"/>
                </a:lnTo>
                <a:lnTo>
                  <a:pt x="2999671" y="53979"/>
                </a:lnTo>
                <a:lnTo>
                  <a:pt x="2999671" y="110402"/>
                </a:lnTo>
                <a:cubicBezTo>
                  <a:pt x="2999671" y="115748"/>
                  <a:pt x="2999932" y="119138"/>
                  <a:pt x="3000454" y="120572"/>
                </a:cubicBezTo>
                <a:cubicBezTo>
                  <a:pt x="3000845" y="122202"/>
                  <a:pt x="3001692" y="123440"/>
                  <a:pt x="3002996" y="124288"/>
                </a:cubicBezTo>
                <a:cubicBezTo>
                  <a:pt x="3004170" y="125266"/>
                  <a:pt x="3005310" y="125755"/>
                  <a:pt x="3006419" y="125755"/>
                </a:cubicBezTo>
                <a:cubicBezTo>
                  <a:pt x="3010591" y="125755"/>
                  <a:pt x="3014600" y="122528"/>
                  <a:pt x="3018447" y="116074"/>
                </a:cubicBezTo>
                <a:lnTo>
                  <a:pt x="3021380" y="118225"/>
                </a:lnTo>
                <a:cubicBezTo>
                  <a:pt x="3016034" y="130742"/>
                  <a:pt x="3007462" y="137000"/>
                  <a:pt x="2995662" y="137000"/>
                </a:cubicBezTo>
                <a:cubicBezTo>
                  <a:pt x="2989860" y="137000"/>
                  <a:pt x="2984971" y="135370"/>
                  <a:pt x="2980994" y="132111"/>
                </a:cubicBezTo>
                <a:cubicBezTo>
                  <a:pt x="2976887" y="128982"/>
                  <a:pt x="2974312" y="125396"/>
                  <a:pt x="2973269" y="121354"/>
                </a:cubicBezTo>
                <a:cubicBezTo>
                  <a:pt x="2972552" y="119138"/>
                  <a:pt x="2972226" y="113140"/>
                  <a:pt x="2972291" y="103361"/>
                </a:cubicBezTo>
                <a:lnTo>
                  <a:pt x="2972291" y="53979"/>
                </a:lnTo>
                <a:lnTo>
                  <a:pt x="2960361" y="53979"/>
                </a:lnTo>
                <a:lnTo>
                  <a:pt x="2960361" y="50556"/>
                </a:lnTo>
                <a:cubicBezTo>
                  <a:pt x="2968575" y="44819"/>
                  <a:pt x="2975583" y="38724"/>
                  <a:pt x="2981385" y="32270"/>
                </a:cubicBezTo>
                <a:cubicBezTo>
                  <a:pt x="2987122" y="25946"/>
                  <a:pt x="2992142" y="18808"/>
                  <a:pt x="2996444" y="10854"/>
                </a:cubicBezTo>
                <a:lnTo>
                  <a:pt x="2999671" y="10854"/>
                </a:lnTo>
                <a:close/>
                <a:moveTo>
                  <a:pt x="3169394" y="98"/>
                </a:moveTo>
                <a:lnTo>
                  <a:pt x="3170470" y="44298"/>
                </a:lnTo>
                <a:lnTo>
                  <a:pt x="3166460" y="44298"/>
                </a:lnTo>
                <a:cubicBezTo>
                  <a:pt x="3164505" y="33280"/>
                  <a:pt x="3159876" y="24349"/>
                  <a:pt x="3152575" y="17504"/>
                </a:cubicBezTo>
                <a:cubicBezTo>
                  <a:pt x="3145143" y="10789"/>
                  <a:pt x="3137124" y="7432"/>
                  <a:pt x="3128519" y="7432"/>
                </a:cubicBezTo>
                <a:cubicBezTo>
                  <a:pt x="3121804" y="7432"/>
                  <a:pt x="3116556" y="9192"/>
                  <a:pt x="3112775" y="12712"/>
                </a:cubicBezTo>
                <a:cubicBezTo>
                  <a:pt x="3108864" y="16363"/>
                  <a:pt x="3106908" y="20470"/>
                  <a:pt x="3106908" y="25034"/>
                </a:cubicBezTo>
                <a:cubicBezTo>
                  <a:pt x="3106908" y="28032"/>
                  <a:pt x="3107592" y="30640"/>
                  <a:pt x="3108961" y="32857"/>
                </a:cubicBezTo>
                <a:cubicBezTo>
                  <a:pt x="3110787" y="35921"/>
                  <a:pt x="3113818" y="38952"/>
                  <a:pt x="3118056" y="41951"/>
                </a:cubicBezTo>
                <a:cubicBezTo>
                  <a:pt x="3121054" y="44102"/>
                  <a:pt x="3128128" y="47916"/>
                  <a:pt x="3139276" y="53392"/>
                </a:cubicBezTo>
                <a:cubicBezTo>
                  <a:pt x="3154791" y="61085"/>
                  <a:pt x="3165254" y="68288"/>
                  <a:pt x="3170665" y="75003"/>
                </a:cubicBezTo>
                <a:cubicBezTo>
                  <a:pt x="3176011" y="81848"/>
                  <a:pt x="3178684" y="89606"/>
                  <a:pt x="3178684" y="98276"/>
                </a:cubicBezTo>
                <a:cubicBezTo>
                  <a:pt x="3178684" y="109424"/>
                  <a:pt x="3174381" y="118942"/>
                  <a:pt x="3165776" y="126830"/>
                </a:cubicBezTo>
                <a:cubicBezTo>
                  <a:pt x="3157040" y="134849"/>
                  <a:pt x="3146055" y="138858"/>
                  <a:pt x="3132822" y="138858"/>
                </a:cubicBezTo>
                <a:cubicBezTo>
                  <a:pt x="3128584" y="138923"/>
                  <a:pt x="3124640" y="138500"/>
                  <a:pt x="3120989" y="137587"/>
                </a:cubicBezTo>
                <a:cubicBezTo>
                  <a:pt x="3117208" y="136739"/>
                  <a:pt x="3112547" y="135142"/>
                  <a:pt x="3107006" y="132795"/>
                </a:cubicBezTo>
                <a:cubicBezTo>
                  <a:pt x="3103877" y="131557"/>
                  <a:pt x="3101301" y="130905"/>
                  <a:pt x="3099280" y="130840"/>
                </a:cubicBezTo>
                <a:cubicBezTo>
                  <a:pt x="3097520" y="130905"/>
                  <a:pt x="3095728" y="131557"/>
                  <a:pt x="3093902" y="132795"/>
                </a:cubicBezTo>
                <a:cubicBezTo>
                  <a:pt x="3092012" y="134164"/>
                  <a:pt x="3090480" y="136153"/>
                  <a:pt x="3089306" y="138760"/>
                </a:cubicBezTo>
                <a:lnTo>
                  <a:pt x="3085688" y="138760"/>
                </a:lnTo>
                <a:lnTo>
                  <a:pt x="3085688" y="88693"/>
                </a:lnTo>
                <a:lnTo>
                  <a:pt x="3089306" y="88693"/>
                </a:lnTo>
                <a:cubicBezTo>
                  <a:pt x="3092109" y="102840"/>
                  <a:pt x="3097651" y="113564"/>
                  <a:pt x="3105930" y="120865"/>
                </a:cubicBezTo>
                <a:cubicBezTo>
                  <a:pt x="3114014" y="128297"/>
                  <a:pt x="3122815" y="132013"/>
                  <a:pt x="3132333" y="132013"/>
                </a:cubicBezTo>
                <a:cubicBezTo>
                  <a:pt x="3139569" y="132078"/>
                  <a:pt x="3145404" y="130090"/>
                  <a:pt x="3149837" y="126048"/>
                </a:cubicBezTo>
                <a:cubicBezTo>
                  <a:pt x="3154139" y="122071"/>
                  <a:pt x="3156291" y="117443"/>
                  <a:pt x="3156291" y="112162"/>
                </a:cubicBezTo>
                <a:cubicBezTo>
                  <a:pt x="3156291" y="109033"/>
                  <a:pt x="3155476" y="106002"/>
                  <a:pt x="3153846" y="103068"/>
                </a:cubicBezTo>
                <a:cubicBezTo>
                  <a:pt x="3152151" y="100134"/>
                  <a:pt x="3149608" y="97331"/>
                  <a:pt x="3146218" y="94658"/>
                </a:cubicBezTo>
                <a:cubicBezTo>
                  <a:pt x="3142763" y="92051"/>
                  <a:pt x="3136766" y="88628"/>
                  <a:pt x="3128226" y="84391"/>
                </a:cubicBezTo>
                <a:cubicBezTo>
                  <a:pt x="3116165" y="78523"/>
                  <a:pt x="3107495" y="73471"/>
                  <a:pt x="3102214" y="69233"/>
                </a:cubicBezTo>
                <a:cubicBezTo>
                  <a:pt x="3096934" y="65126"/>
                  <a:pt x="3092892" y="60465"/>
                  <a:pt x="3090088" y="55250"/>
                </a:cubicBezTo>
                <a:cubicBezTo>
                  <a:pt x="3087220" y="50100"/>
                  <a:pt x="3085786" y="44428"/>
                  <a:pt x="3085786" y="38235"/>
                </a:cubicBezTo>
                <a:cubicBezTo>
                  <a:pt x="3085786" y="27674"/>
                  <a:pt x="3089665" y="18677"/>
                  <a:pt x="3097423" y="11246"/>
                </a:cubicBezTo>
                <a:cubicBezTo>
                  <a:pt x="3105115" y="3814"/>
                  <a:pt x="3114894" y="98"/>
                  <a:pt x="3126759" y="98"/>
                </a:cubicBezTo>
                <a:cubicBezTo>
                  <a:pt x="3131061" y="98"/>
                  <a:pt x="3135234" y="619"/>
                  <a:pt x="3139276" y="1662"/>
                </a:cubicBezTo>
                <a:cubicBezTo>
                  <a:pt x="3142274" y="2510"/>
                  <a:pt x="3146023" y="3944"/>
                  <a:pt x="3150521" y="5965"/>
                </a:cubicBezTo>
                <a:cubicBezTo>
                  <a:pt x="3154889" y="8116"/>
                  <a:pt x="3157953" y="9192"/>
                  <a:pt x="3159713" y="9192"/>
                </a:cubicBezTo>
                <a:cubicBezTo>
                  <a:pt x="3161343" y="9257"/>
                  <a:pt x="3162679" y="8736"/>
                  <a:pt x="3163722" y="7627"/>
                </a:cubicBezTo>
                <a:cubicBezTo>
                  <a:pt x="3164635" y="6650"/>
                  <a:pt x="3165548" y="4140"/>
                  <a:pt x="3166460" y="98"/>
                </a:cubicBezTo>
                <a:lnTo>
                  <a:pt x="3169394" y="98"/>
                </a:lnTo>
                <a:close/>
                <a:moveTo>
                  <a:pt x="3243789" y="122234"/>
                </a:moveTo>
                <a:cubicBezTo>
                  <a:pt x="3232641" y="132143"/>
                  <a:pt x="3222634" y="137065"/>
                  <a:pt x="3213768" y="137000"/>
                </a:cubicBezTo>
                <a:cubicBezTo>
                  <a:pt x="3208487" y="137000"/>
                  <a:pt x="3204152" y="135273"/>
                  <a:pt x="3200762" y="131817"/>
                </a:cubicBezTo>
                <a:cubicBezTo>
                  <a:pt x="3197307" y="128493"/>
                  <a:pt x="3195579" y="124223"/>
                  <a:pt x="3195579" y="119007"/>
                </a:cubicBezTo>
                <a:cubicBezTo>
                  <a:pt x="3195579" y="112097"/>
                  <a:pt x="3198578" y="105806"/>
                  <a:pt x="3204576" y="100134"/>
                </a:cubicBezTo>
                <a:cubicBezTo>
                  <a:pt x="3210508" y="94658"/>
                  <a:pt x="3223579" y="87259"/>
                  <a:pt x="3243789" y="77937"/>
                </a:cubicBezTo>
                <a:lnTo>
                  <a:pt x="3243789" y="68745"/>
                </a:lnTo>
                <a:cubicBezTo>
                  <a:pt x="3243723" y="61899"/>
                  <a:pt x="3243365" y="57532"/>
                  <a:pt x="3242713" y="55641"/>
                </a:cubicBezTo>
                <a:cubicBezTo>
                  <a:pt x="3241866" y="53881"/>
                  <a:pt x="3240431" y="52316"/>
                  <a:pt x="3238410" y="50947"/>
                </a:cubicBezTo>
                <a:cubicBezTo>
                  <a:pt x="3236324" y="49709"/>
                  <a:pt x="3233977" y="49057"/>
                  <a:pt x="3231370" y="48991"/>
                </a:cubicBezTo>
                <a:cubicBezTo>
                  <a:pt x="3227132" y="49057"/>
                  <a:pt x="3223644" y="50002"/>
                  <a:pt x="3220906" y="51827"/>
                </a:cubicBezTo>
                <a:cubicBezTo>
                  <a:pt x="3219211" y="53001"/>
                  <a:pt x="3218364" y="54370"/>
                  <a:pt x="3218364" y="55934"/>
                </a:cubicBezTo>
                <a:cubicBezTo>
                  <a:pt x="3218299" y="57303"/>
                  <a:pt x="3219211" y="58998"/>
                  <a:pt x="3221102" y="61019"/>
                </a:cubicBezTo>
                <a:cubicBezTo>
                  <a:pt x="3223514" y="63888"/>
                  <a:pt x="3224753" y="66593"/>
                  <a:pt x="3224818" y="69136"/>
                </a:cubicBezTo>
                <a:cubicBezTo>
                  <a:pt x="3224818" y="72395"/>
                  <a:pt x="3223644" y="75101"/>
                  <a:pt x="3221298" y="77252"/>
                </a:cubicBezTo>
                <a:cubicBezTo>
                  <a:pt x="3218820" y="79534"/>
                  <a:pt x="3215691" y="80675"/>
                  <a:pt x="3211910" y="80675"/>
                </a:cubicBezTo>
                <a:cubicBezTo>
                  <a:pt x="3207803" y="80675"/>
                  <a:pt x="3204380" y="79436"/>
                  <a:pt x="3201642" y="76959"/>
                </a:cubicBezTo>
                <a:cubicBezTo>
                  <a:pt x="3198774" y="74547"/>
                  <a:pt x="3197372" y="71646"/>
                  <a:pt x="3197437" y="68256"/>
                </a:cubicBezTo>
                <a:cubicBezTo>
                  <a:pt x="3197437" y="63562"/>
                  <a:pt x="3199295" y="59064"/>
                  <a:pt x="3203011" y="54761"/>
                </a:cubicBezTo>
                <a:cubicBezTo>
                  <a:pt x="3206727" y="50589"/>
                  <a:pt x="3211910" y="47329"/>
                  <a:pt x="3218560" y="44982"/>
                </a:cubicBezTo>
                <a:cubicBezTo>
                  <a:pt x="3225209" y="42766"/>
                  <a:pt x="3232119" y="41625"/>
                  <a:pt x="3239290" y="41560"/>
                </a:cubicBezTo>
                <a:cubicBezTo>
                  <a:pt x="3247961" y="41625"/>
                  <a:pt x="3254839" y="43450"/>
                  <a:pt x="3259924" y="47036"/>
                </a:cubicBezTo>
                <a:cubicBezTo>
                  <a:pt x="3264878" y="50752"/>
                  <a:pt x="3268138" y="54761"/>
                  <a:pt x="3269702" y="59064"/>
                </a:cubicBezTo>
                <a:cubicBezTo>
                  <a:pt x="3270550" y="61802"/>
                  <a:pt x="3271006" y="68093"/>
                  <a:pt x="3271071" y="77937"/>
                </a:cubicBezTo>
                <a:lnTo>
                  <a:pt x="3271071" y="113433"/>
                </a:lnTo>
                <a:cubicBezTo>
                  <a:pt x="3271071" y="117671"/>
                  <a:pt x="3271234" y="120279"/>
                  <a:pt x="3271560" y="121256"/>
                </a:cubicBezTo>
                <a:cubicBezTo>
                  <a:pt x="3271821" y="122430"/>
                  <a:pt x="3272310" y="123245"/>
                  <a:pt x="3273027" y="123701"/>
                </a:cubicBezTo>
                <a:cubicBezTo>
                  <a:pt x="3273614" y="124223"/>
                  <a:pt x="3274364" y="124483"/>
                  <a:pt x="3275276" y="124483"/>
                </a:cubicBezTo>
                <a:cubicBezTo>
                  <a:pt x="3276906" y="124549"/>
                  <a:pt x="3278634" y="123343"/>
                  <a:pt x="3280459" y="120865"/>
                </a:cubicBezTo>
                <a:lnTo>
                  <a:pt x="3283393" y="123212"/>
                </a:lnTo>
                <a:cubicBezTo>
                  <a:pt x="3280068" y="128036"/>
                  <a:pt x="3276710" y="131524"/>
                  <a:pt x="3273320" y="133675"/>
                </a:cubicBezTo>
                <a:cubicBezTo>
                  <a:pt x="3269735" y="135957"/>
                  <a:pt x="3265758" y="137065"/>
                  <a:pt x="3261390" y="137000"/>
                </a:cubicBezTo>
                <a:cubicBezTo>
                  <a:pt x="3256175" y="137000"/>
                  <a:pt x="3252101" y="135762"/>
                  <a:pt x="3249167" y="133284"/>
                </a:cubicBezTo>
                <a:cubicBezTo>
                  <a:pt x="3246233" y="130937"/>
                  <a:pt x="3244441" y="127254"/>
                  <a:pt x="3243789" y="122234"/>
                </a:cubicBezTo>
                <a:moveTo>
                  <a:pt x="3243789" y="115096"/>
                </a:moveTo>
                <a:lnTo>
                  <a:pt x="3243789" y="84488"/>
                </a:lnTo>
                <a:cubicBezTo>
                  <a:pt x="3235835" y="89117"/>
                  <a:pt x="3229968" y="94071"/>
                  <a:pt x="3226187" y="99352"/>
                </a:cubicBezTo>
                <a:cubicBezTo>
                  <a:pt x="3223644" y="102872"/>
                  <a:pt x="3222373" y="106425"/>
                  <a:pt x="3222373" y="110011"/>
                </a:cubicBezTo>
                <a:cubicBezTo>
                  <a:pt x="3222373" y="113075"/>
                  <a:pt x="3223449" y="115715"/>
                  <a:pt x="3225600" y="117932"/>
                </a:cubicBezTo>
                <a:cubicBezTo>
                  <a:pt x="3227230" y="119692"/>
                  <a:pt x="3229512" y="120572"/>
                  <a:pt x="3232445" y="120572"/>
                </a:cubicBezTo>
                <a:cubicBezTo>
                  <a:pt x="3235640" y="120572"/>
                  <a:pt x="3239421" y="118747"/>
                  <a:pt x="3243789" y="115096"/>
                </a:cubicBezTo>
                <a:close/>
                <a:moveTo>
                  <a:pt x="3335115" y="44298"/>
                </a:moveTo>
                <a:lnTo>
                  <a:pt x="3335115" y="56326"/>
                </a:lnTo>
                <a:cubicBezTo>
                  <a:pt x="3340069" y="50915"/>
                  <a:pt x="3344731" y="47068"/>
                  <a:pt x="3349098" y="44787"/>
                </a:cubicBezTo>
                <a:cubicBezTo>
                  <a:pt x="3353271" y="42635"/>
                  <a:pt x="3357932" y="41560"/>
                  <a:pt x="3363082" y="41560"/>
                </a:cubicBezTo>
                <a:cubicBezTo>
                  <a:pt x="3368884" y="41560"/>
                  <a:pt x="3373806" y="42929"/>
                  <a:pt x="3377848" y="45667"/>
                </a:cubicBezTo>
                <a:cubicBezTo>
                  <a:pt x="3381825" y="48470"/>
                  <a:pt x="3384889" y="52642"/>
                  <a:pt x="3387040" y="58184"/>
                </a:cubicBezTo>
                <a:cubicBezTo>
                  <a:pt x="3392190" y="52381"/>
                  <a:pt x="3397210" y="48144"/>
                  <a:pt x="3402099" y="45471"/>
                </a:cubicBezTo>
                <a:cubicBezTo>
                  <a:pt x="3406858" y="42863"/>
                  <a:pt x="3411845" y="41560"/>
                  <a:pt x="3417061" y="41560"/>
                </a:cubicBezTo>
                <a:cubicBezTo>
                  <a:pt x="3423319" y="41625"/>
                  <a:pt x="3428371" y="43059"/>
                  <a:pt x="3432218" y="45862"/>
                </a:cubicBezTo>
                <a:cubicBezTo>
                  <a:pt x="3435934" y="48861"/>
                  <a:pt x="3438541" y="52544"/>
                  <a:pt x="3440041" y="56912"/>
                </a:cubicBezTo>
                <a:cubicBezTo>
                  <a:pt x="3441475" y="61410"/>
                  <a:pt x="3442192" y="68549"/>
                  <a:pt x="3442192" y="78328"/>
                </a:cubicBezTo>
                <a:lnTo>
                  <a:pt x="3442192" y="115780"/>
                </a:lnTo>
                <a:cubicBezTo>
                  <a:pt x="3442192" y="122886"/>
                  <a:pt x="3442844" y="127254"/>
                  <a:pt x="3444148" y="128884"/>
                </a:cubicBezTo>
                <a:cubicBezTo>
                  <a:pt x="3445386" y="130644"/>
                  <a:pt x="3448027" y="131752"/>
                  <a:pt x="3452069" y="132209"/>
                </a:cubicBezTo>
                <a:lnTo>
                  <a:pt x="3452069" y="135729"/>
                </a:lnTo>
                <a:lnTo>
                  <a:pt x="3404837" y="135729"/>
                </a:lnTo>
                <a:lnTo>
                  <a:pt x="3404837" y="132209"/>
                </a:lnTo>
                <a:cubicBezTo>
                  <a:pt x="3408553" y="131948"/>
                  <a:pt x="3411291" y="130514"/>
                  <a:pt x="3413051" y="127906"/>
                </a:cubicBezTo>
                <a:cubicBezTo>
                  <a:pt x="3414225" y="126211"/>
                  <a:pt x="3414812" y="122169"/>
                  <a:pt x="3414812" y="115780"/>
                </a:cubicBezTo>
                <a:lnTo>
                  <a:pt x="3414812" y="76470"/>
                </a:lnTo>
                <a:cubicBezTo>
                  <a:pt x="3414812" y="68386"/>
                  <a:pt x="3414486" y="63203"/>
                  <a:pt x="3413834" y="60922"/>
                </a:cubicBezTo>
                <a:cubicBezTo>
                  <a:pt x="3413117" y="58705"/>
                  <a:pt x="3412106" y="57043"/>
                  <a:pt x="3410802" y="55934"/>
                </a:cubicBezTo>
                <a:cubicBezTo>
                  <a:pt x="3409303" y="54891"/>
                  <a:pt x="3407641" y="54370"/>
                  <a:pt x="3405815" y="54370"/>
                </a:cubicBezTo>
                <a:cubicBezTo>
                  <a:pt x="3402947" y="54370"/>
                  <a:pt x="3400111" y="55380"/>
                  <a:pt x="3397308" y="57401"/>
                </a:cubicBezTo>
                <a:cubicBezTo>
                  <a:pt x="3394439" y="59487"/>
                  <a:pt x="3391538" y="62584"/>
                  <a:pt x="3388605" y="66691"/>
                </a:cubicBezTo>
                <a:lnTo>
                  <a:pt x="3388605" y="115780"/>
                </a:lnTo>
                <a:cubicBezTo>
                  <a:pt x="3388605" y="122430"/>
                  <a:pt x="3389159" y="126570"/>
                  <a:pt x="3390267" y="128199"/>
                </a:cubicBezTo>
                <a:cubicBezTo>
                  <a:pt x="3391701" y="130677"/>
                  <a:pt x="3394570" y="132013"/>
                  <a:pt x="3398872" y="132209"/>
                </a:cubicBezTo>
                <a:lnTo>
                  <a:pt x="3398872" y="135729"/>
                </a:lnTo>
                <a:lnTo>
                  <a:pt x="3351543" y="135729"/>
                </a:lnTo>
                <a:lnTo>
                  <a:pt x="3351543" y="132209"/>
                </a:lnTo>
                <a:cubicBezTo>
                  <a:pt x="3354086" y="132143"/>
                  <a:pt x="3356107" y="131491"/>
                  <a:pt x="3357606" y="130253"/>
                </a:cubicBezTo>
                <a:cubicBezTo>
                  <a:pt x="3359040" y="129210"/>
                  <a:pt x="3360018" y="127841"/>
                  <a:pt x="3360540" y="126146"/>
                </a:cubicBezTo>
                <a:cubicBezTo>
                  <a:pt x="3360996" y="124646"/>
                  <a:pt x="3361224" y="121191"/>
                  <a:pt x="3361224" y="115780"/>
                </a:cubicBezTo>
                <a:lnTo>
                  <a:pt x="3361224" y="76470"/>
                </a:lnTo>
                <a:cubicBezTo>
                  <a:pt x="3361224" y="68190"/>
                  <a:pt x="3360898" y="63008"/>
                  <a:pt x="3360246" y="60922"/>
                </a:cubicBezTo>
                <a:cubicBezTo>
                  <a:pt x="3359529" y="58901"/>
                  <a:pt x="3358453" y="57271"/>
                  <a:pt x="3357019" y="56032"/>
                </a:cubicBezTo>
                <a:cubicBezTo>
                  <a:pt x="3355455" y="54859"/>
                  <a:pt x="3353792" y="54272"/>
                  <a:pt x="3352032" y="54272"/>
                </a:cubicBezTo>
                <a:cubicBezTo>
                  <a:pt x="3349359" y="54272"/>
                  <a:pt x="3346980" y="54957"/>
                  <a:pt x="3344894" y="56326"/>
                </a:cubicBezTo>
                <a:cubicBezTo>
                  <a:pt x="3341764" y="58412"/>
                  <a:pt x="3338505" y="61867"/>
                  <a:pt x="3335115" y="66691"/>
                </a:cubicBezTo>
                <a:lnTo>
                  <a:pt x="3335115" y="115780"/>
                </a:lnTo>
                <a:cubicBezTo>
                  <a:pt x="3335115" y="122234"/>
                  <a:pt x="3335767" y="126472"/>
                  <a:pt x="3337071" y="128493"/>
                </a:cubicBezTo>
                <a:cubicBezTo>
                  <a:pt x="3338309" y="130579"/>
                  <a:pt x="3340950" y="131817"/>
                  <a:pt x="3344991" y="132209"/>
                </a:cubicBezTo>
                <a:lnTo>
                  <a:pt x="3344991" y="135729"/>
                </a:lnTo>
                <a:lnTo>
                  <a:pt x="3297858" y="135729"/>
                </a:lnTo>
                <a:lnTo>
                  <a:pt x="3297858" y="132209"/>
                </a:lnTo>
                <a:cubicBezTo>
                  <a:pt x="3301639" y="131817"/>
                  <a:pt x="3304377" y="130579"/>
                  <a:pt x="3306072" y="128493"/>
                </a:cubicBezTo>
                <a:cubicBezTo>
                  <a:pt x="3307115" y="127058"/>
                  <a:pt x="3307669" y="122821"/>
                  <a:pt x="3307734" y="115780"/>
                </a:cubicBezTo>
                <a:lnTo>
                  <a:pt x="3307734" y="64149"/>
                </a:lnTo>
                <a:cubicBezTo>
                  <a:pt x="3307734" y="57238"/>
                  <a:pt x="3307115" y="52936"/>
                  <a:pt x="3305876" y="51241"/>
                </a:cubicBezTo>
                <a:cubicBezTo>
                  <a:pt x="3304507" y="49611"/>
                  <a:pt x="3301835" y="48503"/>
                  <a:pt x="3297858" y="47916"/>
                </a:cubicBezTo>
                <a:lnTo>
                  <a:pt x="3297858" y="44298"/>
                </a:lnTo>
                <a:lnTo>
                  <a:pt x="3335115" y="44298"/>
                </a:lnTo>
                <a:close/>
                <a:moveTo>
                  <a:pt x="3495754" y="126439"/>
                </a:moveTo>
                <a:lnTo>
                  <a:pt x="3495754" y="160469"/>
                </a:lnTo>
                <a:cubicBezTo>
                  <a:pt x="3495754" y="165228"/>
                  <a:pt x="3496145" y="168423"/>
                  <a:pt x="3496928" y="170052"/>
                </a:cubicBezTo>
                <a:cubicBezTo>
                  <a:pt x="3497580" y="171747"/>
                  <a:pt x="3498720" y="172986"/>
                  <a:pt x="3500350" y="173768"/>
                </a:cubicBezTo>
                <a:cubicBezTo>
                  <a:pt x="3501850" y="174551"/>
                  <a:pt x="3504914" y="174942"/>
                  <a:pt x="3509542" y="174942"/>
                </a:cubicBezTo>
                <a:lnTo>
                  <a:pt x="3509542" y="178560"/>
                </a:lnTo>
                <a:lnTo>
                  <a:pt x="3457422" y="178560"/>
                </a:lnTo>
                <a:lnTo>
                  <a:pt x="3457422" y="174942"/>
                </a:lnTo>
                <a:cubicBezTo>
                  <a:pt x="3461398" y="174876"/>
                  <a:pt x="3464397" y="173736"/>
                  <a:pt x="3466418" y="171519"/>
                </a:cubicBezTo>
                <a:cubicBezTo>
                  <a:pt x="3467657" y="170085"/>
                  <a:pt x="3468309" y="166206"/>
                  <a:pt x="3468374" y="159882"/>
                </a:cubicBezTo>
                <a:lnTo>
                  <a:pt x="3468374" y="63366"/>
                </a:lnTo>
                <a:cubicBezTo>
                  <a:pt x="3468309" y="56977"/>
                  <a:pt x="3467559" y="52838"/>
                  <a:pt x="3466125" y="50947"/>
                </a:cubicBezTo>
                <a:cubicBezTo>
                  <a:pt x="3464625" y="49252"/>
                  <a:pt x="3461724" y="48242"/>
                  <a:pt x="3457422" y="47916"/>
                </a:cubicBezTo>
                <a:lnTo>
                  <a:pt x="3457422" y="44298"/>
                </a:lnTo>
                <a:lnTo>
                  <a:pt x="3495754" y="44298"/>
                </a:lnTo>
                <a:lnTo>
                  <a:pt x="3495754" y="56326"/>
                </a:lnTo>
                <a:cubicBezTo>
                  <a:pt x="3498949" y="51632"/>
                  <a:pt x="3502208" y="48242"/>
                  <a:pt x="3505533" y="46156"/>
                </a:cubicBezTo>
                <a:cubicBezTo>
                  <a:pt x="3510292" y="43157"/>
                  <a:pt x="3515475" y="41625"/>
                  <a:pt x="3521081" y="41560"/>
                </a:cubicBezTo>
                <a:cubicBezTo>
                  <a:pt x="3527731" y="41625"/>
                  <a:pt x="3533859" y="43744"/>
                  <a:pt x="3539465" y="47916"/>
                </a:cubicBezTo>
                <a:cubicBezTo>
                  <a:pt x="3544941" y="52153"/>
                  <a:pt x="3549114" y="57988"/>
                  <a:pt x="3551982" y="65420"/>
                </a:cubicBezTo>
                <a:cubicBezTo>
                  <a:pt x="3554785" y="72982"/>
                  <a:pt x="3556219" y="81033"/>
                  <a:pt x="3556285" y="89573"/>
                </a:cubicBezTo>
                <a:cubicBezTo>
                  <a:pt x="3556285" y="98896"/>
                  <a:pt x="3554818" y="107338"/>
                  <a:pt x="3551884" y="114900"/>
                </a:cubicBezTo>
                <a:cubicBezTo>
                  <a:pt x="3548820" y="122658"/>
                  <a:pt x="3544518" y="128493"/>
                  <a:pt x="3538976" y="132404"/>
                </a:cubicBezTo>
                <a:cubicBezTo>
                  <a:pt x="3533305" y="136446"/>
                  <a:pt x="3527014" y="138467"/>
                  <a:pt x="3520103" y="138467"/>
                </a:cubicBezTo>
                <a:cubicBezTo>
                  <a:pt x="3515084" y="138532"/>
                  <a:pt x="3510390" y="137424"/>
                  <a:pt x="3506022" y="135142"/>
                </a:cubicBezTo>
                <a:cubicBezTo>
                  <a:pt x="3502762" y="133512"/>
                  <a:pt x="3499340" y="130611"/>
                  <a:pt x="3495754" y="126439"/>
                </a:cubicBezTo>
                <a:moveTo>
                  <a:pt x="3495754" y="116563"/>
                </a:moveTo>
                <a:cubicBezTo>
                  <a:pt x="3501296" y="124516"/>
                  <a:pt x="3507293" y="128493"/>
                  <a:pt x="3513747" y="128493"/>
                </a:cubicBezTo>
                <a:cubicBezTo>
                  <a:pt x="3517267" y="128493"/>
                  <a:pt x="3520168" y="126635"/>
                  <a:pt x="3522450" y="122919"/>
                </a:cubicBezTo>
                <a:cubicBezTo>
                  <a:pt x="3525840" y="117443"/>
                  <a:pt x="3527535" y="107012"/>
                  <a:pt x="3527535" y="91627"/>
                </a:cubicBezTo>
                <a:cubicBezTo>
                  <a:pt x="3527535" y="75916"/>
                  <a:pt x="3525677" y="65126"/>
                  <a:pt x="3521961" y="59259"/>
                </a:cubicBezTo>
                <a:cubicBezTo>
                  <a:pt x="3519484" y="55478"/>
                  <a:pt x="3516159" y="53555"/>
                  <a:pt x="3511987" y="53490"/>
                </a:cubicBezTo>
                <a:cubicBezTo>
                  <a:pt x="3505337" y="53555"/>
                  <a:pt x="3499926" y="58314"/>
                  <a:pt x="3495754" y="67767"/>
                </a:cubicBezTo>
                <a:lnTo>
                  <a:pt x="3495754" y="116563"/>
                </a:lnTo>
                <a:close/>
                <a:moveTo>
                  <a:pt x="3607406" y="3129"/>
                </a:moveTo>
                <a:lnTo>
                  <a:pt x="3607406" y="116758"/>
                </a:lnTo>
                <a:cubicBezTo>
                  <a:pt x="3607406" y="123212"/>
                  <a:pt x="3608156" y="127319"/>
                  <a:pt x="3609655" y="129079"/>
                </a:cubicBezTo>
                <a:cubicBezTo>
                  <a:pt x="3611089" y="130970"/>
                  <a:pt x="3614023" y="132013"/>
                  <a:pt x="3618456" y="132209"/>
                </a:cubicBezTo>
                <a:lnTo>
                  <a:pt x="3618456" y="135729"/>
                </a:lnTo>
                <a:lnTo>
                  <a:pt x="3569073" y="135729"/>
                </a:lnTo>
                <a:lnTo>
                  <a:pt x="3569073" y="132209"/>
                </a:lnTo>
                <a:cubicBezTo>
                  <a:pt x="3573050" y="132143"/>
                  <a:pt x="3576049" y="130970"/>
                  <a:pt x="3578070" y="128688"/>
                </a:cubicBezTo>
                <a:cubicBezTo>
                  <a:pt x="3579308" y="127254"/>
                  <a:pt x="3579960" y="123277"/>
                  <a:pt x="3580025" y="116758"/>
                </a:cubicBezTo>
                <a:lnTo>
                  <a:pt x="3580025" y="22100"/>
                </a:lnTo>
                <a:cubicBezTo>
                  <a:pt x="3579960" y="15776"/>
                  <a:pt x="3579210" y="11669"/>
                  <a:pt x="3577776" y="9779"/>
                </a:cubicBezTo>
                <a:cubicBezTo>
                  <a:pt x="3576277" y="8084"/>
                  <a:pt x="3573376" y="7073"/>
                  <a:pt x="3569073" y="6747"/>
                </a:cubicBezTo>
                <a:lnTo>
                  <a:pt x="3569073" y="3129"/>
                </a:lnTo>
                <a:lnTo>
                  <a:pt x="3607406" y="3129"/>
                </a:lnTo>
                <a:close/>
                <a:moveTo>
                  <a:pt x="3652957" y="0"/>
                </a:moveTo>
                <a:cubicBezTo>
                  <a:pt x="3657129" y="0"/>
                  <a:pt x="3660714" y="1467"/>
                  <a:pt x="3663713" y="4400"/>
                </a:cubicBezTo>
                <a:cubicBezTo>
                  <a:pt x="3666647" y="7464"/>
                  <a:pt x="3668114" y="11050"/>
                  <a:pt x="3668114" y="15157"/>
                </a:cubicBezTo>
                <a:cubicBezTo>
                  <a:pt x="3668114" y="19395"/>
                  <a:pt x="3666647" y="22947"/>
                  <a:pt x="3663713" y="25816"/>
                </a:cubicBezTo>
                <a:cubicBezTo>
                  <a:pt x="3660649" y="28750"/>
                  <a:pt x="3657064" y="30216"/>
                  <a:pt x="3652957" y="30216"/>
                </a:cubicBezTo>
                <a:cubicBezTo>
                  <a:pt x="3648719" y="30216"/>
                  <a:pt x="3645166" y="28750"/>
                  <a:pt x="3642298" y="25816"/>
                </a:cubicBezTo>
                <a:cubicBezTo>
                  <a:pt x="3639364" y="22947"/>
                  <a:pt x="3637897" y="19395"/>
                  <a:pt x="3637897" y="15157"/>
                </a:cubicBezTo>
                <a:cubicBezTo>
                  <a:pt x="3637897" y="11050"/>
                  <a:pt x="3639364" y="7464"/>
                  <a:pt x="3642298" y="4400"/>
                </a:cubicBezTo>
                <a:cubicBezTo>
                  <a:pt x="3645166" y="1467"/>
                  <a:pt x="3648719" y="0"/>
                  <a:pt x="3652957" y="0"/>
                </a:cubicBezTo>
                <a:moveTo>
                  <a:pt x="3666647" y="44298"/>
                </a:moveTo>
                <a:lnTo>
                  <a:pt x="3666647" y="116758"/>
                </a:lnTo>
                <a:cubicBezTo>
                  <a:pt x="3666647" y="123212"/>
                  <a:pt x="3667397" y="127319"/>
                  <a:pt x="3668896" y="129079"/>
                </a:cubicBezTo>
                <a:cubicBezTo>
                  <a:pt x="3670330" y="130970"/>
                  <a:pt x="3673264" y="132013"/>
                  <a:pt x="3677697" y="132209"/>
                </a:cubicBezTo>
                <a:lnTo>
                  <a:pt x="3677697" y="135729"/>
                </a:lnTo>
                <a:lnTo>
                  <a:pt x="3628314" y="135729"/>
                </a:lnTo>
                <a:lnTo>
                  <a:pt x="3628314" y="132209"/>
                </a:lnTo>
                <a:cubicBezTo>
                  <a:pt x="3632291" y="132143"/>
                  <a:pt x="3635290" y="130970"/>
                  <a:pt x="3637311" y="128688"/>
                </a:cubicBezTo>
                <a:cubicBezTo>
                  <a:pt x="3638549" y="127254"/>
                  <a:pt x="3639201" y="123277"/>
                  <a:pt x="3639266" y="116758"/>
                </a:cubicBezTo>
                <a:lnTo>
                  <a:pt x="3639266" y="63366"/>
                </a:lnTo>
                <a:cubicBezTo>
                  <a:pt x="3639201" y="56977"/>
                  <a:pt x="3638452" y="52838"/>
                  <a:pt x="3637017" y="50947"/>
                </a:cubicBezTo>
                <a:cubicBezTo>
                  <a:pt x="3635518" y="49252"/>
                  <a:pt x="3632617" y="48242"/>
                  <a:pt x="3628314" y="47916"/>
                </a:cubicBezTo>
                <a:lnTo>
                  <a:pt x="3628314" y="44298"/>
                </a:lnTo>
                <a:lnTo>
                  <a:pt x="3666647" y="44298"/>
                </a:lnTo>
                <a:close/>
                <a:moveTo>
                  <a:pt x="3727648" y="44298"/>
                </a:moveTo>
                <a:lnTo>
                  <a:pt x="3727648" y="56130"/>
                </a:lnTo>
                <a:cubicBezTo>
                  <a:pt x="3732342" y="51045"/>
                  <a:pt x="3736840" y="47329"/>
                  <a:pt x="3741143" y="44982"/>
                </a:cubicBezTo>
                <a:cubicBezTo>
                  <a:pt x="3745380" y="42766"/>
                  <a:pt x="3750009" y="41625"/>
                  <a:pt x="3755029" y="41560"/>
                </a:cubicBezTo>
                <a:cubicBezTo>
                  <a:pt x="3760961" y="41625"/>
                  <a:pt x="3765883" y="43255"/>
                  <a:pt x="3769795" y="46449"/>
                </a:cubicBezTo>
                <a:cubicBezTo>
                  <a:pt x="3773706" y="49774"/>
                  <a:pt x="3776314" y="53881"/>
                  <a:pt x="3777618" y="58770"/>
                </a:cubicBezTo>
                <a:cubicBezTo>
                  <a:pt x="3778661" y="62486"/>
                  <a:pt x="3779182" y="69625"/>
                  <a:pt x="3779182" y="80186"/>
                </a:cubicBezTo>
                <a:lnTo>
                  <a:pt x="3779182" y="115780"/>
                </a:lnTo>
                <a:cubicBezTo>
                  <a:pt x="3779182" y="122886"/>
                  <a:pt x="3779834" y="127254"/>
                  <a:pt x="3781138" y="128884"/>
                </a:cubicBezTo>
                <a:cubicBezTo>
                  <a:pt x="3782377" y="130644"/>
                  <a:pt x="3785017" y="131752"/>
                  <a:pt x="3789059" y="132209"/>
                </a:cubicBezTo>
                <a:lnTo>
                  <a:pt x="3789059" y="135729"/>
                </a:lnTo>
                <a:lnTo>
                  <a:pt x="3742805" y="135729"/>
                </a:lnTo>
                <a:lnTo>
                  <a:pt x="3742805" y="132209"/>
                </a:lnTo>
                <a:cubicBezTo>
                  <a:pt x="3746195" y="131817"/>
                  <a:pt x="3748672" y="130383"/>
                  <a:pt x="3750237" y="127906"/>
                </a:cubicBezTo>
                <a:cubicBezTo>
                  <a:pt x="3751280" y="126276"/>
                  <a:pt x="3751802" y="122234"/>
                  <a:pt x="3751802" y="115780"/>
                </a:cubicBezTo>
                <a:lnTo>
                  <a:pt x="3751802" y="75101"/>
                </a:lnTo>
                <a:cubicBezTo>
                  <a:pt x="3751802" y="67604"/>
                  <a:pt x="3751508" y="62877"/>
                  <a:pt x="3750922" y="60922"/>
                </a:cubicBezTo>
                <a:cubicBezTo>
                  <a:pt x="3750335" y="58966"/>
                  <a:pt x="3749357" y="57434"/>
                  <a:pt x="3747988" y="56326"/>
                </a:cubicBezTo>
                <a:cubicBezTo>
                  <a:pt x="3746489" y="55282"/>
                  <a:pt x="3744924" y="54761"/>
                  <a:pt x="3743294" y="54761"/>
                </a:cubicBezTo>
                <a:cubicBezTo>
                  <a:pt x="3737622" y="54761"/>
                  <a:pt x="3732407" y="58770"/>
                  <a:pt x="3727648" y="66789"/>
                </a:cubicBezTo>
                <a:lnTo>
                  <a:pt x="3727648" y="115780"/>
                </a:lnTo>
                <a:cubicBezTo>
                  <a:pt x="3727648" y="122625"/>
                  <a:pt x="3728300" y="126961"/>
                  <a:pt x="3729604" y="128786"/>
                </a:cubicBezTo>
                <a:cubicBezTo>
                  <a:pt x="3730843" y="130677"/>
                  <a:pt x="3733189" y="131817"/>
                  <a:pt x="3736645" y="132209"/>
                </a:cubicBezTo>
                <a:lnTo>
                  <a:pt x="3736645" y="135729"/>
                </a:lnTo>
                <a:lnTo>
                  <a:pt x="3690391" y="135729"/>
                </a:lnTo>
                <a:lnTo>
                  <a:pt x="3690391" y="132209"/>
                </a:lnTo>
                <a:cubicBezTo>
                  <a:pt x="3694172" y="131817"/>
                  <a:pt x="3696910" y="130579"/>
                  <a:pt x="3698605" y="128493"/>
                </a:cubicBezTo>
                <a:cubicBezTo>
                  <a:pt x="3699648" y="127058"/>
                  <a:pt x="3700202" y="122821"/>
                  <a:pt x="3700268" y="115780"/>
                </a:cubicBezTo>
                <a:lnTo>
                  <a:pt x="3700268" y="64149"/>
                </a:lnTo>
                <a:cubicBezTo>
                  <a:pt x="3700268" y="57238"/>
                  <a:pt x="3699648" y="52936"/>
                  <a:pt x="3698410" y="51241"/>
                </a:cubicBezTo>
                <a:cubicBezTo>
                  <a:pt x="3697041" y="49611"/>
                  <a:pt x="3694368" y="48503"/>
                  <a:pt x="3690391" y="47916"/>
                </a:cubicBezTo>
                <a:lnTo>
                  <a:pt x="3690391" y="44298"/>
                </a:lnTo>
                <a:lnTo>
                  <a:pt x="3727648" y="44298"/>
                </a:lnTo>
                <a:close/>
                <a:moveTo>
                  <a:pt x="3860325" y="45373"/>
                </a:moveTo>
                <a:lnTo>
                  <a:pt x="3891128" y="45373"/>
                </a:lnTo>
                <a:lnTo>
                  <a:pt x="3891128" y="56130"/>
                </a:lnTo>
                <a:lnTo>
                  <a:pt x="3873624" y="56130"/>
                </a:lnTo>
                <a:cubicBezTo>
                  <a:pt x="3876753" y="59390"/>
                  <a:pt x="3878969" y="62291"/>
                  <a:pt x="3880273" y="64833"/>
                </a:cubicBezTo>
                <a:cubicBezTo>
                  <a:pt x="3881838" y="68419"/>
                  <a:pt x="3882620" y="72102"/>
                  <a:pt x="3882620" y="75883"/>
                </a:cubicBezTo>
                <a:cubicBezTo>
                  <a:pt x="3882620" y="82467"/>
                  <a:pt x="3880827" y="88106"/>
                  <a:pt x="3877242" y="92800"/>
                </a:cubicBezTo>
                <a:cubicBezTo>
                  <a:pt x="3873526" y="97690"/>
                  <a:pt x="3868604" y="101438"/>
                  <a:pt x="3862476" y="104046"/>
                </a:cubicBezTo>
                <a:cubicBezTo>
                  <a:pt x="3856152" y="106784"/>
                  <a:pt x="3850611" y="108153"/>
                  <a:pt x="3845852" y="108153"/>
                </a:cubicBezTo>
                <a:cubicBezTo>
                  <a:pt x="3845461" y="108153"/>
                  <a:pt x="3841549" y="107990"/>
                  <a:pt x="3834118" y="107664"/>
                </a:cubicBezTo>
                <a:cubicBezTo>
                  <a:pt x="3831184" y="107729"/>
                  <a:pt x="3828739" y="108674"/>
                  <a:pt x="3826784" y="110500"/>
                </a:cubicBezTo>
                <a:cubicBezTo>
                  <a:pt x="3824697" y="112521"/>
                  <a:pt x="3823687" y="114835"/>
                  <a:pt x="3823752" y="117443"/>
                </a:cubicBezTo>
                <a:cubicBezTo>
                  <a:pt x="3823687" y="119855"/>
                  <a:pt x="3824600" y="121778"/>
                  <a:pt x="3826490" y="123212"/>
                </a:cubicBezTo>
                <a:cubicBezTo>
                  <a:pt x="3828250" y="124712"/>
                  <a:pt x="3831151" y="125461"/>
                  <a:pt x="3835193" y="125461"/>
                </a:cubicBezTo>
                <a:lnTo>
                  <a:pt x="3852110" y="125266"/>
                </a:lnTo>
                <a:cubicBezTo>
                  <a:pt x="3865736" y="125266"/>
                  <a:pt x="3875156" y="126765"/>
                  <a:pt x="3880371" y="129764"/>
                </a:cubicBezTo>
                <a:cubicBezTo>
                  <a:pt x="3887673" y="134001"/>
                  <a:pt x="3891356" y="140423"/>
                  <a:pt x="3891421" y="149028"/>
                </a:cubicBezTo>
                <a:cubicBezTo>
                  <a:pt x="3891421" y="154634"/>
                  <a:pt x="3889726" y="159654"/>
                  <a:pt x="3886336" y="164087"/>
                </a:cubicBezTo>
                <a:cubicBezTo>
                  <a:pt x="3882881" y="168716"/>
                  <a:pt x="3878415" y="172073"/>
                  <a:pt x="3872939" y="174159"/>
                </a:cubicBezTo>
                <a:cubicBezTo>
                  <a:pt x="3864529" y="177419"/>
                  <a:pt x="3854849" y="179016"/>
                  <a:pt x="3843896" y="178951"/>
                </a:cubicBezTo>
                <a:cubicBezTo>
                  <a:pt x="3835617" y="179016"/>
                  <a:pt x="3828120" y="178201"/>
                  <a:pt x="3821405" y="176506"/>
                </a:cubicBezTo>
                <a:cubicBezTo>
                  <a:pt x="3814625" y="174942"/>
                  <a:pt x="3809769" y="172725"/>
                  <a:pt x="3806835" y="169857"/>
                </a:cubicBezTo>
                <a:cubicBezTo>
                  <a:pt x="3803901" y="167054"/>
                  <a:pt x="3802434" y="164087"/>
                  <a:pt x="3802434" y="160958"/>
                </a:cubicBezTo>
                <a:cubicBezTo>
                  <a:pt x="3802434" y="158024"/>
                  <a:pt x="3803575" y="155319"/>
                  <a:pt x="3805857" y="152842"/>
                </a:cubicBezTo>
                <a:cubicBezTo>
                  <a:pt x="3808008" y="150560"/>
                  <a:pt x="3812181" y="148572"/>
                  <a:pt x="3818374" y="146877"/>
                </a:cubicBezTo>
                <a:cubicBezTo>
                  <a:pt x="3809834" y="142704"/>
                  <a:pt x="3805596" y="136902"/>
                  <a:pt x="3805661" y="129471"/>
                </a:cubicBezTo>
                <a:cubicBezTo>
                  <a:pt x="3805661" y="124972"/>
                  <a:pt x="3807389" y="120604"/>
                  <a:pt x="3810844" y="116367"/>
                </a:cubicBezTo>
                <a:cubicBezTo>
                  <a:pt x="3814234" y="112195"/>
                  <a:pt x="3819710" y="108511"/>
                  <a:pt x="3827272" y="105317"/>
                </a:cubicBezTo>
                <a:cubicBezTo>
                  <a:pt x="3818537" y="102123"/>
                  <a:pt x="3812213" y="97918"/>
                  <a:pt x="3808302" y="92702"/>
                </a:cubicBezTo>
                <a:cubicBezTo>
                  <a:pt x="3804390" y="87552"/>
                  <a:pt x="3802434" y="81522"/>
                  <a:pt x="3802434" y="74612"/>
                </a:cubicBezTo>
                <a:cubicBezTo>
                  <a:pt x="3802369" y="65746"/>
                  <a:pt x="3806020" y="57988"/>
                  <a:pt x="3813387" y="51338"/>
                </a:cubicBezTo>
                <a:cubicBezTo>
                  <a:pt x="3820688" y="44819"/>
                  <a:pt x="3830076" y="41560"/>
                  <a:pt x="3841549" y="41560"/>
                </a:cubicBezTo>
                <a:cubicBezTo>
                  <a:pt x="3847612" y="41560"/>
                  <a:pt x="3853871" y="42831"/>
                  <a:pt x="3860325" y="45373"/>
                </a:cubicBezTo>
                <a:moveTo>
                  <a:pt x="3843407" y="47622"/>
                </a:moveTo>
                <a:cubicBezTo>
                  <a:pt x="3839561" y="47622"/>
                  <a:pt x="3836367" y="49513"/>
                  <a:pt x="3833824" y="53294"/>
                </a:cubicBezTo>
                <a:cubicBezTo>
                  <a:pt x="3831151" y="57140"/>
                  <a:pt x="3829848" y="65061"/>
                  <a:pt x="3829913" y="77056"/>
                </a:cubicBezTo>
                <a:cubicBezTo>
                  <a:pt x="3829848" y="86770"/>
                  <a:pt x="3831151" y="93420"/>
                  <a:pt x="3833824" y="97005"/>
                </a:cubicBezTo>
                <a:cubicBezTo>
                  <a:pt x="3836367" y="100656"/>
                  <a:pt x="3839398" y="102481"/>
                  <a:pt x="3842918" y="102481"/>
                </a:cubicBezTo>
                <a:cubicBezTo>
                  <a:pt x="3846765" y="102546"/>
                  <a:pt x="3850024" y="100754"/>
                  <a:pt x="3852697" y="97103"/>
                </a:cubicBezTo>
                <a:cubicBezTo>
                  <a:pt x="3855305" y="93517"/>
                  <a:pt x="3856609" y="86542"/>
                  <a:pt x="3856609" y="76176"/>
                </a:cubicBezTo>
                <a:cubicBezTo>
                  <a:pt x="3856609" y="64572"/>
                  <a:pt x="3855142" y="56619"/>
                  <a:pt x="3852208" y="52316"/>
                </a:cubicBezTo>
                <a:cubicBezTo>
                  <a:pt x="3850122" y="49187"/>
                  <a:pt x="3847189" y="47622"/>
                  <a:pt x="3843407" y="47622"/>
                </a:cubicBezTo>
                <a:moveTo>
                  <a:pt x="3837638" y="149224"/>
                </a:moveTo>
                <a:cubicBezTo>
                  <a:pt x="3830988" y="149289"/>
                  <a:pt x="3826588" y="149843"/>
                  <a:pt x="3824437" y="150886"/>
                </a:cubicBezTo>
                <a:cubicBezTo>
                  <a:pt x="3820721" y="152972"/>
                  <a:pt x="3818863" y="155710"/>
                  <a:pt x="3818863" y="159100"/>
                </a:cubicBezTo>
                <a:cubicBezTo>
                  <a:pt x="3818863" y="162490"/>
                  <a:pt x="3820786" y="165489"/>
                  <a:pt x="3824632" y="168097"/>
                </a:cubicBezTo>
                <a:cubicBezTo>
                  <a:pt x="3828413" y="170835"/>
                  <a:pt x="3835650" y="172204"/>
                  <a:pt x="3846341" y="172204"/>
                </a:cubicBezTo>
                <a:cubicBezTo>
                  <a:pt x="3855403" y="172269"/>
                  <a:pt x="3862541" y="171063"/>
                  <a:pt x="3867756" y="168586"/>
                </a:cubicBezTo>
                <a:cubicBezTo>
                  <a:pt x="3872907" y="166239"/>
                  <a:pt x="3875482" y="162849"/>
                  <a:pt x="3875482" y="158416"/>
                </a:cubicBezTo>
                <a:cubicBezTo>
                  <a:pt x="3875482" y="156786"/>
                  <a:pt x="3874993" y="155417"/>
                  <a:pt x="3874015" y="154309"/>
                </a:cubicBezTo>
                <a:cubicBezTo>
                  <a:pt x="3872255" y="152353"/>
                  <a:pt x="3869614" y="151016"/>
                  <a:pt x="3866094" y="150299"/>
                </a:cubicBezTo>
                <a:cubicBezTo>
                  <a:pt x="3862443" y="149647"/>
                  <a:pt x="3852958" y="149289"/>
                  <a:pt x="3837638" y="149224"/>
                </a:cubicBezTo>
                <a:close/>
                <a:moveTo>
                  <a:pt x="3996350" y="75296"/>
                </a:moveTo>
                <a:lnTo>
                  <a:pt x="3996350" y="112456"/>
                </a:lnTo>
                <a:cubicBezTo>
                  <a:pt x="3996350" y="119627"/>
                  <a:pt x="3996807" y="124125"/>
                  <a:pt x="3997719" y="125950"/>
                </a:cubicBezTo>
                <a:cubicBezTo>
                  <a:pt x="3998502" y="127906"/>
                  <a:pt x="4000034" y="129405"/>
                  <a:pt x="4002315" y="130448"/>
                </a:cubicBezTo>
                <a:cubicBezTo>
                  <a:pt x="4004532" y="131557"/>
                  <a:pt x="4008671" y="132111"/>
                  <a:pt x="4014734" y="132111"/>
                </a:cubicBezTo>
                <a:lnTo>
                  <a:pt x="4014734" y="135729"/>
                </a:lnTo>
                <a:lnTo>
                  <a:pt x="3946870" y="135729"/>
                </a:lnTo>
                <a:lnTo>
                  <a:pt x="3946870" y="132111"/>
                </a:lnTo>
                <a:cubicBezTo>
                  <a:pt x="3952933" y="132111"/>
                  <a:pt x="3957105" y="131524"/>
                  <a:pt x="3959387" y="130351"/>
                </a:cubicBezTo>
                <a:cubicBezTo>
                  <a:pt x="3961538" y="129308"/>
                  <a:pt x="3963070" y="127841"/>
                  <a:pt x="3963983" y="125950"/>
                </a:cubicBezTo>
                <a:cubicBezTo>
                  <a:pt x="3964830" y="124125"/>
                  <a:pt x="3965254" y="119627"/>
                  <a:pt x="3965254" y="112456"/>
                </a:cubicBezTo>
                <a:lnTo>
                  <a:pt x="3965254" y="26403"/>
                </a:lnTo>
                <a:cubicBezTo>
                  <a:pt x="3965254" y="19297"/>
                  <a:pt x="3964830" y="14766"/>
                  <a:pt x="3963983" y="12810"/>
                </a:cubicBezTo>
                <a:cubicBezTo>
                  <a:pt x="3963070" y="10985"/>
                  <a:pt x="3961505" y="9518"/>
                  <a:pt x="3959289" y="8410"/>
                </a:cubicBezTo>
                <a:cubicBezTo>
                  <a:pt x="3957007" y="7367"/>
                  <a:pt x="3952867" y="6813"/>
                  <a:pt x="3946870" y="6747"/>
                </a:cubicBezTo>
                <a:lnTo>
                  <a:pt x="3946870" y="3129"/>
                </a:lnTo>
                <a:lnTo>
                  <a:pt x="4008476" y="3129"/>
                </a:lnTo>
                <a:cubicBezTo>
                  <a:pt x="4024513" y="3129"/>
                  <a:pt x="4036248" y="4237"/>
                  <a:pt x="4043679" y="6454"/>
                </a:cubicBezTo>
                <a:cubicBezTo>
                  <a:pt x="4051111" y="8736"/>
                  <a:pt x="4057174" y="12810"/>
                  <a:pt x="4061868" y="18677"/>
                </a:cubicBezTo>
                <a:cubicBezTo>
                  <a:pt x="4066562" y="24675"/>
                  <a:pt x="4068909" y="31683"/>
                  <a:pt x="4068909" y="39702"/>
                </a:cubicBezTo>
                <a:cubicBezTo>
                  <a:pt x="4068909" y="49546"/>
                  <a:pt x="4065388" y="57629"/>
                  <a:pt x="4058347" y="63953"/>
                </a:cubicBezTo>
                <a:cubicBezTo>
                  <a:pt x="4053849" y="67995"/>
                  <a:pt x="4047558" y="71026"/>
                  <a:pt x="4039475" y="73047"/>
                </a:cubicBezTo>
                <a:lnTo>
                  <a:pt x="4071353" y="117932"/>
                </a:lnTo>
                <a:cubicBezTo>
                  <a:pt x="4075525" y="123734"/>
                  <a:pt x="4078492" y="127352"/>
                  <a:pt x="4080252" y="128786"/>
                </a:cubicBezTo>
                <a:cubicBezTo>
                  <a:pt x="4082860" y="130872"/>
                  <a:pt x="4085956" y="131980"/>
                  <a:pt x="4089542" y="132111"/>
                </a:cubicBezTo>
                <a:lnTo>
                  <a:pt x="4089542" y="135729"/>
                </a:lnTo>
                <a:lnTo>
                  <a:pt x="4047786" y="135729"/>
                </a:lnTo>
                <a:lnTo>
                  <a:pt x="4005053" y="75296"/>
                </a:lnTo>
                <a:lnTo>
                  <a:pt x="3996350" y="75296"/>
                </a:lnTo>
                <a:moveTo>
                  <a:pt x="3996350" y="10268"/>
                </a:moveTo>
                <a:lnTo>
                  <a:pt x="3996350" y="68353"/>
                </a:lnTo>
                <a:lnTo>
                  <a:pt x="4001924" y="68353"/>
                </a:lnTo>
                <a:cubicBezTo>
                  <a:pt x="4010986" y="68353"/>
                  <a:pt x="4017766" y="67506"/>
                  <a:pt x="4022264" y="65811"/>
                </a:cubicBezTo>
                <a:cubicBezTo>
                  <a:pt x="4026697" y="64246"/>
                  <a:pt x="4030250" y="61248"/>
                  <a:pt x="4032923" y="56814"/>
                </a:cubicBezTo>
                <a:cubicBezTo>
                  <a:pt x="4035465" y="52512"/>
                  <a:pt x="4036736" y="46873"/>
                  <a:pt x="4036736" y="39897"/>
                </a:cubicBezTo>
                <a:cubicBezTo>
                  <a:pt x="4036736" y="29858"/>
                  <a:pt x="4034390" y="22393"/>
                  <a:pt x="4029696" y="17504"/>
                </a:cubicBezTo>
                <a:cubicBezTo>
                  <a:pt x="4024872" y="12745"/>
                  <a:pt x="4017244" y="10333"/>
                  <a:pt x="4006814" y="10268"/>
                </a:cubicBezTo>
                <a:lnTo>
                  <a:pt x="3996350" y="10268"/>
                </a:lnTo>
                <a:close/>
                <a:moveTo>
                  <a:pt x="4148707" y="122234"/>
                </a:moveTo>
                <a:cubicBezTo>
                  <a:pt x="4137559" y="132143"/>
                  <a:pt x="4127552" y="137065"/>
                  <a:pt x="4118686" y="137000"/>
                </a:cubicBezTo>
                <a:cubicBezTo>
                  <a:pt x="4113405" y="137000"/>
                  <a:pt x="4109070" y="135273"/>
                  <a:pt x="4105680" y="131817"/>
                </a:cubicBezTo>
                <a:cubicBezTo>
                  <a:pt x="4102225" y="128493"/>
                  <a:pt x="4100497" y="124223"/>
                  <a:pt x="4100497" y="119007"/>
                </a:cubicBezTo>
                <a:cubicBezTo>
                  <a:pt x="4100497" y="112097"/>
                  <a:pt x="4103496" y="105806"/>
                  <a:pt x="4109494" y="100134"/>
                </a:cubicBezTo>
                <a:cubicBezTo>
                  <a:pt x="4115426" y="94658"/>
                  <a:pt x="4128497" y="87259"/>
                  <a:pt x="4148707" y="77937"/>
                </a:cubicBezTo>
                <a:lnTo>
                  <a:pt x="4148707" y="68745"/>
                </a:lnTo>
                <a:cubicBezTo>
                  <a:pt x="4148641" y="61899"/>
                  <a:pt x="4148283" y="57532"/>
                  <a:pt x="4147631" y="55641"/>
                </a:cubicBezTo>
                <a:cubicBezTo>
                  <a:pt x="4146783" y="53881"/>
                  <a:pt x="4145349" y="52316"/>
                  <a:pt x="4143328" y="50947"/>
                </a:cubicBezTo>
                <a:cubicBezTo>
                  <a:pt x="4141242" y="49709"/>
                  <a:pt x="4138895" y="49057"/>
                  <a:pt x="4136288" y="48991"/>
                </a:cubicBezTo>
                <a:cubicBezTo>
                  <a:pt x="4132050" y="49057"/>
                  <a:pt x="4128562" y="50002"/>
                  <a:pt x="4125824" y="51827"/>
                </a:cubicBezTo>
                <a:cubicBezTo>
                  <a:pt x="4124129" y="53001"/>
                  <a:pt x="4123282" y="54370"/>
                  <a:pt x="4123282" y="55934"/>
                </a:cubicBezTo>
                <a:cubicBezTo>
                  <a:pt x="4123217" y="57303"/>
                  <a:pt x="4124129" y="58998"/>
                  <a:pt x="4126020" y="61019"/>
                </a:cubicBezTo>
                <a:cubicBezTo>
                  <a:pt x="4128432" y="63888"/>
                  <a:pt x="4129671" y="66593"/>
                  <a:pt x="4129736" y="69136"/>
                </a:cubicBezTo>
                <a:cubicBezTo>
                  <a:pt x="4129736" y="72395"/>
                  <a:pt x="4128562" y="75101"/>
                  <a:pt x="4126216" y="77252"/>
                </a:cubicBezTo>
                <a:cubicBezTo>
                  <a:pt x="4123738" y="79534"/>
                  <a:pt x="4120609" y="80675"/>
                  <a:pt x="4116828" y="80675"/>
                </a:cubicBezTo>
                <a:cubicBezTo>
                  <a:pt x="4112721" y="80675"/>
                  <a:pt x="4109298" y="79436"/>
                  <a:pt x="4106560" y="76959"/>
                </a:cubicBezTo>
                <a:cubicBezTo>
                  <a:pt x="4103692" y="74547"/>
                  <a:pt x="4102290" y="71646"/>
                  <a:pt x="4102355" y="68256"/>
                </a:cubicBezTo>
                <a:cubicBezTo>
                  <a:pt x="4102355" y="63562"/>
                  <a:pt x="4104213" y="59064"/>
                  <a:pt x="4107929" y="54761"/>
                </a:cubicBezTo>
                <a:cubicBezTo>
                  <a:pt x="4111645" y="50589"/>
                  <a:pt x="4116828" y="47329"/>
                  <a:pt x="4123477" y="44982"/>
                </a:cubicBezTo>
                <a:cubicBezTo>
                  <a:pt x="4130127" y="42766"/>
                  <a:pt x="4137037" y="41625"/>
                  <a:pt x="4144208" y="41560"/>
                </a:cubicBezTo>
                <a:cubicBezTo>
                  <a:pt x="4152879" y="41625"/>
                  <a:pt x="4159757" y="43450"/>
                  <a:pt x="4164842" y="47036"/>
                </a:cubicBezTo>
                <a:cubicBezTo>
                  <a:pt x="4169796" y="50752"/>
                  <a:pt x="4173056" y="54761"/>
                  <a:pt x="4174620" y="59064"/>
                </a:cubicBezTo>
                <a:cubicBezTo>
                  <a:pt x="4175468" y="61802"/>
                  <a:pt x="4175924" y="68093"/>
                  <a:pt x="4175989" y="77937"/>
                </a:cubicBezTo>
                <a:lnTo>
                  <a:pt x="4175989" y="113433"/>
                </a:lnTo>
                <a:cubicBezTo>
                  <a:pt x="4175989" y="117671"/>
                  <a:pt x="4176152" y="120279"/>
                  <a:pt x="4176478" y="121256"/>
                </a:cubicBezTo>
                <a:cubicBezTo>
                  <a:pt x="4176739" y="122430"/>
                  <a:pt x="4177228" y="123245"/>
                  <a:pt x="4177945" y="123701"/>
                </a:cubicBezTo>
                <a:cubicBezTo>
                  <a:pt x="4178532" y="124223"/>
                  <a:pt x="4179282" y="124483"/>
                  <a:pt x="4180194" y="124483"/>
                </a:cubicBezTo>
                <a:cubicBezTo>
                  <a:pt x="4181824" y="124549"/>
                  <a:pt x="4183552" y="123343"/>
                  <a:pt x="4185377" y="120865"/>
                </a:cubicBezTo>
                <a:lnTo>
                  <a:pt x="4188311" y="123212"/>
                </a:lnTo>
                <a:cubicBezTo>
                  <a:pt x="4184986" y="128036"/>
                  <a:pt x="4181628" y="131524"/>
                  <a:pt x="4178238" y="133675"/>
                </a:cubicBezTo>
                <a:cubicBezTo>
                  <a:pt x="4174653" y="135957"/>
                  <a:pt x="4170676" y="137065"/>
                  <a:pt x="4166308" y="137000"/>
                </a:cubicBezTo>
                <a:cubicBezTo>
                  <a:pt x="4161093" y="137000"/>
                  <a:pt x="4157019" y="135762"/>
                  <a:pt x="4154085" y="133284"/>
                </a:cubicBezTo>
                <a:cubicBezTo>
                  <a:pt x="4151151" y="130937"/>
                  <a:pt x="4149359" y="127254"/>
                  <a:pt x="4148707" y="122234"/>
                </a:cubicBezTo>
                <a:moveTo>
                  <a:pt x="4148707" y="115096"/>
                </a:moveTo>
                <a:lnTo>
                  <a:pt x="4148707" y="84488"/>
                </a:lnTo>
                <a:cubicBezTo>
                  <a:pt x="4140753" y="89117"/>
                  <a:pt x="4134886" y="94071"/>
                  <a:pt x="4131105" y="99352"/>
                </a:cubicBezTo>
                <a:cubicBezTo>
                  <a:pt x="4128562" y="102872"/>
                  <a:pt x="4127291" y="106425"/>
                  <a:pt x="4127291" y="110011"/>
                </a:cubicBezTo>
                <a:cubicBezTo>
                  <a:pt x="4127291" y="113075"/>
                  <a:pt x="4128367" y="115715"/>
                  <a:pt x="4130518" y="117932"/>
                </a:cubicBezTo>
                <a:cubicBezTo>
                  <a:pt x="4132148" y="119692"/>
                  <a:pt x="4134430" y="120572"/>
                  <a:pt x="4137363" y="120572"/>
                </a:cubicBezTo>
                <a:cubicBezTo>
                  <a:pt x="4140558" y="120572"/>
                  <a:pt x="4144339" y="118747"/>
                  <a:pt x="4148707" y="115096"/>
                </a:cubicBezTo>
                <a:close/>
                <a:moveTo>
                  <a:pt x="4238370" y="10854"/>
                </a:moveTo>
                <a:lnTo>
                  <a:pt x="4238370" y="44298"/>
                </a:lnTo>
                <a:lnTo>
                  <a:pt x="4260079" y="44298"/>
                </a:lnTo>
                <a:lnTo>
                  <a:pt x="4260079" y="53979"/>
                </a:lnTo>
                <a:lnTo>
                  <a:pt x="4238370" y="53979"/>
                </a:lnTo>
                <a:lnTo>
                  <a:pt x="4238370" y="110402"/>
                </a:lnTo>
                <a:cubicBezTo>
                  <a:pt x="4238370" y="115748"/>
                  <a:pt x="4238631" y="119138"/>
                  <a:pt x="4239152" y="120572"/>
                </a:cubicBezTo>
                <a:cubicBezTo>
                  <a:pt x="4239543" y="122202"/>
                  <a:pt x="4240391" y="123440"/>
                  <a:pt x="4241695" y="124288"/>
                </a:cubicBezTo>
                <a:cubicBezTo>
                  <a:pt x="4242868" y="125266"/>
                  <a:pt x="4244009" y="125755"/>
                  <a:pt x="4245117" y="125755"/>
                </a:cubicBezTo>
                <a:cubicBezTo>
                  <a:pt x="4249289" y="125755"/>
                  <a:pt x="4253299" y="122528"/>
                  <a:pt x="4257145" y="116074"/>
                </a:cubicBezTo>
                <a:lnTo>
                  <a:pt x="4260079" y="118225"/>
                </a:lnTo>
                <a:cubicBezTo>
                  <a:pt x="4254733" y="130742"/>
                  <a:pt x="4246160" y="137000"/>
                  <a:pt x="4234361" y="137000"/>
                </a:cubicBezTo>
                <a:cubicBezTo>
                  <a:pt x="4228559" y="137000"/>
                  <a:pt x="4223669" y="135370"/>
                  <a:pt x="4219692" y="132111"/>
                </a:cubicBezTo>
                <a:cubicBezTo>
                  <a:pt x="4215585" y="128982"/>
                  <a:pt x="4213010" y="125396"/>
                  <a:pt x="4211967" y="121354"/>
                </a:cubicBezTo>
                <a:cubicBezTo>
                  <a:pt x="4211250" y="119138"/>
                  <a:pt x="4210924" y="113140"/>
                  <a:pt x="4210989" y="103361"/>
                </a:cubicBezTo>
                <a:lnTo>
                  <a:pt x="4210989" y="53979"/>
                </a:lnTo>
                <a:lnTo>
                  <a:pt x="4199059" y="53979"/>
                </a:lnTo>
                <a:lnTo>
                  <a:pt x="4199059" y="50556"/>
                </a:lnTo>
                <a:cubicBezTo>
                  <a:pt x="4207273" y="44819"/>
                  <a:pt x="4214282" y="38724"/>
                  <a:pt x="4220084" y="32270"/>
                </a:cubicBezTo>
                <a:cubicBezTo>
                  <a:pt x="4225820" y="25946"/>
                  <a:pt x="4230840" y="18808"/>
                  <a:pt x="4235143" y="10854"/>
                </a:cubicBezTo>
                <a:lnTo>
                  <a:pt x="4238370" y="10854"/>
                </a:lnTo>
                <a:close/>
                <a:moveTo>
                  <a:pt x="4346393" y="86737"/>
                </a:moveTo>
                <a:lnTo>
                  <a:pt x="4296228" y="86737"/>
                </a:lnTo>
                <a:cubicBezTo>
                  <a:pt x="4296815" y="98863"/>
                  <a:pt x="4300042" y="108446"/>
                  <a:pt x="4305909" y="115487"/>
                </a:cubicBezTo>
                <a:cubicBezTo>
                  <a:pt x="4310342" y="120898"/>
                  <a:pt x="4315753" y="123603"/>
                  <a:pt x="4322142" y="123603"/>
                </a:cubicBezTo>
                <a:cubicBezTo>
                  <a:pt x="4325988" y="123668"/>
                  <a:pt x="4329541" y="122560"/>
                  <a:pt x="4332800" y="120279"/>
                </a:cubicBezTo>
                <a:cubicBezTo>
                  <a:pt x="4335995" y="118127"/>
                  <a:pt x="4339417" y="114216"/>
                  <a:pt x="4343068" y="108544"/>
                </a:cubicBezTo>
                <a:lnTo>
                  <a:pt x="4346393" y="110695"/>
                </a:lnTo>
                <a:cubicBezTo>
                  <a:pt x="4341373" y="120800"/>
                  <a:pt x="4335897" y="127939"/>
                  <a:pt x="4329965" y="132111"/>
                </a:cubicBezTo>
                <a:cubicBezTo>
                  <a:pt x="4323967" y="136348"/>
                  <a:pt x="4317024" y="138467"/>
                  <a:pt x="4309136" y="138467"/>
                </a:cubicBezTo>
                <a:cubicBezTo>
                  <a:pt x="4295511" y="138532"/>
                  <a:pt x="4285243" y="133317"/>
                  <a:pt x="4278333" y="122821"/>
                </a:cubicBezTo>
                <a:cubicBezTo>
                  <a:pt x="4272726" y="114411"/>
                  <a:pt x="4269923" y="103981"/>
                  <a:pt x="4269923" y="91529"/>
                </a:cubicBezTo>
                <a:cubicBezTo>
                  <a:pt x="4269858" y="76339"/>
                  <a:pt x="4273998" y="64181"/>
                  <a:pt x="4282342" y="55054"/>
                </a:cubicBezTo>
                <a:cubicBezTo>
                  <a:pt x="4290556" y="46058"/>
                  <a:pt x="4300205" y="41560"/>
                  <a:pt x="4311287" y="41560"/>
                </a:cubicBezTo>
                <a:cubicBezTo>
                  <a:pt x="4320544" y="41625"/>
                  <a:pt x="4328595" y="45406"/>
                  <a:pt x="4335441" y="52903"/>
                </a:cubicBezTo>
                <a:cubicBezTo>
                  <a:pt x="4342155" y="60530"/>
                  <a:pt x="4345806" y="71809"/>
                  <a:pt x="4346393" y="86737"/>
                </a:cubicBezTo>
                <a:moveTo>
                  <a:pt x="4322337" y="80186"/>
                </a:moveTo>
                <a:cubicBezTo>
                  <a:pt x="4322272" y="69755"/>
                  <a:pt x="4321718" y="62551"/>
                  <a:pt x="4320675" y="58575"/>
                </a:cubicBezTo>
                <a:cubicBezTo>
                  <a:pt x="4319501" y="54728"/>
                  <a:pt x="4317708" y="51762"/>
                  <a:pt x="4315296" y="49676"/>
                </a:cubicBezTo>
                <a:cubicBezTo>
                  <a:pt x="4313862" y="48503"/>
                  <a:pt x="4312037" y="47916"/>
                  <a:pt x="4309820" y="47916"/>
                </a:cubicBezTo>
                <a:cubicBezTo>
                  <a:pt x="4306365" y="47916"/>
                  <a:pt x="4303595" y="49578"/>
                  <a:pt x="4301508" y="52903"/>
                </a:cubicBezTo>
                <a:cubicBezTo>
                  <a:pt x="4297662" y="58770"/>
                  <a:pt x="4295739" y="66724"/>
                  <a:pt x="4295739" y="76763"/>
                </a:cubicBezTo>
                <a:lnTo>
                  <a:pt x="4295739" y="80186"/>
                </a:lnTo>
                <a:lnTo>
                  <a:pt x="4322337" y="80186"/>
                </a:lnTo>
                <a:close/>
                <a:moveTo>
                  <a:pt x="4440189" y="178560"/>
                </a:moveTo>
                <a:lnTo>
                  <a:pt x="4413004" y="178560"/>
                </a:lnTo>
                <a:cubicBezTo>
                  <a:pt x="4415351" y="170085"/>
                  <a:pt x="4416524" y="158024"/>
                  <a:pt x="4416524" y="142378"/>
                </a:cubicBezTo>
                <a:lnTo>
                  <a:pt x="4416524" y="43907"/>
                </a:lnTo>
                <a:cubicBezTo>
                  <a:pt x="4416459" y="32563"/>
                  <a:pt x="4417469" y="24088"/>
                  <a:pt x="4419555" y="18482"/>
                </a:cubicBezTo>
                <a:cubicBezTo>
                  <a:pt x="4421511" y="13071"/>
                  <a:pt x="4425586" y="8638"/>
                  <a:pt x="4431779" y="5183"/>
                </a:cubicBezTo>
                <a:cubicBezTo>
                  <a:pt x="4437842" y="1793"/>
                  <a:pt x="4445958" y="98"/>
                  <a:pt x="4456128" y="98"/>
                </a:cubicBezTo>
                <a:cubicBezTo>
                  <a:pt x="4469036" y="163"/>
                  <a:pt x="4478815" y="2966"/>
                  <a:pt x="4485464" y="8508"/>
                </a:cubicBezTo>
                <a:cubicBezTo>
                  <a:pt x="4492114" y="14114"/>
                  <a:pt x="4495438" y="21122"/>
                  <a:pt x="4495438" y="29532"/>
                </a:cubicBezTo>
                <a:cubicBezTo>
                  <a:pt x="4495438" y="40810"/>
                  <a:pt x="4488561" y="49676"/>
                  <a:pt x="4474805" y="56130"/>
                </a:cubicBezTo>
                <a:cubicBezTo>
                  <a:pt x="4492081" y="64735"/>
                  <a:pt x="4500752" y="78263"/>
                  <a:pt x="4500817" y="96712"/>
                </a:cubicBezTo>
                <a:cubicBezTo>
                  <a:pt x="4500817" y="108055"/>
                  <a:pt x="4497557" y="117834"/>
                  <a:pt x="4491038" y="126048"/>
                </a:cubicBezTo>
                <a:cubicBezTo>
                  <a:pt x="4484454" y="134393"/>
                  <a:pt x="4475522" y="138532"/>
                  <a:pt x="4464244" y="138467"/>
                </a:cubicBezTo>
                <a:cubicBezTo>
                  <a:pt x="4457204" y="138532"/>
                  <a:pt x="4450424" y="135957"/>
                  <a:pt x="4443905" y="130742"/>
                </a:cubicBezTo>
                <a:lnTo>
                  <a:pt x="4443905" y="145508"/>
                </a:lnTo>
                <a:cubicBezTo>
                  <a:pt x="4443839" y="158481"/>
                  <a:pt x="4442601" y="169498"/>
                  <a:pt x="4440189" y="178560"/>
                </a:cubicBezTo>
                <a:moveTo>
                  <a:pt x="4443905" y="121159"/>
                </a:moveTo>
                <a:cubicBezTo>
                  <a:pt x="4447620" y="126439"/>
                  <a:pt x="4452086" y="129079"/>
                  <a:pt x="4457301" y="129079"/>
                </a:cubicBezTo>
                <a:cubicBezTo>
                  <a:pt x="4462843" y="129079"/>
                  <a:pt x="4466950" y="126276"/>
                  <a:pt x="4469623" y="120670"/>
                </a:cubicBezTo>
                <a:cubicBezTo>
                  <a:pt x="4472230" y="115128"/>
                  <a:pt x="4473534" y="105252"/>
                  <a:pt x="4473534" y="91040"/>
                </a:cubicBezTo>
                <a:cubicBezTo>
                  <a:pt x="4473534" y="75068"/>
                  <a:pt x="4471155" y="64670"/>
                  <a:pt x="4466396" y="59846"/>
                </a:cubicBezTo>
                <a:cubicBezTo>
                  <a:pt x="4463527" y="61410"/>
                  <a:pt x="4460626" y="62193"/>
                  <a:pt x="4457693" y="62193"/>
                </a:cubicBezTo>
                <a:cubicBezTo>
                  <a:pt x="4452282" y="62258"/>
                  <a:pt x="4449576" y="60367"/>
                  <a:pt x="4449576" y="56521"/>
                </a:cubicBezTo>
                <a:cubicBezTo>
                  <a:pt x="4449576" y="52805"/>
                  <a:pt x="4452216" y="50947"/>
                  <a:pt x="4457497" y="50947"/>
                </a:cubicBezTo>
                <a:cubicBezTo>
                  <a:pt x="4460691" y="50947"/>
                  <a:pt x="4463658" y="51664"/>
                  <a:pt x="4466396" y="53099"/>
                </a:cubicBezTo>
                <a:cubicBezTo>
                  <a:pt x="4468351" y="47753"/>
                  <a:pt x="4469329" y="40419"/>
                  <a:pt x="4469329" y="31096"/>
                </a:cubicBezTo>
                <a:cubicBezTo>
                  <a:pt x="4469264" y="21448"/>
                  <a:pt x="4468319" y="14896"/>
                  <a:pt x="4466493" y="11441"/>
                </a:cubicBezTo>
                <a:cubicBezTo>
                  <a:pt x="4464603" y="8051"/>
                  <a:pt x="4461017" y="6324"/>
                  <a:pt x="4455737" y="6258"/>
                </a:cubicBezTo>
                <a:cubicBezTo>
                  <a:pt x="4451239" y="6324"/>
                  <a:pt x="4448175" y="7953"/>
                  <a:pt x="4446545" y="11148"/>
                </a:cubicBezTo>
                <a:cubicBezTo>
                  <a:pt x="4444785" y="14473"/>
                  <a:pt x="4443905" y="21546"/>
                  <a:pt x="4443905" y="32368"/>
                </a:cubicBezTo>
                <a:lnTo>
                  <a:pt x="4443905" y="121159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422487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2026-09-08T03:29:13.7400000Z</dcterms:created>
  <dcterms:modified xsi:type="dcterms:W3CDTF">2026-09-08T03:29:13.7400000Z</dcterms:modified>
</coreProperties>
</file>