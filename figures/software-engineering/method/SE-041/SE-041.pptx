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2dfac0aca4f23" /><Relationship Type="http://schemas.openxmlformats.org/officeDocument/2006/relationships/extended-properties" Target="/docProps/app.xml" Id="Rd7424366ee5c4af3" /><Relationship Type="http://schemas.openxmlformats.org/officeDocument/2006/relationships/officeDocument" Target="/ppt/presentation.xml" Id="R5b0f5654b79a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ce29c187842ac"/>
  </p:sldMasterIdLst>
  <p:notesMasterIdLst>
    <p:notesMasterId xmlns:r="http://schemas.openxmlformats.org/officeDocument/2006/relationships" r:id="Reba2d58ad6c345f3"/>
  </p:notesMasterIdLst>
  <p:sldIdLst>
    <p:sldId xmlns:r="http://schemas.openxmlformats.org/officeDocument/2006/relationships" id="256" r:id="R4fdd41156e264f12"/>
  </p:sldIdLst>
  <p:sldSz cx="7143750" cy="9772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52f25b9a694384" /><Relationship Type="http://schemas.openxmlformats.org/officeDocument/2006/relationships/slideMaster" Target="/ppt/slideMasters/slideMaster1.xml" Id="R7d8ce29c187842ac" /><Relationship Type="http://schemas.openxmlformats.org/officeDocument/2006/relationships/notesMaster" Target="/ppt/notesMasters/notesMaster1.xml" Id="Reba2d58ad6c345f3" /><Relationship Type="http://schemas.openxmlformats.org/officeDocument/2006/relationships/presProps" Target="/ppt/presProps.xml" Id="R6c02d08deb4046cd" /><Relationship Type="http://schemas.openxmlformats.org/officeDocument/2006/relationships/tableStyles" Target="/ppt/tableStyles.xml" Id="R12ff49c1ca6b4da4" /><Relationship Type="http://schemas.openxmlformats.org/officeDocument/2006/relationships/slide" Target="/ppt/slides/slide1.xml" Id="R4fdd41156e26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58ccd2a85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95ac70f39a4387" /><Relationship Type="http://schemas.openxmlformats.org/officeDocument/2006/relationships/notesMaster" Target="/ppt/notesMasters/notesMaster1.xml" Id="R4dfdc2fdb8f543d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素材ID：SE-041</ns1:t>
            </ns1:r>
          </ns1:p>
          <ns1:p>
            <ns1:r>
              <ns1:t>论文：Early Detection of Performance Regressions by Bridging Local Performance Data and Architectural Models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类型：方法细节</ns1:t>
            </ns1:r>
          </ns1:p>
          <ns1:p>
            <ns1:r>
              <ns1:t>借鉴点：四层示例从测试/函数组件图抽取变化，经微服务架构传播，最后更新排队网络模型；红色变化跨层保持对应。</ns1:t>
            </ns1:r>
          </ns1:p>
          <ns1:p>
            <ns1:r>
              <ns1:t>论文URL：https://arxiv.org/pdf/2408.08148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0a18b1f29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b2e3cdb3014b92" /><Relationship Type="http://schemas.openxmlformats.org/officeDocument/2006/relationships/slideLayout" Target="/ppt/slideLayouts/slideLayout1.xml" Id="R1c28225766a6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8225766a6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b30ed8bb440a5" /><Relationship Type="http://schemas.openxmlformats.org/officeDocument/2006/relationships/image" Target="/ppt/media/image.png" Id="Re740d3e1126a4b8e" /><Relationship Type="http://schemas.openxmlformats.org/officeDocument/2006/relationships/notesSlide" Target="/ppt/notesSlides/notesSlide1.xml" Id="Rd5c7eec7e64949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7D57A-3778-43C4-8743-CFD6AD67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25" y="118044"/>
            <a:ext cx="3067510" cy="2031517"/>
          </a:xfrm>
          <a:custGeom xmlns:a="http://schemas.openxmlformats.org/drawingml/2006/main">
            <a:pathLst>
              <a:path w="3067510" h="2031517">
                <a:moveTo>
                  <a:pt x="0" y="0"/>
                </a:moveTo>
                <a:lnTo>
                  <a:pt x="3067510" y="0"/>
                </a:lnTo>
                <a:lnTo>
                  <a:pt x="3067510" y="2031517"/>
                </a:lnTo>
                <a:lnTo>
                  <a:pt x="0" y="20315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A99E1-3A10-4905-B666-A65EA23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25" y="118044"/>
            <a:ext cx="3067510" cy="2031517"/>
          </a:xfrm>
          <a:custGeom xmlns:a="http://schemas.openxmlformats.org/drawingml/2006/main">
            <a:pathLst>
              <a:path w="3067510" h="2031517" fill="none">
                <a:moveTo>
                  <a:pt x="0" y="0"/>
                </a:moveTo>
                <a:lnTo>
                  <a:pt x="3067510" y="0"/>
                </a:lnTo>
                <a:lnTo>
                  <a:pt x="3067510" y="2031517"/>
                </a:lnTo>
                <a:lnTo>
                  <a:pt x="0" y="20315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0FDA4-1B17-4CDE-9351-D67413B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702" y="611759"/>
            <a:ext cx="3059416" cy="8094"/>
          </a:xfrm>
          <a:custGeom xmlns:a="http://schemas.openxmlformats.org/drawingml/2006/main">
            <a:pathLst>
              <a:path w="3059416" h="8094" fill="none">
                <a:moveTo>
                  <a:pt x="0" y="0"/>
                </a:moveTo>
                <a:lnTo>
                  <a:pt x="3059416" y="0"/>
                </a:lnTo>
                <a:lnTo>
                  <a:pt x="3059416" y="8094"/>
                </a:lnTo>
                <a:lnTo>
                  <a:pt x="0" y="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" name="Text &lt;&lt;class&gt;&gt;">
            <a:extLst xmlns:a="http://schemas.openxmlformats.org/drawingml/2006/main">
              <a:ext uri="{FF2B5EF4-FFF2-40B4-BE49-F238E27FC236}">
                <a16:creationId xmlns:a16="http://schemas.microsoft.com/office/drawing/2014/main" id="{30B4FF3E-9A21-4F18-9FAB-AEA8D0B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961" y="190073"/>
            <a:ext cx="692645" cy="111881"/>
          </a:xfrm>
          <a:custGeom xmlns:a="http://schemas.openxmlformats.org/drawingml/2006/main">
            <a:pathLst>
              <a:path w="692645" h="111881">
                <a:moveTo>
                  <a:pt x="0" y="61872"/>
                </a:moveTo>
                <a:lnTo>
                  <a:pt x="0" y="49258"/>
                </a:lnTo>
                <a:lnTo>
                  <a:pt x="72910" y="18472"/>
                </a:lnTo>
                <a:lnTo>
                  <a:pt x="72910" y="31987"/>
                </a:lnTo>
                <a:lnTo>
                  <a:pt x="15093" y="55640"/>
                </a:lnTo>
                <a:lnTo>
                  <a:pt x="72910" y="79593"/>
                </a:lnTo>
                <a:lnTo>
                  <a:pt x="72910" y="93109"/>
                </a:lnTo>
                <a:lnTo>
                  <a:pt x="0" y="61872"/>
                </a:lnTo>
                <a:close/>
                <a:moveTo>
                  <a:pt x="89808" y="61872"/>
                </a:moveTo>
                <a:lnTo>
                  <a:pt x="89808" y="49258"/>
                </a:lnTo>
                <a:lnTo>
                  <a:pt x="162719" y="18472"/>
                </a:lnTo>
                <a:lnTo>
                  <a:pt x="162719" y="31987"/>
                </a:lnTo>
                <a:lnTo>
                  <a:pt x="104901" y="55640"/>
                </a:lnTo>
                <a:lnTo>
                  <a:pt x="162719" y="79593"/>
                </a:lnTo>
                <a:lnTo>
                  <a:pt x="162719" y="93109"/>
                </a:lnTo>
                <a:lnTo>
                  <a:pt x="89808" y="61872"/>
                </a:lnTo>
                <a:close/>
                <a:moveTo>
                  <a:pt x="233379" y="80795"/>
                </a:moveTo>
                <a:lnTo>
                  <a:pt x="246669" y="82522"/>
                </a:lnTo>
                <a:cubicBezTo>
                  <a:pt x="245218" y="91706"/>
                  <a:pt x="241501" y="98896"/>
                  <a:pt x="235519" y="104091"/>
                </a:cubicBezTo>
                <a:cubicBezTo>
                  <a:pt x="229537" y="109284"/>
                  <a:pt x="222191" y="111881"/>
                  <a:pt x="213481" y="111881"/>
                </a:cubicBezTo>
                <a:cubicBezTo>
                  <a:pt x="202568" y="111881"/>
                  <a:pt x="193795" y="108314"/>
                  <a:pt x="187162" y="101181"/>
                </a:cubicBezTo>
                <a:cubicBezTo>
                  <a:pt x="180529" y="94048"/>
                  <a:pt x="177213" y="83823"/>
                  <a:pt x="177213" y="70508"/>
                </a:cubicBezTo>
                <a:cubicBezTo>
                  <a:pt x="177213" y="61898"/>
                  <a:pt x="178640" y="54364"/>
                  <a:pt x="181493" y="47906"/>
                </a:cubicBezTo>
                <a:cubicBezTo>
                  <a:pt x="184346" y="41449"/>
                  <a:pt x="188689" y="36605"/>
                  <a:pt x="194521" y="33377"/>
                </a:cubicBezTo>
                <a:cubicBezTo>
                  <a:pt x="200353" y="30148"/>
                  <a:pt x="206698" y="28533"/>
                  <a:pt x="213556" y="28533"/>
                </a:cubicBezTo>
                <a:cubicBezTo>
                  <a:pt x="222216" y="28533"/>
                  <a:pt x="229299" y="30731"/>
                  <a:pt x="234806" y="35125"/>
                </a:cubicBezTo>
                <a:cubicBezTo>
                  <a:pt x="240312" y="39517"/>
                  <a:pt x="243841" y="45755"/>
                  <a:pt x="245393" y="53838"/>
                </a:cubicBezTo>
                <a:lnTo>
                  <a:pt x="232253" y="55865"/>
                </a:lnTo>
                <a:cubicBezTo>
                  <a:pt x="231001" y="50534"/>
                  <a:pt x="228786" y="46523"/>
                  <a:pt x="225607" y="43833"/>
                </a:cubicBezTo>
                <a:cubicBezTo>
                  <a:pt x="222429" y="41142"/>
                  <a:pt x="218587" y="39797"/>
                  <a:pt x="214081" y="39797"/>
                </a:cubicBezTo>
                <a:cubicBezTo>
                  <a:pt x="207273" y="39797"/>
                  <a:pt x="201742" y="42225"/>
                  <a:pt x="197487" y="47083"/>
                </a:cubicBezTo>
                <a:cubicBezTo>
                  <a:pt x="193232" y="51938"/>
                  <a:pt x="191104" y="59621"/>
                  <a:pt x="191104" y="70132"/>
                </a:cubicBezTo>
                <a:cubicBezTo>
                  <a:pt x="191104" y="80793"/>
                  <a:pt x="193157" y="88540"/>
                  <a:pt x="197262" y="93372"/>
                </a:cubicBezTo>
                <a:cubicBezTo>
                  <a:pt x="201366" y="98203"/>
                  <a:pt x="206723" y="100618"/>
                  <a:pt x="213330" y="100618"/>
                </a:cubicBezTo>
                <a:cubicBezTo>
                  <a:pt x="218637" y="100618"/>
                  <a:pt x="223067" y="98997"/>
                  <a:pt x="226621" y="95756"/>
                </a:cubicBezTo>
                <a:cubicBezTo>
                  <a:pt x="230175" y="92515"/>
                  <a:pt x="232428" y="87528"/>
                  <a:pt x="233379" y="80795"/>
                </a:cubicBezTo>
                <a:close/>
                <a:moveTo>
                  <a:pt x="257932" y="110079"/>
                </a:moveTo>
                <a:lnTo>
                  <a:pt x="257932" y="0"/>
                </a:lnTo>
                <a:lnTo>
                  <a:pt x="271448" y="0"/>
                </a:lnTo>
                <a:lnTo>
                  <a:pt x="271448" y="110079"/>
                </a:lnTo>
                <a:lnTo>
                  <a:pt x="257932" y="110079"/>
                </a:lnTo>
                <a:close/>
                <a:moveTo>
                  <a:pt x="344408" y="100233"/>
                </a:moveTo>
                <a:cubicBezTo>
                  <a:pt x="339402" y="104491"/>
                  <a:pt x="334584" y="107497"/>
                  <a:pt x="329953" y="109251"/>
                </a:cubicBezTo>
                <a:cubicBezTo>
                  <a:pt x="325323" y="111004"/>
                  <a:pt x="320355" y="111881"/>
                  <a:pt x="315048" y="111881"/>
                </a:cubicBezTo>
                <a:cubicBezTo>
                  <a:pt x="306288" y="111881"/>
                  <a:pt x="299555" y="109740"/>
                  <a:pt x="294850" y="105456"/>
                </a:cubicBezTo>
                <a:cubicBezTo>
                  <a:pt x="290144" y="101173"/>
                  <a:pt x="287792" y="95700"/>
                  <a:pt x="287792" y="89038"/>
                </a:cubicBezTo>
                <a:cubicBezTo>
                  <a:pt x="287792" y="85132"/>
                  <a:pt x="288680" y="81564"/>
                  <a:pt x="290457" y="78333"/>
                </a:cubicBezTo>
                <a:cubicBezTo>
                  <a:pt x="292234" y="75101"/>
                  <a:pt x="294562" y="72508"/>
                  <a:pt x="297440" y="70555"/>
                </a:cubicBezTo>
                <a:cubicBezTo>
                  <a:pt x="300319" y="68601"/>
                  <a:pt x="303560" y="67123"/>
                  <a:pt x="307164" y="66122"/>
                </a:cubicBezTo>
                <a:cubicBezTo>
                  <a:pt x="309817" y="65420"/>
                  <a:pt x="313822" y="64743"/>
                  <a:pt x="319178" y="64092"/>
                </a:cubicBezTo>
                <a:cubicBezTo>
                  <a:pt x="330091" y="62800"/>
                  <a:pt x="338126" y="61259"/>
                  <a:pt x="343282" y="59470"/>
                </a:cubicBezTo>
                <a:cubicBezTo>
                  <a:pt x="343332" y="57625"/>
                  <a:pt x="343357" y="56454"/>
                  <a:pt x="343357" y="55955"/>
                </a:cubicBezTo>
                <a:cubicBezTo>
                  <a:pt x="343357" y="50468"/>
                  <a:pt x="342080" y="46604"/>
                  <a:pt x="339527" y="44361"/>
                </a:cubicBezTo>
                <a:cubicBezTo>
                  <a:pt x="336073" y="41318"/>
                  <a:pt x="330942" y="39797"/>
                  <a:pt x="324134" y="39797"/>
                </a:cubicBezTo>
                <a:cubicBezTo>
                  <a:pt x="317777" y="39797"/>
                  <a:pt x="313084" y="40910"/>
                  <a:pt x="310055" y="43138"/>
                </a:cubicBezTo>
                <a:cubicBezTo>
                  <a:pt x="307027" y="45366"/>
                  <a:pt x="304786" y="49308"/>
                  <a:pt x="303335" y="54964"/>
                </a:cubicBezTo>
                <a:lnTo>
                  <a:pt x="290119" y="53162"/>
                </a:lnTo>
                <a:cubicBezTo>
                  <a:pt x="291321" y="47488"/>
                  <a:pt x="293298" y="42907"/>
                  <a:pt x="296051" y="39416"/>
                </a:cubicBezTo>
                <a:cubicBezTo>
                  <a:pt x="298804" y="35926"/>
                  <a:pt x="302784" y="33241"/>
                  <a:pt x="307990" y="31359"/>
                </a:cubicBezTo>
                <a:cubicBezTo>
                  <a:pt x="313196" y="29475"/>
                  <a:pt x="319228" y="28533"/>
                  <a:pt x="326086" y="28533"/>
                </a:cubicBezTo>
                <a:cubicBezTo>
                  <a:pt x="332894" y="28533"/>
                  <a:pt x="338426" y="29334"/>
                  <a:pt x="342681" y="30936"/>
                </a:cubicBezTo>
                <a:cubicBezTo>
                  <a:pt x="346936" y="32538"/>
                  <a:pt x="350065" y="34553"/>
                  <a:pt x="352067" y="36981"/>
                </a:cubicBezTo>
                <a:cubicBezTo>
                  <a:pt x="354069" y="39409"/>
                  <a:pt x="355471" y="42475"/>
                  <a:pt x="356272" y="46179"/>
                </a:cubicBezTo>
                <a:cubicBezTo>
                  <a:pt x="356722" y="48482"/>
                  <a:pt x="356948" y="52637"/>
                  <a:pt x="356948" y="58644"/>
                </a:cubicBezTo>
                <a:lnTo>
                  <a:pt x="356948" y="76665"/>
                </a:lnTo>
                <a:cubicBezTo>
                  <a:pt x="356948" y="89230"/>
                  <a:pt x="357235" y="97176"/>
                  <a:pt x="357811" y="100505"/>
                </a:cubicBezTo>
                <a:cubicBezTo>
                  <a:pt x="358387" y="103834"/>
                  <a:pt x="359526" y="107025"/>
                  <a:pt x="361228" y="110079"/>
                </a:cubicBezTo>
                <a:lnTo>
                  <a:pt x="347111" y="110079"/>
                </a:lnTo>
                <a:cubicBezTo>
                  <a:pt x="345709" y="107273"/>
                  <a:pt x="344808" y="103991"/>
                  <a:pt x="344408" y="100233"/>
                </a:cubicBezTo>
                <a:moveTo>
                  <a:pt x="343282" y="69982"/>
                </a:moveTo>
                <a:cubicBezTo>
                  <a:pt x="338376" y="72002"/>
                  <a:pt x="331017" y="73718"/>
                  <a:pt x="321206" y="75130"/>
                </a:cubicBezTo>
                <a:cubicBezTo>
                  <a:pt x="315649" y="75934"/>
                  <a:pt x="311720" y="76839"/>
                  <a:pt x="309417" y="77845"/>
                </a:cubicBezTo>
                <a:cubicBezTo>
                  <a:pt x="307114" y="78849"/>
                  <a:pt x="305337" y="80320"/>
                  <a:pt x="304086" y="82257"/>
                </a:cubicBezTo>
                <a:cubicBezTo>
                  <a:pt x="302834" y="84192"/>
                  <a:pt x="302208" y="86340"/>
                  <a:pt x="302208" y="88702"/>
                </a:cubicBezTo>
                <a:cubicBezTo>
                  <a:pt x="302208" y="92321"/>
                  <a:pt x="303573" y="95337"/>
                  <a:pt x="306301" y="97750"/>
                </a:cubicBezTo>
                <a:cubicBezTo>
                  <a:pt x="309029" y="100163"/>
                  <a:pt x="313021" y="101369"/>
                  <a:pt x="318277" y="101369"/>
                </a:cubicBezTo>
                <a:cubicBezTo>
                  <a:pt x="323483" y="101369"/>
                  <a:pt x="328114" y="100224"/>
                  <a:pt x="332169" y="97936"/>
                </a:cubicBezTo>
                <a:cubicBezTo>
                  <a:pt x="336223" y="95647"/>
                  <a:pt x="339202" y="92516"/>
                  <a:pt x="341104" y="88543"/>
                </a:cubicBezTo>
                <a:cubicBezTo>
                  <a:pt x="342556" y="85474"/>
                  <a:pt x="343282" y="80946"/>
                  <a:pt x="343282" y="74961"/>
                </a:cubicBezTo>
                <a:lnTo>
                  <a:pt x="343282" y="69982"/>
                </a:lnTo>
                <a:close/>
                <a:moveTo>
                  <a:pt x="372467" y="86201"/>
                </a:moveTo>
                <a:lnTo>
                  <a:pt x="385833" y="84099"/>
                </a:lnTo>
                <a:cubicBezTo>
                  <a:pt x="386584" y="89431"/>
                  <a:pt x="388674" y="93518"/>
                  <a:pt x="392103" y="96359"/>
                </a:cubicBezTo>
                <a:cubicBezTo>
                  <a:pt x="395532" y="99198"/>
                  <a:pt x="400325" y="100618"/>
                  <a:pt x="406482" y="100618"/>
                </a:cubicBezTo>
                <a:cubicBezTo>
                  <a:pt x="412690" y="100618"/>
                  <a:pt x="417295" y="99364"/>
                  <a:pt x="420298" y="96856"/>
                </a:cubicBezTo>
                <a:cubicBezTo>
                  <a:pt x="423302" y="94347"/>
                  <a:pt x="424804" y="91405"/>
                  <a:pt x="424804" y="88029"/>
                </a:cubicBezTo>
                <a:cubicBezTo>
                  <a:pt x="424804" y="84999"/>
                  <a:pt x="423477" y="82615"/>
                  <a:pt x="420824" y="80877"/>
                </a:cubicBezTo>
                <a:cubicBezTo>
                  <a:pt x="418972" y="79685"/>
                  <a:pt x="414367" y="78170"/>
                  <a:pt x="407008" y="76332"/>
                </a:cubicBezTo>
                <a:cubicBezTo>
                  <a:pt x="397096" y="73827"/>
                  <a:pt x="390226" y="71661"/>
                  <a:pt x="386396" y="69832"/>
                </a:cubicBezTo>
                <a:cubicBezTo>
                  <a:pt x="382567" y="68003"/>
                  <a:pt x="379663" y="65473"/>
                  <a:pt x="377686" y="62241"/>
                </a:cubicBezTo>
                <a:cubicBezTo>
                  <a:pt x="375709" y="59009"/>
                  <a:pt x="374720" y="55439"/>
                  <a:pt x="374720" y="51531"/>
                </a:cubicBezTo>
                <a:cubicBezTo>
                  <a:pt x="374720" y="47974"/>
                  <a:pt x="375534" y="44680"/>
                  <a:pt x="377160" y="41648"/>
                </a:cubicBezTo>
                <a:cubicBezTo>
                  <a:pt x="378787" y="38616"/>
                  <a:pt x="381002" y="36099"/>
                  <a:pt x="383806" y="34095"/>
                </a:cubicBezTo>
                <a:cubicBezTo>
                  <a:pt x="385908" y="32541"/>
                  <a:pt x="388774" y="31226"/>
                  <a:pt x="392403" y="30150"/>
                </a:cubicBezTo>
                <a:cubicBezTo>
                  <a:pt x="396033" y="29072"/>
                  <a:pt x="399925" y="28533"/>
                  <a:pt x="404079" y="28533"/>
                </a:cubicBezTo>
                <a:cubicBezTo>
                  <a:pt x="410337" y="28533"/>
                  <a:pt x="415831" y="29441"/>
                  <a:pt x="420561" y="31255"/>
                </a:cubicBezTo>
                <a:cubicBezTo>
                  <a:pt x="425292" y="33068"/>
                  <a:pt x="428783" y="35525"/>
                  <a:pt x="431036" y="38626"/>
                </a:cubicBezTo>
                <a:cubicBezTo>
                  <a:pt x="433289" y="41725"/>
                  <a:pt x="434840" y="45869"/>
                  <a:pt x="435691" y="51060"/>
                </a:cubicBezTo>
                <a:lnTo>
                  <a:pt x="422476" y="52862"/>
                </a:lnTo>
                <a:cubicBezTo>
                  <a:pt x="421875" y="48757"/>
                  <a:pt x="420136" y="45553"/>
                  <a:pt x="417257" y="43251"/>
                </a:cubicBezTo>
                <a:cubicBezTo>
                  <a:pt x="414379" y="40948"/>
                  <a:pt x="410312" y="39797"/>
                  <a:pt x="405056" y="39797"/>
                </a:cubicBezTo>
                <a:cubicBezTo>
                  <a:pt x="398848" y="39797"/>
                  <a:pt x="394418" y="40818"/>
                  <a:pt x="391765" y="42861"/>
                </a:cubicBezTo>
                <a:cubicBezTo>
                  <a:pt x="389112" y="44903"/>
                  <a:pt x="387785" y="47294"/>
                  <a:pt x="387785" y="50034"/>
                </a:cubicBezTo>
                <a:cubicBezTo>
                  <a:pt x="387785" y="51777"/>
                  <a:pt x="388336" y="53346"/>
                  <a:pt x="389437" y="54741"/>
                </a:cubicBezTo>
                <a:cubicBezTo>
                  <a:pt x="390539" y="56185"/>
                  <a:pt x="392266" y="57381"/>
                  <a:pt x="394618" y="58327"/>
                </a:cubicBezTo>
                <a:cubicBezTo>
                  <a:pt x="395970" y="58826"/>
                  <a:pt x="399950" y="59972"/>
                  <a:pt x="406557" y="61765"/>
                </a:cubicBezTo>
                <a:cubicBezTo>
                  <a:pt x="416119" y="64316"/>
                  <a:pt x="422789" y="66404"/>
                  <a:pt x="426568" y="68030"/>
                </a:cubicBezTo>
                <a:cubicBezTo>
                  <a:pt x="430348" y="69655"/>
                  <a:pt x="433314" y="72019"/>
                  <a:pt x="435466" y="75121"/>
                </a:cubicBezTo>
                <a:cubicBezTo>
                  <a:pt x="437619" y="78221"/>
                  <a:pt x="438695" y="82072"/>
                  <a:pt x="438695" y="86673"/>
                </a:cubicBezTo>
                <a:cubicBezTo>
                  <a:pt x="438695" y="91175"/>
                  <a:pt x="437381" y="95414"/>
                  <a:pt x="434753" y="99391"/>
                </a:cubicBezTo>
                <a:cubicBezTo>
                  <a:pt x="432125" y="103366"/>
                  <a:pt x="428333" y="106441"/>
                  <a:pt x="423377" y="108617"/>
                </a:cubicBezTo>
                <a:cubicBezTo>
                  <a:pt x="418421" y="110793"/>
                  <a:pt x="412815" y="111881"/>
                  <a:pt x="406557" y="111881"/>
                </a:cubicBezTo>
                <a:cubicBezTo>
                  <a:pt x="396195" y="111881"/>
                  <a:pt x="388298" y="109722"/>
                  <a:pt x="382867" y="105405"/>
                </a:cubicBezTo>
                <a:cubicBezTo>
                  <a:pt x="377436" y="101087"/>
                  <a:pt x="373969" y="94686"/>
                  <a:pt x="372467" y="86201"/>
                </a:cubicBezTo>
                <a:close/>
                <a:moveTo>
                  <a:pt x="449357" y="86201"/>
                </a:moveTo>
                <a:lnTo>
                  <a:pt x="462723" y="84099"/>
                </a:lnTo>
                <a:cubicBezTo>
                  <a:pt x="463474" y="89431"/>
                  <a:pt x="465564" y="93518"/>
                  <a:pt x="468993" y="96359"/>
                </a:cubicBezTo>
                <a:cubicBezTo>
                  <a:pt x="472422" y="99198"/>
                  <a:pt x="477215" y="100618"/>
                  <a:pt x="483372" y="100618"/>
                </a:cubicBezTo>
                <a:cubicBezTo>
                  <a:pt x="489579" y="100618"/>
                  <a:pt x="494185" y="99364"/>
                  <a:pt x="497188" y="96856"/>
                </a:cubicBezTo>
                <a:cubicBezTo>
                  <a:pt x="500192" y="94347"/>
                  <a:pt x="501694" y="91405"/>
                  <a:pt x="501694" y="88029"/>
                </a:cubicBezTo>
                <a:cubicBezTo>
                  <a:pt x="501694" y="84999"/>
                  <a:pt x="500367" y="82615"/>
                  <a:pt x="497714" y="80877"/>
                </a:cubicBezTo>
                <a:cubicBezTo>
                  <a:pt x="495862" y="79685"/>
                  <a:pt x="491256" y="78170"/>
                  <a:pt x="483898" y="76332"/>
                </a:cubicBezTo>
                <a:cubicBezTo>
                  <a:pt x="473986" y="73827"/>
                  <a:pt x="467116" y="71661"/>
                  <a:pt x="463286" y="69832"/>
                </a:cubicBezTo>
                <a:cubicBezTo>
                  <a:pt x="459457" y="68003"/>
                  <a:pt x="456553" y="65473"/>
                  <a:pt x="454576" y="62241"/>
                </a:cubicBezTo>
                <a:cubicBezTo>
                  <a:pt x="452599" y="59009"/>
                  <a:pt x="451610" y="55439"/>
                  <a:pt x="451610" y="51531"/>
                </a:cubicBezTo>
                <a:cubicBezTo>
                  <a:pt x="451610" y="47974"/>
                  <a:pt x="452423" y="44680"/>
                  <a:pt x="454050" y="41648"/>
                </a:cubicBezTo>
                <a:cubicBezTo>
                  <a:pt x="455677" y="38616"/>
                  <a:pt x="457892" y="36099"/>
                  <a:pt x="460696" y="34095"/>
                </a:cubicBezTo>
                <a:cubicBezTo>
                  <a:pt x="462798" y="32541"/>
                  <a:pt x="465664" y="31226"/>
                  <a:pt x="469293" y="30150"/>
                </a:cubicBezTo>
                <a:cubicBezTo>
                  <a:pt x="472922" y="29072"/>
                  <a:pt x="476814" y="28533"/>
                  <a:pt x="480969" y="28533"/>
                </a:cubicBezTo>
                <a:cubicBezTo>
                  <a:pt x="487227" y="28533"/>
                  <a:pt x="492721" y="29441"/>
                  <a:pt x="497451" y="31255"/>
                </a:cubicBezTo>
                <a:cubicBezTo>
                  <a:pt x="502182" y="33068"/>
                  <a:pt x="505673" y="35525"/>
                  <a:pt x="507926" y="38626"/>
                </a:cubicBezTo>
                <a:cubicBezTo>
                  <a:pt x="510179" y="41725"/>
                  <a:pt x="511730" y="45869"/>
                  <a:pt x="512581" y="51060"/>
                </a:cubicBezTo>
                <a:lnTo>
                  <a:pt x="499366" y="52862"/>
                </a:lnTo>
                <a:cubicBezTo>
                  <a:pt x="498765" y="48757"/>
                  <a:pt x="497026" y="45553"/>
                  <a:pt x="494147" y="43251"/>
                </a:cubicBezTo>
                <a:cubicBezTo>
                  <a:pt x="491269" y="40948"/>
                  <a:pt x="487202" y="39797"/>
                  <a:pt x="481945" y="39797"/>
                </a:cubicBezTo>
                <a:cubicBezTo>
                  <a:pt x="475738" y="39797"/>
                  <a:pt x="471308" y="40818"/>
                  <a:pt x="468655" y="42861"/>
                </a:cubicBezTo>
                <a:cubicBezTo>
                  <a:pt x="466002" y="44903"/>
                  <a:pt x="464675" y="47294"/>
                  <a:pt x="464675" y="50034"/>
                </a:cubicBezTo>
                <a:cubicBezTo>
                  <a:pt x="464675" y="51777"/>
                  <a:pt x="465226" y="53346"/>
                  <a:pt x="466327" y="54741"/>
                </a:cubicBezTo>
                <a:cubicBezTo>
                  <a:pt x="467428" y="56185"/>
                  <a:pt x="469156" y="57381"/>
                  <a:pt x="471508" y="58327"/>
                </a:cubicBezTo>
                <a:cubicBezTo>
                  <a:pt x="472860" y="58826"/>
                  <a:pt x="476840" y="59972"/>
                  <a:pt x="483447" y="61765"/>
                </a:cubicBezTo>
                <a:cubicBezTo>
                  <a:pt x="493008" y="64316"/>
                  <a:pt x="499679" y="66404"/>
                  <a:pt x="503458" y="68030"/>
                </a:cubicBezTo>
                <a:cubicBezTo>
                  <a:pt x="507238" y="69655"/>
                  <a:pt x="510204" y="72019"/>
                  <a:pt x="512356" y="75121"/>
                </a:cubicBezTo>
                <a:cubicBezTo>
                  <a:pt x="514509" y="78221"/>
                  <a:pt x="515585" y="82072"/>
                  <a:pt x="515585" y="86673"/>
                </a:cubicBezTo>
                <a:cubicBezTo>
                  <a:pt x="515585" y="91175"/>
                  <a:pt x="514271" y="95414"/>
                  <a:pt x="511643" y="99391"/>
                </a:cubicBezTo>
                <a:cubicBezTo>
                  <a:pt x="509015" y="103366"/>
                  <a:pt x="505223" y="106441"/>
                  <a:pt x="500267" y="108617"/>
                </a:cubicBezTo>
                <a:cubicBezTo>
                  <a:pt x="495311" y="110793"/>
                  <a:pt x="489705" y="111881"/>
                  <a:pt x="483447" y="111881"/>
                </a:cubicBezTo>
                <a:cubicBezTo>
                  <a:pt x="473085" y="111881"/>
                  <a:pt x="465188" y="109722"/>
                  <a:pt x="459757" y="105405"/>
                </a:cubicBezTo>
                <a:cubicBezTo>
                  <a:pt x="454326" y="101087"/>
                  <a:pt x="450859" y="94686"/>
                  <a:pt x="449357" y="86201"/>
                </a:cubicBezTo>
                <a:close/>
                <a:moveTo>
                  <a:pt x="602837" y="61872"/>
                </a:moveTo>
                <a:lnTo>
                  <a:pt x="529927" y="93109"/>
                </a:lnTo>
                <a:lnTo>
                  <a:pt x="529927" y="79593"/>
                </a:lnTo>
                <a:lnTo>
                  <a:pt x="587669" y="55640"/>
                </a:lnTo>
                <a:lnTo>
                  <a:pt x="529927" y="31987"/>
                </a:lnTo>
                <a:lnTo>
                  <a:pt x="529927" y="18472"/>
                </a:lnTo>
                <a:lnTo>
                  <a:pt x="602837" y="49258"/>
                </a:lnTo>
                <a:lnTo>
                  <a:pt x="602837" y="61872"/>
                </a:lnTo>
                <a:close/>
                <a:moveTo>
                  <a:pt x="692645" y="61872"/>
                </a:moveTo>
                <a:lnTo>
                  <a:pt x="619734" y="93109"/>
                </a:lnTo>
                <a:lnTo>
                  <a:pt x="619734" y="79593"/>
                </a:lnTo>
                <a:lnTo>
                  <a:pt x="677477" y="55640"/>
                </a:lnTo>
                <a:lnTo>
                  <a:pt x="619734" y="31987"/>
                </a:lnTo>
                <a:lnTo>
                  <a:pt x="619734" y="18472"/>
                </a:lnTo>
                <a:lnTo>
                  <a:pt x="692645" y="49258"/>
                </a:lnTo>
                <a:lnTo>
                  <a:pt x="692645" y="618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Class_B">
            <a:extLst xmlns:a="http://schemas.openxmlformats.org/drawingml/2006/main">
              <a:ext uri="{FF2B5EF4-FFF2-40B4-BE49-F238E27FC236}">
                <a16:creationId xmlns:a16="http://schemas.microsoft.com/office/drawing/2014/main" id="{4B14B14E-6774-47C6-A01D-8065578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179" y="374275"/>
            <a:ext cx="591975" cy="142517"/>
          </a:xfrm>
          <a:custGeom xmlns:a="http://schemas.openxmlformats.org/drawingml/2006/main">
            <a:pathLst>
              <a:path w="591975" h="142517">
                <a:moveTo>
                  <a:pt x="74337" y="71484"/>
                </a:moveTo>
                <a:lnTo>
                  <a:pt x="95887" y="78242"/>
                </a:lnTo>
                <a:cubicBezTo>
                  <a:pt x="92583" y="90332"/>
                  <a:pt x="87090" y="99312"/>
                  <a:pt x="79406" y="105182"/>
                </a:cubicBezTo>
                <a:cubicBezTo>
                  <a:pt x="71722" y="111050"/>
                  <a:pt x="61973" y="113984"/>
                  <a:pt x="50159" y="113984"/>
                </a:cubicBezTo>
                <a:cubicBezTo>
                  <a:pt x="35542" y="113984"/>
                  <a:pt x="23528" y="108984"/>
                  <a:pt x="14117" y="98985"/>
                </a:cubicBezTo>
                <a:cubicBezTo>
                  <a:pt x="4706" y="88984"/>
                  <a:pt x="0" y="75312"/>
                  <a:pt x="0" y="57970"/>
                </a:cubicBezTo>
                <a:cubicBezTo>
                  <a:pt x="0" y="39624"/>
                  <a:pt x="4731" y="25376"/>
                  <a:pt x="14192" y="15226"/>
                </a:cubicBezTo>
                <a:cubicBezTo>
                  <a:pt x="23653" y="5075"/>
                  <a:pt x="36092" y="0"/>
                  <a:pt x="51510" y="0"/>
                </a:cubicBezTo>
                <a:cubicBezTo>
                  <a:pt x="64976" y="0"/>
                  <a:pt x="75914" y="3989"/>
                  <a:pt x="84324" y="11967"/>
                </a:cubicBezTo>
                <a:cubicBezTo>
                  <a:pt x="89330" y="16684"/>
                  <a:pt x="93084" y="23457"/>
                  <a:pt x="95587" y="32288"/>
                </a:cubicBezTo>
                <a:lnTo>
                  <a:pt x="73586" y="37544"/>
                </a:lnTo>
                <a:cubicBezTo>
                  <a:pt x="72285" y="31837"/>
                  <a:pt x="69569" y="27332"/>
                  <a:pt x="65439" y="24028"/>
                </a:cubicBezTo>
                <a:cubicBezTo>
                  <a:pt x="61309" y="20724"/>
                  <a:pt x="56291" y="19072"/>
                  <a:pt x="50384" y="19072"/>
                </a:cubicBezTo>
                <a:cubicBezTo>
                  <a:pt x="42224" y="19072"/>
                  <a:pt x="35604" y="22001"/>
                  <a:pt x="30523" y="27858"/>
                </a:cubicBezTo>
                <a:cubicBezTo>
                  <a:pt x="25442" y="33714"/>
                  <a:pt x="22902" y="43201"/>
                  <a:pt x="22902" y="56316"/>
                </a:cubicBezTo>
                <a:cubicBezTo>
                  <a:pt x="22902" y="70232"/>
                  <a:pt x="25405" y="80144"/>
                  <a:pt x="30411" y="86051"/>
                </a:cubicBezTo>
                <a:cubicBezTo>
                  <a:pt x="35416" y="91958"/>
                  <a:pt x="41924" y="94911"/>
                  <a:pt x="49933" y="94911"/>
                </a:cubicBezTo>
                <a:cubicBezTo>
                  <a:pt x="55840" y="94911"/>
                  <a:pt x="60921" y="93029"/>
                  <a:pt x="65176" y="89263"/>
                </a:cubicBezTo>
                <a:cubicBezTo>
                  <a:pt x="69431" y="85496"/>
                  <a:pt x="72485" y="79570"/>
                  <a:pt x="74337" y="71484"/>
                </a:cubicBezTo>
                <a:close/>
                <a:moveTo>
                  <a:pt x="114784" y="112031"/>
                </a:moveTo>
                <a:lnTo>
                  <a:pt x="114784" y="1952"/>
                </a:lnTo>
                <a:lnTo>
                  <a:pt x="135884" y="1952"/>
                </a:lnTo>
                <a:lnTo>
                  <a:pt x="135884" y="112031"/>
                </a:lnTo>
                <a:lnTo>
                  <a:pt x="114784" y="112031"/>
                </a:lnTo>
                <a:close/>
                <a:moveTo>
                  <a:pt x="173303" y="56917"/>
                </a:moveTo>
                <a:lnTo>
                  <a:pt x="154156" y="53463"/>
                </a:lnTo>
                <a:cubicBezTo>
                  <a:pt x="156308" y="45652"/>
                  <a:pt x="160013" y="39870"/>
                  <a:pt x="165269" y="36117"/>
                </a:cubicBezTo>
                <a:cubicBezTo>
                  <a:pt x="170525" y="32363"/>
                  <a:pt x="178334" y="30486"/>
                  <a:pt x="188696" y="30486"/>
                </a:cubicBezTo>
                <a:cubicBezTo>
                  <a:pt x="198107" y="30486"/>
                  <a:pt x="205116" y="31600"/>
                  <a:pt x="209721" y="33827"/>
                </a:cubicBezTo>
                <a:cubicBezTo>
                  <a:pt x="214326" y="36055"/>
                  <a:pt x="217568" y="38883"/>
                  <a:pt x="219445" y="42312"/>
                </a:cubicBezTo>
                <a:cubicBezTo>
                  <a:pt x="221322" y="45741"/>
                  <a:pt x="222261" y="52036"/>
                  <a:pt x="222261" y="61197"/>
                </a:cubicBezTo>
                <a:lnTo>
                  <a:pt x="222035" y="85826"/>
                </a:lnTo>
                <a:cubicBezTo>
                  <a:pt x="222035" y="92834"/>
                  <a:pt x="222373" y="98002"/>
                  <a:pt x="223049" y="101331"/>
                </a:cubicBezTo>
                <a:cubicBezTo>
                  <a:pt x="223725" y="104660"/>
                  <a:pt x="224989" y="108227"/>
                  <a:pt x="226841" y="112031"/>
                </a:cubicBezTo>
                <a:lnTo>
                  <a:pt x="205967" y="112031"/>
                </a:lnTo>
                <a:cubicBezTo>
                  <a:pt x="205416" y="110630"/>
                  <a:pt x="204740" y="108552"/>
                  <a:pt x="203939" y="105799"/>
                </a:cubicBezTo>
                <a:cubicBezTo>
                  <a:pt x="203589" y="104547"/>
                  <a:pt x="203338" y="103722"/>
                  <a:pt x="203188" y="103321"/>
                </a:cubicBezTo>
                <a:cubicBezTo>
                  <a:pt x="199584" y="106825"/>
                  <a:pt x="195730" y="109453"/>
                  <a:pt x="191625" y="111205"/>
                </a:cubicBezTo>
                <a:cubicBezTo>
                  <a:pt x="187520" y="112957"/>
                  <a:pt x="183140" y="113833"/>
                  <a:pt x="178484" y="113833"/>
                </a:cubicBezTo>
                <a:cubicBezTo>
                  <a:pt x="170275" y="113833"/>
                  <a:pt x="163805" y="111615"/>
                  <a:pt x="159074" y="107179"/>
                </a:cubicBezTo>
                <a:cubicBezTo>
                  <a:pt x="154344" y="102742"/>
                  <a:pt x="151978" y="97134"/>
                  <a:pt x="151978" y="90354"/>
                </a:cubicBezTo>
                <a:cubicBezTo>
                  <a:pt x="151978" y="85868"/>
                  <a:pt x="153055" y="81868"/>
                  <a:pt x="155207" y="78354"/>
                </a:cubicBezTo>
                <a:cubicBezTo>
                  <a:pt x="157360" y="74839"/>
                  <a:pt x="160376" y="72147"/>
                  <a:pt x="164255" y="70278"/>
                </a:cubicBezTo>
                <a:cubicBezTo>
                  <a:pt x="168135" y="68408"/>
                  <a:pt x="173729" y="66776"/>
                  <a:pt x="181037" y="65380"/>
                </a:cubicBezTo>
                <a:cubicBezTo>
                  <a:pt x="190899" y="63536"/>
                  <a:pt x="197732" y="61816"/>
                  <a:pt x="201536" y="60221"/>
                </a:cubicBezTo>
                <a:lnTo>
                  <a:pt x="201536" y="58095"/>
                </a:lnTo>
                <a:cubicBezTo>
                  <a:pt x="201536" y="53995"/>
                  <a:pt x="200535" y="51072"/>
                  <a:pt x="198533" y="49326"/>
                </a:cubicBezTo>
                <a:cubicBezTo>
                  <a:pt x="196530" y="47578"/>
                  <a:pt x="192751" y="46705"/>
                  <a:pt x="187195" y="46705"/>
                </a:cubicBezTo>
                <a:cubicBezTo>
                  <a:pt x="183440" y="46705"/>
                  <a:pt x="180512" y="47460"/>
                  <a:pt x="178409" y="48971"/>
                </a:cubicBezTo>
                <a:cubicBezTo>
                  <a:pt x="176307" y="50481"/>
                  <a:pt x="174605" y="53129"/>
                  <a:pt x="173303" y="56917"/>
                </a:cubicBezTo>
                <a:moveTo>
                  <a:pt x="201536" y="74037"/>
                </a:moveTo>
                <a:cubicBezTo>
                  <a:pt x="198833" y="74927"/>
                  <a:pt x="194553" y="75991"/>
                  <a:pt x="188696" y="77228"/>
                </a:cubicBezTo>
                <a:cubicBezTo>
                  <a:pt x="182839" y="78464"/>
                  <a:pt x="179010" y="79675"/>
                  <a:pt x="177208" y="80863"/>
                </a:cubicBezTo>
                <a:cubicBezTo>
                  <a:pt x="174455" y="82792"/>
                  <a:pt x="173078" y="85240"/>
                  <a:pt x="173078" y="88207"/>
                </a:cubicBezTo>
                <a:cubicBezTo>
                  <a:pt x="173078" y="91126"/>
                  <a:pt x="174179" y="93650"/>
                  <a:pt x="176382" y="95777"/>
                </a:cubicBezTo>
                <a:cubicBezTo>
                  <a:pt x="178584" y="97903"/>
                  <a:pt x="181388" y="98966"/>
                  <a:pt x="184792" y="98966"/>
                </a:cubicBezTo>
                <a:cubicBezTo>
                  <a:pt x="188596" y="98966"/>
                  <a:pt x="192225" y="97729"/>
                  <a:pt x="195679" y="95256"/>
                </a:cubicBezTo>
                <a:cubicBezTo>
                  <a:pt x="198232" y="93377"/>
                  <a:pt x="199909" y="91077"/>
                  <a:pt x="200710" y="88355"/>
                </a:cubicBezTo>
                <a:cubicBezTo>
                  <a:pt x="201261" y="86575"/>
                  <a:pt x="201536" y="83187"/>
                  <a:pt x="201536" y="78192"/>
                </a:cubicBezTo>
                <a:lnTo>
                  <a:pt x="201536" y="74037"/>
                </a:lnTo>
                <a:close/>
                <a:moveTo>
                  <a:pt x="235603" y="89355"/>
                </a:moveTo>
                <a:lnTo>
                  <a:pt x="256777" y="86051"/>
                </a:lnTo>
                <a:cubicBezTo>
                  <a:pt x="257678" y="90131"/>
                  <a:pt x="259506" y="93228"/>
                  <a:pt x="262259" y="95343"/>
                </a:cubicBezTo>
                <a:cubicBezTo>
                  <a:pt x="265012" y="97458"/>
                  <a:pt x="268867" y="98515"/>
                  <a:pt x="273822" y="98515"/>
                </a:cubicBezTo>
                <a:cubicBezTo>
                  <a:pt x="279279" y="98515"/>
                  <a:pt x="283384" y="97516"/>
                  <a:pt x="286137" y="95517"/>
                </a:cubicBezTo>
                <a:cubicBezTo>
                  <a:pt x="287989" y="94117"/>
                  <a:pt x="288915" y="92242"/>
                  <a:pt x="288915" y="89892"/>
                </a:cubicBezTo>
                <a:cubicBezTo>
                  <a:pt x="288915" y="88292"/>
                  <a:pt x="288414" y="86967"/>
                  <a:pt x="287413" y="85917"/>
                </a:cubicBezTo>
                <a:cubicBezTo>
                  <a:pt x="286362" y="84917"/>
                  <a:pt x="284009" y="83993"/>
                  <a:pt x="280355" y="83143"/>
                </a:cubicBezTo>
                <a:cubicBezTo>
                  <a:pt x="263335" y="79395"/>
                  <a:pt x="252547" y="75971"/>
                  <a:pt x="247992" y="72871"/>
                </a:cubicBezTo>
                <a:cubicBezTo>
                  <a:pt x="241685" y="68569"/>
                  <a:pt x="238531" y="62592"/>
                  <a:pt x="238531" y="54941"/>
                </a:cubicBezTo>
                <a:cubicBezTo>
                  <a:pt x="238531" y="48039"/>
                  <a:pt x="241259" y="42238"/>
                  <a:pt x="246716" y="37537"/>
                </a:cubicBezTo>
                <a:cubicBezTo>
                  <a:pt x="252172" y="32836"/>
                  <a:pt x="260632" y="30486"/>
                  <a:pt x="272095" y="30486"/>
                </a:cubicBezTo>
                <a:cubicBezTo>
                  <a:pt x="283008" y="30486"/>
                  <a:pt x="291118" y="32257"/>
                  <a:pt x="296424" y="35798"/>
                </a:cubicBezTo>
                <a:cubicBezTo>
                  <a:pt x="301730" y="39340"/>
                  <a:pt x="305384" y="44577"/>
                  <a:pt x="307387" y="51510"/>
                </a:cubicBezTo>
                <a:lnTo>
                  <a:pt x="287488" y="55265"/>
                </a:lnTo>
                <a:cubicBezTo>
                  <a:pt x="286637" y="52161"/>
                  <a:pt x="285023" y="49783"/>
                  <a:pt x="282645" y="48131"/>
                </a:cubicBezTo>
                <a:cubicBezTo>
                  <a:pt x="280267" y="46479"/>
                  <a:pt x="276876" y="45653"/>
                  <a:pt x="272471" y="45653"/>
                </a:cubicBezTo>
                <a:cubicBezTo>
                  <a:pt x="266914" y="45653"/>
                  <a:pt x="262935" y="46429"/>
                  <a:pt x="260532" y="47979"/>
                </a:cubicBezTo>
                <a:cubicBezTo>
                  <a:pt x="258930" y="49077"/>
                  <a:pt x="258129" y="50501"/>
                  <a:pt x="258129" y="52252"/>
                </a:cubicBezTo>
                <a:cubicBezTo>
                  <a:pt x="258129" y="53750"/>
                  <a:pt x="258830" y="55025"/>
                  <a:pt x="260231" y="56074"/>
                </a:cubicBezTo>
                <a:cubicBezTo>
                  <a:pt x="262134" y="57474"/>
                  <a:pt x="268704" y="59449"/>
                  <a:pt x="279942" y="61999"/>
                </a:cubicBezTo>
                <a:cubicBezTo>
                  <a:pt x="291180" y="64549"/>
                  <a:pt x="299027" y="67677"/>
                  <a:pt x="303482" y="71383"/>
                </a:cubicBezTo>
                <a:cubicBezTo>
                  <a:pt x="307887" y="75140"/>
                  <a:pt x="310090" y="80375"/>
                  <a:pt x="310090" y="87086"/>
                </a:cubicBezTo>
                <a:cubicBezTo>
                  <a:pt x="310090" y="94399"/>
                  <a:pt x="307036" y="100685"/>
                  <a:pt x="300929" y="105944"/>
                </a:cubicBezTo>
                <a:cubicBezTo>
                  <a:pt x="294822" y="111204"/>
                  <a:pt x="285786" y="113833"/>
                  <a:pt x="273822" y="113833"/>
                </a:cubicBezTo>
                <a:cubicBezTo>
                  <a:pt x="262960" y="113833"/>
                  <a:pt x="254362" y="111638"/>
                  <a:pt x="248030" y="107247"/>
                </a:cubicBezTo>
                <a:cubicBezTo>
                  <a:pt x="241697" y="102854"/>
                  <a:pt x="237555" y="96890"/>
                  <a:pt x="235603" y="89355"/>
                </a:cubicBezTo>
                <a:close/>
                <a:moveTo>
                  <a:pt x="321105" y="89355"/>
                </a:moveTo>
                <a:lnTo>
                  <a:pt x="342280" y="86051"/>
                </a:lnTo>
                <a:cubicBezTo>
                  <a:pt x="343181" y="90131"/>
                  <a:pt x="345008" y="93228"/>
                  <a:pt x="347761" y="95343"/>
                </a:cubicBezTo>
                <a:cubicBezTo>
                  <a:pt x="350514" y="97458"/>
                  <a:pt x="354369" y="98515"/>
                  <a:pt x="359324" y="98515"/>
                </a:cubicBezTo>
                <a:cubicBezTo>
                  <a:pt x="364781" y="98515"/>
                  <a:pt x="368886" y="97516"/>
                  <a:pt x="371639" y="95517"/>
                </a:cubicBezTo>
                <a:cubicBezTo>
                  <a:pt x="373491" y="94117"/>
                  <a:pt x="374417" y="92242"/>
                  <a:pt x="374417" y="89892"/>
                </a:cubicBezTo>
                <a:cubicBezTo>
                  <a:pt x="374417" y="88292"/>
                  <a:pt x="373917" y="86967"/>
                  <a:pt x="372915" y="85917"/>
                </a:cubicBezTo>
                <a:cubicBezTo>
                  <a:pt x="371864" y="84917"/>
                  <a:pt x="369511" y="83993"/>
                  <a:pt x="365857" y="83143"/>
                </a:cubicBezTo>
                <a:cubicBezTo>
                  <a:pt x="348837" y="79395"/>
                  <a:pt x="338050" y="75971"/>
                  <a:pt x="333494" y="72871"/>
                </a:cubicBezTo>
                <a:cubicBezTo>
                  <a:pt x="327187" y="68569"/>
                  <a:pt x="324033" y="62592"/>
                  <a:pt x="324033" y="54941"/>
                </a:cubicBezTo>
                <a:cubicBezTo>
                  <a:pt x="324033" y="48039"/>
                  <a:pt x="326761" y="42238"/>
                  <a:pt x="332218" y="37537"/>
                </a:cubicBezTo>
                <a:cubicBezTo>
                  <a:pt x="337674" y="32836"/>
                  <a:pt x="346134" y="30486"/>
                  <a:pt x="357597" y="30486"/>
                </a:cubicBezTo>
                <a:cubicBezTo>
                  <a:pt x="368510" y="30486"/>
                  <a:pt x="376620" y="32257"/>
                  <a:pt x="381926" y="35798"/>
                </a:cubicBezTo>
                <a:cubicBezTo>
                  <a:pt x="387232" y="39340"/>
                  <a:pt x="390886" y="44577"/>
                  <a:pt x="392889" y="51510"/>
                </a:cubicBezTo>
                <a:lnTo>
                  <a:pt x="372990" y="55265"/>
                </a:lnTo>
                <a:cubicBezTo>
                  <a:pt x="372140" y="52161"/>
                  <a:pt x="370525" y="49783"/>
                  <a:pt x="368147" y="48131"/>
                </a:cubicBezTo>
                <a:cubicBezTo>
                  <a:pt x="365770" y="46479"/>
                  <a:pt x="362378" y="45653"/>
                  <a:pt x="357973" y="45653"/>
                </a:cubicBezTo>
                <a:cubicBezTo>
                  <a:pt x="352416" y="45653"/>
                  <a:pt x="348437" y="46429"/>
                  <a:pt x="346034" y="47979"/>
                </a:cubicBezTo>
                <a:cubicBezTo>
                  <a:pt x="344432" y="49077"/>
                  <a:pt x="343631" y="50501"/>
                  <a:pt x="343631" y="52252"/>
                </a:cubicBezTo>
                <a:cubicBezTo>
                  <a:pt x="343631" y="53750"/>
                  <a:pt x="344332" y="55025"/>
                  <a:pt x="345734" y="56074"/>
                </a:cubicBezTo>
                <a:cubicBezTo>
                  <a:pt x="347636" y="57474"/>
                  <a:pt x="354206" y="59449"/>
                  <a:pt x="365444" y="61999"/>
                </a:cubicBezTo>
                <a:cubicBezTo>
                  <a:pt x="376682" y="64549"/>
                  <a:pt x="384529" y="67677"/>
                  <a:pt x="388984" y="71383"/>
                </a:cubicBezTo>
                <a:cubicBezTo>
                  <a:pt x="393389" y="75140"/>
                  <a:pt x="395592" y="80375"/>
                  <a:pt x="395592" y="87086"/>
                </a:cubicBezTo>
                <a:cubicBezTo>
                  <a:pt x="395592" y="94399"/>
                  <a:pt x="392538" y="100685"/>
                  <a:pt x="386431" y="105944"/>
                </a:cubicBezTo>
                <a:cubicBezTo>
                  <a:pt x="380324" y="111204"/>
                  <a:pt x="371289" y="113833"/>
                  <a:pt x="359324" y="113833"/>
                </a:cubicBezTo>
                <a:cubicBezTo>
                  <a:pt x="348462" y="113833"/>
                  <a:pt x="339864" y="111638"/>
                  <a:pt x="333532" y="107247"/>
                </a:cubicBezTo>
                <a:cubicBezTo>
                  <a:pt x="327199" y="102854"/>
                  <a:pt x="323057" y="96890"/>
                  <a:pt x="321105" y="89355"/>
                </a:cubicBezTo>
                <a:close/>
                <a:moveTo>
                  <a:pt x="401575" y="142517"/>
                </a:moveTo>
                <a:lnTo>
                  <a:pt x="401575" y="128701"/>
                </a:lnTo>
                <a:lnTo>
                  <a:pt x="489278" y="128701"/>
                </a:lnTo>
                <a:lnTo>
                  <a:pt x="489278" y="142517"/>
                </a:lnTo>
                <a:lnTo>
                  <a:pt x="401575" y="142517"/>
                </a:lnTo>
                <a:close/>
                <a:moveTo>
                  <a:pt x="499767" y="1952"/>
                </a:moveTo>
                <a:lnTo>
                  <a:pt x="543769" y="1952"/>
                </a:lnTo>
                <a:cubicBezTo>
                  <a:pt x="552479" y="1952"/>
                  <a:pt x="558974" y="2315"/>
                  <a:pt x="563254" y="3041"/>
                </a:cubicBezTo>
                <a:cubicBezTo>
                  <a:pt x="567534" y="3765"/>
                  <a:pt x="571363" y="5277"/>
                  <a:pt x="574742" y="7577"/>
                </a:cubicBezTo>
                <a:cubicBezTo>
                  <a:pt x="578121" y="9875"/>
                  <a:pt x="580937" y="12936"/>
                  <a:pt x="583190" y="16761"/>
                </a:cubicBezTo>
                <a:cubicBezTo>
                  <a:pt x="585442" y="20584"/>
                  <a:pt x="586569" y="24871"/>
                  <a:pt x="586569" y="29620"/>
                </a:cubicBezTo>
                <a:cubicBezTo>
                  <a:pt x="586569" y="34768"/>
                  <a:pt x="585180" y="39492"/>
                  <a:pt x="582401" y="43790"/>
                </a:cubicBezTo>
                <a:cubicBezTo>
                  <a:pt x="579623" y="48089"/>
                  <a:pt x="575856" y="51313"/>
                  <a:pt x="571101" y="53463"/>
                </a:cubicBezTo>
                <a:cubicBezTo>
                  <a:pt x="577808" y="55418"/>
                  <a:pt x="582965" y="58752"/>
                  <a:pt x="586569" y="63463"/>
                </a:cubicBezTo>
                <a:cubicBezTo>
                  <a:pt x="590173" y="68174"/>
                  <a:pt x="591975" y="73712"/>
                  <a:pt x="591975" y="80079"/>
                </a:cubicBezTo>
                <a:cubicBezTo>
                  <a:pt x="591975" y="85091"/>
                  <a:pt x="590811" y="89966"/>
                  <a:pt x="588483" y="94702"/>
                </a:cubicBezTo>
                <a:cubicBezTo>
                  <a:pt x="586156" y="99438"/>
                  <a:pt x="582977" y="103222"/>
                  <a:pt x="578947" y="106055"/>
                </a:cubicBezTo>
                <a:cubicBezTo>
                  <a:pt x="574918" y="108886"/>
                  <a:pt x="569949" y="110628"/>
                  <a:pt x="564042" y="111280"/>
                </a:cubicBezTo>
                <a:cubicBezTo>
                  <a:pt x="560338" y="111681"/>
                  <a:pt x="551403" y="111931"/>
                  <a:pt x="537236" y="112031"/>
                </a:cubicBezTo>
                <a:lnTo>
                  <a:pt x="499767" y="112031"/>
                </a:lnTo>
                <a:lnTo>
                  <a:pt x="499767" y="1952"/>
                </a:lnTo>
                <a:moveTo>
                  <a:pt x="521993" y="20274"/>
                </a:moveTo>
                <a:lnTo>
                  <a:pt x="521993" y="45653"/>
                </a:lnTo>
                <a:lnTo>
                  <a:pt x="536560" y="45653"/>
                </a:lnTo>
                <a:cubicBezTo>
                  <a:pt x="545220" y="45653"/>
                  <a:pt x="550602" y="45528"/>
                  <a:pt x="552704" y="45278"/>
                </a:cubicBezTo>
                <a:cubicBezTo>
                  <a:pt x="556509" y="44829"/>
                  <a:pt x="559500" y="43520"/>
                  <a:pt x="561677" y="41350"/>
                </a:cubicBezTo>
                <a:cubicBezTo>
                  <a:pt x="563855" y="39179"/>
                  <a:pt x="564943" y="36321"/>
                  <a:pt x="564943" y="32776"/>
                </a:cubicBezTo>
                <a:cubicBezTo>
                  <a:pt x="564943" y="29383"/>
                  <a:pt x="564005" y="26626"/>
                  <a:pt x="562128" y="24504"/>
                </a:cubicBezTo>
                <a:cubicBezTo>
                  <a:pt x="560250" y="22383"/>
                  <a:pt x="557460" y="21098"/>
                  <a:pt x="553755" y="20649"/>
                </a:cubicBezTo>
                <a:cubicBezTo>
                  <a:pt x="551553" y="20399"/>
                  <a:pt x="545220" y="20274"/>
                  <a:pt x="534758" y="20274"/>
                </a:cubicBezTo>
                <a:lnTo>
                  <a:pt x="521993" y="20274"/>
                </a:lnTo>
                <a:moveTo>
                  <a:pt x="521993" y="63975"/>
                </a:moveTo>
                <a:lnTo>
                  <a:pt x="521993" y="93409"/>
                </a:lnTo>
                <a:lnTo>
                  <a:pt x="542567" y="93409"/>
                </a:lnTo>
                <a:cubicBezTo>
                  <a:pt x="550577" y="93409"/>
                  <a:pt x="555658" y="93184"/>
                  <a:pt x="557810" y="92734"/>
                </a:cubicBezTo>
                <a:cubicBezTo>
                  <a:pt x="561114" y="92133"/>
                  <a:pt x="563805" y="90669"/>
                  <a:pt x="565882" y="88341"/>
                </a:cubicBezTo>
                <a:cubicBezTo>
                  <a:pt x="567959" y="86013"/>
                  <a:pt x="568998" y="82897"/>
                  <a:pt x="568998" y="78993"/>
                </a:cubicBezTo>
                <a:cubicBezTo>
                  <a:pt x="568998" y="75689"/>
                  <a:pt x="568197" y="72885"/>
                  <a:pt x="566595" y="70583"/>
                </a:cubicBezTo>
                <a:cubicBezTo>
                  <a:pt x="564993" y="68280"/>
                  <a:pt x="562678" y="66603"/>
                  <a:pt x="559650" y="65552"/>
                </a:cubicBezTo>
                <a:cubicBezTo>
                  <a:pt x="556621" y="64501"/>
                  <a:pt x="550051" y="63975"/>
                  <a:pt x="539939" y="63975"/>
                </a:cubicBezTo>
                <a:lnTo>
                  <a:pt x="521993" y="63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9D04B-4426-4624-BC6E-A1F74E2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286" y="150418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FE078-FBFC-4486-B264-C15F1BD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286" y="150418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7565A-4EDA-476F-81E3-E5351E98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661" y="182793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80283-086A-4F52-86A2-3FF6107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209" y="683712"/>
            <a:ext cx="1199647" cy="599824"/>
          </a:xfrm>
          <a:custGeom xmlns:a="http://schemas.openxmlformats.org/drawingml/2006/main">
            <a:pathLst>
              <a:path w="1199647" h="599824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7182B-5B4F-4118-992A-EB77A980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209" y="683712"/>
            <a:ext cx="1199647" cy="599824"/>
          </a:xfrm>
          <a:custGeom xmlns:a="http://schemas.openxmlformats.org/drawingml/2006/main">
            <a:pathLst>
              <a:path w="1199647" h="599824" fill="none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11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DDFC33B0-D0C1-4770-B23E-5482FFD1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946" y="837544"/>
            <a:ext cx="863298" cy="131032"/>
          </a:xfrm>
          <a:custGeom xmlns:a="http://schemas.openxmlformats.org/drawingml/2006/main">
            <a:pathLst>
              <a:path w="863298" h="131032">
                <a:moveTo>
                  <a:pt x="14654" y="64449"/>
                </a:moveTo>
                <a:lnTo>
                  <a:pt x="33078" y="96887"/>
                </a:lnTo>
                <a:lnTo>
                  <a:pt x="22692" y="96887"/>
                </a:lnTo>
                <a:lnTo>
                  <a:pt x="0" y="64449"/>
                </a:lnTo>
                <a:lnTo>
                  <a:pt x="22692" y="32011"/>
                </a:lnTo>
                <a:lnTo>
                  <a:pt x="33220" y="32011"/>
                </a:lnTo>
                <a:lnTo>
                  <a:pt x="14654" y="64449"/>
                </a:lnTo>
                <a:moveTo>
                  <a:pt x="42184" y="64449"/>
                </a:moveTo>
                <a:lnTo>
                  <a:pt x="60964" y="96887"/>
                </a:lnTo>
                <a:lnTo>
                  <a:pt x="50151" y="96887"/>
                </a:lnTo>
                <a:lnTo>
                  <a:pt x="27885" y="64449"/>
                </a:lnTo>
                <a:lnTo>
                  <a:pt x="50151" y="32011"/>
                </a:lnTo>
                <a:lnTo>
                  <a:pt x="60964" y="32011"/>
                </a:lnTo>
                <a:lnTo>
                  <a:pt x="42184" y="64449"/>
                </a:lnTo>
                <a:close/>
                <a:moveTo>
                  <a:pt x="130370" y="74266"/>
                </a:moveTo>
                <a:lnTo>
                  <a:pt x="142961" y="75902"/>
                </a:lnTo>
                <a:cubicBezTo>
                  <a:pt x="141586" y="84603"/>
                  <a:pt x="138065" y="91414"/>
                  <a:pt x="132398" y="96336"/>
                </a:cubicBezTo>
                <a:cubicBezTo>
                  <a:pt x="126730" y="101256"/>
                  <a:pt x="119771" y="103716"/>
                  <a:pt x="111519" y="103716"/>
                </a:cubicBezTo>
                <a:cubicBezTo>
                  <a:pt x="101181" y="103716"/>
                  <a:pt x="92870" y="100337"/>
                  <a:pt x="86586" y="93579"/>
                </a:cubicBezTo>
                <a:cubicBezTo>
                  <a:pt x="80302" y="86821"/>
                  <a:pt x="77160" y="77135"/>
                  <a:pt x="77160" y="64520"/>
                </a:cubicBezTo>
                <a:cubicBezTo>
                  <a:pt x="77160" y="56363"/>
                  <a:pt x="78512" y="49226"/>
                  <a:pt x="81215" y="43108"/>
                </a:cubicBezTo>
                <a:cubicBezTo>
                  <a:pt x="83918" y="36991"/>
                  <a:pt x="88032" y="32402"/>
                  <a:pt x="93557" y="29344"/>
                </a:cubicBezTo>
                <a:cubicBezTo>
                  <a:pt x="99082" y="26285"/>
                  <a:pt x="105093" y="24755"/>
                  <a:pt x="111590" y="24755"/>
                </a:cubicBezTo>
                <a:cubicBezTo>
                  <a:pt x="119795" y="24755"/>
                  <a:pt x="126505" y="26837"/>
                  <a:pt x="131722" y="31000"/>
                </a:cubicBezTo>
                <a:cubicBezTo>
                  <a:pt x="136938" y="35161"/>
                  <a:pt x="140282" y="41071"/>
                  <a:pt x="141752" y="48728"/>
                </a:cubicBezTo>
                <a:lnTo>
                  <a:pt x="129303" y="50649"/>
                </a:lnTo>
                <a:cubicBezTo>
                  <a:pt x="128118" y="45598"/>
                  <a:pt x="126019" y="41798"/>
                  <a:pt x="123008" y="39249"/>
                </a:cubicBezTo>
                <a:cubicBezTo>
                  <a:pt x="119996" y="36700"/>
                  <a:pt x="116356" y="35426"/>
                  <a:pt x="112088" y="35426"/>
                </a:cubicBezTo>
                <a:cubicBezTo>
                  <a:pt x="105639" y="35426"/>
                  <a:pt x="100398" y="37727"/>
                  <a:pt x="96367" y="42328"/>
                </a:cubicBezTo>
                <a:cubicBezTo>
                  <a:pt x="92336" y="46928"/>
                  <a:pt x="90321" y="54207"/>
                  <a:pt x="90321" y="64165"/>
                </a:cubicBezTo>
                <a:cubicBezTo>
                  <a:pt x="90321" y="74264"/>
                  <a:pt x="92265" y="81603"/>
                  <a:pt x="96154" y="86181"/>
                </a:cubicBezTo>
                <a:cubicBezTo>
                  <a:pt x="100043" y="90758"/>
                  <a:pt x="105117" y="93046"/>
                  <a:pt x="111377" y="93046"/>
                </a:cubicBezTo>
                <a:cubicBezTo>
                  <a:pt x="116404" y="93046"/>
                  <a:pt x="120601" y="91510"/>
                  <a:pt x="123968" y="88440"/>
                </a:cubicBezTo>
                <a:cubicBezTo>
                  <a:pt x="127335" y="85369"/>
                  <a:pt x="129469" y="80644"/>
                  <a:pt x="130370" y="74266"/>
                </a:cubicBezTo>
                <a:close/>
                <a:moveTo>
                  <a:pt x="149150" y="64236"/>
                </a:moveTo>
                <a:cubicBezTo>
                  <a:pt x="149150" y="50246"/>
                  <a:pt x="153039" y="39884"/>
                  <a:pt x="160816" y="33149"/>
                </a:cubicBezTo>
                <a:cubicBezTo>
                  <a:pt x="167313" y="27553"/>
                  <a:pt x="175233" y="24755"/>
                  <a:pt x="184576" y="24755"/>
                </a:cubicBezTo>
                <a:cubicBezTo>
                  <a:pt x="194962" y="24755"/>
                  <a:pt x="203450" y="28158"/>
                  <a:pt x="210042" y="34963"/>
                </a:cubicBezTo>
                <a:cubicBezTo>
                  <a:pt x="216634" y="41769"/>
                  <a:pt x="219930" y="51170"/>
                  <a:pt x="219930" y="63169"/>
                </a:cubicBezTo>
                <a:cubicBezTo>
                  <a:pt x="219930" y="72891"/>
                  <a:pt x="218472" y="80538"/>
                  <a:pt x="215555" y="86110"/>
                </a:cubicBezTo>
                <a:cubicBezTo>
                  <a:pt x="212639" y="91682"/>
                  <a:pt x="208394" y="96010"/>
                  <a:pt x="202822" y="99092"/>
                </a:cubicBezTo>
                <a:cubicBezTo>
                  <a:pt x="197250" y="102175"/>
                  <a:pt x="191168" y="103716"/>
                  <a:pt x="184576" y="103716"/>
                </a:cubicBezTo>
                <a:cubicBezTo>
                  <a:pt x="174000" y="103716"/>
                  <a:pt x="165452" y="100325"/>
                  <a:pt x="158931" y="93544"/>
                </a:cubicBezTo>
                <a:cubicBezTo>
                  <a:pt x="152410" y="86762"/>
                  <a:pt x="149150" y="76993"/>
                  <a:pt x="149150" y="64236"/>
                </a:cubicBezTo>
                <a:moveTo>
                  <a:pt x="162310" y="64200"/>
                </a:moveTo>
                <a:cubicBezTo>
                  <a:pt x="162310" y="73839"/>
                  <a:pt x="164420" y="81056"/>
                  <a:pt x="168641" y="85852"/>
                </a:cubicBezTo>
                <a:cubicBezTo>
                  <a:pt x="172862" y="90648"/>
                  <a:pt x="178173" y="93046"/>
                  <a:pt x="184576" y="93046"/>
                </a:cubicBezTo>
                <a:cubicBezTo>
                  <a:pt x="190930" y="93046"/>
                  <a:pt x="196218" y="90636"/>
                  <a:pt x="200439" y="85817"/>
                </a:cubicBezTo>
                <a:cubicBezTo>
                  <a:pt x="204660" y="80997"/>
                  <a:pt x="206770" y="73650"/>
                  <a:pt x="206770" y="63776"/>
                </a:cubicBezTo>
                <a:cubicBezTo>
                  <a:pt x="206770" y="54467"/>
                  <a:pt x="204648" y="47415"/>
                  <a:pt x="200403" y="42619"/>
                </a:cubicBezTo>
                <a:cubicBezTo>
                  <a:pt x="196159" y="37824"/>
                  <a:pt x="190883" y="35426"/>
                  <a:pt x="184576" y="35426"/>
                </a:cubicBezTo>
                <a:cubicBezTo>
                  <a:pt x="178173" y="35426"/>
                  <a:pt x="172862" y="37812"/>
                  <a:pt x="168641" y="42584"/>
                </a:cubicBezTo>
                <a:cubicBezTo>
                  <a:pt x="164420" y="47356"/>
                  <a:pt x="162310" y="54561"/>
                  <a:pt x="162310" y="64200"/>
                </a:cubicBezTo>
                <a:close/>
                <a:moveTo>
                  <a:pt x="234918" y="102009"/>
                </a:moveTo>
                <a:lnTo>
                  <a:pt x="234918" y="26463"/>
                </a:lnTo>
                <a:lnTo>
                  <a:pt x="246371" y="26463"/>
                </a:lnTo>
                <a:lnTo>
                  <a:pt x="246371" y="36991"/>
                </a:lnTo>
                <a:cubicBezTo>
                  <a:pt x="248742" y="33312"/>
                  <a:pt x="251895" y="30354"/>
                  <a:pt x="255832" y="28114"/>
                </a:cubicBezTo>
                <a:cubicBezTo>
                  <a:pt x="259768" y="25875"/>
                  <a:pt x="264249" y="24755"/>
                  <a:pt x="269276" y="24755"/>
                </a:cubicBezTo>
                <a:cubicBezTo>
                  <a:pt x="274872" y="24755"/>
                  <a:pt x="279461" y="25911"/>
                  <a:pt x="283041" y="28223"/>
                </a:cubicBezTo>
                <a:cubicBezTo>
                  <a:pt x="286622" y="30534"/>
                  <a:pt x="289147" y="33764"/>
                  <a:pt x="290617" y="37915"/>
                </a:cubicBezTo>
                <a:cubicBezTo>
                  <a:pt x="296593" y="29142"/>
                  <a:pt x="304370" y="24755"/>
                  <a:pt x="313950" y="24755"/>
                </a:cubicBezTo>
                <a:cubicBezTo>
                  <a:pt x="321443" y="24755"/>
                  <a:pt x="327205" y="26830"/>
                  <a:pt x="331236" y="30980"/>
                </a:cubicBezTo>
                <a:cubicBezTo>
                  <a:pt x="335267" y="35129"/>
                  <a:pt x="337282" y="41520"/>
                  <a:pt x="337282" y="50151"/>
                </a:cubicBezTo>
                <a:lnTo>
                  <a:pt x="337282" y="102009"/>
                </a:lnTo>
                <a:lnTo>
                  <a:pt x="324549" y="102009"/>
                </a:lnTo>
                <a:lnTo>
                  <a:pt x="324549" y="54368"/>
                </a:lnTo>
                <a:cubicBezTo>
                  <a:pt x="324549" y="49240"/>
                  <a:pt x="324134" y="45549"/>
                  <a:pt x="323304" y="43295"/>
                </a:cubicBezTo>
                <a:cubicBezTo>
                  <a:pt x="322474" y="41040"/>
                  <a:pt x="320968" y="39223"/>
                  <a:pt x="318787" y="37847"/>
                </a:cubicBezTo>
                <a:cubicBezTo>
                  <a:pt x="316605" y="36470"/>
                  <a:pt x="314045" y="35781"/>
                  <a:pt x="311104" y="35781"/>
                </a:cubicBezTo>
                <a:cubicBezTo>
                  <a:pt x="305793" y="35781"/>
                  <a:pt x="301382" y="37550"/>
                  <a:pt x="297873" y="41088"/>
                </a:cubicBezTo>
                <a:cubicBezTo>
                  <a:pt x="294364" y="44624"/>
                  <a:pt x="292609" y="50285"/>
                  <a:pt x="292609" y="58071"/>
                </a:cubicBezTo>
                <a:lnTo>
                  <a:pt x="292609" y="102009"/>
                </a:lnTo>
                <a:lnTo>
                  <a:pt x="279804" y="102009"/>
                </a:lnTo>
                <a:lnTo>
                  <a:pt x="279804" y="52872"/>
                </a:lnTo>
                <a:cubicBezTo>
                  <a:pt x="279804" y="47175"/>
                  <a:pt x="278761" y="42902"/>
                  <a:pt x="276674" y="40054"/>
                </a:cubicBezTo>
                <a:cubicBezTo>
                  <a:pt x="274588" y="37206"/>
                  <a:pt x="271173" y="35781"/>
                  <a:pt x="266431" y="35781"/>
                </a:cubicBezTo>
                <a:cubicBezTo>
                  <a:pt x="262827" y="35781"/>
                  <a:pt x="259495" y="36731"/>
                  <a:pt x="256436" y="38631"/>
                </a:cubicBezTo>
                <a:cubicBezTo>
                  <a:pt x="253377" y="40530"/>
                  <a:pt x="251160" y="43307"/>
                  <a:pt x="249785" y="46963"/>
                </a:cubicBezTo>
                <a:cubicBezTo>
                  <a:pt x="248410" y="50618"/>
                  <a:pt x="247722" y="55887"/>
                  <a:pt x="247722" y="62771"/>
                </a:cubicBezTo>
                <a:lnTo>
                  <a:pt x="247722" y="102009"/>
                </a:lnTo>
                <a:lnTo>
                  <a:pt x="234918" y="102009"/>
                </a:lnTo>
                <a:close/>
                <a:moveTo>
                  <a:pt x="356275" y="131032"/>
                </a:moveTo>
                <a:lnTo>
                  <a:pt x="356275" y="26463"/>
                </a:lnTo>
                <a:lnTo>
                  <a:pt x="367941" y="26463"/>
                </a:lnTo>
                <a:lnTo>
                  <a:pt x="367941" y="36208"/>
                </a:lnTo>
                <a:cubicBezTo>
                  <a:pt x="370691" y="32391"/>
                  <a:pt x="373798" y="29527"/>
                  <a:pt x="377260" y="27619"/>
                </a:cubicBezTo>
                <a:cubicBezTo>
                  <a:pt x="380722" y="25710"/>
                  <a:pt x="384919" y="24755"/>
                  <a:pt x="389851" y="24755"/>
                </a:cubicBezTo>
                <a:cubicBezTo>
                  <a:pt x="396300" y="24755"/>
                  <a:pt x="401991" y="26415"/>
                  <a:pt x="406923" y="29735"/>
                </a:cubicBezTo>
                <a:cubicBezTo>
                  <a:pt x="411855" y="33055"/>
                  <a:pt x="415578" y="37738"/>
                  <a:pt x="418092" y="43784"/>
                </a:cubicBezTo>
                <a:cubicBezTo>
                  <a:pt x="420605" y="49831"/>
                  <a:pt x="421862" y="56458"/>
                  <a:pt x="421862" y="63667"/>
                </a:cubicBezTo>
                <a:cubicBezTo>
                  <a:pt x="421862" y="71397"/>
                  <a:pt x="420475" y="78356"/>
                  <a:pt x="417700" y="84545"/>
                </a:cubicBezTo>
                <a:cubicBezTo>
                  <a:pt x="414926" y="90734"/>
                  <a:pt x="410895" y="95476"/>
                  <a:pt x="405607" y="98772"/>
                </a:cubicBezTo>
                <a:cubicBezTo>
                  <a:pt x="400320" y="102068"/>
                  <a:pt x="394759" y="103716"/>
                  <a:pt x="388926" y="103716"/>
                </a:cubicBezTo>
                <a:cubicBezTo>
                  <a:pt x="384658" y="103716"/>
                  <a:pt x="380828" y="102803"/>
                  <a:pt x="377437" y="100978"/>
                </a:cubicBezTo>
                <a:cubicBezTo>
                  <a:pt x="374047" y="99150"/>
                  <a:pt x="371260" y="96843"/>
                  <a:pt x="369079" y="94055"/>
                </a:cubicBezTo>
                <a:lnTo>
                  <a:pt x="369079" y="131032"/>
                </a:lnTo>
                <a:lnTo>
                  <a:pt x="356275" y="131032"/>
                </a:lnTo>
                <a:moveTo>
                  <a:pt x="367870" y="64556"/>
                </a:moveTo>
                <a:cubicBezTo>
                  <a:pt x="367870" y="74266"/>
                  <a:pt x="369838" y="81442"/>
                  <a:pt x="373774" y="86083"/>
                </a:cubicBezTo>
                <a:cubicBezTo>
                  <a:pt x="377710" y="90725"/>
                  <a:pt x="382476" y="93046"/>
                  <a:pt x="388072" y="93046"/>
                </a:cubicBezTo>
                <a:cubicBezTo>
                  <a:pt x="393763" y="93046"/>
                  <a:pt x="398636" y="90642"/>
                  <a:pt x="402691" y="85834"/>
                </a:cubicBezTo>
                <a:cubicBezTo>
                  <a:pt x="406745" y="81027"/>
                  <a:pt x="408773" y="73578"/>
                  <a:pt x="408773" y="63489"/>
                </a:cubicBezTo>
                <a:cubicBezTo>
                  <a:pt x="408773" y="53874"/>
                  <a:pt x="406793" y="46674"/>
                  <a:pt x="402833" y="41890"/>
                </a:cubicBezTo>
                <a:cubicBezTo>
                  <a:pt x="398873" y="37106"/>
                  <a:pt x="394143" y="34714"/>
                  <a:pt x="388641" y="34714"/>
                </a:cubicBezTo>
                <a:cubicBezTo>
                  <a:pt x="383188" y="34714"/>
                  <a:pt x="378362" y="37260"/>
                  <a:pt x="374165" y="42353"/>
                </a:cubicBezTo>
                <a:cubicBezTo>
                  <a:pt x="369968" y="47445"/>
                  <a:pt x="367870" y="54846"/>
                  <a:pt x="367870" y="64556"/>
                </a:cubicBezTo>
                <a:close/>
                <a:moveTo>
                  <a:pt x="432510" y="64236"/>
                </a:moveTo>
                <a:cubicBezTo>
                  <a:pt x="432510" y="50246"/>
                  <a:pt x="436399" y="39884"/>
                  <a:pt x="444176" y="33149"/>
                </a:cubicBezTo>
                <a:cubicBezTo>
                  <a:pt x="450673" y="27553"/>
                  <a:pt x="458593" y="24755"/>
                  <a:pt x="467936" y="24755"/>
                </a:cubicBezTo>
                <a:cubicBezTo>
                  <a:pt x="478322" y="24755"/>
                  <a:pt x="486810" y="28158"/>
                  <a:pt x="493402" y="34963"/>
                </a:cubicBezTo>
                <a:cubicBezTo>
                  <a:pt x="499994" y="41769"/>
                  <a:pt x="503290" y="51170"/>
                  <a:pt x="503290" y="63169"/>
                </a:cubicBezTo>
                <a:cubicBezTo>
                  <a:pt x="503290" y="72891"/>
                  <a:pt x="501832" y="80538"/>
                  <a:pt x="498915" y="86110"/>
                </a:cubicBezTo>
                <a:cubicBezTo>
                  <a:pt x="495999" y="91682"/>
                  <a:pt x="491754" y="96010"/>
                  <a:pt x="486182" y="99092"/>
                </a:cubicBezTo>
                <a:cubicBezTo>
                  <a:pt x="480610" y="102175"/>
                  <a:pt x="474528" y="103716"/>
                  <a:pt x="467936" y="103716"/>
                </a:cubicBezTo>
                <a:cubicBezTo>
                  <a:pt x="457360" y="103716"/>
                  <a:pt x="448812" y="100325"/>
                  <a:pt x="442291" y="93544"/>
                </a:cubicBezTo>
                <a:cubicBezTo>
                  <a:pt x="435770" y="86762"/>
                  <a:pt x="432510" y="76993"/>
                  <a:pt x="432510" y="64236"/>
                </a:cubicBezTo>
                <a:moveTo>
                  <a:pt x="445670" y="64200"/>
                </a:moveTo>
                <a:cubicBezTo>
                  <a:pt x="445670" y="73839"/>
                  <a:pt x="447780" y="81056"/>
                  <a:pt x="452001" y="85852"/>
                </a:cubicBezTo>
                <a:cubicBezTo>
                  <a:pt x="456222" y="90648"/>
                  <a:pt x="461533" y="93046"/>
                  <a:pt x="467936" y="93046"/>
                </a:cubicBezTo>
                <a:cubicBezTo>
                  <a:pt x="474290" y="93046"/>
                  <a:pt x="479578" y="90636"/>
                  <a:pt x="483799" y="85817"/>
                </a:cubicBezTo>
                <a:cubicBezTo>
                  <a:pt x="488020" y="80997"/>
                  <a:pt x="490130" y="73650"/>
                  <a:pt x="490130" y="63776"/>
                </a:cubicBezTo>
                <a:cubicBezTo>
                  <a:pt x="490130" y="54467"/>
                  <a:pt x="488008" y="47415"/>
                  <a:pt x="483763" y="42619"/>
                </a:cubicBezTo>
                <a:cubicBezTo>
                  <a:pt x="479519" y="37824"/>
                  <a:pt x="474243" y="35426"/>
                  <a:pt x="467936" y="35426"/>
                </a:cubicBezTo>
                <a:cubicBezTo>
                  <a:pt x="461533" y="35426"/>
                  <a:pt x="456222" y="37812"/>
                  <a:pt x="452001" y="42584"/>
                </a:cubicBezTo>
                <a:cubicBezTo>
                  <a:pt x="447780" y="47356"/>
                  <a:pt x="445670" y="54561"/>
                  <a:pt x="445670" y="64200"/>
                </a:cubicBezTo>
                <a:close/>
                <a:moveTo>
                  <a:pt x="518278" y="102009"/>
                </a:moveTo>
                <a:lnTo>
                  <a:pt x="518278" y="26463"/>
                </a:lnTo>
                <a:lnTo>
                  <a:pt x="529802" y="26463"/>
                </a:lnTo>
                <a:lnTo>
                  <a:pt x="529802" y="37133"/>
                </a:lnTo>
                <a:cubicBezTo>
                  <a:pt x="535351" y="28881"/>
                  <a:pt x="543365" y="24755"/>
                  <a:pt x="553846" y="24755"/>
                </a:cubicBezTo>
                <a:cubicBezTo>
                  <a:pt x="558399" y="24755"/>
                  <a:pt x="562584" y="25573"/>
                  <a:pt x="566401" y="27210"/>
                </a:cubicBezTo>
                <a:cubicBezTo>
                  <a:pt x="570219" y="28846"/>
                  <a:pt x="573076" y="30992"/>
                  <a:pt x="574973" y="33647"/>
                </a:cubicBezTo>
                <a:cubicBezTo>
                  <a:pt x="576870" y="36303"/>
                  <a:pt x="578198" y="39457"/>
                  <a:pt x="578957" y="43108"/>
                </a:cubicBezTo>
                <a:cubicBezTo>
                  <a:pt x="579431" y="45480"/>
                  <a:pt x="579668" y="49629"/>
                  <a:pt x="579668" y="55557"/>
                </a:cubicBezTo>
                <a:lnTo>
                  <a:pt x="579668" y="102009"/>
                </a:lnTo>
                <a:lnTo>
                  <a:pt x="566864" y="102009"/>
                </a:lnTo>
                <a:lnTo>
                  <a:pt x="566864" y="56006"/>
                </a:lnTo>
                <a:cubicBezTo>
                  <a:pt x="566864" y="50784"/>
                  <a:pt x="566366" y="46879"/>
                  <a:pt x="565370" y="44291"/>
                </a:cubicBezTo>
                <a:cubicBezTo>
                  <a:pt x="564374" y="41703"/>
                  <a:pt x="562607" y="39638"/>
                  <a:pt x="560070" y="38096"/>
                </a:cubicBezTo>
                <a:cubicBezTo>
                  <a:pt x="557533" y="36553"/>
                  <a:pt x="554557" y="35781"/>
                  <a:pt x="551143" y="35781"/>
                </a:cubicBezTo>
                <a:cubicBezTo>
                  <a:pt x="545689" y="35781"/>
                  <a:pt x="540982" y="37515"/>
                  <a:pt x="537022" y="40981"/>
                </a:cubicBezTo>
                <a:cubicBezTo>
                  <a:pt x="533062" y="44446"/>
                  <a:pt x="531082" y="51021"/>
                  <a:pt x="531082" y="60706"/>
                </a:cubicBezTo>
                <a:lnTo>
                  <a:pt x="531082" y="102009"/>
                </a:lnTo>
                <a:lnTo>
                  <a:pt x="518278" y="102009"/>
                </a:lnTo>
                <a:close/>
                <a:moveTo>
                  <a:pt x="650995" y="77680"/>
                </a:moveTo>
                <a:lnTo>
                  <a:pt x="664227" y="79317"/>
                </a:lnTo>
                <a:cubicBezTo>
                  <a:pt x="662140" y="87047"/>
                  <a:pt x="658275" y="93046"/>
                  <a:pt x="652631" y="97314"/>
                </a:cubicBezTo>
                <a:cubicBezTo>
                  <a:pt x="646988" y="101582"/>
                  <a:pt x="639780" y="103716"/>
                  <a:pt x="631006" y="103716"/>
                </a:cubicBezTo>
                <a:cubicBezTo>
                  <a:pt x="619956" y="103716"/>
                  <a:pt x="611195" y="100314"/>
                  <a:pt x="604721" y="93508"/>
                </a:cubicBezTo>
                <a:cubicBezTo>
                  <a:pt x="598248" y="86703"/>
                  <a:pt x="595011" y="77159"/>
                  <a:pt x="595011" y="64876"/>
                </a:cubicBezTo>
                <a:cubicBezTo>
                  <a:pt x="595011" y="52166"/>
                  <a:pt x="598284" y="42302"/>
                  <a:pt x="604828" y="35283"/>
                </a:cubicBezTo>
                <a:cubicBezTo>
                  <a:pt x="611373" y="28265"/>
                  <a:pt x="619861" y="24755"/>
                  <a:pt x="630295" y="24755"/>
                </a:cubicBezTo>
                <a:cubicBezTo>
                  <a:pt x="640396" y="24755"/>
                  <a:pt x="648648" y="28188"/>
                  <a:pt x="655050" y="35054"/>
                </a:cubicBezTo>
                <a:cubicBezTo>
                  <a:pt x="661452" y="41919"/>
                  <a:pt x="664653" y="51577"/>
                  <a:pt x="664653" y="64029"/>
                </a:cubicBezTo>
                <a:cubicBezTo>
                  <a:pt x="664653" y="64786"/>
                  <a:pt x="664630" y="65922"/>
                  <a:pt x="664582" y="67437"/>
                </a:cubicBezTo>
                <a:lnTo>
                  <a:pt x="608243" y="67437"/>
                </a:lnTo>
                <a:cubicBezTo>
                  <a:pt x="608717" y="75712"/>
                  <a:pt x="611064" y="82049"/>
                  <a:pt x="615285" y="86448"/>
                </a:cubicBezTo>
                <a:cubicBezTo>
                  <a:pt x="619506" y="90847"/>
                  <a:pt x="624770" y="93046"/>
                  <a:pt x="631077" y="93046"/>
                </a:cubicBezTo>
                <a:cubicBezTo>
                  <a:pt x="635772" y="93046"/>
                  <a:pt x="639780" y="91825"/>
                  <a:pt x="643099" y="89382"/>
                </a:cubicBezTo>
                <a:cubicBezTo>
                  <a:pt x="646419" y="86939"/>
                  <a:pt x="649051" y="83038"/>
                  <a:pt x="650995" y="77680"/>
                </a:cubicBezTo>
                <a:moveTo>
                  <a:pt x="608954" y="56767"/>
                </a:moveTo>
                <a:lnTo>
                  <a:pt x="651138" y="56767"/>
                </a:lnTo>
                <a:cubicBezTo>
                  <a:pt x="650568" y="50515"/>
                  <a:pt x="648956" y="45827"/>
                  <a:pt x="646300" y="42702"/>
                </a:cubicBezTo>
                <a:cubicBezTo>
                  <a:pt x="642222" y="37851"/>
                  <a:pt x="636934" y="35426"/>
                  <a:pt x="630437" y="35426"/>
                </a:cubicBezTo>
                <a:cubicBezTo>
                  <a:pt x="624556" y="35426"/>
                  <a:pt x="619612" y="37362"/>
                  <a:pt x="615605" y="41234"/>
                </a:cubicBezTo>
                <a:cubicBezTo>
                  <a:pt x="611598" y="45105"/>
                  <a:pt x="609381" y="50283"/>
                  <a:pt x="608954" y="56767"/>
                </a:cubicBezTo>
                <a:close/>
                <a:moveTo>
                  <a:pt x="680281" y="102009"/>
                </a:moveTo>
                <a:lnTo>
                  <a:pt x="680281" y="26463"/>
                </a:lnTo>
                <a:lnTo>
                  <a:pt x="691805" y="26463"/>
                </a:lnTo>
                <a:lnTo>
                  <a:pt x="691805" y="37133"/>
                </a:lnTo>
                <a:cubicBezTo>
                  <a:pt x="697354" y="28881"/>
                  <a:pt x="705368" y="24755"/>
                  <a:pt x="715849" y="24755"/>
                </a:cubicBezTo>
                <a:cubicBezTo>
                  <a:pt x="720402" y="24755"/>
                  <a:pt x="724587" y="25573"/>
                  <a:pt x="728404" y="27210"/>
                </a:cubicBezTo>
                <a:cubicBezTo>
                  <a:pt x="732222" y="28846"/>
                  <a:pt x="735079" y="30992"/>
                  <a:pt x="736976" y="33647"/>
                </a:cubicBezTo>
                <a:cubicBezTo>
                  <a:pt x="738873" y="36303"/>
                  <a:pt x="740201" y="39457"/>
                  <a:pt x="740960" y="43108"/>
                </a:cubicBezTo>
                <a:cubicBezTo>
                  <a:pt x="741434" y="45480"/>
                  <a:pt x="741671" y="49629"/>
                  <a:pt x="741671" y="55557"/>
                </a:cubicBezTo>
                <a:lnTo>
                  <a:pt x="741671" y="102009"/>
                </a:lnTo>
                <a:lnTo>
                  <a:pt x="728867" y="102009"/>
                </a:lnTo>
                <a:lnTo>
                  <a:pt x="728867" y="56006"/>
                </a:lnTo>
                <a:cubicBezTo>
                  <a:pt x="728867" y="50784"/>
                  <a:pt x="728369" y="46879"/>
                  <a:pt x="727373" y="44291"/>
                </a:cubicBezTo>
                <a:cubicBezTo>
                  <a:pt x="726377" y="41703"/>
                  <a:pt x="724611" y="39638"/>
                  <a:pt x="722073" y="38096"/>
                </a:cubicBezTo>
                <a:cubicBezTo>
                  <a:pt x="719536" y="36553"/>
                  <a:pt x="716560" y="35781"/>
                  <a:pt x="713146" y="35781"/>
                </a:cubicBezTo>
                <a:cubicBezTo>
                  <a:pt x="707692" y="35781"/>
                  <a:pt x="702985" y="37515"/>
                  <a:pt x="699025" y="40981"/>
                </a:cubicBezTo>
                <a:cubicBezTo>
                  <a:pt x="695065" y="44446"/>
                  <a:pt x="693085" y="51021"/>
                  <a:pt x="693085" y="60706"/>
                </a:cubicBezTo>
                <a:lnTo>
                  <a:pt x="693085" y="102009"/>
                </a:lnTo>
                <a:lnTo>
                  <a:pt x="680281" y="102009"/>
                </a:lnTo>
                <a:close/>
                <a:moveTo>
                  <a:pt x="789239" y="90698"/>
                </a:moveTo>
                <a:lnTo>
                  <a:pt x="791089" y="102009"/>
                </a:lnTo>
                <a:cubicBezTo>
                  <a:pt x="787484" y="102673"/>
                  <a:pt x="784259" y="103005"/>
                  <a:pt x="781414" y="103005"/>
                </a:cubicBezTo>
                <a:cubicBezTo>
                  <a:pt x="776766" y="103005"/>
                  <a:pt x="773162" y="102270"/>
                  <a:pt x="770601" y="100800"/>
                </a:cubicBezTo>
                <a:cubicBezTo>
                  <a:pt x="768040" y="99330"/>
                  <a:pt x="766238" y="97397"/>
                  <a:pt x="765195" y="95002"/>
                </a:cubicBezTo>
                <a:cubicBezTo>
                  <a:pt x="764152" y="92607"/>
                  <a:pt x="763630" y="87568"/>
                  <a:pt x="763630" y="79886"/>
                </a:cubicBezTo>
                <a:lnTo>
                  <a:pt x="763630" y="36422"/>
                </a:lnTo>
                <a:lnTo>
                  <a:pt x="754240" y="36422"/>
                </a:lnTo>
                <a:lnTo>
                  <a:pt x="754240" y="26463"/>
                </a:lnTo>
                <a:lnTo>
                  <a:pt x="763630" y="26463"/>
                </a:lnTo>
                <a:lnTo>
                  <a:pt x="763630" y="7703"/>
                </a:lnTo>
                <a:lnTo>
                  <a:pt x="776363" y="0"/>
                </a:lnTo>
                <a:lnTo>
                  <a:pt x="776363" y="26463"/>
                </a:lnTo>
                <a:lnTo>
                  <a:pt x="789239" y="26463"/>
                </a:lnTo>
                <a:lnTo>
                  <a:pt x="789239" y="36422"/>
                </a:lnTo>
                <a:lnTo>
                  <a:pt x="776363" y="36422"/>
                </a:lnTo>
                <a:lnTo>
                  <a:pt x="776363" y="80597"/>
                </a:lnTo>
                <a:cubicBezTo>
                  <a:pt x="776363" y="84249"/>
                  <a:pt x="776589" y="86596"/>
                  <a:pt x="777039" y="87640"/>
                </a:cubicBezTo>
                <a:cubicBezTo>
                  <a:pt x="777490" y="88683"/>
                  <a:pt x="778225" y="89513"/>
                  <a:pt x="779244" y="90129"/>
                </a:cubicBezTo>
                <a:cubicBezTo>
                  <a:pt x="780264" y="90746"/>
                  <a:pt x="781722" y="91054"/>
                  <a:pt x="783619" y="91054"/>
                </a:cubicBezTo>
                <a:cubicBezTo>
                  <a:pt x="785042" y="91054"/>
                  <a:pt x="786915" y="90935"/>
                  <a:pt x="789239" y="90698"/>
                </a:cubicBezTo>
                <a:close/>
                <a:moveTo>
                  <a:pt x="848644" y="64449"/>
                </a:moveTo>
                <a:lnTo>
                  <a:pt x="830078" y="32011"/>
                </a:lnTo>
                <a:lnTo>
                  <a:pt x="840606" y="32011"/>
                </a:lnTo>
                <a:lnTo>
                  <a:pt x="863298" y="64449"/>
                </a:lnTo>
                <a:lnTo>
                  <a:pt x="840606" y="96887"/>
                </a:lnTo>
                <a:lnTo>
                  <a:pt x="830149" y="96887"/>
                </a:lnTo>
                <a:lnTo>
                  <a:pt x="848644" y="64449"/>
                </a:lnTo>
                <a:moveTo>
                  <a:pt x="821115" y="64449"/>
                </a:moveTo>
                <a:lnTo>
                  <a:pt x="802335" y="32011"/>
                </a:lnTo>
                <a:lnTo>
                  <a:pt x="813076" y="32011"/>
                </a:lnTo>
                <a:lnTo>
                  <a:pt x="835413" y="64449"/>
                </a:lnTo>
                <a:lnTo>
                  <a:pt x="813076" y="96887"/>
                </a:lnTo>
                <a:lnTo>
                  <a:pt x="802335" y="96887"/>
                </a:lnTo>
                <a:lnTo>
                  <a:pt x="821115" y="6444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Function_B3">
            <a:extLst xmlns:a="http://schemas.openxmlformats.org/drawingml/2006/main">
              <a:ext uri="{FF2B5EF4-FFF2-40B4-BE49-F238E27FC236}">
                <a16:creationId xmlns:a16="http://schemas.microsoft.com/office/drawing/2014/main" id="{4AA0EEB2-EA0E-4A85-9868-80512AD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408" y="1012903"/>
            <a:ext cx="865298" cy="133593"/>
          </a:xfrm>
          <a:custGeom xmlns:a="http://schemas.openxmlformats.org/drawingml/2006/main">
            <a:pathLst>
              <a:path w="865298" h="133593">
                <a:moveTo>
                  <a:pt x="0" y="104712"/>
                </a:moveTo>
                <a:lnTo>
                  <a:pt x="0" y="427"/>
                </a:lnTo>
                <a:lnTo>
                  <a:pt x="71492" y="427"/>
                </a:lnTo>
                <a:lnTo>
                  <a:pt x="71492" y="18069"/>
                </a:lnTo>
                <a:lnTo>
                  <a:pt x="21056" y="18069"/>
                </a:lnTo>
                <a:lnTo>
                  <a:pt x="21056" y="42682"/>
                </a:lnTo>
                <a:lnTo>
                  <a:pt x="64591" y="42682"/>
                </a:lnTo>
                <a:lnTo>
                  <a:pt x="64591" y="60323"/>
                </a:lnTo>
                <a:lnTo>
                  <a:pt x="21056" y="60323"/>
                </a:lnTo>
                <a:lnTo>
                  <a:pt x="21056" y="104712"/>
                </a:lnTo>
                <a:lnTo>
                  <a:pt x="0" y="104712"/>
                </a:lnTo>
                <a:close/>
                <a:moveTo>
                  <a:pt x="138454" y="104712"/>
                </a:moveTo>
                <a:lnTo>
                  <a:pt x="138454" y="93402"/>
                </a:lnTo>
                <a:cubicBezTo>
                  <a:pt x="135703" y="97433"/>
                  <a:pt x="132087" y="100610"/>
                  <a:pt x="127606" y="102934"/>
                </a:cubicBezTo>
                <a:cubicBezTo>
                  <a:pt x="123124" y="105258"/>
                  <a:pt x="118394" y="106419"/>
                  <a:pt x="113414" y="106419"/>
                </a:cubicBezTo>
                <a:cubicBezTo>
                  <a:pt x="108340" y="106419"/>
                  <a:pt x="103787" y="105305"/>
                  <a:pt x="99756" y="103076"/>
                </a:cubicBezTo>
                <a:cubicBezTo>
                  <a:pt x="95725" y="100847"/>
                  <a:pt x="92808" y="97717"/>
                  <a:pt x="91006" y="93686"/>
                </a:cubicBezTo>
                <a:cubicBezTo>
                  <a:pt x="89204" y="89655"/>
                  <a:pt x="88303" y="84083"/>
                  <a:pt x="88303" y="76969"/>
                </a:cubicBezTo>
                <a:lnTo>
                  <a:pt x="88303" y="29166"/>
                </a:lnTo>
                <a:lnTo>
                  <a:pt x="108292" y="29166"/>
                </a:lnTo>
                <a:lnTo>
                  <a:pt x="108292" y="63800"/>
                </a:lnTo>
                <a:cubicBezTo>
                  <a:pt x="108292" y="74399"/>
                  <a:pt x="108660" y="80893"/>
                  <a:pt x="109395" y="83282"/>
                </a:cubicBezTo>
                <a:cubicBezTo>
                  <a:pt x="110130" y="85671"/>
                  <a:pt x="111470" y="87564"/>
                  <a:pt x="113414" y="88960"/>
                </a:cubicBezTo>
                <a:cubicBezTo>
                  <a:pt x="115359" y="90356"/>
                  <a:pt x="117825" y="91054"/>
                  <a:pt x="120812" y="91054"/>
                </a:cubicBezTo>
                <a:cubicBezTo>
                  <a:pt x="124227" y="91054"/>
                  <a:pt x="127286" y="90120"/>
                  <a:pt x="129989" y="88251"/>
                </a:cubicBezTo>
                <a:cubicBezTo>
                  <a:pt x="132692" y="86382"/>
                  <a:pt x="134542" y="84063"/>
                  <a:pt x="135537" y="81295"/>
                </a:cubicBezTo>
                <a:cubicBezTo>
                  <a:pt x="136533" y="78527"/>
                  <a:pt x="137031" y="71749"/>
                  <a:pt x="137031" y="60961"/>
                </a:cubicBezTo>
                <a:lnTo>
                  <a:pt x="137031" y="29166"/>
                </a:lnTo>
                <a:lnTo>
                  <a:pt x="157021" y="29166"/>
                </a:lnTo>
                <a:lnTo>
                  <a:pt x="157021" y="104712"/>
                </a:lnTo>
                <a:lnTo>
                  <a:pt x="138454" y="104712"/>
                </a:lnTo>
                <a:close/>
                <a:moveTo>
                  <a:pt x="246462" y="104712"/>
                </a:moveTo>
                <a:lnTo>
                  <a:pt x="226472" y="104712"/>
                </a:lnTo>
                <a:lnTo>
                  <a:pt x="226472" y="66201"/>
                </a:lnTo>
                <a:cubicBezTo>
                  <a:pt x="226472" y="58053"/>
                  <a:pt x="226046" y="52783"/>
                  <a:pt x="225192" y="50391"/>
                </a:cubicBezTo>
                <a:cubicBezTo>
                  <a:pt x="224338" y="47999"/>
                  <a:pt x="222951" y="46140"/>
                  <a:pt x="221031" y="44813"/>
                </a:cubicBezTo>
                <a:cubicBezTo>
                  <a:pt x="219110" y="43487"/>
                  <a:pt x="216798" y="42824"/>
                  <a:pt x="214095" y="42824"/>
                </a:cubicBezTo>
                <a:cubicBezTo>
                  <a:pt x="210633" y="42824"/>
                  <a:pt x="207527" y="43772"/>
                  <a:pt x="204776" y="45667"/>
                </a:cubicBezTo>
                <a:cubicBezTo>
                  <a:pt x="202025" y="47561"/>
                  <a:pt x="200140" y="50072"/>
                  <a:pt x="199121" y="53199"/>
                </a:cubicBezTo>
                <a:cubicBezTo>
                  <a:pt x="198101" y="56324"/>
                  <a:pt x="197591" y="62103"/>
                  <a:pt x="197591" y="70536"/>
                </a:cubicBezTo>
                <a:lnTo>
                  <a:pt x="197591" y="104712"/>
                </a:lnTo>
                <a:lnTo>
                  <a:pt x="177602" y="104712"/>
                </a:lnTo>
                <a:lnTo>
                  <a:pt x="177602" y="29166"/>
                </a:lnTo>
                <a:lnTo>
                  <a:pt x="196168" y="29166"/>
                </a:lnTo>
                <a:lnTo>
                  <a:pt x="196168" y="40263"/>
                </a:lnTo>
                <a:cubicBezTo>
                  <a:pt x="202760" y="31727"/>
                  <a:pt x="211060" y="27458"/>
                  <a:pt x="221066" y="27458"/>
                </a:cubicBezTo>
                <a:cubicBezTo>
                  <a:pt x="225477" y="27458"/>
                  <a:pt x="229508" y="28253"/>
                  <a:pt x="233159" y="29842"/>
                </a:cubicBezTo>
                <a:cubicBezTo>
                  <a:pt x="236811" y="31430"/>
                  <a:pt x="239573" y="33458"/>
                  <a:pt x="241447" y="35924"/>
                </a:cubicBezTo>
                <a:cubicBezTo>
                  <a:pt x="243320" y="38390"/>
                  <a:pt x="244624" y="41188"/>
                  <a:pt x="245359" y="44318"/>
                </a:cubicBezTo>
                <a:cubicBezTo>
                  <a:pt x="246094" y="47448"/>
                  <a:pt x="246462" y="51929"/>
                  <a:pt x="246462" y="57762"/>
                </a:cubicBezTo>
                <a:lnTo>
                  <a:pt x="246462" y="104712"/>
                </a:lnTo>
                <a:close/>
                <a:moveTo>
                  <a:pt x="332630" y="51502"/>
                </a:moveTo>
                <a:lnTo>
                  <a:pt x="312926" y="55059"/>
                </a:lnTo>
                <a:cubicBezTo>
                  <a:pt x="312262" y="51147"/>
                  <a:pt x="310756" y="48201"/>
                  <a:pt x="308409" y="46221"/>
                </a:cubicBezTo>
                <a:cubicBezTo>
                  <a:pt x="306061" y="44241"/>
                  <a:pt x="303014" y="43251"/>
                  <a:pt x="299268" y="43251"/>
                </a:cubicBezTo>
                <a:cubicBezTo>
                  <a:pt x="294288" y="43251"/>
                  <a:pt x="290316" y="44965"/>
                  <a:pt x="287352" y="48392"/>
                </a:cubicBezTo>
                <a:cubicBezTo>
                  <a:pt x="284388" y="51820"/>
                  <a:pt x="282906" y="57553"/>
                  <a:pt x="282906" y="65590"/>
                </a:cubicBezTo>
                <a:cubicBezTo>
                  <a:pt x="282906" y="74526"/>
                  <a:pt x="284412" y="80839"/>
                  <a:pt x="287424" y="84527"/>
                </a:cubicBezTo>
                <a:cubicBezTo>
                  <a:pt x="290435" y="88215"/>
                  <a:pt x="294478" y="90058"/>
                  <a:pt x="299552" y="90058"/>
                </a:cubicBezTo>
                <a:cubicBezTo>
                  <a:pt x="303346" y="90058"/>
                  <a:pt x="306452" y="88979"/>
                  <a:pt x="308871" y="86821"/>
                </a:cubicBezTo>
                <a:cubicBezTo>
                  <a:pt x="311290" y="84664"/>
                  <a:pt x="312997" y="80953"/>
                  <a:pt x="313993" y="75689"/>
                </a:cubicBezTo>
                <a:lnTo>
                  <a:pt x="333626" y="79103"/>
                </a:lnTo>
                <a:cubicBezTo>
                  <a:pt x="331587" y="88114"/>
                  <a:pt x="327675" y="94919"/>
                  <a:pt x="321889" y="99519"/>
                </a:cubicBezTo>
                <a:cubicBezTo>
                  <a:pt x="316103" y="104119"/>
                  <a:pt x="308349" y="106419"/>
                  <a:pt x="298627" y="106419"/>
                </a:cubicBezTo>
                <a:cubicBezTo>
                  <a:pt x="287578" y="106419"/>
                  <a:pt x="278769" y="102934"/>
                  <a:pt x="272200" y="95962"/>
                </a:cubicBezTo>
                <a:cubicBezTo>
                  <a:pt x="265632" y="88991"/>
                  <a:pt x="262348" y="79340"/>
                  <a:pt x="262348" y="67010"/>
                </a:cubicBezTo>
                <a:cubicBezTo>
                  <a:pt x="262348" y="54538"/>
                  <a:pt x="265644" y="44828"/>
                  <a:pt x="272236" y="37880"/>
                </a:cubicBezTo>
                <a:cubicBezTo>
                  <a:pt x="278828" y="30932"/>
                  <a:pt x="287744" y="27458"/>
                  <a:pt x="298983" y="27458"/>
                </a:cubicBezTo>
                <a:cubicBezTo>
                  <a:pt x="308183" y="27458"/>
                  <a:pt x="315499" y="29438"/>
                  <a:pt x="320929" y="33398"/>
                </a:cubicBezTo>
                <a:cubicBezTo>
                  <a:pt x="326359" y="37358"/>
                  <a:pt x="330259" y="43393"/>
                  <a:pt x="332630" y="51502"/>
                </a:cubicBezTo>
                <a:close/>
                <a:moveTo>
                  <a:pt x="382403" y="29166"/>
                </a:moveTo>
                <a:lnTo>
                  <a:pt x="382403" y="45100"/>
                </a:lnTo>
                <a:lnTo>
                  <a:pt x="368745" y="45100"/>
                </a:lnTo>
                <a:lnTo>
                  <a:pt x="368745" y="75497"/>
                </a:lnTo>
                <a:cubicBezTo>
                  <a:pt x="368745" y="81654"/>
                  <a:pt x="368876" y="85241"/>
                  <a:pt x="369136" y="86259"/>
                </a:cubicBezTo>
                <a:cubicBezTo>
                  <a:pt x="369397" y="87276"/>
                  <a:pt x="369990" y="88116"/>
                  <a:pt x="370915" y="88780"/>
                </a:cubicBezTo>
                <a:cubicBezTo>
                  <a:pt x="371840" y="89442"/>
                  <a:pt x="372966" y="89774"/>
                  <a:pt x="374294" y="89774"/>
                </a:cubicBezTo>
                <a:cubicBezTo>
                  <a:pt x="376143" y="89774"/>
                  <a:pt x="378823" y="89133"/>
                  <a:pt x="382332" y="87853"/>
                </a:cubicBezTo>
                <a:lnTo>
                  <a:pt x="384039" y="103418"/>
                </a:lnTo>
                <a:cubicBezTo>
                  <a:pt x="379392" y="105419"/>
                  <a:pt x="374128" y="106419"/>
                  <a:pt x="368247" y="106419"/>
                </a:cubicBezTo>
                <a:cubicBezTo>
                  <a:pt x="364643" y="106419"/>
                  <a:pt x="361394" y="105815"/>
                  <a:pt x="358502" y="104605"/>
                </a:cubicBezTo>
                <a:cubicBezTo>
                  <a:pt x="355609" y="103396"/>
                  <a:pt x="353487" y="101831"/>
                  <a:pt x="352135" y="99910"/>
                </a:cubicBezTo>
                <a:cubicBezTo>
                  <a:pt x="350783" y="97990"/>
                  <a:pt x="349847" y="95393"/>
                  <a:pt x="349325" y="92121"/>
                </a:cubicBezTo>
                <a:cubicBezTo>
                  <a:pt x="348898" y="89797"/>
                  <a:pt x="348685" y="85102"/>
                  <a:pt x="348685" y="78036"/>
                </a:cubicBezTo>
                <a:lnTo>
                  <a:pt x="348685" y="45100"/>
                </a:lnTo>
                <a:lnTo>
                  <a:pt x="339508" y="45100"/>
                </a:lnTo>
                <a:lnTo>
                  <a:pt x="339508" y="29166"/>
                </a:lnTo>
                <a:lnTo>
                  <a:pt x="348685" y="29166"/>
                </a:lnTo>
                <a:lnTo>
                  <a:pt x="348685" y="14085"/>
                </a:lnTo>
                <a:lnTo>
                  <a:pt x="368745" y="2276"/>
                </a:lnTo>
                <a:lnTo>
                  <a:pt x="368745" y="29166"/>
                </a:lnTo>
                <a:lnTo>
                  <a:pt x="382403" y="29166"/>
                </a:lnTo>
                <a:close/>
                <a:moveTo>
                  <a:pt x="396274" y="18922"/>
                </a:moveTo>
                <a:lnTo>
                  <a:pt x="396274" y="427"/>
                </a:lnTo>
                <a:lnTo>
                  <a:pt x="416263" y="427"/>
                </a:lnTo>
                <a:lnTo>
                  <a:pt x="416263" y="18922"/>
                </a:lnTo>
                <a:lnTo>
                  <a:pt x="396274" y="18922"/>
                </a:lnTo>
                <a:moveTo>
                  <a:pt x="396274" y="104712"/>
                </a:moveTo>
                <a:lnTo>
                  <a:pt x="396274" y="29166"/>
                </a:lnTo>
                <a:lnTo>
                  <a:pt x="416263" y="29166"/>
                </a:lnTo>
                <a:lnTo>
                  <a:pt x="416263" y="104712"/>
                </a:lnTo>
                <a:lnTo>
                  <a:pt x="396274" y="104712"/>
                </a:lnTo>
                <a:close/>
                <a:moveTo>
                  <a:pt x="432151" y="65872"/>
                </a:moveTo>
                <a:cubicBezTo>
                  <a:pt x="432151" y="59233"/>
                  <a:pt x="433787" y="52807"/>
                  <a:pt x="437059" y="46594"/>
                </a:cubicBezTo>
                <a:cubicBezTo>
                  <a:pt x="440331" y="40382"/>
                  <a:pt x="444967" y="35639"/>
                  <a:pt x="450966" y="32367"/>
                </a:cubicBezTo>
                <a:cubicBezTo>
                  <a:pt x="456965" y="29095"/>
                  <a:pt x="463664" y="27458"/>
                  <a:pt x="471062" y="27458"/>
                </a:cubicBezTo>
                <a:cubicBezTo>
                  <a:pt x="482491" y="27458"/>
                  <a:pt x="491858" y="31169"/>
                  <a:pt x="499161" y="38591"/>
                </a:cubicBezTo>
                <a:cubicBezTo>
                  <a:pt x="506464" y="46013"/>
                  <a:pt x="510116" y="55391"/>
                  <a:pt x="510116" y="66726"/>
                </a:cubicBezTo>
                <a:cubicBezTo>
                  <a:pt x="510116" y="78155"/>
                  <a:pt x="506429" y="87628"/>
                  <a:pt x="499054" y="95144"/>
                </a:cubicBezTo>
                <a:cubicBezTo>
                  <a:pt x="491680" y="102661"/>
                  <a:pt x="482396" y="106419"/>
                  <a:pt x="471204" y="106419"/>
                </a:cubicBezTo>
                <a:cubicBezTo>
                  <a:pt x="464280" y="106419"/>
                  <a:pt x="457677" y="104854"/>
                  <a:pt x="451393" y="101724"/>
                </a:cubicBezTo>
                <a:cubicBezTo>
                  <a:pt x="445109" y="98594"/>
                  <a:pt x="440331" y="94006"/>
                  <a:pt x="437059" y="87960"/>
                </a:cubicBezTo>
                <a:cubicBezTo>
                  <a:pt x="433787" y="81913"/>
                  <a:pt x="432151" y="74550"/>
                  <a:pt x="432151" y="65872"/>
                </a:cubicBezTo>
                <a:moveTo>
                  <a:pt x="452638" y="66939"/>
                </a:moveTo>
                <a:cubicBezTo>
                  <a:pt x="452638" y="74408"/>
                  <a:pt x="454416" y="80129"/>
                  <a:pt x="457973" y="84101"/>
                </a:cubicBezTo>
                <a:cubicBezTo>
                  <a:pt x="461530" y="88072"/>
                  <a:pt x="465917" y="90058"/>
                  <a:pt x="471133" y="90058"/>
                </a:cubicBezTo>
                <a:cubicBezTo>
                  <a:pt x="476350" y="90058"/>
                  <a:pt x="480725" y="88072"/>
                  <a:pt x="484258" y="84101"/>
                </a:cubicBezTo>
                <a:cubicBezTo>
                  <a:pt x="487791" y="80129"/>
                  <a:pt x="489557" y="74361"/>
                  <a:pt x="489557" y="66797"/>
                </a:cubicBezTo>
                <a:cubicBezTo>
                  <a:pt x="489557" y="59422"/>
                  <a:pt x="487791" y="53749"/>
                  <a:pt x="484258" y="49777"/>
                </a:cubicBezTo>
                <a:cubicBezTo>
                  <a:pt x="480725" y="45806"/>
                  <a:pt x="476350" y="43820"/>
                  <a:pt x="471133" y="43820"/>
                </a:cubicBezTo>
                <a:cubicBezTo>
                  <a:pt x="465917" y="43820"/>
                  <a:pt x="461530" y="45806"/>
                  <a:pt x="457973" y="49777"/>
                </a:cubicBezTo>
                <a:cubicBezTo>
                  <a:pt x="454416" y="53749"/>
                  <a:pt x="452638" y="59470"/>
                  <a:pt x="452638" y="66939"/>
                </a:cubicBezTo>
                <a:close/>
                <a:moveTo>
                  <a:pt x="594506" y="104712"/>
                </a:moveTo>
                <a:lnTo>
                  <a:pt x="574517" y="104712"/>
                </a:lnTo>
                <a:lnTo>
                  <a:pt x="574517" y="66201"/>
                </a:lnTo>
                <a:cubicBezTo>
                  <a:pt x="574517" y="58053"/>
                  <a:pt x="574090" y="52783"/>
                  <a:pt x="573237" y="50391"/>
                </a:cubicBezTo>
                <a:cubicBezTo>
                  <a:pt x="572383" y="47999"/>
                  <a:pt x="570996" y="46140"/>
                  <a:pt x="569075" y="44813"/>
                </a:cubicBezTo>
                <a:cubicBezTo>
                  <a:pt x="567154" y="43487"/>
                  <a:pt x="564843" y="42824"/>
                  <a:pt x="562139" y="42824"/>
                </a:cubicBezTo>
                <a:cubicBezTo>
                  <a:pt x="558677" y="42824"/>
                  <a:pt x="555571" y="43772"/>
                  <a:pt x="552821" y="45667"/>
                </a:cubicBezTo>
                <a:cubicBezTo>
                  <a:pt x="550070" y="47561"/>
                  <a:pt x="548185" y="50072"/>
                  <a:pt x="547165" y="53199"/>
                </a:cubicBezTo>
                <a:cubicBezTo>
                  <a:pt x="546146" y="56324"/>
                  <a:pt x="545636" y="62103"/>
                  <a:pt x="545636" y="70536"/>
                </a:cubicBezTo>
                <a:lnTo>
                  <a:pt x="545636" y="104712"/>
                </a:lnTo>
                <a:lnTo>
                  <a:pt x="525647" y="104712"/>
                </a:lnTo>
                <a:lnTo>
                  <a:pt x="525647" y="29166"/>
                </a:lnTo>
                <a:lnTo>
                  <a:pt x="544213" y="29166"/>
                </a:lnTo>
                <a:lnTo>
                  <a:pt x="544213" y="40263"/>
                </a:lnTo>
                <a:cubicBezTo>
                  <a:pt x="550805" y="31727"/>
                  <a:pt x="559104" y="27458"/>
                  <a:pt x="569111" y="27458"/>
                </a:cubicBezTo>
                <a:cubicBezTo>
                  <a:pt x="573521" y="27458"/>
                  <a:pt x="577552" y="28253"/>
                  <a:pt x="581204" y="29842"/>
                </a:cubicBezTo>
                <a:cubicBezTo>
                  <a:pt x="584855" y="31430"/>
                  <a:pt x="587618" y="33458"/>
                  <a:pt x="589491" y="35924"/>
                </a:cubicBezTo>
                <a:cubicBezTo>
                  <a:pt x="591364" y="38390"/>
                  <a:pt x="592669" y="41188"/>
                  <a:pt x="593404" y="44318"/>
                </a:cubicBezTo>
                <a:cubicBezTo>
                  <a:pt x="594139" y="47448"/>
                  <a:pt x="594506" y="51929"/>
                  <a:pt x="594506" y="57762"/>
                </a:cubicBezTo>
                <a:lnTo>
                  <a:pt x="594506" y="104712"/>
                </a:lnTo>
                <a:close/>
                <a:moveTo>
                  <a:pt x="602995" y="133593"/>
                </a:moveTo>
                <a:lnTo>
                  <a:pt x="602995" y="120504"/>
                </a:lnTo>
                <a:lnTo>
                  <a:pt x="686081" y="120504"/>
                </a:lnTo>
                <a:lnTo>
                  <a:pt x="686081" y="133593"/>
                </a:lnTo>
                <a:lnTo>
                  <a:pt x="602995" y="133593"/>
                </a:lnTo>
                <a:close/>
                <a:moveTo>
                  <a:pt x="696018" y="427"/>
                </a:moveTo>
                <a:lnTo>
                  <a:pt x="737704" y="427"/>
                </a:lnTo>
                <a:cubicBezTo>
                  <a:pt x="745956" y="427"/>
                  <a:pt x="752109" y="771"/>
                  <a:pt x="756164" y="1458"/>
                </a:cubicBezTo>
                <a:cubicBezTo>
                  <a:pt x="760218" y="2144"/>
                  <a:pt x="763846" y="3577"/>
                  <a:pt x="767047" y="5755"/>
                </a:cubicBezTo>
                <a:cubicBezTo>
                  <a:pt x="770249" y="7932"/>
                  <a:pt x="772916" y="10833"/>
                  <a:pt x="775050" y="14456"/>
                </a:cubicBezTo>
                <a:cubicBezTo>
                  <a:pt x="777184" y="18078"/>
                  <a:pt x="778251" y="22139"/>
                  <a:pt x="778251" y="26638"/>
                </a:cubicBezTo>
                <a:cubicBezTo>
                  <a:pt x="778251" y="31515"/>
                  <a:pt x="776935" y="35990"/>
                  <a:pt x="774303" y="40063"/>
                </a:cubicBezTo>
                <a:cubicBezTo>
                  <a:pt x="771671" y="44135"/>
                  <a:pt x="768103" y="47190"/>
                  <a:pt x="763597" y="49226"/>
                </a:cubicBezTo>
                <a:cubicBezTo>
                  <a:pt x="769952" y="51079"/>
                  <a:pt x="774837" y="54237"/>
                  <a:pt x="778251" y="58701"/>
                </a:cubicBezTo>
                <a:cubicBezTo>
                  <a:pt x="781666" y="63163"/>
                  <a:pt x="783373" y="68410"/>
                  <a:pt x="783373" y="74442"/>
                </a:cubicBezTo>
                <a:cubicBezTo>
                  <a:pt x="783373" y="79190"/>
                  <a:pt x="782271" y="83808"/>
                  <a:pt x="780065" y="88295"/>
                </a:cubicBezTo>
                <a:cubicBezTo>
                  <a:pt x="777860" y="92781"/>
                  <a:pt x="774849" y="96366"/>
                  <a:pt x="771031" y="99050"/>
                </a:cubicBezTo>
                <a:cubicBezTo>
                  <a:pt x="767213" y="101733"/>
                  <a:pt x="762507" y="103383"/>
                  <a:pt x="756911" y="104001"/>
                </a:cubicBezTo>
                <a:cubicBezTo>
                  <a:pt x="753401" y="104380"/>
                  <a:pt x="744936" y="104617"/>
                  <a:pt x="731515" y="104712"/>
                </a:cubicBezTo>
                <a:lnTo>
                  <a:pt x="696018" y="104712"/>
                </a:lnTo>
                <a:lnTo>
                  <a:pt x="696018" y="427"/>
                </a:lnTo>
                <a:moveTo>
                  <a:pt x="717074" y="17784"/>
                </a:moveTo>
                <a:lnTo>
                  <a:pt x="717074" y="41828"/>
                </a:lnTo>
                <a:lnTo>
                  <a:pt x="730875" y="41828"/>
                </a:lnTo>
                <a:cubicBezTo>
                  <a:pt x="739079" y="41828"/>
                  <a:pt x="744177" y="41709"/>
                  <a:pt x="746169" y="41472"/>
                </a:cubicBezTo>
                <a:cubicBezTo>
                  <a:pt x="749773" y="41047"/>
                  <a:pt x="752607" y="39807"/>
                  <a:pt x="754670" y="37751"/>
                </a:cubicBezTo>
                <a:cubicBezTo>
                  <a:pt x="756733" y="35694"/>
                  <a:pt x="757764" y="32986"/>
                  <a:pt x="757764" y="29628"/>
                </a:cubicBezTo>
                <a:cubicBezTo>
                  <a:pt x="757764" y="26414"/>
                  <a:pt x="756875" y="23802"/>
                  <a:pt x="755097" y="21792"/>
                </a:cubicBezTo>
                <a:cubicBezTo>
                  <a:pt x="753318" y="19782"/>
                  <a:pt x="750674" y="18565"/>
                  <a:pt x="747165" y="18140"/>
                </a:cubicBezTo>
                <a:cubicBezTo>
                  <a:pt x="745078" y="17903"/>
                  <a:pt x="739079" y="17784"/>
                  <a:pt x="729168" y="17784"/>
                </a:cubicBezTo>
                <a:lnTo>
                  <a:pt x="717074" y="17784"/>
                </a:lnTo>
                <a:moveTo>
                  <a:pt x="717074" y="59185"/>
                </a:moveTo>
                <a:lnTo>
                  <a:pt x="717074" y="87070"/>
                </a:lnTo>
                <a:lnTo>
                  <a:pt x="736566" y="87070"/>
                </a:lnTo>
                <a:cubicBezTo>
                  <a:pt x="744153" y="87070"/>
                  <a:pt x="748967" y="86857"/>
                  <a:pt x="751006" y="86430"/>
                </a:cubicBezTo>
                <a:cubicBezTo>
                  <a:pt x="754136" y="85861"/>
                  <a:pt x="756685" y="84474"/>
                  <a:pt x="758653" y="82269"/>
                </a:cubicBezTo>
                <a:cubicBezTo>
                  <a:pt x="760621" y="80064"/>
                  <a:pt x="761606" y="77111"/>
                  <a:pt x="761606" y="73412"/>
                </a:cubicBezTo>
                <a:cubicBezTo>
                  <a:pt x="761606" y="70282"/>
                  <a:pt x="760847" y="67627"/>
                  <a:pt x="759329" y="65445"/>
                </a:cubicBezTo>
                <a:cubicBezTo>
                  <a:pt x="757812" y="63264"/>
                  <a:pt x="755618" y="61675"/>
                  <a:pt x="752749" y="60679"/>
                </a:cubicBezTo>
                <a:cubicBezTo>
                  <a:pt x="749880" y="59683"/>
                  <a:pt x="743656" y="59185"/>
                  <a:pt x="734076" y="59185"/>
                </a:cubicBezTo>
                <a:lnTo>
                  <a:pt x="717074" y="59185"/>
                </a:lnTo>
                <a:close/>
                <a:moveTo>
                  <a:pt x="796011" y="77040"/>
                </a:moveTo>
                <a:lnTo>
                  <a:pt x="815360" y="74693"/>
                </a:lnTo>
                <a:cubicBezTo>
                  <a:pt x="815977" y="79625"/>
                  <a:pt x="817637" y="83395"/>
                  <a:pt x="820340" y="86003"/>
                </a:cubicBezTo>
                <a:cubicBezTo>
                  <a:pt x="823043" y="88612"/>
                  <a:pt x="826315" y="89916"/>
                  <a:pt x="830156" y="89916"/>
                </a:cubicBezTo>
                <a:cubicBezTo>
                  <a:pt x="834282" y="89916"/>
                  <a:pt x="837756" y="88351"/>
                  <a:pt x="840578" y="85221"/>
                </a:cubicBezTo>
                <a:cubicBezTo>
                  <a:pt x="843400" y="82091"/>
                  <a:pt x="844811" y="77870"/>
                  <a:pt x="844811" y="72559"/>
                </a:cubicBezTo>
                <a:cubicBezTo>
                  <a:pt x="844811" y="67532"/>
                  <a:pt x="843459" y="63548"/>
                  <a:pt x="840756" y="60608"/>
                </a:cubicBezTo>
                <a:cubicBezTo>
                  <a:pt x="838053" y="57668"/>
                  <a:pt x="834757" y="56197"/>
                  <a:pt x="830868" y="56197"/>
                </a:cubicBezTo>
                <a:cubicBezTo>
                  <a:pt x="828307" y="56197"/>
                  <a:pt x="825248" y="56695"/>
                  <a:pt x="821691" y="57691"/>
                </a:cubicBezTo>
                <a:lnTo>
                  <a:pt x="823897" y="41543"/>
                </a:lnTo>
                <a:cubicBezTo>
                  <a:pt x="829303" y="41686"/>
                  <a:pt x="833429" y="40516"/>
                  <a:pt x="836274" y="38033"/>
                </a:cubicBezTo>
                <a:cubicBezTo>
                  <a:pt x="839120" y="35549"/>
                  <a:pt x="840542" y="32251"/>
                  <a:pt x="840542" y="28136"/>
                </a:cubicBezTo>
                <a:cubicBezTo>
                  <a:pt x="840542" y="24637"/>
                  <a:pt x="839499" y="21848"/>
                  <a:pt x="837412" y="19767"/>
                </a:cubicBezTo>
                <a:cubicBezTo>
                  <a:pt x="835326" y="17686"/>
                  <a:pt x="832551" y="16646"/>
                  <a:pt x="829089" y="16646"/>
                </a:cubicBezTo>
                <a:cubicBezTo>
                  <a:pt x="825675" y="16646"/>
                  <a:pt x="822758" y="17831"/>
                  <a:pt x="820340" y="20203"/>
                </a:cubicBezTo>
                <a:cubicBezTo>
                  <a:pt x="817921" y="22574"/>
                  <a:pt x="816451" y="26036"/>
                  <a:pt x="815929" y="30588"/>
                </a:cubicBezTo>
                <a:lnTo>
                  <a:pt x="797505" y="27458"/>
                </a:lnTo>
                <a:cubicBezTo>
                  <a:pt x="798786" y="21102"/>
                  <a:pt x="800718" y="16024"/>
                  <a:pt x="803303" y="12224"/>
                </a:cubicBezTo>
                <a:cubicBezTo>
                  <a:pt x="805887" y="8424"/>
                  <a:pt x="809491" y="5437"/>
                  <a:pt x="814115" y="3263"/>
                </a:cubicBezTo>
                <a:cubicBezTo>
                  <a:pt x="818739" y="1088"/>
                  <a:pt x="823920" y="0"/>
                  <a:pt x="829659" y="0"/>
                </a:cubicBezTo>
                <a:cubicBezTo>
                  <a:pt x="839475" y="0"/>
                  <a:pt x="847348" y="3134"/>
                  <a:pt x="853276" y="9403"/>
                </a:cubicBezTo>
                <a:cubicBezTo>
                  <a:pt x="858160" y="14534"/>
                  <a:pt x="860603" y="20329"/>
                  <a:pt x="860603" y="26787"/>
                </a:cubicBezTo>
                <a:cubicBezTo>
                  <a:pt x="860603" y="35953"/>
                  <a:pt x="855599" y="43268"/>
                  <a:pt x="845593" y="48730"/>
                </a:cubicBezTo>
                <a:cubicBezTo>
                  <a:pt x="851568" y="50011"/>
                  <a:pt x="856346" y="52880"/>
                  <a:pt x="859927" y="57338"/>
                </a:cubicBezTo>
                <a:cubicBezTo>
                  <a:pt x="863507" y="61796"/>
                  <a:pt x="865298" y="67178"/>
                  <a:pt x="865298" y="73486"/>
                </a:cubicBezTo>
                <a:cubicBezTo>
                  <a:pt x="865298" y="82637"/>
                  <a:pt x="861954" y="90438"/>
                  <a:pt x="855267" y="96887"/>
                </a:cubicBezTo>
                <a:cubicBezTo>
                  <a:pt x="848581" y="103337"/>
                  <a:pt x="840258" y="106562"/>
                  <a:pt x="830299" y="106562"/>
                </a:cubicBezTo>
                <a:cubicBezTo>
                  <a:pt x="820861" y="106562"/>
                  <a:pt x="813036" y="103840"/>
                  <a:pt x="806824" y="98397"/>
                </a:cubicBezTo>
                <a:cubicBezTo>
                  <a:pt x="800611" y="92953"/>
                  <a:pt x="797007" y="85834"/>
                  <a:pt x="796011" y="7704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C0764-966F-46FC-90AF-9AF6A57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14" y="724180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86FA1-004D-4F98-B528-751D64F8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14" y="724180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0D304-4274-4112-83DA-DAB3883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9" y="756555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60717-C1CF-44CE-8148-48DA5E7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209" y="1478674"/>
            <a:ext cx="1199647" cy="599824"/>
          </a:xfrm>
          <a:custGeom xmlns:a="http://schemas.openxmlformats.org/drawingml/2006/main">
            <a:pathLst>
              <a:path w="1199647" h="599824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E7170-7D55-4F09-A969-0EE0B70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209" y="1478674"/>
            <a:ext cx="1199647" cy="599824"/>
          </a:xfrm>
          <a:custGeom xmlns:a="http://schemas.openxmlformats.org/drawingml/2006/main">
            <a:pathLst>
              <a:path w="1199647" h="599824" fill="none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18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35D5B2C3-C79D-43A7-8B8D-E3FEF4A6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946" y="1630726"/>
            <a:ext cx="863298" cy="131032"/>
          </a:xfrm>
          <a:custGeom xmlns:a="http://schemas.openxmlformats.org/drawingml/2006/main">
            <a:pathLst>
              <a:path w="863298" h="131032">
                <a:moveTo>
                  <a:pt x="14654" y="64449"/>
                </a:moveTo>
                <a:lnTo>
                  <a:pt x="33078" y="96887"/>
                </a:lnTo>
                <a:lnTo>
                  <a:pt x="22692" y="96887"/>
                </a:lnTo>
                <a:lnTo>
                  <a:pt x="0" y="64449"/>
                </a:lnTo>
                <a:lnTo>
                  <a:pt x="22692" y="32011"/>
                </a:lnTo>
                <a:lnTo>
                  <a:pt x="33220" y="32011"/>
                </a:lnTo>
                <a:lnTo>
                  <a:pt x="14654" y="64449"/>
                </a:lnTo>
                <a:moveTo>
                  <a:pt x="42184" y="64449"/>
                </a:moveTo>
                <a:lnTo>
                  <a:pt x="60964" y="96887"/>
                </a:lnTo>
                <a:lnTo>
                  <a:pt x="50151" y="96887"/>
                </a:lnTo>
                <a:lnTo>
                  <a:pt x="27885" y="64449"/>
                </a:lnTo>
                <a:lnTo>
                  <a:pt x="50151" y="32011"/>
                </a:lnTo>
                <a:lnTo>
                  <a:pt x="60964" y="32011"/>
                </a:lnTo>
                <a:lnTo>
                  <a:pt x="42184" y="64449"/>
                </a:lnTo>
                <a:close/>
                <a:moveTo>
                  <a:pt x="130370" y="74266"/>
                </a:moveTo>
                <a:lnTo>
                  <a:pt x="142961" y="75902"/>
                </a:lnTo>
                <a:cubicBezTo>
                  <a:pt x="141586" y="84603"/>
                  <a:pt x="138065" y="91414"/>
                  <a:pt x="132398" y="96336"/>
                </a:cubicBezTo>
                <a:cubicBezTo>
                  <a:pt x="126730" y="101256"/>
                  <a:pt x="119771" y="103716"/>
                  <a:pt x="111519" y="103716"/>
                </a:cubicBezTo>
                <a:cubicBezTo>
                  <a:pt x="101181" y="103716"/>
                  <a:pt x="92870" y="100337"/>
                  <a:pt x="86586" y="93579"/>
                </a:cubicBezTo>
                <a:cubicBezTo>
                  <a:pt x="80302" y="86821"/>
                  <a:pt x="77160" y="77135"/>
                  <a:pt x="77160" y="64520"/>
                </a:cubicBezTo>
                <a:cubicBezTo>
                  <a:pt x="77160" y="56363"/>
                  <a:pt x="78512" y="49226"/>
                  <a:pt x="81215" y="43108"/>
                </a:cubicBezTo>
                <a:cubicBezTo>
                  <a:pt x="83918" y="36991"/>
                  <a:pt x="88032" y="32402"/>
                  <a:pt x="93557" y="29344"/>
                </a:cubicBezTo>
                <a:cubicBezTo>
                  <a:pt x="99082" y="26285"/>
                  <a:pt x="105093" y="24755"/>
                  <a:pt x="111590" y="24755"/>
                </a:cubicBezTo>
                <a:cubicBezTo>
                  <a:pt x="119795" y="24755"/>
                  <a:pt x="126505" y="26837"/>
                  <a:pt x="131722" y="31000"/>
                </a:cubicBezTo>
                <a:cubicBezTo>
                  <a:pt x="136938" y="35161"/>
                  <a:pt x="140282" y="41071"/>
                  <a:pt x="141752" y="48728"/>
                </a:cubicBezTo>
                <a:lnTo>
                  <a:pt x="129303" y="50649"/>
                </a:lnTo>
                <a:cubicBezTo>
                  <a:pt x="128118" y="45598"/>
                  <a:pt x="126019" y="41798"/>
                  <a:pt x="123008" y="39249"/>
                </a:cubicBezTo>
                <a:cubicBezTo>
                  <a:pt x="119996" y="36700"/>
                  <a:pt x="116356" y="35426"/>
                  <a:pt x="112088" y="35426"/>
                </a:cubicBezTo>
                <a:cubicBezTo>
                  <a:pt x="105639" y="35426"/>
                  <a:pt x="100398" y="37727"/>
                  <a:pt x="96367" y="42328"/>
                </a:cubicBezTo>
                <a:cubicBezTo>
                  <a:pt x="92336" y="46928"/>
                  <a:pt x="90321" y="54207"/>
                  <a:pt x="90321" y="64165"/>
                </a:cubicBezTo>
                <a:cubicBezTo>
                  <a:pt x="90321" y="74264"/>
                  <a:pt x="92265" y="81603"/>
                  <a:pt x="96154" y="86181"/>
                </a:cubicBezTo>
                <a:cubicBezTo>
                  <a:pt x="100043" y="90758"/>
                  <a:pt x="105117" y="93046"/>
                  <a:pt x="111377" y="93046"/>
                </a:cubicBezTo>
                <a:cubicBezTo>
                  <a:pt x="116404" y="93046"/>
                  <a:pt x="120601" y="91510"/>
                  <a:pt x="123968" y="88440"/>
                </a:cubicBezTo>
                <a:cubicBezTo>
                  <a:pt x="127335" y="85369"/>
                  <a:pt x="129469" y="80644"/>
                  <a:pt x="130370" y="74266"/>
                </a:cubicBezTo>
                <a:close/>
                <a:moveTo>
                  <a:pt x="149150" y="64236"/>
                </a:moveTo>
                <a:cubicBezTo>
                  <a:pt x="149150" y="50246"/>
                  <a:pt x="153039" y="39884"/>
                  <a:pt x="160816" y="33149"/>
                </a:cubicBezTo>
                <a:cubicBezTo>
                  <a:pt x="167313" y="27553"/>
                  <a:pt x="175233" y="24755"/>
                  <a:pt x="184576" y="24755"/>
                </a:cubicBezTo>
                <a:cubicBezTo>
                  <a:pt x="194962" y="24755"/>
                  <a:pt x="203450" y="28158"/>
                  <a:pt x="210042" y="34963"/>
                </a:cubicBezTo>
                <a:cubicBezTo>
                  <a:pt x="216634" y="41769"/>
                  <a:pt x="219930" y="51170"/>
                  <a:pt x="219930" y="63169"/>
                </a:cubicBezTo>
                <a:cubicBezTo>
                  <a:pt x="219930" y="72891"/>
                  <a:pt x="218472" y="80538"/>
                  <a:pt x="215555" y="86110"/>
                </a:cubicBezTo>
                <a:cubicBezTo>
                  <a:pt x="212639" y="91682"/>
                  <a:pt x="208394" y="96010"/>
                  <a:pt x="202822" y="99092"/>
                </a:cubicBezTo>
                <a:cubicBezTo>
                  <a:pt x="197250" y="102175"/>
                  <a:pt x="191168" y="103716"/>
                  <a:pt x="184576" y="103716"/>
                </a:cubicBezTo>
                <a:cubicBezTo>
                  <a:pt x="174000" y="103716"/>
                  <a:pt x="165452" y="100325"/>
                  <a:pt x="158931" y="93544"/>
                </a:cubicBezTo>
                <a:cubicBezTo>
                  <a:pt x="152410" y="86762"/>
                  <a:pt x="149150" y="76993"/>
                  <a:pt x="149150" y="64236"/>
                </a:cubicBezTo>
                <a:moveTo>
                  <a:pt x="162310" y="64200"/>
                </a:moveTo>
                <a:cubicBezTo>
                  <a:pt x="162310" y="73839"/>
                  <a:pt x="164420" y="81056"/>
                  <a:pt x="168641" y="85852"/>
                </a:cubicBezTo>
                <a:cubicBezTo>
                  <a:pt x="172862" y="90648"/>
                  <a:pt x="178173" y="93046"/>
                  <a:pt x="184576" y="93046"/>
                </a:cubicBezTo>
                <a:cubicBezTo>
                  <a:pt x="190930" y="93046"/>
                  <a:pt x="196218" y="90636"/>
                  <a:pt x="200439" y="85817"/>
                </a:cubicBezTo>
                <a:cubicBezTo>
                  <a:pt x="204660" y="80997"/>
                  <a:pt x="206770" y="73650"/>
                  <a:pt x="206770" y="63776"/>
                </a:cubicBezTo>
                <a:cubicBezTo>
                  <a:pt x="206770" y="54467"/>
                  <a:pt x="204648" y="47415"/>
                  <a:pt x="200403" y="42619"/>
                </a:cubicBezTo>
                <a:cubicBezTo>
                  <a:pt x="196159" y="37824"/>
                  <a:pt x="190883" y="35426"/>
                  <a:pt x="184576" y="35426"/>
                </a:cubicBezTo>
                <a:cubicBezTo>
                  <a:pt x="178173" y="35426"/>
                  <a:pt x="172862" y="37812"/>
                  <a:pt x="168641" y="42584"/>
                </a:cubicBezTo>
                <a:cubicBezTo>
                  <a:pt x="164420" y="47356"/>
                  <a:pt x="162310" y="54561"/>
                  <a:pt x="162310" y="64200"/>
                </a:cubicBezTo>
                <a:close/>
                <a:moveTo>
                  <a:pt x="234918" y="102009"/>
                </a:moveTo>
                <a:lnTo>
                  <a:pt x="234918" y="26463"/>
                </a:lnTo>
                <a:lnTo>
                  <a:pt x="246371" y="26463"/>
                </a:lnTo>
                <a:lnTo>
                  <a:pt x="246371" y="36991"/>
                </a:lnTo>
                <a:cubicBezTo>
                  <a:pt x="248742" y="33312"/>
                  <a:pt x="251895" y="30354"/>
                  <a:pt x="255832" y="28114"/>
                </a:cubicBezTo>
                <a:cubicBezTo>
                  <a:pt x="259768" y="25875"/>
                  <a:pt x="264249" y="24755"/>
                  <a:pt x="269276" y="24755"/>
                </a:cubicBezTo>
                <a:cubicBezTo>
                  <a:pt x="274872" y="24755"/>
                  <a:pt x="279461" y="25911"/>
                  <a:pt x="283041" y="28223"/>
                </a:cubicBezTo>
                <a:cubicBezTo>
                  <a:pt x="286622" y="30534"/>
                  <a:pt x="289147" y="33764"/>
                  <a:pt x="290617" y="37915"/>
                </a:cubicBezTo>
                <a:cubicBezTo>
                  <a:pt x="296593" y="29142"/>
                  <a:pt x="304370" y="24755"/>
                  <a:pt x="313950" y="24755"/>
                </a:cubicBezTo>
                <a:cubicBezTo>
                  <a:pt x="321443" y="24755"/>
                  <a:pt x="327205" y="26830"/>
                  <a:pt x="331236" y="30980"/>
                </a:cubicBezTo>
                <a:cubicBezTo>
                  <a:pt x="335267" y="35129"/>
                  <a:pt x="337282" y="41520"/>
                  <a:pt x="337282" y="50151"/>
                </a:cubicBezTo>
                <a:lnTo>
                  <a:pt x="337282" y="102009"/>
                </a:lnTo>
                <a:lnTo>
                  <a:pt x="324549" y="102009"/>
                </a:lnTo>
                <a:lnTo>
                  <a:pt x="324549" y="54368"/>
                </a:lnTo>
                <a:cubicBezTo>
                  <a:pt x="324549" y="49240"/>
                  <a:pt x="324134" y="45549"/>
                  <a:pt x="323304" y="43295"/>
                </a:cubicBezTo>
                <a:cubicBezTo>
                  <a:pt x="322474" y="41040"/>
                  <a:pt x="320968" y="39223"/>
                  <a:pt x="318787" y="37847"/>
                </a:cubicBezTo>
                <a:cubicBezTo>
                  <a:pt x="316605" y="36470"/>
                  <a:pt x="314045" y="35781"/>
                  <a:pt x="311104" y="35781"/>
                </a:cubicBezTo>
                <a:cubicBezTo>
                  <a:pt x="305793" y="35781"/>
                  <a:pt x="301382" y="37550"/>
                  <a:pt x="297873" y="41088"/>
                </a:cubicBezTo>
                <a:cubicBezTo>
                  <a:pt x="294364" y="44624"/>
                  <a:pt x="292609" y="50285"/>
                  <a:pt x="292609" y="58071"/>
                </a:cubicBezTo>
                <a:lnTo>
                  <a:pt x="292609" y="102009"/>
                </a:lnTo>
                <a:lnTo>
                  <a:pt x="279804" y="102009"/>
                </a:lnTo>
                <a:lnTo>
                  <a:pt x="279804" y="52872"/>
                </a:lnTo>
                <a:cubicBezTo>
                  <a:pt x="279804" y="47175"/>
                  <a:pt x="278761" y="42902"/>
                  <a:pt x="276674" y="40054"/>
                </a:cubicBezTo>
                <a:cubicBezTo>
                  <a:pt x="274588" y="37206"/>
                  <a:pt x="271173" y="35781"/>
                  <a:pt x="266431" y="35781"/>
                </a:cubicBezTo>
                <a:cubicBezTo>
                  <a:pt x="262827" y="35781"/>
                  <a:pt x="259495" y="36731"/>
                  <a:pt x="256436" y="38631"/>
                </a:cubicBezTo>
                <a:cubicBezTo>
                  <a:pt x="253377" y="40530"/>
                  <a:pt x="251160" y="43307"/>
                  <a:pt x="249785" y="46963"/>
                </a:cubicBezTo>
                <a:cubicBezTo>
                  <a:pt x="248410" y="50618"/>
                  <a:pt x="247722" y="55887"/>
                  <a:pt x="247722" y="62771"/>
                </a:cubicBezTo>
                <a:lnTo>
                  <a:pt x="247722" y="102009"/>
                </a:lnTo>
                <a:lnTo>
                  <a:pt x="234918" y="102009"/>
                </a:lnTo>
                <a:close/>
                <a:moveTo>
                  <a:pt x="356275" y="131032"/>
                </a:moveTo>
                <a:lnTo>
                  <a:pt x="356275" y="26463"/>
                </a:lnTo>
                <a:lnTo>
                  <a:pt x="367941" y="26463"/>
                </a:lnTo>
                <a:lnTo>
                  <a:pt x="367941" y="36208"/>
                </a:lnTo>
                <a:cubicBezTo>
                  <a:pt x="370691" y="32391"/>
                  <a:pt x="373798" y="29527"/>
                  <a:pt x="377260" y="27619"/>
                </a:cubicBezTo>
                <a:cubicBezTo>
                  <a:pt x="380722" y="25710"/>
                  <a:pt x="384919" y="24755"/>
                  <a:pt x="389851" y="24755"/>
                </a:cubicBezTo>
                <a:cubicBezTo>
                  <a:pt x="396300" y="24755"/>
                  <a:pt x="401991" y="26415"/>
                  <a:pt x="406923" y="29735"/>
                </a:cubicBezTo>
                <a:cubicBezTo>
                  <a:pt x="411855" y="33055"/>
                  <a:pt x="415578" y="37738"/>
                  <a:pt x="418092" y="43784"/>
                </a:cubicBezTo>
                <a:cubicBezTo>
                  <a:pt x="420605" y="49831"/>
                  <a:pt x="421862" y="56458"/>
                  <a:pt x="421862" y="63667"/>
                </a:cubicBezTo>
                <a:cubicBezTo>
                  <a:pt x="421862" y="71397"/>
                  <a:pt x="420475" y="78356"/>
                  <a:pt x="417700" y="84545"/>
                </a:cubicBezTo>
                <a:cubicBezTo>
                  <a:pt x="414926" y="90734"/>
                  <a:pt x="410895" y="95476"/>
                  <a:pt x="405607" y="98772"/>
                </a:cubicBezTo>
                <a:cubicBezTo>
                  <a:pt x="400320" y="102068"/>
                  <a:pt x="394759" y="103716"/>
                  <a:pt x="388926" y="103716"/>
                </a:cubicBezTo>
                <a:cubicBezTo>
                  <a:pt x="384658" y="103716"/>
                  <a:pt x="380828" y="102803"/>
                  <a:pt x="377437" y="100978"/>
                </a:cubicBezTo>
                <a:cubicBezTo>
                  <a:pt x="374047" y="99150"/>
                  <a:pt x="371260" y="96843"/>
                  <a:pt x="369079" y="94055"/>
                </a:cubicBezTo>
                <a:lnTo>
                  <a:pt x="369079" y="131032"/>
                </a:lnTo>
                <a:lnTo>
                  <a:pt x="356275" y="131032"/>
                </a:lnTo>
                <a:moveTo>
                  <a:pt x="367870" y="64556"/>
                </a:moveTo>
                <a:cubicBezTo>
                  <a:pt x="367870" y="74266"/>
                  <a:pt x="369838" y="81442"/>
                  <a:pt x="373774" y="86083"/>
                </a:cubicBezTo>
                <a:cubicBezTo>
                  <a:pt x="377710" y="90725"/>
                  <a:pt x="382476" y="93046"/>
                  <a:pt x="388072" y="93046"/>
                </a:cubicBezTo>
                <a:cubicBezTo>
                  <a:pt x="393763" y="93046"/>
                  <a:pt x="398636" y="90642"/>
                  <a:pt x="402691" y="85834"/>
                </a:cubicBezTo>
                <a:cubicBezTo>
                  <a:pt x="406745" y="81027"/>
                  <a:pt x="408773" y="73578"/>
                  <a:pt x="408773" y="63489"/>
                </a:cubicBezTo>
                <a:cubicBezTo>
                  <a:pt x="408773" y="53874"/>
                  <a:pt x="406793" y="46674"/>
                  <a:pt x="402833" y="41890"/>
                </a:cubicBezTo>
                <a:cubicBezTo>
                  <a:pt x="398873" y="37106"/>
                  <a:pt x="394143" y="34714"/>
                  <a:pt x="388641" y="34714"/>
                </a:cubicBezTo>
                <a:cubicBezTo>
                  <a:pt x="383188" y="34714"/>
                  <a:pt x="378362" y="37260"/>
                  <a:pt x="374165" y="42353"/>
                </a:cubicBezTo>
                <a:cubicBezTo>
                  <a:pt x="369968" y="47445"/>
                  <a:pt x="367870" y="54846"/>
                  <a:pt x="367870" y="64556"/>
                </a:cubicBezTo>
                <a:close/>
                <a:moveTo>
                  <a:pt x="432510" y="64236"/>
                </a:moveTo>
                <a:cubicBezTo>
                  <a:pt x="432510" y="50246"/>
                  <a:pt x="436399" y="39884"/>
                  <a:pt x="444176" y="33149"/>
                </a:cubicBezTo>
                <a:cubicBezTo>
                  <a:pt x="450673" y="27553"/>
                  <a:pt x="458593" y="24755"/>
                  <a:pt x="467936" y="24755"/>
                </a:cubicBezTo>
                <a:cubicBezTo>
                  <a:pt x="478322" y="24755"/>
                  <a:pt x="486810" y="28158"/>
                  <a:pt x="493402" y="34963"/>
                </a:cubicBezTo>
                <a:cubicBezTo>
                  <a:pt x="499994" y="41769"/>
                  <a:pt x="503290" y="51170"/>
                  <a:pt x="503290" y="63169"/>
                </a:cubicBezTo>
                <a:cubicBezTo>
                  <a:pt x="503290" y="72891"/>
                  <a:pt x="501832" y="80538"/>
                  <a:pt x="498915" y="86110"/>
                </a:cubicBezTo>
                <a:cubicBezTo>
                  <a:pt x="495999" y="91682"/>
                  <a:pt x="491754" y="96010"/>
                  <a:pt x="486182" y="99092"/>
                </a:cubicBezTo>
                <a:cubicBezTo>
                  <a:pt x="480610" y="102175"/>
                  <a:pt x="474528" y="103716"/>
                  <a:pt x="467936" y="103716"/>
                </a:cubicBezTo>
                <a:cubicBezTo>
                  <a:pt x="457360" y="103716"/>
                  <a:pt x="448812" y="100325"/>
                  <a:pt x="442291" y="93544"/>
                </a:cubicBezTo>
                <a:cubicBezTo>
                  <a:pt x="435770" y="86762"/>
                  <a:pt x="432510" y="76993"/>
                  <a:pt x="432510" y="64236"/>
                </a:cubicBezTo>
                <a:moveTo>
                  <a:pt x="445670" y="64200"/>
                </a:moveTo>
                <a:cubicBezTo>
                  <a:pt x="445670" y="73839"/>
                  <a:pt x="447780" y="81056"/>
                  <a:pt x="452001" y="85852"/>
                </a:cubicBezTo>
                <a:cubicBezTo>
                  <a:pt x="456222" y="90648"/>
                  <a:pt x="461533" y="93046"/>
                  <a:pt x="467936" y="93046"/>
                </a:cubicBezTo>
                <a:cubicBezTo>
                  <a:pt x="474290" y="93046"/>
                  <a:pt x="479578" y="90636"/>
                  <a:pt x="483799" y="85817"/>
                </a:cubicBezTo>
                <a:cubicBezTo>
                  <a:pt x="488020" y="80997"/>
                  <a:pt x="490130" y="73650"/>
                  <a:pt x="490130" y="63776"/>
                </a:cubicBezTo>
                <a:cubicBezTo>
                  <a:pt x="490130" y="54467"/>
                  <a:pt x="488008" y="47415"/>
                  <a:pt x="483763" y="42619"/>
                </a:cubicBezTo>
                <a:cubicBezTo>
                  <a:pt x="479519" y="37824"/>
                  <a:pt x="474243" y="35426"/>
                  <a:pt x="467936" y="35426"/>
                </a:cubicBezTo>
                <a:cubicBezTo>
                  <a:pt x="461533" y="35426"/>
                  <a:pt x="456222" y="37812"/>
                  <a:pt x="452001" y="42584"/>
                </a:cubicBezTo>
                <a:cubicBezTo>
                  <a:pt x="447780" y="47356"/>
                  <a:pt x="445670" y="54561"/>
                  <a:pt x="445670" y="64200"/>
                </a:cubicBezTo>
                <a:close/>
                <a:moveTo>
                  <a:pt x="518278" y="102009"/>
                </a:moveTo>
                <a:lnTo>
                  <a:pt x="518278" y="26463"/>
                </a:lnTo>
                <a:lnTo>
                  <a:pt x="529802" y="26463"/>
                </a:lnTo>
                <a:lnTo>
                  <a:pt x="529802" y="37133"/>
                </a:lnTo>
                <a:cubicBezTo>
                  <a:pt x="535351" y="28881"/>
                  <a:pt x="543365" y="24755"/>
                  <a:pt x="553846" y="24755"/>
                </a:cubicBezTo>
                <a:cubicBezTo>
                  <a:pt x="558399" y="24755"/>
                  <a:pt x="562584" y="25573"/>
                  <a:pt x="566401" y="27210"/>
                </a:cubicBezTo>
                <a:cubicBezTo>
                  <a:pt x="570219" y="28846"/>
                  <a:pt x="573076" y="30992"/>
                  <a:pt x="574973" y="33647"/>
                </a:cubicBezTo>
                <a:cubicBezTo>
                  <a:pt x="576870" y="36303"/>
                  <a:pt x="578198" y="39457"/>
                  <a:pt x="578957" y="43108"/>
                </a:cubicBezTo>
                <a:cubicBezTo>
                  <a:pt x="579431" y="45480"/>
                  <a:pt x="579668" y="49629"/>
                  <a:pt x="579668" y="55557"/>
                </a:cubicBezTo>
                <a:lnTo>
                  <a:pt x="579668" y="102009"/>
                </a:lnTo>
                <a:lnTo>
                  <a:pt x="566864" y="102009"/>
                </a:lnTo>
                <a:lnTo>
                  <a:pt x="566864" y="56006"/>
                </a:lnTo>
                <a:cubicBezTo>
                  <a:pt x="566864" y="50784"/>
                  <a:pt x="566366" y="46879"/>
                  <a:pt x="565370" y="44291"/>
                </a:cubicBezTo>
                <a:cubicBezTo>
                  <a:pt x="564374" y="41703"/>
                  <a:pt x="562607" y="39638"/>
                  <a:pt x="560070" y="38096"/>
                </a:cubicBezTo>
                <a:cubicBezTo>
                  <a:pt x="557533" y="36553"/>
                  <a:pt x="554557" y="35781"/>
                  <a:pt x="551143" y="35781"/>
                </a:cubicBezTo>
                <a:cubicBezTo>
                  <a:pt x="545689" y="35781"/>
                  <a:pt x="540982" y="37515"/>
                  <a:pt x="537022" y="40981"/>
                </a:cubicBezTo>
                <a:cubicBezTo>
                  <a:pt x="533062" y="44446"/>
                  <a:pt x="531082" y="51021"/>
                  <a:pt x="531082" y="60706"/>
                </a:cubicBezTo>
                <a:lnTo>
                  <a:pt x="531082" y="102009"/>
                </a:lnTo>
                <a:lnTo>
                  <a:pt x="518278" y="102009"/>
                </a:lnTo>
                <a:close/>
                <a:moveTo>
                  <a:pt x="650995" y="77680"/>
                </a:moveTo>
                <a:lnTo>
                  <a:pt x="664227" y="79317"/>
                </a:lnTo>
                <a:cubicBezTo>
                  <a:pt x="662140" y="87047"/>
                  <a:pt x="658275" y="93046"/>
                  <a:pt x="652631" y="97314"/>
                </a:cubicBezTo>
                <a:cubicBezTo>
                  <a:pt x="646988" y="101582"/>
                  <a:pt x="639780" y="103716"/>
                  <a:pt x="631006" y="103716"/>
                </a:cubicBezTo>
                <a:cubicBezTo>
                  <a:pt x="619956" y="103716"/>
                  <a:pt x="611195" y="100314"/>
                  <a:pt x="604721" y="93508"/>
                </a:cubicBezTo>
                <a:cubicBezTo>
                  <a:pt x="598248" y="86703"/>
                  <a:pt x="595011" y="77159"/>
                  <a:pt x="595011" y="64876"/>
                </a:cubicBezTo>
                <a:cubicBezTo>
                  <a:pt x="595011" y="52166"/>
                  <a:pt x="598284" y="42302"/>
                  <a:pt x="604828" y="35283"/>
                </a:cubicBezTo>
                <a:cubicBezTo>
                  <a:pt x="611373" y="28265"/>
                  <a:pt x="619861" y="24755"/>
                  <a:pt x="630295" y="24755"/>
                </a:cubicBezTo>
                <a:cubicBezTo>
                  <a:pt x="640396" y="24755"/>
                  <a:pt x="648648" y="28188"/>
                  <a:pt x="655050" y="35054"/>
                </a:cubicBezTo>
                <a:cubicBezTo>
                  <a:pt x="661452" y="41919"/>
                  <a:pt x="664653" y="51577"/>
                  <a:pt x="664653" y="64029"/>
                </a:cubicBezTo>
                <a:cubicBezTo>
                  <a:pt x="664653" y="64786"/>
                  <a:pt x="664630" y="65922"/>
                  <a:pt x="664582" y="67437"/>
                </a:cubicBezTo>
                <a:lnTo>
                  <a:pt x="608243" y="67437"/>
                </a:lnTo>
                <a:cubicBezTo>
                  <a:pt x="608717" y="75712"/>
                  <a:pt x="611064" y="82049"/>
                  <a:pt x="615285" y="86448"/>
                </a:cubicBezTo>
                <a:cubicBezTo>
                  <a:pt x="619506" y="90847"/>
                  <a:pt x="624770" y="93046"/>
                  <a:pt x="631077" y="93046"/>
                </a:cubicBezTo>
                <a:cubicBezTo>
                  <a:pt x="635772" y="93046"/>
                  <a:pt x="639780" y="91825"/>
                  <a:pt x="643099" y="89382"/>
                </a:cubicBezTo>
                <a:cubicBezTo>
                  <a:pt x="646419" y="86939"/>
                  <a:pt x="649051" y="83038"/>
                  <a:pt x="650995" y="77680"/>
                </a:cubicBezTo>
                <a:moveTo>
                  <a:pt x="608954" y="56767"/>
                </a:moveTo>
                <a:lnTo>
                  <a:pt x="651138" y="56767"/>
                </a:lnTo>
                <a:cubicBezTo>
                  <a:pt x="650568" y="50515"/>
                  <a:pt x="648956" y="45827"/>
                  <a:pt x="646300" y="42702"/>
                </a:cubicBezTo>
                <a:cubicBezTo>
                  <a:pt x="642222" y="37851"/>
                  <a:pt x="636934" y="35426"/>
                  <a:pt x="630437" y="35426"/>
                </a:cubicBezTo>
                <a:cubicBezTo>
                  <a:pt x="624556" y="35426"/>
                  <a:pt x="619612" y="37362"/>
                  <a:pt x="615605" y="41234"/>
                </a:cubicBezTo>
                <a:cubicBezTo>
                  <a:pt x="611598" y="45105"/>
                  <a:pt x="609381" y="50283"/>
                  <a:pt x="608954" y="56767"/>
                </a:cubicBezTo>
                <a:close/>
                <a:moveTo>
                  <a:pt x="680281" y="102009"/>
                </a:moveTo>
                <a:lnTo>
                  <a:pt x="680281" y="26463"/>
                </a:lnTo>
                <a:lnTo>
                  <a:pt x="691805" y="26463"/>
                </a:lnTo>
                <a:lnTo>
                  <a:pt x="691805" y="37133"/>
                </a:lnTo>
                <a:cubicBezTo>
                  <a:pt x="697354" y="28881"/>
                  <a:pt x="705368" y="24755"/>
                  <a:pt x="715849" y="24755"/>
                </a:cubicBezTo>
                <a:cubicBezTo>
                  <a:pt x="720402" y="24755"/>
                  <a:pt x="724587" y="25573"/>
                  <a:pt x="728404" y="27210"/>
                </a:cubicBezTo>
                <a:cubicBezTo>
                  <a:pt x="732222" y="28846"/>
                  <a:pt x="735079" y="30992"/>
                  <a:pt x="736976" y="33647"/>
                </a:cubicBezTo>
                <a:cubicBezTo>
                  <a:pt x="738873" y="36303"/>
                  <a:pt x="740201" y="39457"/>
                  <a:pt x="740960" y="43108"/>
                </a:cubicBezTo>
                <a:cubicBezTo>
                  <a:pt x="741434" y="45480"/>
                  <a:pt x="741671" y="49629"/>
                  <a:pt x="741671" y="55557"/>
                </a:cubicBezTo>
                <a:lnTo>
                  <a:pt x="741671" y="102009"/>
                </a:lnTo>
                <a:lnTo>
                  <a:pt x="728867" y="102009"/>
                </a:lnTo>
                <a:lnTo>
                  <a:pt x="728867" y="56006"/>
                </a:lnTo>
                <a:cubicBezTo>
                  <a:pt x="728867" y="50784"/>
                  <a:pt x="728369" y="46879"/>
                  <a:pt x="727373" y="44291"/>
                </a:cubicBezTo>
                <a:cubicBezTo>
                  <a:pt x="726377" y="41703"/>
                  <a:pt x="724611" y="39638"/>
                  <a:pt x="722073" y="38096"/>
                </a:cubicBezTo>
                <a:cubicBezTo>
                  <a:pt x="719536" y="36553"/>
                  <a:pt x="716560" y="35781"/>
                  <a:pt x="713146" y="35781"/>
                </a:cubicBezTo>
                <a:cubicBezTo>
                  <a:pt x="707692" y="35781"/>
                  <a:pt x="702985" y="37515"/>
                  <a:pt x="699025" y="40981"/>
                </a:cubicBezTo>
                <a:cubicBezTo>
                  <a:pt x="695065" y="44446"/>
                  <a:pt x="693085" y="51021"/>
                  <a:pt x="693085" y="60706"/>
                </a:cubicBezTo>
                <a:lnTo>
                  <a:pt x="693085" y="102009"/>
                </a:lnTo>
                <a:lnTo>
                  <a:pt x="680281" y="102009"/>
                </a:lnTo>
                <a:close/>
                <a:moveTo>
                  <a:pt x="789239" y="90698"/>
                </a:moveTo>
                <a:lnTo>
                  <a:pt x="791089" y="102009"/>
                </a:lnTo>
                <a:cubicBezTo>
                  <a:pt x="787484" y="102673"/>
                  <a:pt x="784259" y="103005"/>
                  <a:pt x="781414" y="103005"/>
                </a:cubicBezTo>
                <a:cubicBezTo>
                  <a:pt x="776766" y="103005"/>
                  <a:pt x="773162" y="102270"/>
                  <a:pt x="770601" y="100800"/>
                </a:cubicBezTo>
                <a:cubicBezTo>
                  <a:pt x="768040" y="99330"/>
                  <a:pt x="766238" y="97397"/>
                  <a:pt x="765195" y="95002"/>
                </a:cubicBezTo>
                <a:cubicBezTo>
                  <a:pt x="764152" y="92607"/>
                  <a:pt x="763630" y="87568"/>
                  <a:pt x="763630" y="79886"/>
                </a:cubicBezTo>
                <a:lnTo>
                  <a:pt x="763630" y="36422"/>
                </a:lnTo>
                <a:lnTo>
                  <a:pt x="754240" y="36422"/>
                </a:lnTo>
                <a:lnTo>
                  <a:pt x="754240" y="26463"/>
                </a:lnTo>
                <a:lnTo>
                  <a:pt x="763630" y="26463"/>
                </a:lnTo>
                <a:lnTo>
                  <a:pt x="763630" y="7703"/>
                </a:lnTo>
                <a:lnTo>
                  <a:pt x="776363" y="0"/>
                </a:lnTo>
                <a:lnTo>
                  <a:pt x="776363" y="26463"/>
                </a:lnTo>
                <a:lnTo>
                  <a:pt x="789239" y="26463"/>
                </a:lnTo>
                <a:lnTo>
                  <a:pt x="789239" y="36422"/>
                </a:lnTo>
                <a:lnTo>
                  <a:pt x="776363" y="36422"/>
                </a:lnTo>
                <a:lnTo>
                  <a:pt x="776363" y="80597"/>
                </a:lnTo>
                <a:cubicBezTo>
                  <a:pt x="776363" y="84249"/>
                  <a:pt x="776589" y="86596"/>
                  <a:pt x="777039" y="87640"/>
                </a:cubicBezTo>
                <a:cubicBezTo>
                  <a:pt x="777490" y="88683"/>
                  <a:pt x="778225" y="89513"/>
                  <a:pt x="779244" y="90129"/>
                </a:cubicBezTo>
                <a:cubicBezTo>
                  <a:pt x="780264" y="90746"/>
                  <a:pt x="781722" y="91054"/>
                  <a:pt x="783619" y="91054"/>
                </a:cubicBezTo>
                <a:cubicBezTo>
                  <a:pt x="785042" y="91054"/>
                  <a:pt x="786915" y="90935"/>
                  <a:pt x="789239" y="90698"/>
                </a:cubicBezTo>
                <a:close/>
                <a:moveTo>
                  <a:pt x="848644" y="64449"/>
                </a:moveTo>
                <a:lnTo>
                  <a:pt x="830078" y="32011"/>
                </a:lnTo>
                <a:lnTo>
                  <a:pt x="840606" y="32011"/>
                </a:lnTo>
                <a:lnTo>
                  <a:pt x="863298" y="64449"/>
                </a:lnTo>
                <a:lnTo>
                  <a:pt x="840606" y="96887"/>
                </a:lnTo>
                <a:lnTo>
                  <a:pt x="830149" y="96887"/>
                </a:lnTo>
                <a:lnTo>
                  <a:pt x="848644" y="64449"/>
                </a:lnTo>
                <a:moveTo>
                  <a:pt x="821115" y="64449"/>
                </a:moveTo>
                <a:lnTo>
                  <a:pt x="802335" y="32011"/>
                </a:lnTo>
                <a:lnTo>
                  <a:pt x="813076" y="32011"/>
                </a:lnTo>
                <a:lnTo>
                  <a:pt x="835413" y="64449"/>
                </a:lnTo>
                <a:lnTo>
                  <a:pt x="813076" y="96887"/>
                </a:lnTo>
                <a:lnTo>
                  <a:pt x="802335" y="96887"/>
                </a:lnTo>
                <a:lnTo>
                  <a:pt x="821115" y="64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Function_B2">
            <a:extLst xmlns:a="http://schemas.openxmlformats.org/drawingml/2006/main">
              <a:ext uri="{FF2B5EF4-FFF2-40B4-BE49-F238E27FC236}">
                <a16:creationId xmlns:a16="http://schemas.microsoft.com/office/drawing/2014/main" id="{8FBD98C7-FA2D-42A1-AB84-8D3B72A1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408" y="1806084"/>
            <a:ext cx="864231" cy="133593"/>
          </a:xfrm>
          <a:custGeom xmlns:a="http://schemas.openxmlformats.org/drawingml/2006/main">
            <a:pathLst>
              <a:path w="864231" h="133593">
                <a:moveTo>
                  <a:pt x="0" y="104712"/>
                </a:moveTo>
                <a:lnTo>
                  <a:pt x="0" y="427"/>
                </a:lnTo>
                <a:lnTo>
                  <a:pt x="71492" y="427"/>
                </a:lnTo>
                <a:lnTo>
                  <a:pt x="71492" y="18069"/>
                </a:lnTo>
                <a:lnTo>
                  <a:pt x="21056" y="18069"/>
                </a:lnTo>
                <a:lnTo>
                  <a:pt x="21056" y="42682"/>
                </a:lnTo>
                <a:lnTo>
                  <a:pt x="64591" y="42682"/>
                </a:lnTo>
                <a:lnTo>
                  <a:pt x="64591" y="60323"/>
                </a:lnTo>
                <a:lnTo>
                  <a:pt x="21056" y="60323"/>
                </a:lnTo>
                <a:lnTo>
                  <a:pt x="21056" y="104712"/>
                </a:lnTo>
                <a:lnTo>
                  <a:pt x="0" y="104712"/>
                </a:lnTo>
                <a:close/>
                <a:moveTo>
                  <a:pt x="138454" y="104712"/>
                </a:moveTo>
                <a:lnTo>
                  <a:pt x="138454" y="93402"/>
                </a:lnTo>
                <a:cubicBezTo>
                  <a:pt x="135703" y="97433"/>
                  <a:pt x="132087" y="100610"/>
                  <a:pt x="127606" y="102934"/>
                </a:cubicBezTo>
                <a:cubicBezTo>
                  <a:pt x="123124" y="105258"/>
                  <a:pt x="118394" y="106419"/>
                  <a:pt x="113414" y="106419"/>
                </a:cubicBezTo>
                <a:cubicBezTo>
                  <a:pt x="108340" y="106419"/>
                  <a:pt x="103787" y="105305"/>
                  <a:pt x="99756" y="103076"/>
                </a:cubicBezTo>
                <a:cubicBezTo>
                  <a:pt x="95725" y="100847"/>
                  <a:pt x="92808" y="97717"/>
                  <a:pt x="91006" y="93686"/>
                </a:cubicBezTo>
                <a:cubicBezTo>
                  <a:pt x="89204" y="89655"/>
                  <a:pt x="88303" y="84083"/>
                  <a:pt x="88303" y="76969"/>
                </a:cubicBezTo>
                <a:lnTo>
                  <a:pt x="88303" y="29166"/>
                </a:lnTo>
                <a:lnTo>
                  <a:pt x="108292" y="29166"/>
                </a:lnTo>
                <a:lnTo>
                  <a:pt x="108292" y="63800"/>
                </a:lnTo>
                <a:cubicBezTo>
                  <a:pt x="108292" y="74399"/>
                  <a:pt x="108660" y="80893"/>
                  <a:pt x="109395" y="83282"/>
                </a:cubicBezTo>
                <a:cubicBezTo>
                  <a:pt x="110130" y="85671"/>
                  <a:pt x="111470" y="87564"/>
                  <a:pt x="113414" y="88960"/>
                </a:cubicBezTo>
                <a:cubicBezTo>
                  <a:pt x="115359" y="90356"/>
                  <a:pt x="117825" y="91054"/>
                  <a:pt x="120812" y="91054"/>
                </a:cubicBezTo>
                <a:cubicBezTo>
                  <a:pt x="124227" y="91054"/>
                  <a:pt x="127286" y="90120"/>
                  <a:pt x="129989" y="88251"/>
                </a:cubicBezTo>
                <a:cubicBezTo>
                  <a:pt x="132692" y="86382"/>
                  <a:pt x="134542" y="84063"/>
                  <a:pt x="135537" y="81295"/>
                </a:cubicBezTo>
                <a:cubicBezTo>
                  <a:pt x="136533" y="78527"/>
                  <a:pt x="137031" y="71749"/>
                  <a:pt x="137031" y="60961"/>
                </a:cubicBezTo>
                <a:lnTo>
                  <a:pt x="137031" y="29166"/>
                </a:lnTo>
                <a:lnTo>
                  <a:pt x="157021" y="29166"/>
                </a:lnTo>
                <a:lnTo>
                  <a:pt x="157021" y="104712"/>
                </a:lnTo>
                <a:lnTo>
                  <a:pt x="138454" y="104712"/>
                </a:lnTo>
                <a:close/>
                <a:moveTo>
                  <a:pt x="246462" y="104712"/>
                </a:moveTo>
                <a:lnTo>
                  <a:pt x="226472" y="104712"/>
                </a:lnTo>
                <a:lnTo>
                  <a:pt x="226472" y="66201"/>
                </a:lnTo>
                <a:cubicBezTo>
                  <a:pt x="226472" y="58053"/>
                  <a:pt x="226046" y="52783"/>
                  <a:pt x="225192" y="50391"/>
                </a:cubicBezTo>
                <a:cubicBezTo>
                  <a:pt x="224338" y="47999"/>
                  <a:pt x="222951" y="46140"/>
                  <a:pt x="221031" y="44813"/>
                </a:cubicBezTo>
                <a:cubicBezTo>
                  <a:pt x="219110" y="43487"/>
                  <a:pt x="216798" y="42824"/>
                  <a:pt x="214095" y="42824"/>
                </a:cubicBezTo>
                <a:cubicBezTo>
                  <a:pt x="210633" y="42824"/>
                  <a:pt x="207527" y="43772"/>
                  <a:pt x="204776" y="45667"/>
                </a:cubicBezTo>
                <a:cubicBezTo>
                  <a:pt x="202025" y="47561"/>
                  <a:pt x="200140" y="50072"/>
                  <a:pt x="199121" y="53199"/>
                </a:cubicBezTo>
                <a:cubicBezTo>
                  <a:pt x="198101" y="56324"/>
                  <a:pt x="197591" y="62103"/>
                  <a:pt x="197591" y="70536"/>
                </a:cubicBezTo>
                <a:lnTo>
                  <a:pt x="197591" y="104712"/>
                </a:lnTo>
                <a:lnTo>
                  <a:pt x="177602" y="104712"/>
                </a:lnTo>
                <a:lnTo>
                  <a:pt x="177602" y="29166"/>
                </a:lnTo>
                <a:lnTo>
                  <a:pt x="196168" y="29166"/>
                </a:lnTo>
                <a:lnTo>
                  <a:pt x="196168" y="40263"/>
                </a:lnTo>
                <a:cubicBezTo>
                  <a:pt x="202760" y="31727"/>
                  <a:pt x="211060" y="27458"/>
                  <a:pt x="221066" y="27458"/>
                </a:cubicBezTo>
                <a:cubicBezTo>
                  <a:pt x="225477" y="27458"/>
                  <a:pt x="229508" y="28253"/>
                  <a:pt x="233159" y="29842"/>
                </a:cubicBezTo>
                <a:cubicBezTo>
                  <a:pt x="236811" y="31430"/>
                  <a:pt x="239573" y="33458"/>
                  <a:pt x="241447" y="35924"/>
                </a:cubicBezTo>
                <a:cubicBezTo>
                  <a:pt x="243320" y="38390"/>
                  <a:pt x="244624" y="41188"/>
                  <a:pt x="245359" y="44318"/>
                </a:cubicBezTo>
                <a:cubicBezTo>
                  <a:pt x="246094" y="47448"/>
                  <a:pt x="246462" y="51929"/>
                  <a:pt x="246462" y="57762"/>
                </a:cubicBezTo>
                <a:lnTo>
                  <a:pt x="246462" y="104712"/>
                </a:lnTo>
                <a:close/>
                <a:moveTo>
                  <a:pt x="332630" y="51502"/>
                </a:moveTo>
                <a:lnTo>
                  <a:pt x="312926" y="55059"/>
                </a:lnTo>
                <a:cubicBezTo>
                  <a:pt x="312262" y="51147"/>
                  <a:pt x="310756" y="48201"/>
                  <a:pt x="308409" y="46221"/>
                </a:cubicBezTo>
                <a:cubicBezTo>
                  <a:pt x="306061" y="44241"/>
                  <a:pt x="303014" y="43251"/>
                  <a:pt x="299268" y="43251"/>
                </a:cubicBezTo>
                <a:cubicBezTo>
                  <a:pt x="294288" y="43251"/>
                  <a:pt x="290316" y="44965"/>
                  <a:pt x="287352" y="48392"/>
                </a:cubicBezTo>
                <a:cubicBezTo>
                  <a:pt x="284388" y="51820"/>
                  <a:pt x="282906" y="57553"/>
                  <a:pt x="282906" y="65590"/>
                </a:cubicBezTo>
                <a:cubicBezTo>
                  <a:pt x="282906" y="74526"/>
                  <a:pt x="284412" y="80839"/>
                  <a:pt x="287424" y="84527"/>
                </a:cubicBezTo>
                <a:cubicBezTo>
                  <a:pt x="290435" y="88215"/>
                  <a:pt x="294478" y="90058"/>
                  <a:pt x="299552" y="90058"/>
                </a:cubicBezTo>
                <a:cubicBezTo>
                  <a:pt x="303346" y="90058"/>
                  <a:pt x="306452" y="88979"/>
                  <a:pt x="308871" y="86821"/>
                </a:cubicBezTo>
                <a:cubicBezTo>
                  <a:pt x="311290" y="84664"/>
                  <a:pt x="312997" y="80953"/>
                  <a:pt x="313993" y="75689"/>
                </a:cubicBezTo>
                <a:lnTo>
                  <a:pt x="333626" y="79103"/>
                </a:lnTo>
                <a:cubicBezTo>
                  <a:pt x="331587" y="88114"/>
                  <a:pt x="327675" y="94919"/>
                  <a:pt x="321889" y="99519"/>
                </a:cubicBezTo>
                <a:cubicBezTo>
                  <a:pt x="316103" y="104119"/>
                  <a:pt x="308349" y="106419"/>
                  <a:pt x="298627" y="106419"/>
                </a:cubicBezTo>
                <a:cubicBezTo>
                  <a:pt x="287578" y="106419"/>
                  <a:pt x="278769" y="102934"/>
                  <a:pt x="272200" y="95962"/>
                </a:cubicBezTo>
                <a:cubicBezTo>
                  <a:pt x="265632" y="88991"/>
                  <a:pt x="262348" y="79340"/>
                  <a:pt x="262348" y="67010"/>
                </a:cubicBezTo>
                <a:cubicBezTo>
                  <a:pt x="262348" y="54538"/>
                  <a:pt x="265644" y="44828"/>
                  <a:pt x="272236" y="37880"/>
                </a:cubicBezTo>
                <a:cubicBezTo>
                  <a:pt x="278828" y="30932"/>
                  <a:pt x="287744" y="27458"/>
                  <a:pt x="298983" y="27458"/>
                </a:cubicBezTo>
                <a:cubicBezTo>
                  <a:pt x="308183" y="27458"/>
                  <a:pt x="315499" y="29438"/>
                  <a:pt x="320929" y="33398"/>
                </a:cubicBezTo>
                <a:cubicBezTo>
                  <a:pt x="326359" y="37358"/>
                  <a:pt x="330259" y="43393"/>
                  <a:pt x="332630" y="51502"/>
                </a:cubicBezTo>
                <a:close/>
                <a:moveTo>
                  <a:pt x="382403" y="29166"/>
                </a:moveTo>
                <a:lnTo>
                  <a:pt x="382403" y="45100"/>
                </a:lnTo>
                <a:lnTo>
                  <a:pt x="368745" y="45100"/>
                </a:lnTo>
                <a:lnTo>
                  <a:pt x="368745" y="75497"/>
                </a:lnTo>
                <a:cubicBezTo>
                  <a:pt x="368745" y="81654"/>
                  <a:pt x="368876" y="85241"/>
                  <a:pt x="369136" y="86259"/>
                </a:cubicBezTo>
                <a:cubicBezTo>
                  <a:pt x="369397" y="87276"/>
                  <a:pt x="369990" y="88116"/>
                  <a:pt x="370915" y="88780"/>
                </a:cubicBezTo>
                <a:cubicBezTo>
                  <a:pt x="371840" y="89442"/>
                  <a:pt x="372966" y="89774"/>
                  <a:pt x="374294" y="89774"/>
                </a:cubicBezTo>
                <a:cubicBezTo>
                  <a:pt x="376143" y="89774"/>
                  <a:pt x="378823" y="89133"/>
                  <a:pt x="382332" y="87853"/>
                </a:cubicBezTo>
                <a:lnTo>
                  <a:pt x="384039" y="103418"/>
                </a:lnTo>
                <a:cubicBezTo>
                  <a:pt x="379392" y="105419"/>
                  <a:pt x="374128" y="106419"/>
                  <a:pt x="368247" y="106419"/>
                </a:cubicBezTo>
                <a:cubicBezTo>
                  <a:pt x="364643" y="106419"/>
                  <a:pt x="361394" y="105815"/>
                  <a:pt x="358502" y="104605"/>
                </a:cubicBezTo>
                <a:cubicBezTo>
                  <a:pt x="355609" y="103396"/>
                  <a:pt x="353487" y="101831"/>
                  <a:pt x="352135" y="99910"/>
                </a:cubicBezTo>
                <a:cubicBezTo>
                  <a:pt x="350783" y="97990"/>
                  <a:pt x="349847" y="95393"/>
                  <a:pt x="349325" y="92121"/>
                </a:cubicBezTo>
                <a:cubicBezTo>
                  <a:pt x="348898" y="89797"/>
                  <a:pt x="348685" y="85102"/>
                  <a:pt x="348685" y="78036"/>
                </a:cubicBezTo>
                <a:lnTo>
                  <a:pt x="348685" y="45100"/>
                </a:lnTo>
                <a:lnTo>
                  <a:pt x="339508" y="45100"/>
                </a:lnTo>
                <a:lnTo>
                  <a:pt x="339508" y="29166"/>
                </a:lnTo>
                <a:lnTo>
                  <a:pt x="348685" y="29166"/>
                </a:lnTo>
                <a:lnTo>
                  <a:pt x="348685" y="14085"/>
                </a:lnTo>
                <a:lnTo>
                  <a:pt x="368745" y="2276"/>
                </a:lnTo>
                <a:lnTo>
                  <a:pt x="368745" y="29166"/>
                </a:lnTo>
                <a:lnTo>
                  <a:pt x="382403" y="29166"/>
                </a:lnTo>
                <a:close/>
                <a:moveTo>
                  <a:pt x="396274" y="18922"/>
                </a:moveTo>
                <a:lnTo>
                  <a:pt x="396274" y="427"/>
                </a:lnTo>
                <a:lnTo>
                  <a:pt x="416263" y="427"/>
                </a:lnTo>
                <a:lnTo>
                  <a:pt x="416263" y="18922"/>
                </a:lnTo>
                <a:lnTo>
                  <a:pt x="396274" y="18922"/>
                </a:lnTo>
                <a:moveTo>
                  <a:pt x="396274" y="104712"/>
                </a:moveTo>
                <a:lnTo>
                  <a:pt x="396274" y="29166"/>
                </a:lnTo>
                <a:lnTo>
                  <a:pt x="416263" y="29166"/>
                </a:lnTo>
                <a:lnTo>
                  <a:pt x="416263" y="104712"/>
                </a:lnTo>
                <a:lnTo>
                  <a:pt x="396274" y="104712"/>
                </a:lnTo>
                <a:close/>
                <a:moveTo>
                  <a:pt x="432151" y="65872"/>
                </a:moveTo>
                <a:cubicBezTo>
                  <a:pt x="432151" y="59233"/>
                  <a:pt x="433787" y="52807"/>
                  <a:pt x="437059" y="46594"/>
                </a:cubicBezTo>
                <a:cubicBezTo>
                  <a:pt x="440331" y="40382"/>
                  <a:pt x="444967" y="35639"/>
                  <a:pt x="450966" y="32367"/>
                </a:cubicBezTo>
                <a:cubicBezTo>
                  <a:pt x="456965" y="29095"/>
                  <a:pt x="463664" y="27458"/>
                  <a:pt x="471062" y="27458"/>
                </a:cubicBezTo>
                <a:cubicBezTo>
                  <a:pt x="482491" y="27458"/>
                  <a:pt x="491858" y="31169"/>
                  <a:pt x="499161" y="38591"/>
                </a:cubicBezTo>
                <a:cubicBezTo>
                  <a:pt x="506464" y="46013"/>
                  <a:pt x="510116" y="55391"/>
                  <a:pt x="510116" y="66726"/>
                </a:cubicBezTo>
                <a:cubicBezTo>
                  <a:pt x="510116" y="78155"/>
                  <a:pt x="506429" y="87628"/>
                  <a:pt x="499054" y="95144"/>
                </a:cubicBezTo>
                <a:cubicBezTo>
                  <a:pt x="491680" y="102661"/>
                  <a:pt x="482396" y="106419"/>
                  <a:pt x="471204" y="106419"/>
                </a:cubicBezTo>
                <a:cubicBezTo>
                  <a:pt x="464280" y="106419"/>
                  <a:pt x="457677" y="104854"/>
                  <a:pt x="451393" y="101724"/>
                </a:cubicBezTo>
                <a:cubicBezTo>
                  <a:pt x="445109" y="98594"/>
                  <a:pt x="440331" y="94006"/>
                  <a:pt x="437059" y="87960"/>
                </a:cubicBezTo>
                <a:cubicBezTo>
                  <a:pt x="433787" y="81913"/>
                  <a:pt x="432151" y="74550"/>
                  <a:pt x="432151" y="65872"/>
                </a:cubicBezTo>
                <a:moveTo>
                  <a:pt x="452638" y="66939"/>
                </a:moveTo>
                <a:cubicBezTo>
                  <a:pt x="452638" y="74408"/>
                  <a:pt x="454416" y="80129"/>
                  <a:pt x="457973" y="84101"/>
                </a:cubicBezTo>
                <a:cubicBezTo>
                  <a:pt x="461530" y="88072"/>
                  <a:pt x="465917" y="90058"/>
                  <a:pt x="471133" y="90058"/>
                </a:cubicBezTo>
                <a:cubicBezTo>
                  <a:pt x="476350" y="90058"/>
                  <a:pt x="480725" y="88072"/>
                  <a:pt x="484258" y="84101"/>
                </a:cubicBezTo>
                <a:cubicBezTo>
                  <a:pt x="487791" y="80129"/>
                  <a:pt x="489557" y="74361"/>
                  <a:pt x="489557" y="66797"/>
                </a:cubicBezTo>
                <a:cubicBezTo>
                  <a:pt x="489557" y="59422"/>
                  <a:pt x="487791" y="53749"/>
                  <a:pt x="484258" y="49777"/>
                </a:cubicBezTo>
                <a:cubicBezTo>
                  <a:pt x="480725" y="45806"/>
                  <a:pt x="476350" y="43820"/>
                  <a:pt x="471133" y="43820"/>
                </a:cubicBezTo>
                <a:cubicBezTo>
                  <a:pt x="465917" y="43820"/>
                  <a:pt x="461530" y="45806"/>
                  <a:pt x="457973" y="49777"/>
                </a:cubicBezTo>
                <a:cubicBezTo>
                  <a:pt x="454416" y="53749"/>
                  <a:pt x="452638" y="59470"/>
                  <a:pt x="452638" y="66939"/>
                </a:cubicBezTo>
                <a:close/>
                <a:moveTo>
                  <a:pt x="594506" y="104712"/>
                </a:moveTo>
                <a:lnTo>
                  <a:pt x="574517" y="104712"/>
                </a:lnTo>
                <a:lnTo>
                  <a:pt x="574517" y="66201"/>
                </a:lnTo>
                <a:cubicBezTo>
                  <a:pt x="574517" y="58053"/>
                  <a:pt x="574090" y="52783"/>
                  <a:pt x="573237" y="50391"/>
                </a:cubicBezTo>
                <a:cubicBezTo>
                  <a:pt x="572383" y="47999"/>
                  <a:pt x="570996" y="46140"/>
                  <a:pt x="569075" y="44813"/>
                </a:cubicBezTo>
                <a:cubicBezTo>
                  <a:pt x="567154" y="43487"/>
                  <a:pt x="564843" y="42824"/>
                  <a:pt x="562139" y="42824"/>
                </a:cubicBezTo>
                <a:cubicBezTo>
                  <a:pt x="558677" y="42824"/>
                  <a:pt x="555571" y="43772"/>
                  <a:pt x="552821" y="45667"/>
                </a:cubicBezTo>
                <a:cubicBezTo>
                  <a:pt x="550070" y="47561"/>
                  <a:pt x="548185" y="50072"/>
                  <a:pt x="547165" y="53199"/>
                </a:cubicBezTo>
                <a:cubicBezTo>
                  <a:pt x="546146" y="56324"/>
                  <a:pt x="545636" y="62103"/>
                  <a:pt x="545636" y="70536"/>
                </a:cubicBezTo>
                <a:lnTo>
                  <a:pt x="545636" y="104712"/>
                </a:lnTo>
                <a:lnTo>
                  <a:pt x="525647" y="104712"/>
                </a:lnTo>
                <a:lnTo>
                  <a:pt x="525647" y="29166"/>
                </a:lnTo>
                <a:lnTo>
                  <a:pt x="544213" y="29166"/>
                </a:lnTo>
                <a:lnTo>
                  <a:pt x="544213" y="40263"/>
                </a:lnTo>
                <a:cubicBezTo>
                  <a:pt x="550805" y="31727"/>
                  <a:pt x="559104" y="27458"/>
                  <a:pt x="569111" y="27458"/>
                </a:cubicBezTo>
                <a:cubicBezTo>
                  <a:pt x="573521" y="27458"/>
                  <a:pt x="577552" y="28253"/>
                  <a:pt x="581204" y="29842"/>
                </a:cubicBezTo>
                <a:cubicBezTo>
                  <a:pt x="584855" y="31430"/>
                  <a:pt x="587618" y="33458"/>
                  <a:pt x="589491" y="35924"/>
                </a:cubicBezTo>
                <a:cubicBezTo>
                  <a:pt x="591364" y="38390"/>
                  <a:pt x="592669" y="41188"/>
                  <a:pt x="593404" y="44318"/>
                </a:cubicBezTo>
                <a:cubicBezTo>
                  <a:pt x="594139" y="47448"/>
                  <a:pt x="594506" y="51929"/>
                  <a:pt x="594506" y="57762"/>
                </a:cubicBezTo>
                <a:lnTo>
                  <a:pt x="594506" y="104712"/>
                </a:lnTo>
                <a:close/>
                <a:moveTo>
                  <a:pt x="602995" y="133593"/>
                </a:moveTo>
                <a:lnTo>
                  <a:pt x="602995" y="120504"/>
                </a:lnTo>
                <a:lnTo>
                  <a:pt x="686081" y="120504"/>
                </a:lnTo>
                <a:lnTo>
                  <a:pt x="686081" y="133593"/>
                </a:lnTo>
                <a:lnTo>
                  <a:pt x="602995" y="133593"/>
                </a:lnTo>
                <a:close/>
                <a:moveTo>
                  <a:pt x="696018" y="427"/>
                </a:moveTo>
                <a:lnTo>
                  <a:pt x="737704" y="427"/>
                </a:lnTo>
                <a:cubicBezTo>
                  <a:pt x="745956" y="427"/>
                  <a:pt x="752109" y="771"/>
                  <a:pt x="756164" y="1458"/>
                </a:cubicBezTo>
                <a:cubicBezTo>
                  <a:pt x="760218" y="2144"/>
                  <a:pt x="763846" y="3577"/>
                  <a:pt x="767047" y="5755"/>
                </a:cubicBezTo>
                <a:cubicBezTo>
                  <a:pt x="770249" y="7932"/>
                  <a:pt x="772916" y="10833"/>
                  <a:pt x="775050" y="14456"/>
                </a:cubicBezTo>
                <a:cubicBezTo>
                  <a:pt x="777184" y="18078"/>
                  <a:pt x="778251" y="22139"/>
                  <a:pt x="778251" y="26638"/>
                </a:cubicBezTo>
                <a:cubicBezTo>
                  <a:pt x="778251" y="31515"/>
                  <a:pt x="776935" y="35990"/>
                  <a:pt x="774303" y="40063"/>
                </a:cubicBezTo>
                <a:cubicBezTo>
                  <a:pt x="771671" y="44135"/>
                  <a:pt x="768103" y="47190"/>
                  <a:pt x="763597" y="49226"/>
                </a:cubicBezTo>
                <a:cubicBezTo>
                  <a:pt x="769952" y="51079"/>
                  <a:pt x="774837" y="54237"/>
                  <a:pt x="778251" y="58701"/>
                </a:cubicBezTo>
                <a:cubicBezTo>
                  <a:pt x="781666" y="63163"/>
                  <a:pt x="783373" y="68410"/>
                  <a:pt x="783373" y="74442"/>
                </a:cubicBezTo>
                <a:cubicBezTo>
                  <a:pt x="783373" y="79190"/>
                  <a:pt x="782271" y="83808"/>
                  <a:pt x="780065" y="88295"/>
                </a:cubicBezTo>
                <a:cubicBezTo>
                  <a:pt x="777860" y="92781"/>
                  <a:pt x="774849" y="96366"/>
                  <a:pt x="771031" y="99050"/>
                </a:cubicBezTo>
                <a:cubicBezTo>
                  <a:pt x="767213" y="101733"/>
                  <a:pt x="762507" y="103383"/>
                  <a:pt x="756911" y="104001"/>
                </a:cubicBezTo>
                <a:cubicBezTo>
                  <a:pt x="753401" y="104380"/>
                  <a:pt x="744936" y="104617"/>
                  <a:pt x="731515" y="104712"/>
                </a:cubicBezTo>
                <a:lnTo>
                  <a:pt x="696018" y="104712"/>
                </a:lnTo>
                <a:lnTo>
                  <a:pt x="696018" y="427"/>
                </a:lnTo>
                <a:moveTo>
                  <a:pt x="717074" y="17784"/>
                </a:moveTo>
                <a:lnTo>
                  <a:pt x="717074" y="41828"/>
                </a:lnTo>
                <a:lnTo>
                  <a:pt x="730875" y="41828"/>
                </a:lnTo>
                <a:cubicBezTo>
                  <a:pt x="739079" y="41828"/>
                  <a:pt x="744177" y="41709"/>
                  <a:pt x="746169" y="41472"/>
                </a:cubicBezTo>
                <a:cubicBezTo>
                  <a:pt x="749773" y="41047"/>
                  <a:pt x="752607" y="39807"/>
                  <a:pt x="754670" y="37751"/>
                </a:cubicBezTo>
                <a:cubicBezTo>
                  <a:pt x="756733" y="35694"/>
                  <a:pt x="757764" y="32986"/>
                  <a:pt x="757764" y="29628"/>
                </a:cubicBezTo>
                <a:cubicBezTo>
                  <a:pt x="757764" y="26414"/>
                  <a:pt x="756875" y="23802"/>
                  <a:pt x="755097" y="21792"/>
                </a:cubicBezTo>
                <a:cubicBezTo>
                  <a:pt x="753318" y="19782"/>
                  <a:pt x="750674" y="18565"/>
                  <a:pt x="747165" y="18140"/>
                </a:cubicBezTo>
                <a:cubicBezTo>
                  <a:pt x="745078" y="17903"/>
                  <a:pt x="739079" y="17784"/>
                  <a:pt x="729168" y="17784"/>
                </a:cubicBezTo>
                <a:lnTo>
                  <a:pt x="717074" y="17784"/>
                </a:lnTo>
                <a:moveTo>
                  <a:pt x="717074" y="59185"/>
                </a:moveTo>
                <a:lnTo>
                  <a:pt x="717074" y="87070"/>
                </a:lnTo>
                <a:lnTo>
                  <a:pt x="736566" y="87070"/>
                </a:lnTo>
                <a:cubicBezTo>
                  <a:pt x="744153" y="87070"/>
                  <a:pt x="748967" y="86857"/>
                  <a:pt x="751006" y="86430"/>
                </a:cubicBezTo>
                <a:cubicBezTo>
                  <a:pt x="754136" y="85861"/>
                  <a:pt x="756685" y="84474"/>
                  <a:pt x="758653" y="82269"/>
                </a:cubicBezTo>
                <a:cubicBezTo>
                  <a:pt x="760621" y="80064"/>
                  <a:pt x="761606" y="77111"/>
                  <a:pt x="761606" y="73412"/>
                </a:cubicBezTo>
                <a:cubicBezTo>
                  <a:pt x="761606" y="70282"/>
                  <a:pt x="760847" y="67627"/>
                  <a:pt x="759329" y="65445"/>
                </a:cubicBezTo>
                <a:cubicBezTo>
                  <a:pt x="757812" y="63264"/>
                  <a:pt x="755618" y="61675"/>
                  <a:pt x="752749" y="60679"/>
                </a:cubicBezTo>
                <a:cubicBezTo>
                  <a:pt x="749880" y="59683"/>
                  <a:pt x="743656" y="59185"/>
                  <a:pt x="734076" y="59185"/>
                </a:cubicBezTo>
                <a:lnTo>
                  <a:pt x="717074" y="59185"/>
                </a:lnTo>
                <a:close/>
                <a:moveTo>
                  <a:pt x="864231" y="86075"/>
                </a:moveTo>
                <a:lnTo>
                  <a:pt x="864231" y="104712"/>
                </a:lnTo>
                <a:lnTo>
                  <a:pt x="794162" y="104712"/>
                </a:lnTo>
                <a:cubicBezTo>
                  <a:pt x="794920" y="97699"/>
                  <a:pt x="797197" y="91054"/>
                  <a:pt x="800991" y="84776"/>
                </a:cubicBezTo>
                <a:cubicBezTo>
                  <a:pt x="804785" y="78497"/>
                  <a:pt x="812278" y="70168"/>
                  <a:pt x="823470" y="59790"/>
                </a:cubicBezTo>
                <a:cubicBezTo>
                  <a:pt x="832480" y="51403"/>
                  <a:pt x="838005" y="45717"/>
                  <a:pt x="840044" y="42733"/>
                </a:cubicBezTo>
                <a:cubicBezTo>
                  <a:pt x="842795" y="38610"/>
                  <a:pt x="844170" y="34534"/>
                  <a:pt x="844170" y="30506"/>
                </a:cubicBezTo>
                <a:cubicBezTo>
                  <a:pt x="844170" y="26051"/>
                  <a:pt x="842973" y="22628"/>
                  <a:pt x="840578" y="20236"/>
                </a:cubicBezTo>
                <a:cubicBezTo>
                  <a:pt x="838183" y="17843"/>
                  <a:pt x="834875" y="16646"/>
                  <a:pt x="830654" y="16646"/>
                </a:cubicBezTo>
                <a:cubicBezTo>
                  <a:pt x="826481" y="16646"/>
                  <a:pt x="823161" y="17908"/>
                  <a:pt x="820695" y="20434"/>
                </a:cubicBezTo>
                <a:cubicBezTo>
                  <a:pt x="818229" y="22958"/>
                  <a:pt x="816807" y="27149"/>
                  <a:pt x="816427" y="33007"/>
                </a:cubicBezTo>
                <a:lnTo>
                  <a:pt x="796509" y="31006"/>
                </a:lnTo>
                <a:cubicBezTo>
                  <a:pt x="797695" y="19957"/>
                  <a:pt x="801418" y="12026"/>
                  <a:pt x="807678" y="7216"/>
                </a:cubicBezTo>
                <a:cubicBezTo>
                  <a:pt x="813937" y="2405"/>
                  <a:pt x="821762" y="0"/>
                  <a:pt x="831152" y="0"/>
                </a:cubicBezTo>
                <a:cubicBezTo>
                  <a:pt x="841443" y="0"/>
                  <a:pt x="849529" y="2772"/>
                  <a:pt x="855410" y="8316"/>
                </a:cubicBezTo>
                <a:cubicBezTo>
                  <a:pt x="861290" y="13860"/>
                  <a:pt x="864231" y="20755"/>
                  <a:pt x="864231" y="28999"/>
                </a:cubicBezTo>
                <a:cubicBezTo>
                  <a:pt x="864231" y="33691"/>
                  <a:pt x="863389" y="38158"/>
                  <a:pt x="861705" y="42399"/>
                </a:cubicBezTo>
                <a:cubicBezTo>
                  <a:pt x="860022" y="46639"/>
                  <a:pt x="857354" y="51081"/>
                  <a:pt x="853703" y="55724"/>
                </a:cubicBezTo>
                <a:cubicBezTo>
                  <a:pt x="851284" y="58805"/>
                  <a:pt x="846921" y="63236"/>
                  <a:pt x="840613" y="69017"/>
                </a:cubicBezTo>
                <a:cubicBezTo>
                  <a:pt x="834306" y="74797"/>
                  <a:pt x="830311" y="78635"/>
                  <a:pt x="828627" y="80530"/>
                </a:cubicBezTo>
                <a:cubicBezTo>
                  <a:pt x="826944" y="82426"/>
                  <a:pt x="825580" y="84274"/>
                  <a:pt x="824537" y="86075"/>
                </a:cubicBezTo>
                <a:lnTo>
                  <a:pt x="864231" y="86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10B4B-1537-4545-AF78-EDEE4BE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14" y="1519143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01C6F-F838-4443-86BB-B94F634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14" y="1519143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26FD4-A2D4-4351-BBFA-FCE137E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9" y="1551518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96B75-DCBB-4F2D-A357-7174BC1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451" y="918834"/>
            <a:ext cx="80937" cy="80937"/>
          </a:xfrm>
          <a:custGeom xmlns:a="http://schemas.openxmlformats.org/drawingml/2006/main">
            <a:pathLst>
              <a:path w="80937" h="80937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7E9B5-3789-4150-A91D-D3EDA58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451" y="918834"/>
            <a:ext cx="80937" cy="80937"/>
          </a:xfrm>
          <a:custGeom xmlns:a="http://schemas.openxmlformats.org/drawingml/2006/main">
            <a:pathLst>
              <a:path w="80937" h="80937" fill="none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6318A-20E8-4689-8386-E63D434E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451" y="1749894"/>
            <a:ext cx="80937" cy="80937"/>
          </a:xfrm>
          <a:custGeom xmlns:a="http://schemas.openxmlformats.org/drawingml/2006/main">
            <a:pathLst>
              <a:path w="80937" h="80937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F3E3E-4C7F-4089-BEE4-5070C70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451" y="1749894"/>
            <a:ext cx="80937" cy="80937"/>
          </a:xfrm>
          <a:custGeom xmlns:a="http://schemas.openxmlformats.org/drawingml/2006/main">
            <a:pathLst>
              <a:path w="80937" h="80937" fill="none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B0922-42ED-4C1B-89D2-EE7AE01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5" y="118044"/>
            <a:ext cx="1454275" cy="2023423"/>
          </a:xfrm>
          <a:custGeom xmlns:a="http://schemas.openxmlformats.org/drawingml/2006/main">
            <a:pathLst>
              <a:path w="1454275" h="2023423">
                <a:moveTo>
                  <a:pt x="0" y="0"/>
                </a:moveTo>
                <a:lnTo>
                  <a:pt x="1454275" y="0"/>
                </a:lnTo>
                <a:lnTo>
                  <a:pt x="1454275" y="2023423"/>
                </a:lnTo>
                <a:lnTo>
                  <a:pt x="0" y="20234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3C9C8-658C-4441-B3FA-75E38BE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5" y="118044"/>
            <a:ext cx="1454275" cy="2023423"/>
          </a:xfrm>
          <a:custGeom xmlns:a="http://schemas.openxmlformats.org/drawingml/2006/main">
            <a:pathLst>
              <a:path w="1454275" h="2023423" fill="none">
                <a:moveTo>
                  <a:pt x="0" y="0"/>
                </a:moveTo>
                <a:lnTo>
                  <a:pt x="1454275" y="0"/>
                </a:lnTo>
                <a:lnTo>
                  <a:pt x="1454275" y="2023423"/>
                </a:lnTo>
                <a:lnTo>
                  <a:pt x="0" y="20234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03B98-FD9E-4427-BAA7-8B9C766B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2" y="611759"/>
            <a:ext cx="1448771" cy="8094"/>
          </a:xfrm>
          <a:custGeom xmlns:a="http://schemas.openxmlformats.org/drawingml/2006/main">
            <a:pathLst>
              <a:path w="1448771" h="8094" fill="none">
                <a:moveTo>
                  <a:pt x="0" y="0"/>
                </a:moveTo>
                <a:lnTo>
                  <a:pt x="1448771" y="0"/>
                </a:lnTo>
                <a:lnTo>
                  <a:pt x="1448771" y="8094"/>
                </a:lnTo>
                <a:lnTo>
                  <a:pt x="0" y="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30" name="Text &lt;&lt;class&gt;&gt;">
            <a:extLst xmlns:a="http://schemas.openxmlformats.org/drawingml/2006/main">
              <a:ext uri="{FF2B5EF4-FFF2-40B4-BE49-F238E27FC236}">
                <a16:creationId xmlns:a16="http://schemas.microsoft.com/office/drawing/2014/main" id="{480230C9-99CC-4825-BCD8-FB14EEB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059" y="190073"/>
            <a:ext cx="692644" cy="111881"/>
          </a:xfrm>
          <a:custGeom xmlns:a="http://schemas.openxmlformats.org/drawingml/2006/main">
            <a:pathLst>
              <a:path w="692644" h="111881">
                <a:moveTo>
                  <a:pt x="0" y="61872"/>
                </a:moveTo>
                <a:lnTo>
                  <a:pt x="0" y="49258"/>
                </a:lnTo>
                <a:lnTo>
                  <a:pt x="72910" y="18472"/>
                </a:lnTo>
                <a:lnTo>
                  <a:pt x="72910" y="31987"/>
                </a:lnTo>
                <a:lnTo>
                  <a:pt x="15093" y="55640"/>
                </a:lnTo>
                <a:lnTo>
                  <a:pt x="72910" y="79593"/>
                </a:lnTo>
                <a:lnTo>
                  <a:pt x="72910" y="93109"/>
                </a:lnTo>
                <a:lnTo>
                  <a:pt x="0" y="61872"/>
                </a:lnTo>
                <a:close/>
                <a:moveTo>
                  <a:pt x="89808" y="61872"/>
                </a:moveTo>
                <a:lnTo>
                  <a:pt x="89808" y="49258"/>
                </a:lnTo>
                <a:lnTo>
                  <a:pt x="162718" y="18472"/>
                </a:lnTo>
                <a:lnTo>
                  <a:pt x="162718" y="31987"/>
                </a:lnTo>
                <a:lnTo>
                  <a:pt x="104900" y="55640"/>
                </a:lnTo>
                <a:lnTo>
                  <a:pt x="162718" y="79593"/>
                </a:lnTo>
                <a:lnTo>
                  <a:pt x="162718" y="93109"/>
                </a:lnTo>
                <a:lnTo>
                  <a:pt x="89808" y="61872"/>
                </a:lnTo>
                <a:close/>
                <a:moveTo>
                  <a:pt x="233378" y="80795"/>
                </a:moveTo>
                <a:lnTo>
                  <a:pt x="246669" y="82522"/>
                </a:lnTo>
                <a:cubicBezTo>
                  <a:pt x="245217" y="91706"/>
                  <a:pt x="241500" y="98896"/>
                  <a:pt x="235518" y="104091"/>
                </a:cubicBezTo>
                <a:cubicBezTo>
                  <a:pt x="229536" y="109284"/>
                  <a:pt x="222190" y="111881"/>
                  <a:pt x="213480" y="111881"/>
                </a:cubicBezTo>
                <a:cubicBezTo>
                  <a:pt x="202567" y="111881"/>
                  <a:pt x="193794" y="108314"/>
                  <a:pt x="187162" y="101181"/>
                </a:cubicBezTo>
                <a:cubicBezTo>
                  <a:pt x="180529" y="94048"/>
                  <a:pt x="177212" y="83823"/>
                  <a:pt x="177212" y="70508"/>
                </a:cubicBezTo>
                <a:cubicBezTo>
                  <a:pt x="177212" y="61898"/>
                  <a:pt x="178639" y="54364"/>
                  <a:pt x="181492" y="47906"/>
                </a:cubicBezTo>
                <a:cubicBezTo>
                  <a:pt x="184346" y="41449"/>
                  <a:pt x="188688" y="36605"/>
                  <a:pt x="194520" y="33377"/>
                </a:cubicBezTo>
                <a:cubicBezTo>
                  <a:pt x="200352" y="30148"/>
                  <a:pt x="206697" y="28533"/>
                  <a:pt x="213555" y="28533"/>
                </a:cubicBezTo>
                <a:cubicBezTo>
                  <a:pt x="222215" y="28533"/>
                  <a:pt x="229298" y="30731"/>
                  <a:pt x="234805" y="35125"/>
                </a:cubicBezTo>
                <a:cubicBezTo>
                  <a:pt x="240311" y="39517"/>
                  <a:pt x="243840" y="45755"/>
                  <a:pt x="245392" y="53838"/>
                </a:cubicBezTo>
                <a:lnTo>
                  <a:pt x="232252" y="55865"/>
                </a:lnTo>
                <a:cubicBezTo>
                  <a:pt x="231000" y="50534"/>
                  <a:pt x="228785" y="46523"/>
                  <a:pt x="225607" y="43833"/>
                </a:cubicBezTo>
                <a:cubicBezTo>
                  <a:pt x="222428" y="41142"/>
                  <a:pt x="218586" y="39797"/>
                  <a:pt x="214081" y="39797"/>
                </a:cubicBezTo>
                <a:cubicBezTo>
                  <a:pt x="207273" y="39797"/>
                  <a:pt x="201741" y="42225"/>
                  <a:pt x="197486" y="47083"/>
                </a:cubicBezTo>
                <a:cubicBezTo>
                  <a:pt x="193231" y="51938"/>
                  <a:pt x="191104" y="59621"/>
                  <a:pt x="191104" y="70132"/>
                </a:cubicBezTo>
                <a:cubicBezTo>
                  <a:pt x="191104" y="80793"/>
                  <a:pt x="193156" y="88540"/>
                  <a:pt x="197261" y="93372"/>
                </a:cubicBezTo>
                <a:cubicBezTo>
                  <a:pt x="201366" y="98203"/>
                  <a:pt x="206722" y="100618"/>
                  <a:pt x="213330" y="100618"/>
                </a:cubicBezTo>
                <a:cubicBezTo>
                  <a:pt x="218636" y="100618"/>
                  <a:pt x="223066" y="98997"/>
                  <a:pt x="226620" y="95756"/>
                </a:cubicBezTo>
                <a:cubicBezTo>
                  <a:pt x="230174" y="92515"/>
                  <a:pt x="232427" y="87528"/>
                  <a:pt x="233378" y="80795"/>
                </a:cubicBezTo>
                <a:close/>
                <a:moveTo>
                  <a:pt x="257932" y="110079"/>
                </a:moveTo>
                <a:lnTo>
                  <a:pt x="257932" y="0"/>
                </a:lnTo>
                <a:lnTo>
                  <a:pt x="271448" y="0"/>
                </a:lnTo>
                <a:lnTo>
                  <a:pt x="271448" y="110079"/>
                </a:lnTo>
                <a:lnTo>
                  <a:pt x="257932" y="110079"/>
                </a:lnTo>
                <a:close/>
                <a:moveTo>
                  <a:pt x="344408" y="100233"/>
                </a:moveTo>
                <a:cubicBezTo>
                  <a:pt x="339402" y="104491"/>
                  <a:pt x="334584" y="107497"/>
                  <a:pt x="329953" y="109251"/>
                </a:cubicBezTo>
                <a:cubicBezTo>
                  <a:pt x="325323" y="111004"/>
                  <a:pt x="320354" y="111881"/>
                  <a:pt x="315048" y="111881"/>
                </a:cubicBezTo>
                <a:cubicBezTo>
                  <a:pt x="306288" y="111881"/>
                  <a:pt x="299555" y="109740"/>
                  <a:pt x="294849" y="105456"/>
                </a:cubicBezTo>
                <a:cubicBezTo>
                  <a:pt x="290144" y="101173"/>
                  <a:pt x="287791" y="95700"/>
                  <a:pt x="287791" y="89038"/>
                </a:cubicBezTo>
                <a:cubicBezTo>
                  <a:pt x="287791" y="85132"/>
                  <a:pt x="288680" y="81564"/>
                  <a:pt x="290457" y="78333"/>
                </a:cubicBezTo>
                <a:cubicBezTo>
                  <a:pt x="292234" y="75101"/>
                  <a:pt x="294562" y="72508"/>
                  <a:pt x="297440" y="70555"/>
                </a:cubicBezTo>
                <a:cubicBezTo>
                  <a:pt x="300318" y="68601"/>
                  <a:pt x="303560" y="67123"/>
                  <a:pt x="307164" y="66122"/>
                </a:cubicBezTo>
                <a:cubicBezTo>
                  <a:pt x="309817" y="65420"/>
                  <a:pt x="313822" y="64743"/>
                  <a:pt x="319178" y="64092"/>
                </a:cubicBezTo>
                <a:cubicBezTo>
                  <a:pt x="330091" y="62800"/>
                  <a:pt x="338125" y="61259"/>
                  <a:pt x="343281" y="59470"/>
                </a:cubicBezTo>
                <a:cubicBezTo>
                  <a:pt x="343331" y="57625"/>
                  <a:pt x="343356" y="56454"/>
                  <a:pt x="343356" y="55955"/>
                </a:cubicBezTo>
                <a:cubicBezTo>
                  <a:pt x="343356" y="50468"/>
                  <a:pt x="342080" y="46604"/>
                  <a:pt x="339527" y="44361"/>
                </a:cubicBezTo>
                <a:cubicBezTo>
                  <a:pt x="336073" y="41318"/>
                  <a:pt x="330942" y="39797"/>
                  <a:pt x="324134" y="39797"/>
                </a:cubicBezTo>
                <a:cubicBezTo>
                  <a:pt x="317776" y="39797"/>
                  <a:pt x="313083" y="40910"/>
                  <a:pt x="310055" y="43138"/>
                </a:cubicBezTo>
                <a:cubicBezTo>
                  <a:pt x="307026" y="45366"/>
                  <a:pt x="304786" y="49308"/>
                  <a:pt x="303334" y="54964"/>
                </a:cubicBezTo>
                <a:lnTo>
                  <a:pt x="290119" y="53162"/>
                </a:lnTo>
                <a:cubicBezTo>
                  <a:pt x="291320" y="47488"/>
                  <a:pt x="293298" y="42907"/>
                  <a:pt x="296051" y="39416"/>
                </a:cubicBezTo>
                <a:cubicBezTo>
                  <a:pt x="298804" y="35926"/>
                  <a:pt x="302784" y="33241"/>
                  <a:pt x="307990" y="31359"/>
                </a:cubicBezTo>
                <a:cubicBezTo>
                  <a:pt x="313196" y="29475"/>
                  <a:pt x="319228" y="28533"/>
                  <a:pt x="326086" y="28533"/>
                </a:cubicBezTo>
                <a:cubicBezTo>
                  <a:pt x="332894" y="28533"/>
                  <a:pt x="338426" y="29334"/>
                  <a:pt x="342680" y="30936"/>
                </a:cubicBezTo>
                <a:cubicBezTo>
                  <a:pt x="346935" y="32538"/>
                  <a:pt x="350064" y="34553"/>
                  <a:pt x="352066" y="36981"/>
                </a:cubicBezTo>
                <a:cubicBezTo>
                  <a:pt x="354069" y="39409"/>
                  <a:pt x="355470" y="42475"/>
                  <a:pt x="356271" y="46179"/>
                </a:cubicBezTo>
                <a:cubicBezTo>
                  <a:pt x="356722" y="48482"/>
                  <a:pt x="356947" y="52637"/>
                  <a:pt x="356947" y="58644"/>
                </a:cubicBezTo>
                <a:lnTo>
                  <a:pt x="356947" y="76665"/>
                </a:lnTo>
                <a:cubicBezTo>
                  <a:pt x="356947" y="89230"/>
                  <a:pt x="357235" y="97176"/>
                  <a:pt x="357811" y="100505"/>
                </a:cubicBezTo>
                <a:cubicBezTo>
                  <a:pt x="358386" y="103834"/>
                  <a:pt x="359525" y="107025"/>
                  <a:pt x="361227" y="110079"/>
                </a:cubicBezTo>
                <a:lnTo>
                  <a:pt x="347111" y="110079"/>
                </a:lnTo>
                <a:cubicBezTo>
                  <a:pt x="345709" y="107273"/>
                  <a:pt x="344808" y="103991"/>
                  <a:pt x="344408" y="100233"/>
                </a:cubicBezTo>
                <a:moveTo>
                  <a:pt x="343281" y="69982"/>
                </a:moveTo>
                <a:cubicBezTo>
                  <a:pt x="338375" y="72002"/>
                  <a:pt x="331017" y="73718"/>
                  <a:pt x="321205" y="75130"/>
                </a:cubicBezTo>
                <a:cubicBezTo>
                  <a:pt x="315649" y="75934"/>
                  <a:pt x="311719" y="76839"/>
                  <a:pt x="309417" y="77845"/>
                </a:cubicBezTo>
                <a:cubicBezTo>
                  <a:pt x="307114" y="78849"/>
                  <a:pt x="305337" y="80320"/>
                  <a:pt x="304085" y="82257"/>
                </a:cubicBezTo>
                <a:cubicBezTo>
                  <a:pt x="302834" y="84192"/>
                  <a:pt x="302208" y="86340"/>
                  <a:pt x="302208" y="88702"/>
                </a:cubicBezTo>
                <a:cubicBezTo>
                  <a:pt x="302208" y="92321"/>
                  <a:pt x="303572" y="95337"/>
                  <a:pt x="306300" y="97750"/>
                </a:cubicBezTo>
                <a:cubicBezTo>
                  <a:pt x="309029" y="100163"/>
                  <a:pt x="313021" y="101369"/>
                  <a:pt x="318277" y="101369"/>
                </a:cubicBezTo>
                <a:cubicBezTo>
                  <a:pt x="323483" y="101369"/>
                  <a:pt x="328113" y="100224"/>
                  <a:pt x="332168" y="97936"/>
                </a:cubicBezTo>
                <a:cubicBezTo>
                  <a:pt x="336223" y="95647"/>
                  <a:pt x="339201" y="92516"/>
                  <a:pt x="341104" y="88543"/>
                </a:cubicBezTo>
                <a:cubicBezTo>
                  <a:pt x="342555" y="85474"/>
                  <a:pt x="343281" y="80946"/>
                  <a:pt x="343281" y="74961"/>
                </a:cubicBezTo>
                <a:lnTo>
                  <a:pt x="343281" y="69982"/>
                </a:lnTo>
                <a:close/>
                <a:moveTo>
                  <a:pt x="372467" y="86201"/>
                </a:moveTo>
                <a:lnTo>
                  <a:pt x="385833" y="84099"/>
                </a:lnTo>
                <a:cubicBezTo>
                  <a:pt x="386584" y="89431"/>
                  <a:pt x="388674" y="93518"/>
                  <a:pt x="392103" y="96359"/>
                </a:cubicBezTo>
                <a:cubicBezTo>
                  <a:pt x="395532" y="99198"/>
                  <a:pt x="400325" y="100618"/>
                  <a:pt x="406482" y="100618"/>
                </a:cubicBezTo>
                <a:cubicBezTo>
                  <a:pt x="412689" y="100618"/>
                  <a:pt x="417295" y="99364"/>
                  <a:pt x="420298" y="96856"/>
                </a:cubicBezTo>
                <a:cubicBezTo>
                  <a:pt x="423302" y="94347"/>
                  <a:pt x="424803" y="91405"/>
                  <a:pt x="424803" y="88029"/>
                </a:cubicBezTo>
                <a:cubicBezTo>
                  <a:pt x="424803" y="84999"/>
                  <a:pt x="423477" y="82615"/>
                  <a:pt x="420824" y="80877"/>
                </a:cubicBezTo>
                <a:cubicBezTo>
                  <a:pt x="418972" y="79685"/>
                  <a:pt x="414366" y="78170"/>
                  <a:pt x="407008" y="76332"/>
                </a:cubicBezTo>
                <a:cubicBezTo>
                  <a:pt x="397096" y="73827"/>
                  <a:pt x="390225" y="71661"/>
                  <a:pt x="386396" y="69832"/>
                </a:cubicBezTo>
                <a:cubicBezTo>
                  <a:pt x="382566" y="68003"/>
                  <a:pt x="379663" y="65473"/>
                  <a:pt x="377686" y="62241"/>
                </a:cubicBezTo>
                <a:cubicBezTo>
                  <a:pt x="375708" y="59009"/>
                  <a:pt x="374720" y="55439"/>
                  <a:pt x="374720" y="51531"/>
                </a:cubicBezTo>
                <a:cubicBezTo>
                  <a:pt x="374720" y="47974"/>
                  <a:pt x="375533" y="44680"/>
                  <a:pt x="377160" y="41648"/>
                </a:cubicBezTo>
                <a:cubicBezTo>
                  <a:pt x="378787" y="38616"/>
                  <a:pt x="381002" y="36099"/>
                  <a:pt x="383805" y="34095"/>
                </a:cubicBezTo>
                <a:cubicBezTo>
                  <a:pt x="385908" y="32541"/>
                  <a:pt x="388774" y="31226"/>
                  <a:pt x="392403" y="30150"/>
                </a:cubicBezTo>
                <a:cubicBezTo>
                  <a:pt x="396032" y="29072"/>
                  <a:pt x="399924" y="28533"/>
                  <a:pt x="404079" y="28533"/>
                </a:cubicBezTo>
                <a:cubicBezTo>
                  <a:pt x="410336" y="28533"/>
                  <a:pt x="415830" y="29441"/>
                  <a:pt x="420561" y="31255"/>
                </a:cubicBezTo>
                <a:cubicBezTo>
                  <a:pt x="425291" y="33068"/>
                  <a:pt x="428783" y="35525"/>
                  <a:pt x="431036" y="38626"/>
                </a:cubicBezTo>
                <a:cubicBezTo>
                  <a:pt x="433288" y="41725"/>
                  <a:pt x="434840" y="45869"/>
                  <a:pt x="435691" y="51060"/>
                </a:cubicBezTo>
                <a:lnTo>
                  <a:pt x="422476" y="52862"/>
                </a:lnTo>
                <a:cubicBezTo>
                  <a:pt x="421875" y="48757"/>
                  <a:pt x="420135" y="45553"/>
                  <a:pt x="417257" y="43251"/>
                </a:cubicBezTo>
                <a:cubicBezTo>
                  <a:pt x="414379" y="40948"/>
                  <a:pt x="410311" y="39797"/>
                  <a:pt x="405055" y="39797"/>
                </a:cubicBezTo>
                <a:cubicBezTo>
                  <a:pt x="398848" y="39797"/>
                  <a:pt x="394418" y="40818"/>
                  <a:pt x="391765" y="42861"/>
                </a:cubicBezTo>
                <a:cubicBezTo>
                  <a:pt x="389112" y="44903"/>
                  <a:pt x="387785" y="47294"/>
                  <a:pt x="387785" y="50034"/>
                </a:cubicBezTo>
                <a:cubicBezTo>
                  <a:pt x="387785" y="51777"/>
                  <a:pt x="388336" y="53346"/>
                  <a:pt x="389437" y="54741"/>
                </a:cubicBezTo>
                <a:cubicBezTo>
                  <a:pt x="390538" y="56185"/>
                  <a:pt x="392265" y="57381"/>
                  <a:pt x="394618" y="58327"/>
                </a:cubicBezTo>
                <a:cubicBezTo>
                  <a:pt x="395970" y="58826"/>
                  <a:pt x="399949" y="59972"/>
                  <a:pt x="406557" y="61765"/>
                </a:cubicBezTo>
                <a:cubicBezTo>
                  <a:pt x="416118" y="64316"/>
                  <a:pt x="422789" y="66404"/>
                  <a:pt x="426568" y="68030"/>
                </a:cubicBezTo>
                <a:cubicBezTo>
                  <a:pt x="430347" y="69655"/>
                  <a:pt x="433313" y="72019"/>
                  <a:pt x="435466" y="75121"/>
                </a:cubicBezTo>
                <a:cubicBezTo>
                  <a:pt x="437618" y="78221"/>
                  <a:pt x="438695" y="82072"/>
                  <a:pt x="438695" y="86673"/>
                </a:cubicBezTo>
                <a:cubicBezTo>
                  <a:pt x="438695" y="91175"/>
                  <a:pt x="437381" y="95414"/>
                  <a:pt x="434753" y="99391"/>
                </a:cubicBezTo>
                <a:cubicBezTo>
                  <a:pt x="432124" y="103366"/>
                  <a:pt x="428333" y="106441"/>
                  <a:pt x="423377" y="108617"/>
                </a:cubicBezTo>
                <a:cubicBezTo>
                  <a:pt x="418421" y="110793"/>
                  <a:pt x="412814" y="111881"/>
                  <a:pt x="406557" y="111881"/>
                </a:cubicBezTo>
                <a:cubicBezTo>
                  <a:pt x="396195" y="111881"/>
                  <a:pt x="388298" y="109722"/>
                  <a:pt x="382867" y="105405"/>
                </a:cubicBezTo>
                <a:cubicBezTo>
                  <a:pt x="377435" y="101087"/>
                  <a:pt x="373969" y="94686"/>
                  <a:pt x="372467" y="86201"/>
                </a:cubicBezTo>
                <a:close/>
                <a:moveTo>
                  <a:pt x="449357" y="86201"/>
                </a:moveTo>
                <a:lnTo>
                  <a:pt x="462723" y="84099"/>
                </a:lnTo>
                <a:cubicBezTo>
                  <a:pt x="463474" y="89431"/>
                  <a:pt x="465564" y="93518"/>
                  <a:pt x="468993" y="96359"/>
                </a:cubicBezTo>
                <a:cubicBezTo>
                  <a:pt x="472422" y="99198"/>
                  <a:pt x="477215" y="100618"/>
                  <a:pt x="483372" y="100618"/>
                </a:cubicBezTo>
                <a:cubicBezTo>
                  <a:pt x="489579" y="100618"/>
                  <a:pt x="494185" y="99364"/>
                  <a:pt x="497188" y="96856"/>
                </a:cubicBezTo>
                <a:cubicBezTo>
                  <a:pt x="500192" y="94347"/>
                  <a:pt x="501693" y="91405"/>
                  <a:pt x="501693" y="88029"/>
                </a:cubicBezTo>
                <a:cubicBezTo>
                  <a:pt x="501693" y="84999"/>
                  <a:pt x="500367" y="82615"/>
                  <a:pt x="497714" y="80877"/>
                </a:cubicBezTo>
                <a:cubicBezTo>
                  <a:pt x="495862" y="79685"/>
                  <a:pt x="491256" y="78170"/>
                  <a:pt x="483898" y="76332"/>
                </a:cubicBezTo>
                <a:cubicBezTo>
                  <a:pt x="473986" y="73827"/>
                  <a:pt x="467115" y="71661"/>
                  <a:pt x="463286" y="69832"/>
                </a:cubicBezTo>
                <a:cubicBezTo>
                  <a:pt x="459456" y="68003"/>
                  <a:pt x="456553" y="65473"/>
                  <a:pt x="454576" y="62241"/>
                </a:cubicBezTo>
                <a:cubicBezTo>
                  <a:pt x="452598" y="59009"/>
                  <a:pt x="451610" y="55439"/>
                  <a:pt x="451610" y="51531"/>
                </a:cubicBezTo>
                <a:cubicBezTo>
                  <a:pt x="451610" y="47974"/>
                  <a:pt x="452423" y="44680"/>
                  <a:pt x="454050" y="41648"/>
                </a:cubicBezTo>
                <a:cubicBezTo>
                  <a:pt x="455677" y="38616"/>
                  <a:pt x="457892" y="36099"/>
                  <a:pt x="460695" y="34095"/>
                </a:cubicBezTo>
                <a:cubicBezTo>
                  <a:pt x="462798" y="32541"/>
                  <a:pt x="465664" y="31226"/>
                  <a:pt x="469293" y="30150"/>
                </a:cubicBezTo>
                <a:cubicBezTo>
                  <a:pt x="472922" y="29072"/>
                  <a:pt x="476814" y="28533"/>
                  <a:pt x="480969" y="28533"/>
                </a:cubicBezTo>
                <a:cubicBezTo>
                  <a:pt x="487227" y="28533"/>
                  <a:pt x="492720" y="29441"/>
                  <a:pt x="497451" y="31255"/>
                </a:cubicBezTo>
                <a:cubicBezTo>
                  <a:pt x="502182" y="33068"/>
                  <a:pt x="505673" y="35525"/>
                  <a:pt x="507926" y="38626"/>
                </a:cubicBezTo>
                <a:cubicBezTo>
                  <a:pt x="510178" y="41725"/>
                  <a:pt x="511730" y="45869"/>
                  <a:pt x="512581" y="51060"/>
                </a:cubicBezTo>
                <a:lnTo>
                  <a:pt x="499366" y="52862"/>
                </a:lnTo>
                <a:cubicBezTo>
                  <a:pt x="498765" y="48757"/>
                  <a:pt x="497025" y="45553"/>
                  <a:pt x="494147" y="43251"/>
                </a:cubicBezTo>
                <a:cubicBezTo>
                  <a:pt x="491269" y="40948"/>
                  <a:pt x="487201" y="39797"/>
                  <a:pt x="481945" y="39797"/>
                </a:cubicBezTo>
                <a:cubicBezTo>
                  <a:pt x="475738" y="39797"/>
                  <a:pt x="471308" y="40818"/>
                  <a:pt x="468655" y="42861"/>
                </a:cubicBezTo>
                <a:cubicBezTo>
                  <a:pt x="466002" y="44903"/>
                  <a:pt x="464675" y="47294"/>
                  <a:pt x="464675" y="50034"/>
                </a:cubicBezTo>
                <a:cubicBezTo>
                  <a:pt x="464675" y="51777"/>
                  <a:pt x="465226" y="53346"/>
                  <a:pt x="466327" y="54741"/>
                </a:cubicBezTo>
                <a:cubicBezTo>
                  <a:pt x="467428" y="56185"/>
                  <a:pt x="469155" y="57381"/>
                  <a:pt x="471508" y="58327"/>
                </a:cubicBezTo>
                <a:cubicBezTo>
                  <a:pt x="472860" y="58826"/>
                  <a:pt x="476839" y="59972"/>
                  <a:pt x="483447" y="61765"/>
                </a:cubicBezTo>
                <a:cubicBezTo>
                  <a:pt x="493008" y="64316"/>
                  <a:pt x="499679" y="66404"/>
                  <a:pt x="503458" y="68030"/>
                </a:cubicBezTo>
                <a:cubicBezTo>
                  <a:pt x="507237" y="69655"/>
                  <a:pt x="510203" y="72019"/>
                  <a:pt x="512356" y="75121"/>
                </a:cubicBezTo>
                <a:cubicBezTo>
                  <a:pt x="514508" y="78221"/>
                  <a:pt x="515585" y="82072"/>
                  <a:pt x="515585" y="86673"/>
                </a:cubicBezTo>
                <a:cubicBezTo>
                  <a:pt x="515585" y="91175"/>
                  <a:pt x="514271" y="95414"/>
                  <a:pt x="511643" y="99391"/>
                </a:cubicBezTo>
                <a:cubicBezTo>
                  <a:pt x="509015" y="103366"/>
                  <a:pt x="505223" y="106441"/>
                  <a:pt x="500267" y="108617"/>
                </a:cubicBezTo>
                <a:cubicBezTo>
                  <a:pt x="495311" y="110793"/>
                  <a:pt x="489704" y="111881"/>
                  <a:pt x="483447" y="111881"/>
                </a:cubicBezTo>
                <a:cubicBezTo>
                  <a:pt x="473085" y="111881"/>
                  <a:pt x="465188" y="109722"/>
                  <a:pt x="459757" y="105405"/>
                </a:cubicBezTo>
                <a:cubicBezTo>
                  <a:pt x="454325" y="101087"/>
                  <a:pt x="450859" y="94686"/>
                  <a:pt x="449357" y="86201"/>
                </a:cubicBezTo>
                <a:close/>
                <a:moveTo>
                  <a:pt x="602837" y="61872"/>
                </a:moveTo>
                <a:lnTo>
                  <a:pt x="529927" y="93109"/>
                </a:lnTo>
                <a:lnTo>
                  <a:pt x="529927" y="79593"/>
                </a:lnTo>
                <a:lnTo>
                  <a:pt x="587669" y="55640"/>
                </a:lnTo>
                <a:lnTo>
                  <a:pt x="529927" y="31987"/>
                </a:lnTo>
                <a:lnTo>
                  <a:pt x="529927" y="18472"/>
                </a:lnTo>
                <a:lnTo>
                  <a:pt x="602837" y="49258"/>
                </a:lnTo>
                <a:lnTo>
                  <a:pt x="602837" y="61872"/>
                </a:lnTo>
                <a:close/>
                <a:moveTo>
                  <a:pt x="692644" y="61872"/>
                </a:moveTo>
                <a:lnTo>
                  <a:pt x="619734" y="93109"/>
                </a:lnTo>
                <a:lnTo>
                  <a:pt x="619734" y="79593"/>
                </a:lnTo>
                <a:lnTo>
                  <a:pt x="677477" y="55640"/>
                </a:lnTo>
                <a:lnTo>
                  <a:pt x="619734" y="31987"/>
                </a:lnTo>
                <a:lnTo>
                  <a:pt x="619734" y="18472"/>
                </a:lnTo>
                <a:lnTo>
                  <a:pt x="692644" y="49258"/>
                </a:lnTo>
                <a:lnTo>
                  <a:pt x="692644" y="618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Class_B_Test">
            <a:extLst xmlns:a="http://schemas.openxmlformats.org/drawingml/2006/main">
              <a:ext uri="{FF2B5EF4-FFF2-40B4-BE49-F238E27FC236}">
                <a16:creationId xmlns:a16="http://schemas.microsoft.com/office/drawing/2014/main" id="{D55E2383-6E8B-4AA3-B028-EEA37DE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43" y="374275"/>
            <a:ext cx="988036" cy="142517"/>
          </a:xfrm>
          <a:custGeom xmlns:a="http://schemas.openxmlformats.org/drawingml/2006/main">
            <a:pathLst>
              <a:path w="988036" h="142517">
                <a:moveTo>
                  <a:pt x="74337" y="71484"/>
                </a:moveTo>
                <a:lnTo>
                  <a:pt x="95887" y="78242"/>
                </a:lnTo>
                <a:cubicBezTo>
                  <a:pt x="92583" y="90332"/>
                  <a:pt x="87090" y="99312"/>
                  <a:pt x="79406" y="105182"/>
                </a:cubicBezTo>
                <a:cubicBezTo>
                  <a:pt x="71722" y="111050"/>
                  <a:pt x="61973" y="113984"/>
                  <a:pt x="50159" y="113984"/>
                </a:cubicBezTo>
                <a:cubicBezTo>
                  <a:pt x="35542" y="113984"/>
                  <a:pt x="23528" y="108984"/>
                  <a:pt x="14117" y="98985"/>
                </a:cubicBezTo>
                <a:cubicBezTo>
                  <a:pt x="4706" y="88984"/>
                  <a:pt x="0" y="75312"/>
                  <a:pt x="0" y="57970"/>
                </a:cubicBezTo>
                <a:cubicBezTo>
                  <a:pt x="0" y="39624"/>
                  <a:pt x="4731" y="25376"/>
                  <a:pt x="14192" y="15226"/>
                </a:cubicBezTo>
                <a:cubicBezTo>
                  <a:pt x="23653" y="5075"/>
                  <a:pt x="36092" y="0"/>
                  <a:pt x="51510" y="0"/>
                </a:cubicBezTo>
                <a:cubicBezTo>
                  <a:pt x="64976" y="0"/>
                  <a:pt x="75914" y="3989"/>
                  <a:pt x="84324" y="11967"/>
                </a:cubicBezTo>
                <a:cubicBezTo>
                  <a:pt x="89330" y="16684"/>
                  <a:pt x="93084" y="23457"/>
                  <a:pt x="95587" y="32288"/>
                </a:cubicBezTo>
                <a:lnTo>
                  <a:pt x="73586" y="37544"/>
                </a:lnTo>
                <a:cubicBezTo>
                  <a:pt x="72285" y="31837"/>
                  <a:pt x="69569" y="27332"/>
                  <a:pt x="65439" y="24028"/>
                </a:cubicBezTo>
                <a:cubicBezTo>
                  <a:pt x="61309" y="20724"/>
                  <a:pt x="56291" y="19072"/>
                  <a:pt x="50384" y="19072"/>
                </a:cubicBezTo>
                <a:cubicBezTo>
                  <a:pt x="42224" y="19072"/>
                  <a:pt x="35604" y="22001"/>
                  <a:pt x="30523" y="27858"/>
                </a:cubicBezTo>
                <a:cubicBezTo>
                  <a:pt x="25442" y="33714"/>
                  <a:pt x="22902" y="43201"/>
                  <a:pt x="22902" y="56316"/>
                </a:cubicBezTo>
                <a:cubicBezTo>
                  <a:pt x="22902" y="70232"/>
                  <a:pt x="25405" y="80144"/>
                  <a:pt x="30411" y="86051"/>
                </a:cubicBezTo>
                <a:cubicBezTo>
                  <a:pt x="35416" y="91958"/>
                  <a:pt x="41924" y="94911"/>
                  <a:pt x="49933" y="94911"/>
                </a:cubicBezTo>
                <a:cubicBezTo>
                  <a:pt x="55840" y="94911"/>
                  <a:pt x="60921" y="93029"/>
                  <a:pt x="65176" y="89263"/>
                </a:cubicBezTo>
                <a:cubicBezTo>
                  <a:pt x="69431" y="85496"/>
                  <a:pt x="72485" y="79570"/>
                  <a:pt x="74337" y="71484"/>
                </a:cubicBezTo>
                <a:close/>
                <a:moveTo>
                  <a:pt x="114784" y="112031"/>
                </a:moveTo>
                <a:lnTo>
                  <a:pt x="114784" y="1952"/>
                </a:lnTo>
                <a:lnTo>
                  <a:pt x="135883" y="1952"/>
                </a:lnTo>
                <a:lnTo>
                  <a:pt x="135883" y="112031"/>
                </a:lnTo>
                <a:lnTo>
                  <a:pt x="114784" y="112031"/>
                </a:lnTo>
                <a:close/>
                <a:moveTo>
                  <a:pt x="173303" y="56917"/>
                </a:moveTo>
                <a:lnTo>
                  <a:pt x="154156" y="53463"/>
                </a:lnTo>
                <a:cubicBezTo>
                  <a:pt x="156308" y="45652"/>
                  <a:pt x="160012" y="39870"/>
                  <a:pt x="165269" y="36117"/>
                </a:cubicBezTo>
                <a:cubicBezTo>
                  <a:pt x="170525" y="32363"/>
                  <a:pt x="178334" y="30486"/>
                  <a:pt x="188696" y="30486"/>
                </a:cubicBezTo>
                <a:cubicBezTo>
                  <a:pt x="198107" y="30486"/>
                  <a:pt x="205115" y="31600"/>
                  <a:pt x="209721" y="33827"/>
                </a:cubicBezTo>
                <a:cubicBezTo>
                  <a:pt x="214326" y="36055"/>
                  <a:pt x="217567" y="38883"/>
                  <a:pt x="219445" y="42312"/>
                </a:cubicBezTo>
                <a:cubicBezTo>
                  <a:pt x="221322" y="45741"/>
                  <a:pt x="222260" y="52036"/>
                  <a:pt x="222260" y="61197"/>
                </a:cubicBezTo>
                <a:lnTo>
                  <a:pt x="222035" y="85826"/>
                </a:lnTo>
                <a:cubicBezTo>
                  <a:pt x="222035" y="92834"/>
                  <a:pt x="222373" y="98002"/>
                  <a:pt x="223049" y="101331"/>
                </a:cubicBezTo>
                <a:cubicBezTo>
                  <a:pt x="223725" y="104660"/>
                  <a:pt x="224989" y="108227"/>
                  <a:pt x="226841" y="112031"/>
                </a:cubicBezTo>
                <a:lnTo>
                  <a:pt x="205966" y="112031"/>
                </a:lnTo>
                <a:cubicBezTo>
                  <a:pt x="205416" y="110630"/>
                  <a:pt x="204740" y="108552"/>
                  <a:pt x="203939" y="105799"/>
                </a:cubicBezTo>
                <a:cubicBezTo>
                  <a:pt x="203588" y="104547"/>
                  <a:pt x="203338" y="103722"/>
                  <a:pt x="203188" y="103321"/>
                </a:cubicBezTo>
                <a:cubicBezTo>
                  <a:pt x="199584" y="106825"/>
                  <a:pt x="195729" y="109453"/>
                  <a:pt x="191624" y="111205"/>
                </a:cubicBezTo>
                <a:cubicBezTo>
                  <a:pt x="187520" y="112957"/>
                  <a:pt x="183140" y="113833"/>
                  <a:pt x="178484" y="113833"/>
                </a:cubicBezTo>
                <a:cubicBezTo>
                  <a:pt x="170274" y="113833"/>
                  <a:pt x="163804" y="111615"/>
                  <a:pt x="159074" y="107179"/>
                </a:cubicBezTo>
                <a:cubicBezTo>
                  <a:pt x="154343" y="102742"/>
                  <a:pt x="151978" y="97134"/>
                  <a:pt x="151978" y="90354"/>
                </a:cubicBezTo>
                <a:cubicBezTo>
                  <a:pt x="151978" y="85868"/>
                  <a:pt x="153054" y="81868"/>
                  <a:pt x="155207" y="78354"/>
                </a:cubicBezTo>
                <a:cubicBezTo>
                  <a:pt x="157359" y="74839"/>
                  <a:pt x="160375" y="72147"/>
                  <a:pt x="164255" y="70278"/>
                </a:cubicBezTo>
                <a:cubicBezTo>
                  <a:pt x="168134" y="68408"/>
                  <a:pt x="173729" y="66776"/>
                  <a:pt x="181037" y="65380"/>
                </a:cubicBezTo>
                <a:cubicBezTo>
                  <a:pt x="190899" y="63536"/>
                  <a:pt x="197732" y="61816"/>
                  <a:pt x="201536" y="60221"/>
                </a:cubicBezTo>
                <a:lnTo>
                  <a:pt x="201536" y="58095"/>
                </a:lnTo>
                <a:cubicBezTo>
                  <a:pt x="201536" y="53995"/>
                  <a:pt x="200535" y="51072"/>
                  <a:pt x="198533" y="49326"/>
                </a:cubicBezTo>
                <a:cubicBezTo>
                  <a:pt x="196530" y="47578"/>
                  <a:pt x="192751" y="46705"/>
                  <a:pt x="187194" y="46705"/>
                </a:cubicBezTo>
                <a:cubicBezTo>
                  <a:pt x="183440" y="46705"/>
                  <a:pt x="180511" y="47460"/>
                  <a:pt x="178409" y="48971"/>
                </a:cubicBezTo>
                <a:cubicBezTo>
                  <a:pt x="176307" y="50481"/>
                  <a:pt x="174605" y="53129"/>
                  <a:pt x="173303" y="56917"/>
                </a:cubicBezTo>
                <a:moveTo>
                  <a:pt x="201536" y="74037"/>
                </a:moveTo>
                <a:cubicBezTo>
                  <a:pt x="198833" y="74927"/>
                  <a:pt x="194553" y="75991"/>
                  <a:pt x="188696" y="77228"/>
                </a:cubicBezTo>
                <a:cubicBezTo>
                  <a:pt x="182839" y="78464"/>
                  <a:pt x="179010" y="79675"/>
                  <a:pt x="177208" y="80863"/>
                </a:cubicBezTo>
                <a:cubicBezTo>
                  <a:pt x="174454" y="82792"/>
                  <a:pt x="173078" y="85240"/>
                  <a:pt x="173078" y="88207"/>
                </a:cubicBezTo>
                <a:cubicBezTo>
                  <a:pt x="173078" y="91126"/>
                  <a:pt x="174179" y="93650"/>
                  <a:pt x="176382" y="95777"/>
                </a:cubicBezTo>
                <a:cubicBezTo>
                  <a:pt x="178584" y="97903"/>
                  <a:pt x="181387" y="98966"/>
                  <a:pt x="184791" y="98966"/>
                </a:cubicBezTo>
                <a:cubicBezTo>
                  <a:pt x="188596" y="98966"/>
                  <a:pt x="192225" y="97729"/>
                  <a:pt x="195679" y="95256"/>
                </a:cubicBezTo>
                <a:cubicBezTo>
                  <a:pt x="198232" y="93377"/>
                  <a:pt x="199909" y="91077"/>
                  <a:pt x="200710" y="88355"/>
                </a:cubicBezTo>
                <a:cubicBezTo>
                  <a:pt x="201261" y="86575"/>
                  <a:pt x="201536" y="83187"/>
                  <a:pt x="201536" y="78192"/>
                </a:cubicBezTo>
                <a:lnTo>
                  <a:pt x="201536" y="74037"/>
                </a:lnTo>
                <a:close/>
                <a:moveTo>
                  <a:pt x="235603" y="89355"/>
                </a:moveTo>
                <a:lnTo>
                  <a:pt x="256777" y="86051"/>
                </a:lnTo>
                <a:cubicBezTo>
                  <a:pt x="257678" y="90131"/>
                  <a:pt x="259506" y="93228"/>
                  <a:pt x="262259" y="95343"/>
                </a:cubicBezTo>
                <a:cubicBezTo>
                  <a:pt x="265012" y="97458"/>
                  <a:pt x="268867" y="98515"/>
                  <a:pt x="273822" y="98515"/>
                </a:cubicBezTo>
                <a:cubicBezTo>
                  <a:pt x="279279" y="98515"/>
                  <a:pt x="283384" y="97516"/>
                  <a:pt x="286137" y="95517"/>
                </a:cubicBezTo>
                <a:cubicBezTo>
                  <a:pt x="287989" y="94117"/>
                  <a:pt x="288915" y="92242"/>
                  <a:pt x="288915" y="89892"/>
                </a:cubicBezTo>
                <a:cubicBezTo>
                  <a:pt x="288915" y="88292"/>
                  <a:pt x="288414" y="86967"/>
                  <a:pt x="287413" y="85917"/>
                </a:cubicBezTo>
                <a:cubicBezTo>
                  <a:pt x="286362" y="84917"/>
                  <a:pt x="284009" y="83993"/>
                  <a:pt x="280355" y="83143"/>
                </a:cubicBezTo>
                <a:cubicBezTo>
                  <a:pt x="263335" y="79395"/>
                  <a:pt x="252547" y="75971"/>
                  <a:pt x="247992" y="72871"/>
                </a:cubicBezTo>
                <a:cubicBezTo>
                  <a:pt x="241685" y="68569"/>
                  <a:pt x="238531" y="62592"/>
                  <a:pt x="238531" y="54941"/>
                </a:cubicBezTo>
                <a:cubicBezTo>
                  <a:pt x="238531" y="48039"/>
                  <a:pt x="241259" y="42238"/>
                  <a:pt x="246716" y="37537"/>
                </a:cubicBezTo>
                <a:cubicBezTo>
                  <a:pt x="252172" y="32836"/>
                  <a:pt x="260632" y="30486"/>
                  <a:pt x="272095" y="30486"/>
                </a:cubicBezTo>
                <a:cubicBezTo>
                  <a:pt x="283008" y="30486"/>
                  <a:pt x="291118" y="32257"/>
                  <a:pt x="296424" y="35798"/>
                </a:cubicBezTo>
                <a:cubicBezTo>
                  <a:pt x="301730" y="39340"/>
                  <a:pt x="305384" y="44577"/>
                  <a:pt x="307387" y="51510"/>
                </a:cubicBezTo>
                <a:lnTo>
                  <a:pt x="287488" y="55265"/>
                </a:lnTo>
                <a:cubicBezTo>
                  <a:pt x="286637" y="52161"/>
                  <a:pt x="285023" y="49783"/>
                  <a:pt x="282645" y="48131"/>
                </a:cubicBezTo>
                <a:cubicBezTo>
                  <a:pt x="280267" y="46479"/>
                  <a:pt x="276876" y="45653"/>
                  <a:pt x="272471" y="45653"/>
                </a:cubicBezTo>
                <a:cubicBezTo>
                  <a:pt x="266914" y="45653"/>
                  <a:pt x="262935" y="46429"/>
                  <a:pt x="260532" y="47979"/>
                </a:cubicBezTo>
                <a:cubicBezTo>
                  <a:pt x="258930" y="49077"/>
                  <a:pt x="258129" y="50501"/>
                  <a:pt x="258129" y="52252"/>
                </a:cubicBezTo>
                <a:cubicBezTo>
                  <a:pt x="258129" y="53750"/>
                  <a:pt x="258830" y="55025"/>
                  <a:pt x="260231" y="56074"/>
                </a:cubicBezTo>
                <a:cubicBezTo>
                  <a:pt x="262134" y="57474"/>
                  <a:pt x="268704" y="59449"/>
                  <a:pt x="279942" y="61999"/>
                </a:cubicBezTo>
                <a:cubicBezTo>
                  <a:pt x="291180" y="64549"/>
                  <a:pt x="299027" y="67677"/>
                  <a:pt x="303482" y="71383"/>
                </a:cubicBezTo>
                <a:cubicBezTo>
                  <a:pt x="307887" y="75140"/>
                  <a:pt x="310090" y="80375"/>
                  <a:pt x="310090" y="87086"/>
                </a:cubicBezTo>
                <a:cubicBezTo>
                  <a:pt x="310090" y="94399"/>
                  <a:pt x="307036" y="100685"/>
                  <a:pt x="300929" y="105944"/>
                </a:cubicBezTo>
                <a:cubicBezTo>
                  <a:pt x="294822" y="111204"/>
                  <a:pt x="285786" y="113833"/>
                  <a:pt x="273822" y="113833"/>
                </a:cubicBezTo>
                <a:cubicBezTo>
                  <a:pt x="262960" y="113833"/>
                  <a:pt x="254362" y="111638"/>
                  <a:pt x="248030" y="107247"/>
                </a:cubicBezTo>
                <a:cubicBezTo>
                  <a:pt x="241697" y="102854"/>
                  <a:pt x="237555" y="96890"/>
                  <a:pt x="235603" y="89355"/>
                </a:cubicBezTo>
                <a:close/>
                <a:moveTo>
                  <a:pt x="321104" y="89355"/>
                </a:moveTo>
                <a:lnTo>
                  <a:pt x="342279" y="86051"/>
                </a:lnTo>
                <a:cubicBezTo>
                  <a:pt x="343180" y="90131"/>
                  <a:pt x="345007" y="93228"/>
                  <a:pt x="347761" y="95343"/>
                </a:cubicBezTo>
                <a:cubicBezTo>
                  <a:pt x="350514" y="97458"/>
                  <a:pt x="354368" y="98515"/>
                  <a:pt x="359324" y="98515"/>
                </a:cubicBezTo>
                <a:cubicBezTo>
                  <a:pt x="364781" y="98515"/>
                  <a:pt x="368885" y="97516"/>
                  <a:pt x="371639" y="95517"/>
                </a:cubicBezTo>
                <a:cubicBezTo>
                  <a:pt x="373491" y="94117"/>
                  <a:pt x="374417" y="92242"/>
                  <a:pt x="374417" y="89892"/>
                </a:cubicBezTo>
                <a:cubicBezTo>
                  <a:pt x="374417" y="88292"/>
                  <a:pt x="373916" y="86967"/>
                  <a:pt x="372915" y="85917"/>
                </a:cubicBezTo>
                <a:cubicBezTo>
                  <a:pt x="371864" y="84917"/>
                  <a:pt x="369511" y="83993"/>
                  <a:pt x="365857" y="83143"/>
                </a:cubicBezTo>
                <a:cubicBezTo>
                  <a:pt x="348837" y="79395"/>
                  <a:pt x="338049" y="75971"/>
                  <a:pt x="333494" y="72871"/>
                </a:cubicBezTo>
                <a:cubicBezTo>
                  <a:pt x="327187" y="68569"/>
                  <a:pt x="324033" y="62592"/>
                  <a:pt x="324033" y="54941"/>
                </a:cubicBezTo>
                <a:cubicBezTo>
                  <a:pt x="324033" y="48039"/>
                  <a:pt x="326761" y="42238"/>
                  <a:pt x="332217" y="37537"/>
                </a:cubicBezTo>
                <a:cubicBezTo>
                  <a:pt x="337674" y="32836"/>
                  <a:pt x="346134" y="30486"/>
                  <a:pt x="357597" y="30486"/>
                </a:cubicBezTo>
                <a:cubicBezTo>
                  <a:pt x="368510" y="30486"/>
                  <a:pt x="376619" y="32257"/>
                  <a:pt x="381926" y="35798"/>
                </a:cubicBezTo>
                <a:cubicBezTo>
                  <a:pt x="387232" y="39340"/>
                  <a:pt x="390886" y="44577"/>
                  <a:pt x="392888" y="51510"/>
                </a:cubicBezTo>
                <a:lnTo>
                  <a:pt x="372990" y="55265"/>
                </a:lnTo>
                <a:cubicBezTo>
                  <a:pt x="372139" y="52161"/>
                  <a:pt x="370525" y="49783"/>
                  <a:pt x="368147" y="48131"/>
                </a:cubicBezTo>
                <a:cubicBezTo>
                  <a:pt x="365769" y="46479"/>
                  <a:pt x="362378" y="45653"/>
                  <a:pt x="357973" y="45653"/>
                </a:cubicBezTo>
                <a:cubicBezTo>
                  <a:pt x="352416" y="45653"/>
                  <a:pt x="348436" y="46429"/>
                  <a:pt x="346034" y="47979"/>
                </a:cubicBezTo>
                <a:cubicBezTo>
                  <a:pt x="344432" y="49077"/>
                  <a:pt x="343631" y="50501"/>
                  <a:pt x="343631" y="52252"/>
                </a:cubicBezTo>
                <a:cubicBezTo>
                  <a:pt x="343631" y="53750"/>
                  <a:pt x="344332" y="55025"/>
                  <a:pt x="345733" y="56074"/>
                </a:cubicBezTo>
                <a:cubicBezTo>
                  <a:pt x="347635" y="57474"/>
                  <a:pt x="354206" y="59449"/>
                  <a:pt x="365444" y="61999"/>
                </a:cubicBezTo>
                <a:cubicBezTo>
                  <a:pt x="376682" y="64549"/>
                  <a:pt x="384529" y="67677"/>
                  <a:pt x="388984" y="71383"/>
                </a:cubicBezTo>
                <a:cubicBezTo>
                  <a:pt x="393389" y="75140"/>
                  <a:pt x="395592" y="80375"/>
                  <a:pt x="395592" y="87086"/>
                </a:cubicBezTo>
                <a:cubicBezTo>
                  <a:pt x="395592" y="94399"/>
                  <a:pt x="392538" y="100685"/>
                  <a:pt x="386431" y="105944"/>
                </a:cubicBezTo>
                <a:cubicBezTo>
                  <a:pt x="380324" y="111204"/>
                  <a:pt x="371288" y="113833"/>
                  <a:pt x="359324" y="113833"/>
                </a:cubicBezTo>
                <a:cubicBezTo>
                  <a:pt x="348461" y="113833"/>
                  <a:pt x="339864" y="111638"/>
                  <a:pt x="333531" y="107247"/>
                </a:cubicBezTo>
                <a:cubicBezTo>
                  <a:pt x="327199" y="102854"/>
                  <a:pt x="323057" y="96890"/>
                  <a:pt x="321104" y="89355"/>
                </a:cubicBezTo>
                <a:close/>
                <a:moveTo>
                  <a:pt x="401575" y="142517"/>
                </a:moveTo>
                <a:lnTo>
                  <a:pt x="401575" y="128701"/>
                </a:lnTo>
                <a:lnTo>
                  <a:pt x="489278" y="128701"/>
                </a:lnTo>
                <a:lnTo>
                  <a:pt x="489278" y="142517"/>
                </a:lnTo>
                <a:lnTo>
                  <a:pt x="401575" y="142517"/>
                </a:lnTo>
                <a:close/>
                <a:moveTo>
                  <a:pt x="499767" y="1952"/>
                </a:moveTo>
                <a:lnTo>
                  <a:pt x="543769" y="1952"/>
                </a:lnTo>
                <a:cubicBezTo>
                  <a:pt x="552479" y="1952"/>
                  <a:pt x="558974" y="2315"/>
                  <a:pt x="563254" y="3041"/>
                </a:cubicBezTo>
                <a:cubicBezTo>
                  <a:pt x="567534" y="3765"/>
                  <a:pt x="571363" y="5277"/>
                  <a:pt x="574742" y="7577"/>
                </a:cubicBezTo>
                <a:cubicBezTo>
                  <a:pt x="578121" y="9875"/>
                  <a:pt x="580937" y="12936"/>
                  <a:pt x="583190" y="16761"/>
                </a:cubicBezTo>
                <a:cubicBezTo>
                  <a:pt x="585442" y="20584"/>
                  <a:pt x="586569" y="24871"/>
                  <a:pt x="586569" y="29620"/>
                </a:cubicBezTo>
                <a:cubicBezTo>
                  <a:pt x="586569" y="34768"/>
                  <a:pt x="585180" y="39492"/>
                  <a:pt x="582401" y="43790"/>
                </a:cubicBezTo>
                <a:cubicBezTo>
                  <a:pt x="579623" y="48089"/>
                  <a:pt x="575856" y="51313"/>
                  <a:pt x="571101" y="53463"/>
                </a:cubicBezTo>
                <a:cubicBezTo>
                  <a:pt x="577808" y="55418"/>
                  <a:pt x="582964" y="58752"/>
                  <a:pt x="586569" y="63463"/>
                </a:cubicBezTo>
                <a:cubicBezTo>
                  <a:pt x="590173" y="68174"/>
                  <a:pt x="591975" y="73712"/>
                  <a:pt x="591975" y="80079"/>
                </a:cubicBezTo>
                <a:cubicBezTo>
                  <a:pt x="591975" y="85091"/>
                  <a:pt x="590811" y="89966"/>
                  <a:pt x="588483" y="94702"/>
                </a:cubicBezTo>
                <a:cubicBezTo>
                  <a:pt x="586156" y="99438"/>
                  <a:pt x="582977" y="103222"/>
                  <a:pt x="578947" y="106055"/>
                </a:cubicBezTo>
                <a:cubicBezTo>
                  <a:pt x="574918" y="108886"/>
                  <a:pt x="569949" y="110628"/>
                  <a:pt x="564042" y="111280"/>
                </a:cubicBezTo>
                <a:cubicBezTo>
                  <a:pt x="560338" y="111681"/>
                  <a:pt x="551402" y="111931"/>
                  <a:pt x="537236" y="112031"/>
                </a:cubicBezTo>
                <a:lnTo>
                  <a:pt x="499767" y="112031"/>
                </a:lnTo>
                <a:lnTo>
                  <a:pt x="499767" y="1952"/>
                </a:lnTo>
                <a:moveTo>
                  <a:pt x="521993" y="20274"/>
                </a:moveTo>
                <a:lnTo>
                  <a:pt x="521993" y="45653"/>
                </a:lnTo>
                <a:lnTo>
                  <a:pt x="536560" y="45653"/>
                </a:lnTo>
                <a:cubicBezTo>
                  <a:pt x="545220" y="45653"/>
                  <a:pt x="550602" y="45528"/>
                  <a:pt x="552704" y="45278"/>
                </a:cubicBezTo>
                <a:cubicBezTo>
                  <a:pt x="556508" y="44829"/>
                  <a:pt x="559499" y="43520"/>
                  <a:pt x="561677" y="41350"/>
                </a:cubicBezTo>
                <a:cubicBezTo>
                  <a:pt x="563855" y="39179"/>
                  <a:pt x="564943" y="36321"/>
                  <a:pt x="564943" y="32776"/>
                </a:cubicBezTo>
                <a:cubicBezTo>
                  <a:pt x="564943" y="29383"/>
                  <a:pt x="564005" y="26626"/>
                  <a:pt x="562128" y="24504"/>
                </a:cubicBezTo>
                <a:cubicBezTo>
                  <a:pt x="560250" y="22383"/>
                  <a:pt x="557460" y="21098"/>
                  <a:pt x="553755" y="20649"/>
                </a:cubicBezTo>
                <a:cubicBezTo>
                  <a:pt x="551553" y="20399"/>
                  <a:pt x="545220" y="20274"/>
                  <a:pt x="534758" y="20274"/>
                </a:cubicBezTo>
                <a:lnTo>
                  <a:pt x="521993" y="20274"/>
                </a:lnTo>
                <a:moveTo>
                  <a:pt x="521993" y="63975"/>
                </a:moveTo>
                <a:lnTo>
                  <a:pt x="521993" y="93409"/>
                </a:lnTo>
                <a:lnTo>
                  <a:pt x="542567" y="93409"/>
                </a:lnTo>
                <a:cubicBezTo>
                  <a:pt x="550577" y="93409"/>
                  <a:pt x="555657" y="93184"/>
                  <a:pt x="557810" y="92734"/>
                </a:cubicBezTo>
                <a:cubicBezTo>
                  <a:pt x="561114" y="92133"/>
                  <a:pt x="563805" y="90669"/>
                  <a:pt x="565882" y="88341"/>
                </a:cubicBezTo>
                <a:cubicBezTo>
                  <a:pt x="567959" y="86013"/>
                  <a:pt x="568998" y="82897"/>
                  <a:pt x="568998" y="78993"/>
                </a:cubicBezTo>
                <a:cubicBezTo>
                  <a:pt x="568998" y="75689"/>
                  <a:pt x="568197" y="72885"/>
                  <a:pt x="566595" y="70583"/>
                </a:cubicBezTo>
                <a:cubicBezTo>
                  <a:pt x="564993" y="68280"/>
                  <a:pt x="562678" y="66603"/>
                  <a:pt x="559650" y="65552"/>
                </a:cubicBezTo>
                <a:cubicBezTo>
                  <a:pt x="556621" y="64501"/>
                  <a:pt x="550051" y="63975"/>
                  <a:pt x="539939" y="63975"/>
                </a:cubicBezTo>
                <a:lnTo>
                  <a:pt x="521993" y="63975"/>
                </a:lnTo>
                <a:close/>
                <a:moveTo>
                  <a:pt x="598106" y="142517"/>
                </a:moveTo>
                <a:lnTo>
                  <a:pt x="598106" y="128701"/>
                </a:lnTo>
                <a:lnTo>
                  <a:pt x="685809" y="128701"/>
                </a:lnTo>
                <a:lnTo>
                  <a:pt x="685809" y="142517"/>
                </a:lnTo>
                <a:lnTo>
                  <a:pt x="598106" y="142517"/>
                </a:lnTo>
                <a:close/>
                <a:moveTo>
                  <a:pt x="721002" y="112031"/>
                </a:moveTo>
                <a:lnTo>
                  <a:pt x="721002" y="20574"/>
                </a:lnTo>
                <a:lnTo>
                  <a:pt x="688339" y="20574"/>
                </a:lnTo>
                <a:lnTo>
                  <a:pt x="688339" y="1952"/>
                </a:lnTo>
                <a:lnTo>
                  <a:pt x="775816" y="1952"/>
                </a:lnTo>
                <a:lnTo>
                  <a:pt x="775816" y="20574"/>
                </a:lnTo>
                <a:lnTo>
                  <a:pt x="743228" y="20574"/>
                </a:lnTo>
                <a:lnTo>
                  <a:pt x="743228" y="112031"/>
                </a:lnTo>
                <a:lnTo>
                  <a:pt x="721002" y="112031"/>
                </a:lnTo>
                <a:close/>
                <a:moveTo>
                  <a:pt x="824916" y="86652"/>
                </a:moveTo>
                <a:lnTo>
                  <a:pt x="845941" y="90256"/>
                </a:lnTo>
                <a:cubicBezTo>
                  <a:pt x="843238" y="97940"/>
                  <a:pt x="838970" y="103790"/>
                  <a:pt x="833139" y="107808"/>
                </a:cubicBezTo>
                <a:cubicBezTo>
                  <a:pt x="827307" y="111825"/>
                  <a:pt x="820011" y="113833"/>
                  <a:pt x="811250" y="113833"/>
                </a:cubicBezTo>
                <a:cubicBezTo>
                  <a:pt x="797384" y="113833"/>
                  <a:pt x="787122" y="109303"/>
                  <a:pt x="780464" y="100242"/>
                </a:cubicBezTo>
                <a:cubicBezTo>
                  <a:pt x="775208" y="92984"/>
                  <a:pt x="772580" y="83823"/>
                  <a:pt x="772580" y="72760"/>
                </a:cubicBezTo>
                <a:cubicBezTo>
                  <a:pt x="772580" y="59545"/>
                  <a:pt x="776034" y="49195"/>
                  <a:pt x="782942" y="41711"/>
                </a:cubicBezTo>
                <a:cubicBezTo>
                  <a:pt x="789850" y="34228"/>
                  <a:pt x="798586" y="30486"/>
                  <a:pt x="809148" y="30486"/>
                </a:cubicBezTo>
                <a:cubicBezTo>
                  <a:pt x="821012" y="30486"/>
                  <a:pt x="830373" y="34403"/>
                  <a:pt x="837231" y="42237"/>
                </a:cubicBezTo>
                <a:cubicBezTo>
                  <a:pt x="844089" y="50071"/>
                  <a:pt x="847368" y="62073"/>
                  <a:pt x="847067" y="78242"/>
                </a:cubicBezTo>
                <a:lnTo>
                  <a:pt x="794205" y="78242"/>
                </a:lnTo>
                <a:cubicBezTo>
                  <a:pt x="794356" y="84499"/>
                  <a:pt x="796058" y="89367"/>
                  <a:pt x="799311" y="92846"/>
                </a:cubicBezTo>
                <a:cubicBezTo>
                  <a:pt x="802565" y="96325"/>
                  <a:pt x="806620" y="98065"/>
                  <a:pt x="811476" y="98065"/>
                </a:cubicBezTo>
                <a:cubicBezTo>
                  <a:pt x="814780" y="98065"/>
                  <a:pt x="817558" y="97164"/>
                  <a:pt x="819810" y="95362"/>
                </a:cubicBezTo>
                <a:cubicBezTo>
                  <a:pt x="822063" y="93560"/>
                  <a:pt x="823765" y="90656"/>
                  <a:pt x="824916" y="86652"/>
                </a:cubicBezTo>
                <a:moveTo>
                  <a:pt x="826118" y="65327"/>
                </a:moveTo>
                <a:cubicBezTo>
                  <a:pt x="825968" y="59244"/>
                  <a:pt x="824391" y="54620"/>
                  <a:pt x="821387" y="51454"/>
                </a:cubicBezTo>
                <a:cubicBezTo>
                  <a:pt x="818384" y="48288"/>
                  <a:pt x="814729" y="46705"/>
                  <a:pt x="810424" y="46705"/>
                </a:cubicBezTo>
                <a:cubicBezTo>
                  <a:pt x="805819" y="46705"/>
                  <a:pt x="802015" y="48375"/>
                  <a:pt x="799011" y="51714"/>
                </a:cubicBezTo>
                <a:cubicBezTo>
                  <a:pt x="796008" y="55056"/>
                  <a:pt x="794531" y="59593"/>
                  <a:pt x="794581" y="65327"/>
                </a:cubicBezTo>
                <a:lnTo>
                  <a:pt x="826118" y="65327"/>
                </a:lnTo>
                <a:close/>
                <a:moveTo>
                  <a:pt x="856805" y="89355"/>
                </a:moveTo>
                <a:lnTo>
                  <a:pt x="877980" y="86051"/>
                </a:lnTo>
                <a:cubicBezTo>
                  <a:pt x="878881" y="90131"/>
                  <a:pt x="880708" y="93228"/>
                  <a:pt x="883462" y="95343"/>
                </a:cubicBezTo>
                <a:cubicBezTo>
                  <a:pt x="886215" y="97458"/>
                  <a:pt x="890069" y="98515"/>
                  <a:pt x="895025" y="98515"/>
                </a:cubicBezTo>
                <a:cubicBezTo>
                  <a:pt x="900482" y="98515"/>
                  <a:pt x="904586" y="97516"/>
                  <a:pt x="907340" y="95517"/>
                </a:cubicBezTo>
                <a:cubicBezTo>
                  <a:pt x="909192" y="94117"/>
                  <a:pt x="910118" y="92242"/>
                  <a:pt x="910118" y="89892"/>
                </a:cubicBezTo>
                <a:cubicBezTo>
                  <a:pt x="910118" y="88292"/>
                  <a:pt x="909617" y="86967"/>
                  <a:pt x="908616" y="85917"/>
                </a:cubicBezTo>
                <a:cubicBezTo>
                  <a:pt x="907565" y="84917"/>
                  <a:pt x="905212" y="83993"/>
                  <a:pt x="901558" y="83143"/>
                </a:cubicBezTo>
                <a:cubicBezTo>
                  <a:pt x="884538" y="79395"/>
                  <a:pt x="873750" y="75971"/>
                  <a:pt x="869195" y="72871"/>
                </a:cubicBezTo>
                <a:cubicBezTo>
                  <a:pt x="862888" y="68569"/>
                  <a:pt x="859734" y="62592"/>
                  <a:pt x="859734" y="54941"/>
                </a:cubicBezTo>
                <a:cubicBezTo>
                  <a:pt x="859734" y="48039"/>
                  <a:pt x="862462" y="42238"/>
                  <a:pt x="867918" y="37537"/>
                </a:cubicBezTo>
                <a:cubicBezTo>
                  <a:pt x="873375" y="32836"/>
                  <a:pt x="881835" y="30486"/>
                  <a:pt x="893298" y="30486"/>
                </a:cubicBezTo>
                <a:cubicBezTo>
                  <a:pt x="904211" y="30486"/>
                  <a:pt x="912320" y="32257"/>
                  <a:pt x="917627" y="35798"/>
                </a:cubicBezTo>
                <a:cubicBezTo>
                  <a:pt x="922933" y="39340"/>
                  <a:pt x="926587" y="44577"/>
                  <a:pt x="928589" y="51510"/>
                </a:cubicBezTo>
                <a:lnTo>
                  <a:pt x="908691" y="55265"/>
                </a:lnTo>
                <a:cubicBezTo>
                  <a:pt x="907840" y="52161"/>
                  <a:pt x="906226" y="49783"/>
                  <a:pt x="903848" y="48131"/>
                </a:cubicBezTo>
                <a:cubicBezTo>
                  <a:pt x="901470" y="46479"/>
                  <a:pt x="898079" y="45653"/>
                  <a:pt x="893674" y="45653"/>
                </a:cubicBezTo>
                <a:cubicBezTo>
                  <a:pt x="888117" y="45653"/>
                  <a:pt x="884137" y="46429"/>
                  <a:pt x="881735" y="47979"/>
                </a:cubicBezTo>
                <a:cubicBezTo>
                  <a:pt x="880133" y="49077"/>
                  <a:pt x="879332" y="50501"/>
                  <a:pt x="879332" y="52252"/>
                </a:cubicBezTo>
                <a:cubicBezTo>
                  <a:pt x="879332" y="53750"/>
                  <a:pt x="880033" y="55025"/>
                  <a:pt x="881434" y="56074"/>
                </a:cubicBezTo>
                <a:cubicBezTo>
                  <a:pt x="883336" y="57474"/>
                  <a:pt x="889907" y="59449"/>
                  <a:pt x="901145" y="61999"/>
                </a:cubicBezTo>
                <a:cubicBezTo>
                  <a:pt x="912383" y="64549"/>
                  <a:pt x="920230" y="67677"/>
                  <a:pt x="924685" y="71383"/>
                </a:cubicBezTo>
                <a:cubicBezTo>
                  <a:pt x="929090" y="75140"/>
                  <a:pt x="931293" y="80375"/>
                  <a:pt x="931293" y="87086"/>
                </a:cubicBezTo>
                <a:cubicBezTo>
                  <a:pt x="931293" y="94399"/>
                  <a:pt x="928239" y="100685"/>
                  <a:pt x="922132" y="105944"/>
                </a:cubicBezTo>
                <a:cubicBezTo>
                  <a:pt x="916025" y="111204"/>
                  <a:pt x="906989" y="113833"/>
                  <a:pt x="895025" y="113833"/>
                </a:cubicBezTo>
                <a:cubicBezTo>
                  <a:pt x="884162" y="113833"/>
                  <a:pt x="875565" y="111638"/>
                  <a:pt x="869232" y="107247"/>
                </a:cubicBezTo>
                <a:cubicBezTo>
                  <a:pt x="862900" y="102854"/>
                  <a:pt x="858758" y="96890"/>
                  <a:pt x="856805" y="89355"/>
                </a:cubicBezTo>
                <a:close/>
                <a:moveTo>
                  <a:pt x="986309" y="32288"/>
                </a:moveTo>
                <a:lnTo>
                  <a:pt x="986309" y="49108"/>
                </a:lnTo>
                <a:lnTo>
                  <a:pt x="971892" y="49108"/>
                </a:lnTo>
                <a:lnTo>
                  <a:pt x="971892" y="81194"/>
                </a:lnTo>
                <a:cubicBezTo>
                  <a:pt x="971892" y="87692"/>
                  <a:pt x="972029" y="91478"/>
                  <a:pt x="972305" y="92553"/>
                </a:cubicBezTo>
                <a:cubicBezTo>
                  <a:pt x="972580" y="93626"/>
                  <a:pt x="973206" y="94513"/>
                  <a:pt x="974182" y="95214"/>
                </a:cubicBezTo>
                <a:cubicBezTo>
                  <a:pt x="975158" y="95913"/>
                  <a:pt x="976347" y="96263"/>
                  <a:pt x="977749" y="96263"/>
                </a:cubicBezTo>
                <a:cubicBezTo>
                  <a:pt x="979701" y="96263"/>
                  <a:pt x="982529" y="95587"/>
                  <a:pt x="986233" y="94235"/>
                </a:cubicBezTo>
                <a:lnTo>
                  <a:pt x="988036" y="110666"/>
                </a:lnTo>
                <a:cubicBezTo>
                  <a:pt x="983130" y="112777"/>
                  <a:pt x="977573" y="113833"/>
                  <a:pt x="971366" y="113833"/>
                </a:cubicBezTo>
                <a:cubicBezTo>
                  <a:pt x="967562" y="113833"/>
                  <a:pt x="964133" y="113195"/>
                  <a:pt x="961079" y="111919"/>
                </a:cubicBezTo>
                <a:cubicBezTo>
                  <a:pt x="958025" y="110642"/>
                  <a:pt x="955785" y="108990"/>
                  <a:pt x="954359" y="106963"/>
                </a:cubicBezTo>
                <a:cubicBezTo>
                  <a:pt x="952932" y="104935"/>
                  <a:pt x="951943" y="102195"/>
                  <a:pt x="951393" y="98741"/>
                </a:cubicBezTo>
                <a:cubicBezTo>
                  <a:pt x="950942" y="96288"/>
                  <a:pt x="950717" y="91332"/>
                  <a:pt x="950717" y="83873"/>
                </a:cubicBezTo>
                <a:lnTo>
                  <a:pt x="950717" y="49108"/>
                </a:lnTo>
                <a:lnTo>
                  <a:pt x="941030" y="49108"/>
                </a:lnTo>
                <a:lnTo>
                  <a:pt x="941030" y="32288"/>
                </a:lnTo>
                <a:lnTo>
                  <a:pt x="950717" y="32288"/>
                </a:lnTo>
                <a:lnTo>
                  <a:pt x="950717" y="16369"/>
                </a:lnTo>
                <a:lnTo>
                  <a:pt x="971892" y="3905"/>
                </a:lnTo>
                <a:lnTo>
                  <a:pt x="971892" y="32288"/>
                </a:lnTo>
                <a:lnTo>
                  <a:pt x="986309" y="322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8BE5C-BBCC-4168-A7A5-F17D1D0E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471" y="150418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CFBEE-96F0-4740-B6BD-92DD33B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471" y="150418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6F47A-963D-4360-916D-64467D0E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46" y="182793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381AA-183C-4F70-9265-EE33127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59" y="1008350"/>
            <a:ext cx="1199647" cy="599824"/>
          </a:xfrm>
          <a:custGeom xmlns:a="http://schemas.openxmlformats.org/drawingml/2006/main">
            <a:pathLst>
              <a:path w="1199647" h="599824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2CB38-85F8-4065-A28A-20A10E46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59" y="1008350"/>
            <a:ext cx="1199647" cy="599824"/>
          </a:xfrm>
          <a:custGeom xmlns:a="http://schemas.openxmlformats.org/drawingml/2006/main">
            <a:pathLst>
              <a:path w="1199647" h="599824" fill="none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37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084F8946-D079-494F-BD9E-577017FA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427" y="1161292"/>
            <a:ext cx="863298" cy="131032"/>
          </a:xfrm>
          <a:custGeom xmlns:a="http://schemas.openxmlformats.org/drawingml/2006/main">
            <a:pathLst>
              <a:path w="863298" h="131032">
                <a:moveTo>
                  <a:pt x="14654" y="64449"/>
                </a:moveTo>
                <a:lnTo>
                  <a:pt x="33078" y="96887"/>
                </a:lnTo>
                <a:lnTo>
                  <a:pt x="22692" y="96887"/>
                </a:lnTo>
                <a:lnTo>
                  <a:pt x="0" y="64449"/>
                </a:lnTo>
                <a:lnTo>
                  <a:pt x="22692" y="32011"/>
                </a:lnTo>
                <a:lnTo>
                  <a:pt x="33220" y="32011"/>
                </a:lnTo>
                <a:lnTo>
                  <a:pt x="14654" y="64449"/>
                </a:lnTo>
                <a:moveTo>
                  <a:pt x="42184" y="64449"/>
                </a:moveTo>
                <a:lnTo>
                  <a:pt x="60964" y="96887"/>
                </a:lnTo>
                <a:lnTo>
                  <a:pt x="50151" y="96887"/>
                </a:lnTo>
                <a:lnTo>
                  <a:pt x="27885" y="64449"/>
                </a:lnTo>
                <a:lnTo>
                  <a:pt x="50151" y="32011"/>
                </a:lnTo>
                <a:lnTo>
                  <a:pt x="60964" y="32011"/>
                </a:lnTo>
                <a:lnTo>
                  <a:pt x="42184" y="64449"/>
                </a:lnTo>
                <a:close/>
                <a:moveTo>
                  <a:pt x="130370" y="74266"/>
                </a:moveTo>
                <a:lnTo>
                  <a:pt x="142961" y="75902"/>
                </a:lnTo>
                <a:cubicBezTo>
                  <a:pt x="141586" y="84603"/>
                  <a:pt x="138065" y="91414"/>
                  <a:pt x="132397" y="96336"/>
                </a:cubicBezTo>
                <a:cubicBezTo>
                  <a:pt x="126730" y="101256"/>
                  <a:pt x="119771" y="103716"/>
                  <a:pt x="111519" y="103716"/>
                </a:cubicBezTo>
                <a:cubicBezTo>
                  <a:pt x="101181" y="103716"/>
                  <a:pt x="92870" y="100337"/>
                  <a:pt x="86586" y="93579"/>
                </a:cubicBezTo>
                <a:cubicBezTo>
                  <a:pt x="80302" y="86821"/>
                  <a:pt x="77160" y="77135"/>
                  <a:pt x="77160" y="64520"/>
                </a:cubicBezTo>
                <a:cubicBezTo>
                  <a:pt x="77160" y="56363"/>
                  <a:pt x="78512" y="49226"/>
                  <a:pt x="81215" y="43108"/>
                </a:cubicBezTo>
                <a:cubicBezTo>
                  <a:pt x="83918" y="36991"/>
                  <a:pt x="88032" y="32402"/>
                  <a:pt x="93557" y="29344"/>
                </a:cubicBezTo>
                <a:cubicBezTo>
                  <a:pt x="99082" y="26285"/>
                  <a:pt x="105093" y="24755"/>
                  <a:pt x="111590" y="24755"/>
                </a:cubicBezTo>
                <a:cubicBezTo>
                  <a:pt x="119795" y="24755"/>
                  <a:pt x="126505" y="26837"/>
                  <a:pt x="131722" y="31000"/>
                </a:cubicBezTo>
                <a:cubicBezTo>
                  <a:pt x="136938" y="35161"/>
                  <a:pt x="140282" y="41071"/>
                  <a:pt x="141752" y="48728"/>
                </a:cubicBezTo>
                <a:lnTo>
                  <a:pt x="129303" y="50649"/>
                </a:lnTo>
                <a:cubicBezTo>
                  <a:pt x="128117" y="45598"/>
                  <a:pt x="126019" y="41798"/>
                  <a:pt x="123008" y="39249"/>
                </a:cubicBezTo>
                <a:cubicBezTo>
                  <a:pt x="119996" y="36700"/>
                  <a:pt x="116356" y="35426"/>
                  <a:pt x="112088" y="35426"/>
                </a:cubicBezTo>
                <a:cubicBezTo>
                  <a:pt x="105639" y="35426"/>
                  <a:pt x="100398" y="37727"/>
                  <a:pt x="96367" y="42328"/>
                </a:cubicBezTo>
                <a:cubicBezTo>
                  <a:pt x="92336" y="46928"/>
                  <a:pt x="90321" y="54207"/>
                  <a:pt x="90321" y="64165"/>
                </a:cubicBezTo>
                <a:cubicBezTo>
                  <a:pt x="90321" y="74264"/>
                  <a:pt x="92265" y="81603"/>
                  <a:pt x="96154" y="86181"/>
                </a:cubicBezTo>
                <a:cubicBezTo>
                  <a:pt x="100042" y="90758"/>
                  <a:pt x="105117" y="93046"/>
                  <a:pt x="111377" y="93046"/>
                </a:cubicBezTo>
                <a:cubicBezTo>
                  <a:pt x="116404" y="93046"/>
                  <a:pt x="120601" y="91510"/>
                  <a:pt x="123968" y="88440"/>
                </a:cubicBezTo>
                <a:cubicBezTo>
                  <a:pt x="127335" y="85369"/>
                  <a:pt x="129469" y="80644"/>
                  <a:pt x="130370" y="74266"/>
                </a:cubicBezTo>
                <a:close/>
                <a:moveTo>
                  <a:pt x="149150" y="64236"/>
                </a:moveTo>
                <a:cubicBezTo>
                  <a:pt x="149150" y="50246"/>
                  <a:pt x="153039" y="39884"/>
                  <a:pt x="160816" y="33149"/>
                </a:cubicBezTo>
                <a:cubicBezTo>
                  <a:pt x="167313" y="27553"/>
                  <a:pt x="175233" y="24755"/>
                  <a:pt x="184576" y="24755"/>
                </a:cubicBezTo>
                <a:cubicBezTo>
                  <a:pt x="194962" y="24755"/>
                  <a:pt x="203450" y="28158"/>
                  <a:pt x="210042" y="34963"/>
                </a:cubicBezTo>
                <a:cubicBezTo>
                  <a:pt x="216634" y="41769"/>
                  <a:pt x="219930" y="51170"/>
                  <a:pt x="219930" y="63169"/>
                </a:cubicBezTo>
                <a:cubicBezTo>
                  <a:pt x="219930" y="72891"/>
                  <a:pt x="218472" y="80538"/>
                  <a:pt x="215555" y="86110"/>
                </a:cubicBezTo>
                <a:cubicBezTo>
                  <a:pt x="212639" y="91682"/>
                  <a:pt x="208394" y="96010"/>
                  <a:pt x="202822" y="99092"/>
                </a:cubicBezTo>
                <a:cubicBezTo>
                  <a:pt x="197250" y="102175"/>
                  <a:pt x="191168" y="103716"/>
                  <a:pt x="184576" y="103716"/>
                </a:cubicBezTo>
                <a:cubicBezTo>
                  <a:pt x="174000" y="103716"/>
                  <a:pt x="165452" y="100325"/>
                  <a:pt x="158931" y="93544"/>
                </a:cubicBezTo>
                <a:cubicBezTo>
                  <a:pt x="152410" y="86762"/>
                  <a:pt x="149150" y="76993"/>
                  <a:pt x="149150" y="64236"/>
                </a:cubicBezTo>
                <a:moveTo>
                  <a:pt x="162310" y="64200"/>
                </a:moveTo>
                <a:cubicBezTo>
                  <a:pt x="162310" y="73839"/>
                  <a:pt x="164420" y="81056"/>
                  <a:pt x="168641" y="85852"/>
                </a:cubicBezTo>
                <a:cubicBezTo>
                  <a:pt x="172862" y="90648"/>
                  <a:pt x="178173" y="93046"/>
                  <a:pt x="184576" y="93046"/>
                </a:cubicBezTo>
                <a:cubicBezTo>
                  <a:pt x="190930" y="93046"/>
                  <a:pt x="196218" y="90636"/>
                  <a:pt x="200439" y="85817"/>
                </a:cubicBezTo>
                <a:cubicBezTo>
                  <a:pt x="204660" y="80997"/>
                  <a:pt x="206770" y="73650"/>
                  <a:pt x="206770" y="63776"/>
                </a:cubicBezTo>
                <a:cubicBezTo>
                  <a:pt x="206770" y="54467"/>
                  <a:pt x="204648" y="47415"/>
                  <a:pt x="200403" y="42619"/>
                </a:cubicBezTo>
                <a:cubicBezTo>
                  <a:pt x="196159" y="37824"/>
                  <a:pt x="190883" y="35426"/>
                  <a:pt x="184576" y="35426"/>
                </a:cubicBezTo>
                <a:cubicBezTo>
                  <a:pt x="178173" y="35426"/>
                  <a:pt x="172862" y="37812"/>
                  <a:pt x="168641" y="42584"/>
                </a:cubicBezTo>
                <a:cubicBezTo>
                  <a:pt x="164420" y="47356"/>
                  <a:pt x="162310" y="54561"/>
                  <a:pt x="162310" y="64200"/>
                </a:cubicBezTo>
                <a:close/>
                <a:moveTo>
                  <a:pt x="234918" y="102009"/>
                </a:moveTo>
                <a:lnTo>
                  <a:pt x="234918" y="26463"/>
                </a:lnTo>
                <a:lnTo>
                  <a:pt x="246371" y="26463"/>
                </a:lnTo>
                <a:lnTo>
                  <a:pt x="246371" y="36991"/>
                </a:lnTo>
                <a:cubicBezTo>
                  <a:pt x="248742" y="33312"/>
                  <a:pt x="251896" y="30354"/>
                  <a:pt x="255832" y="28114"/>
                </a:cubicBezTo>
                <a:cubicBezTo>
                  <a:pt x="259768" y="25875"/>
                  <a:pt x="264250" y="24755"/>
                  <a:pt x="269276" y="24755"/>
                </a:cubicBezTo>
                <a:cubicBezTo>
                  <a:pt x="274873" y="24755"/>
                  <a:pt x="279461" y="25911"/>
                  <a:pt x="283041" y="28223"/>
                </a:cubicBezTo>
                <a:cubicBezTo>
                  <a:pt x="286622" y="30534"/>
                  <a:pt x="289147" y="33764"/>
                  <a:pt x="290617" y="37915"/>
                </a:cubicBezTo>
                <a:cubicBezTo>
                  <a:pt x="296593" y="29142"/>
                  <a:pt x="304370" y="24755"/>
                  <a:pt x="313950" y="24755"/>
                </a:cubicBezTo>
                <a:cubicBezTo>
                  <a:pt x="321443" y="24755"/>
                  <a:pt x="327205" y="26830"/>
                  <a:pt x="331236" y="30980"/>
                </a:cubicBezTo>
                <a:cubicBezTo>
                  <a:pt x="335267" y="35129"/>
                  <a:pt x="337282" y="41520"/>
                  <a:pt x="337282" y="50151"/>
                </a:cubicBezTo>
                <a:lnTo>
                  <a:pt x="337282" y="102009"/>
                </a:lnTo>
                <a:lnTo>
                  <a:pt x="324549" y="102009"/>
                </a:lnTo>
                <a:lnTo>
                  <a:pt x="324549" y="54368"/>
                </a:lnTo>
                <a:cubicBezTo>
                  <a:pt x="324549" y="49240"/>
                  <a:pt x="324134" y="45549"/>
                  <a:pt x="323304" y="43295"/>
                </a:cubicBezTo>
                <a:cubicBezTo>
                  <a:pt x="322474" y="41040"/>
                  <a:pt x="320969" y="39223"/>
                  <a:pt x="318787" y="37847"/>
                </a:cubicBezTo>
                <a:cubicBezTo>
                  <a:pt x="316606" y="36470"/>
                  <a:pt x="314045" y="35781"/>
                  <a:pt x="311104" y="35781"/>
                </a:cubicBezTo>
                <a:cubicBezTo>
                  <a:pt x="305793" y="35781"/>
                  <a:pt x="301383" y="37550"/>
                  <a:pt x="297873" y="41088"/>
                </a:cubicBezTo>
                <a:cubicBezTo>
                  <a:pt x="294364" y="44624"/>
                  <a:pt x="292609" y="50285"/>
                  <a:pt x="292609" y="58071"/>
                </a:cubicBezTo>
                <a:lnTo>
                  <a:pt x="292609" y="102009"/>
                </a:lnTo>
                <a:lnTo>
                  <a:pt x="279805" y="102009"/>
                </a:lnTo>
                <a:lnTo>
                  <a:pt x="279805" y="52872"/>
                </a:lnTo>
                <a:cubicBezTo>
                  <a:pt x="279805" y="47175"/>
                  <a:pt x="278761" y="42902"/>
                  <a:pt x="276675" y="40054"/>
                </a:cubicBezTo>
                <a:cubicBezTo>
                  <a:pt x="274588" y="37206"/>
                  <a:pt x="271173" y="35781"/>
                  <a:pt x="266431" y="35781"/>
                </a:cubicBezTo>
                <a:cubicBezTo>
                  <a:pt x="262827" y="35781"/>
                  <a:pt x="259495" y="36731"/>
                  <a:pt x="256436" y="38631"/>
                </a:cubicBezTo>
                <a:cubicBezTo>
                  <a:pt x="253378" y="40530"/>
                  <a:pt x="251161" y="43307"/>
                  <a:pt x="249785" y="46963"/>
                </a:cubicBezTo>
                <a:cubicBezTo>
                  <a:pt x="248410" y="50618"/>
                  <a:pt x="247722" y="55887"/>
                  <a:pt x="247722" y="62771"/>
                </a:cubicBezTo>
                <a:lnTo>
                  <a:pt x="247722" y="102009"/>
                </a:lnTo>
                <a:lnTo>
                  <a:pt x="234918" y="102009"/>
                </a:lnTo>
                <a:close/>
                <a:moveTo>
                  <a:pt x="356275" y="131032"/>
                </a:moveTo>
                <a:lnTo>
                  <a:pt x="356275" y="26463"/>
                </a:lnTo>
                <a:lnTo>
                  <a:pt x="367941" y="26463"/>
                </a:lnTo>
                <a:lnTo>
                  <a:pt x="367941" y="36208"/>
                </a:lnTo>
                <a:cubicBezTo>
                  <a:pt x="370692" y="32391"/>
                  <a:pt x="373798" y="29527"/>
                  <a:pt x="377260" y="27619"/>
                </a:cubicBezTo>
                <a:cubicBezTo>
                  <a:pt x="380722" y="25710"/>
                  <a:pt x="384919" y="24755"/>
                  <a:pt x="389851" y="24755"/>
                </a:cubicBezTo>
                <a:cubicBezTo>
                  <a:pt x="396301" y="24755"/>
                  <a:pt x="401991" y="26415"/>
                  <a:pt x="406923" y="29735"/>
                </a:cubicBezTo>
                <a:cubicBezTo>
                  <a:pt x="411856" y="33055"/>
                  <a:pt x="415578" y="37738"/>
                  <a:pt x="418092" y="43784"/>
                </a:cubicBezTo>
                <a:cubicBezTo>
                  <a:pt x="420605" y="49831"/>
                  <a:pt x="421862" y="56458"/>
                  <a:pt x="421862" y="63667"/>
                </a:cubicBezTo>
                <a:cubicBezTo>
                  <a:pt x="421862" y="71397"/>
                  <a:pt x="420475" y="78356"/>
                  <a:pt x="417701" y="84545"/>
                </a:cubicBezTo>
                <a:cubicBezTo>
                  <a:pt x="414926" y="90734"/>
                  <a:pt x="410895" y="95476"/>
                  <a:pt x="405607" y="98772"/>
                </a:cubicBezTo>
                <a:cubicBezTo>
                  <a:pt x="400320" y="102068"/>
                  <a:pt x="394759" y="103716"/>
                  <a:pt x="388926" y="103716"/>
                </a:cubicBezTo>
                <a:cubicBezTo>
                  <a:pt x="384658" y="103716"/>
                  <a:pt x="380828" y="102803"/>
                  <a:pt x="377438" y="100978"/>
                </a:cubicBezTo>
                <a:cubicBezTo>
                  <a:pt x="374047" y="99150"/>
                  <a:pt x="371261" y="96843"/>
                  <a:pt x="369079" y="94055"/>
                </a:cubicBezTo>
                <a:lnTo>
                  <a:pt x="369079" y="131032"/>
                </a:lnTo>
                <a:lnTo>
                  <a:pt x="356275" y="131032"/>
                </a:lnTo>
                <a:moveTo>
                  <a:pt x="367870" y="64556"/>
                </a:moveTo>
                <a:cubicBezTo>
                  <a:pt x="367870" y="74266"/>
                  <a:pt x="369838" y="81442"/>
                  <a:pt x="373774" y="86083"/>
                </a:cubicBezTo>
                <a:cubicBezTo>
                  <a:pt x="377710" y="90725"/>
                  <a:pt x="382476" y="93046"/>
                  <a:pt x="388072" y="93046"/>
                </a:cubicBezTo>
                <a:cubicBezTo>
                  <a:pt x="393763" y="93046"/>
                  <a:pt x="398636" y="90642"/>
                  <a:pt x="402691" y="85834"/>
                </a:cubicBezTo>
                <a:cubicBezTo>
                  <a:pt x="406746" y="81027"/>
                  <a:pt x="408773" y="73578"/>
                  <a:pt x="408773" y="63489"/>
                </a:cubicBezTo>
                <a:cubicBezTo>
                  <a:pt x="408773" y="53874"/>
                  <a:pt x="406793" y="46674"/>
                  <a:pt x="402833" y="41890"/>
                </a:cubicBezTo>
                <a:cubicBezTo>
                  <a:pt x="398873" y="37106"/>
                  <a:pt x="394143" y="34714"/>
                  <a:pt x="388642" y="34714"/>
                </a:cubicBezTo>
                <a:cubicBezTo>
                  <a:pt x="383188" y="34714"/>
                  <a:pt x="378362" y="37260"/>
                  <a:pt x="374165" y="42353"/>
                </a:cubicBezTo>
                <a:cubicBezTo>
                  <a:pt x="369968" y="47445"/>
                  <a:pt x="367870" y="54846"/>
                  <a:pt x="367870" y="64556"/>
                </a:cubicBezTo>
                <a:close/>
                <a:moveTo>
                  <a:pt x="432510" y="64236"/>
                </a:moveTo>
                <a:cubicBezTo>
                  <a:pt x="432510" y="50246"/>
                  <a:pt x="436399" y="39884"/>
                  <a:pt x="444176" y="33149"/>
                </a:cubicBezTo>
                <a:cubicBezTo>
                  <a:pt x="450674" y="27553"/>
                  <a:pt x="458593" y="24755"/>
                  <a:pt x="467936" y="24755"/>
                </a:cubicBezTo>
                <a:cubicBezTo>
                  <a:pt x="478322" y="24755"/>
                  <a:pt x="486811" y="28158"/>
                  <a:pt x="493403" y="34963"/>
                </a:cubicBezTo>
                <a:cubicBezTo>
                  <a:pt x="499995" y="41769"/>
                  <a:pt x="503290" y="51170"/>
                  <a:pt x="503290" y="63169"/>
                </a:cubicBezTo>
                <a:cubicBezTo>
                  <a:pt x="503290" y="72891"/>
                  <a:pt x="501832" y="80538"/>
                  <a:pt x="498916" y="86110"/>
                </a:cubicBezTo>
                <a:cubicBezTo>
                  <a:pt x="495999" y="91682"/>
                  <a:pt x="491755" y="96010"/>
                  <a:pt x="486182" y="99092"/>
                </a:cubicBezTo>
                <a:cubicBezTo>
                  <a:pt x="480610" y="102175"/>
                  <a:pt x="474528" y="103716"/>
                  <a:pt x="467936" y="103716"/>
                </a:cubicBezTo>
                <a:cubicBezTo>
                  <a:pt x="457360" y="103716"/>
                  <a:pt x="448812" y="100325"/>
                  <a:pt x="442291" y="93544"/>
                </a:cubicBezTo>
                <a:cubicBezTo>
                  <a:pt x="435771" y="86762"/>
                  <a:pt x="432510" y="76993"/>
                  <a:pt x="432510" y="64236"/>
                </a:cubicBezTo>
                <a:moveTo>
                  <a:pt x="445670" y="64200"/>
                </a:moveTo>
                <a:cubicBezTo>
                  <a:pt x="445670" y="73839"/>
                  <a:pt x="447781" y="81056"/>
                  <a:pt x="452001" y="85852"/>
                </a:cubicBezTo>
                <a:cubicBezTo>
                  <a:pt x="456222" y="90648"/>
                  <a:pt x="461534" y="93046"/>
                  <a:pt x="467936" y="93046"/>
                </a:cubicBezTo>
                <a:cubicBezTo>
                  <a:pt x="474291" y="93046"/>
                  <a:pt x="479578" y="90636"/>
                  <a:pt x="483799" y="85817"/>
                </a:cubicBezTo>
                <a:cubicBezTo>
                  <a:pt x="488020" y="80997"/>
                  <a:pt x="490130" y="73650"/>
                  <a:pt x="490130" y="63776"/>
                </a:cubicBezTo>
                <a:cubicBezTo>
                  <a:pt x="490130" y="54467"/>
                  <a:pt x="488008" y="47415"/>
                  <a:pt x="483764" y="42619"/>
                </a:cubicBezTo>
                <a:cubicBezTo>
                  <a:pt x="479519" y="37824"/>
                  <a:pt x="474243" y="35426"/>
                  <a:pt x="467936" y="35426"/>
                </a:cubicBezTo>
                <a:cubicBezTo>
                  <a:pt x="461534" y="35426"/>
                  <a:pt x="456222" y="37812"/>
                  <a:pt x="452001" y="42584"/>
                </a:cubicBezTo>
                <a:cubicBezTo>
                  <a:pt x="447781" y="47356"/>
                  <a:pt x="445670" y="54561"/>
                  <a:pt x="445670" y="64200"/>
                </a:cubicBezTo>
                <a:close/>
                <a:moveTo>
                  <a:pt x="518278" y="102009"/>
                </a:moveTo>
                <a:lnTo>
                  <a:pt x="518278" y="26463"/>
                </a:lnTo>
                <a:lnTo>
                  <a:pt x="529802" y="26463"/>
                </a:lnTo>
                <a:lnTo>
                  <a:pt x="529802" y="37133"/>
                </a:lnTo>
                <a:cubicBezTo>
                  <a:pt x="535351" y="28881"/>
                  <a:pt x="543365" y="24755"/>
                  <a:pt x="553846" y="24755"/>
                </a:cubicBezTo>
                <a:cubicBezTo>
                  <a:pt x="558399" y="24755"/>
                  <a:pt x="562584" y="25573"/>
                  <a:pt x="566402" y="27210"/>
                </a:cubicBezTo>
                <a:cubicBezTo>
                  <a:pt x="570219" y="28846"/>
                  <a:pt x="573077" y="30992"/>
                  <a:pt x="574973" y="33647"/>
                </a:cubicBezTo>
                <a:cubicBezTo>
                  <a:pt x="576870" y="36303"/>
                  <a:pt x="578198" y="39457"/>
                  <a:pt x="578957" y="43108"/>
                </a:cubicBezTo>
                <a:cubicBezTo>
                  <a:pt x="579431" y="45480"/>
                  <a:pt x="579668" y="49629"/>
                  <a:pt x="579668" y="55557"/>
                </a:cubicBezTo>
                <a:lnTo>
                  <a:pt x="579668" y="102009"/>
                </a:lnTo>
                <a:lnTo>
                  <a:pt x="566864" y="102009"/>
                </a:lnTo>
                <a:lnTo>
                  <a:pt x="566864" y="56006"/>
                </a:lnTo>
                <a:cubicBezTo>
                  <a:pt x="566864" y="50784"/>
                  <a:pt x="566366" y="46879"/>
                  <a:pt x="565370" y="44291"/>
                </a:cubicBezTo>
                <a:cubicBezTo>
                  <a:pt x="564374" y="41703"/>
                  <a:pt x="562608" y="39638"/>
                  <a:pt x="560070" y="38096"/>
                </a:cubicBezTo>
                <a:cubicBezTo>
                  <a:pt x="557533" y="36553"/>
                  <a:pt x="554557" y="35781"/>
                  <a:pt x="551143" y="35781"/>
                </a:cubicBezTo>
                <a:cubicBezTo>
                  <a:pt x="545689" y="35781"/>
                  <a:pt x="540982" y="37515"/>
                  <a:pt x="537022" y="40981"/>
                </a:cubicBezTo>
                <a:cubicBezTo>
                  <a:pt x="533063" y="44446"/>
                  <a:pt x="531083" y="51021"/>
                  <a:pt x="531083" y="60706"/>
                </a:cubicBezTo>
                <a:lnTo>
                  <a:pt x="531083" y="102009"/>
                </a:lnTo>
                <a:lnTo>
                  <a:pt x="518278" y="102009"/>
                </a:lnTo>
                <a:close/>
                <a:moveTo>
                  <a:pt x="650996" y="77680"/>
                </a:moveTo>
                <a:lnTo>
                  <a:pt x="664227" y="79317"/>
                </a:lnTo>
                <a:cubicBezTo>
                  <a:pt x="662140" y="87047"/>
                  <a:pt x="658275" y="93046"/>
                  <a:pt x="652632" y="97314"/>
                </a:cubicBezTo>
                <a:cubicBezTo>
                  <a:pt x="646988" y="101582"/>
                  <a:pt x="639780" y="103716"/>
                  <a:pt x="631006" y="103716"/>
                </a:cubicBezTo>
                <a:cubicBezTo>
                  <a:pt x="619957" y="103716"/>
                  <a:pt x="611195" y="100314"/>
                  <a:pt x="604722" y="93508"/>
                </a:cubicBezTo>
                <a:cubicBezTo>
                  <a:pt x="598248" y="86703"/>
                  <a:pt x="595012" y="77159"/>
                  <a:pt x="595012" y="64876"/>
                </a:cubicBezTo>
                <a:cubicBezTo>
                  <a:pt x="595012" y="52166"/>
                  <a:pt x="598284" y="42302"/>
                  <a:pt x="604828" y="35283"/>
                </a:cubicBezTo>
                <a:cubicBezTo>
                  <a:pt x="611373" y="28265"/>
                  <a:pt x="619862" y="24755"/>
                  <a:pt x="630295" y="24755"/>
                </a:cubicBezTo>
                <a:cubicBezTo>
                  <a:pt x="640396" y="24755"/>
                  <a:pt x="648648" y="28188"/>
                  <a:pt x="655050" y="35054"/>
                </a:cubicBezTo>
                <a:cubicBezTo>
                  <a:pt x="661453" y="41919"/>
                  <a:pt x="664654" y="51577"/>
                  <a:pt x="664654" y="64029"/>
                </a:cubicBezTo>
                <a:cubicBezTo>
                  <a:pt x="664654" y="64786"/>
                  <a:pt x="664630" y="65922"/>
                  <a:pt x="664583" y="67437"/>
                </a:cubicBezTo>
                <a:lnTo>
                  <a:pt x="608243" y="67437"/>
                </a:lnTo>
                <a:cubicBezTo>
                  <a:pt x="608717" y="75712"/>
                  <a:pt x="611065" y="82049"/>
                  <a:pt x="615285" y="86448"/>
                </a:cubicBezTo>
                <a:cubicBezTo>
                  <a:pt x="619506" y="90847"/>
                  <a:pt x="624770" y="93046"/>
                  <a:pt x="631078" y="93046"/>
                </a:cubicBezTo>
                <a:cubicBezTo>
                  <a:pt x="635772" y="93046"/>
                  <a:pt x="639780" y="91825"/>
                  <a:pt x="643100" y="89382"/>
                </a:cubicBezTo>
                <a:cubicBezTo>
                  <a:pt x="646419" y="86939"/>
                  <a:pt x="649051" y="83038"/>
                  <a:pt x="650996" y="77680"/>
                </a:cubicBezTo>
                <a:moveTo>
                  <a:pt x="608954" y="56767"/>
                </a:moveTo>
                <a:lnTo>
                  <a:pt x="651138" y="56767"/>
                </a:lnTo>
                <a:cubicBezTo>
                  <a:pt x="650569" y="50515"/>
                  <a:pt x="648956" y="45827"/>
                  <a:pt x="646301" y="42702"/>
                </a:cubicBezTo>
                <a:cubicBezTo>
                  <a:pt x="642222" y="37851"/>
                  <a:pt x="636934" y="35426"/>
                  <a:pt x="630437" y="35426"/>
                </a:cubicBezTo>
                <a:cubicBezTo>
                  <a:pt x="624557" y="35426"/>
                  <a:pt x="619613" y="37362"/>
                  <a:pt x="615605" y="41234"/>
                </a:cubicBezTo>
                <a:cubicBezTo>
                  <a:pt x="611598" y="45105"/>
                  <a:pt x="609381" y="50283"/>
                  <a:pt x="608954" y="56767"/>
                </a:cubicBezTo>
                <a:close/>
                <a:moveTo>
                  <a:pt x="680282" y="102009"/>
                </a:moveTo>
                <a:lnTo>
                  <a:pt x="680282" y="26463"/>
                </a:lnTo>
                <a:lnTo>
                  <a:pt x="691806" y="26463"/>
                </a:lnTo>
                <a:lnTo>
                  <a:pt x="691806" y="37133"/>
                </a:lnTo>
                <a:cubicBezTo>
                  <a:pt x="697354" y="28881"/>
                  <a:pt x="705369" y="24755"/>
                  <a:pt x="715850" y="24755"/>
                </a:cubicBezTo>
                <a:cubicBezTo>
                  <a:pt x="720402" y="24755"/>
                  <a:pt x="724587" y="25573"/>
                  <a:pt x="728405" y="27210"/>
                </a:cubicBezTo>
                <a:cubicBezTo>
                  <a:pt x="732223" y="28846"/>
                  <a:pt x="735080" y="30992"/>
                  <a:pt x="736977" y="33647"/>
                </a:cubicBezTo>
                <a:cubicBezTo>
                  <a:pt x="738874" y="36303"/>
                  <a:pt x="740202" y="39457"/>
                  <a:pt x="740961" y="43108"/>
                </a:cubicBezTo>
                <a:cubicBezTo>
                  <a:pt x="741435" y="45480"/>
                  <a:pt x="741672" y="49629"/>
                  <a:pt x="741672" y="55557"/>
                </a:cubicBezTo>
                <a:lnTo>
                  <a:pt x="741672" y="102009"/>
                </a:lnTo>
                <a:lnTo>
                  <a:pt x="728867" y="102009"/>
                </a:lnTo>
                <a:lnTo>
                  <a:pt x="728867" y="56006"/>
                </a:lnTo>
                <a:cubicBezTo>
                  <a:pt x="728867" y="50784"/>
                  <a:pt x="728369" y="46879"/>
                  <a:pt x="727374" y="44291"/>
                </a:cubicBezTo>
                <a:cubicBezTo>
                  <a:pt x="726378" y="41703"/>
                  <a:pt x="724611" y="39638"/>
                  <a:pt x="722074" y="38096"/>
                </a:cubicBezTo>
                <a:cubicBezTo>
                  <a:pt x="719537" y="36553"/>
                  <a:pt x="716561" y="35781"/>
                  <a:pt x="713146" y="35781"/>
                </a:cubicBezTo>
                <a:cubicBezTo>
                  <a:pt x="707693" y="35781"/>
                  <a:pt x="702986" y="37515"/>
                  <a:pt x="699026" y="40981"/>
                </a:cubicBezTo>
                <a:cubicBezTo>
                  <a:pt x="695066" y="44446"/>
                  <a:pt x="693086" y="51021"/>
                  <a:pt x="693086" y="60706"/>
                </a:cubicBezTo>
                <a:lnTo>
                  <a:pt x="693086" y="102009"/>
                </a:lnTo>
                <a:lnTo>
                  <a:pt x="680282" y="102009"/>
                </a:lnTo>
                <a:close/>
                <a:moveTo>
                  <a:pt x="789240" y="90698"/>
                </a:moveTo>
                <a:lnTo>
                  <a:pt x="791089" y="102009"/>
                </a:lnTo>
                <a:cubicBezTo>
                  <a:pt x="787485" y="102673"/>
                  <a:pt x="784260" y="103005"/>
                  <a:pt x="781415" y="103005"/>
                </a:cubicBezTo>
                <a:cubicBezTo>
                  <a:pt x="776767" y="103005"/>
                  <a:pt x="773163" y="102270"/>
                  <a:pt x="770602" y="100800"/>
                </a:cubicBezTo>
                <a:cubicBezTo>
                  <a:pt x="768041" y="99330"/>
                  <a:pt x="766239" y="97397"/>
                  <a:pt x="765196" y="95002"/>
                </a:cubicBezTo>
                <a:cubicBezTo>
                  <a:pt x="764152" y="92607"/>
                  <a:pt x="763631" y="87568"/>
                  <a:pt x="763631" y="79886"/>
                </a:cubicBezTo>
                <a:lnTo>
                  <a:pt x="763631" y="36422"/>
                </a:lnTo>
                <a:lnTo>
                  <a:pt x="754241" y="36422"/>
                </a:lnTo>
                <a:lnTo>
                  <a:pt x="754241" y="26463"/>
                </a:lnTo>
                <a:lnTo>
                  <a:pt x="763631" y="26463"/>
                </a:lnTo>
                <a:lnTo>
                  <a:pt x="763631" y="7703"/>
                </a:lnTo>
                <a:lnTo>
                  <a:pt x="776364" y="0"/>
                </a:lnTo>
                <a:lnTo>
                  <a:pt x="776364" y="26463"/>
                </a:lnTo>
                <a:lnTo>
                  <a:pt x="789240" y="26463"/>
                </a:lnTo>
                <a:lnTo>
                  <a:pt x="789240" y="36422"/>
                </a:lnTo>
                <a:lnTo>
                  <a:pt x="776364" y="36422"/>
                </a:lnTo>
                <a:lnTo>
                  <a:pt x="776364" y="80597"/>
                </a:lnTo>
                <a:cubicBezTo>
                  <a:pt x="776364" y="84249"/>
                  <a:pt x="776589" y="86596"/>
                  <a:pt x="777040" y="87640"/>
                </a:cubicBezTo>
                <a:cubicBezTo>
                  <a:pt x="777490" y="88683"/>
                  <a:pt x="778225" y="89513"/>
                  <a:pt x="779245" y="90129"/>
                </a:cubicBezTo>
                <a:cubicBezTo>
                  <a:pt x="780265" y="90746"/>
                  <a:pt x="781723" y="91054"/>
                  <a:pt x="783620" y="91054"/>
                </a:cubicBezTo>
                <a:cubicBezTo>
                  <a:pt x="785043" y="91054"/>
                  <a:pt x="786916" y="90935"/>
                  <a:pt x="789240" y="90698"/>
                </a:cubicBezTo>
                <a:close/>
                <a:moveTo>
                  <a:pt x="848644" y="64449"/>
                </a:moveTo>
                <a:lnTo>
                  <a:pt x="830078" y="32011"/>
                </a:lnTo>
                <a:lnTo>
                  <a:pt x="840606" y="32011"/>
                </a:lnTo>
                <a:lnTo>
                  <a:pt x="863298" y="64449"/>
                </a:lnTo>
                <a:lnTo>
                  <a:pt x="840606" y="96887"/>
                </a:lnTo>
                <a:lnTo>
                  <a:pt x="830149" y="96887"/>
                </a:lnTo>
                <a:lnTo>
                  <a:pt x="848644" y="64449"/>
                </a:lnTo>
                <a:moveTo>
                  <a:pt x="821115" y="64449"/>
                </a:moveTo>
                <a:lnTo>
                  <a:pt x="802335" y="32011"/>
                </a:lnTo>
                <a:lnTo>
                  <a:pt x="813076" y="32011"/>
                </a:lnTo>
                <a:lnTo>
                  <a:pt x="835413" y="64449"/>
                </a:lnTo>
                <a:lnTo>
                  <a:pt x="813076" y="96887"/>
                </a:lnTo>
                <a:lnTo>
                  <a:pt x="802335" y="96887"/>
                </a:lnTo>
                <a:lnTo>
                  <a:pt x="821115" y="6444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Function_Test">
            <a:extLst xmlns:a="http://schemas.openxmlformats.org/drawingml/2006/main">
              <a:ext uri="{FF2B5EF4-FFF2-40B4-BE49-F238E27FC236}">
                <a16:creationId xmlns:a16="http://schemas.microsoft.com/office/drawing/2014/main" id="{68EC55EA-1925-42E9-8A0E-428AD096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798" y="1337077"/>
            <a:ext cx="972171" cy="133167"/>
          </a:xfrm>
          <a:custGeom xmlns:a="http://schemas.openxmlformats.org/drawingml/2006/main">
            <a:pathLst>
              <a:path w="972171" h="133167">
                <a:moveTo>
                  <a:pt x="0" y="104285"/>
                </a:moveTo>
                <a:lnTo>
                  <a:pt x="0" y="0"/>
                </a:lnTo>
                <a:lnTo>
                  <a:pt x="71492" y="0"/>
                </a:lnTo>
                <a:lnTo>
                  <a:pt x="71492" y="17642"/>
                </a:lnTo>
                <a:lnTo>
                  <a:pt x="21056" y="17642"/>
                </a:lnTo>
                <a:lnTo>
                  <a:pt x="21056" y="42255"/>
                </a:lnTo>
                <a:lnTo>
                  <a:pt x="64591" y="42255"/>
                </a:lnTo>
                <a:lnTo>
                  <a:pt x="64591" y="59896"/>
                </a:lnTo>
                <a:lnTo>
                  <a:pt x="21056" y="59896"/>
                </a:lnTo>
                <a:lnTo>
                  <a:pt x="21056" y="104285"/>
                </a:lnTo>
                <a:lnTo>
                  <a:pt x="0" y="104285"/>
                </a:lnTo>
                <a:close/>
                <a:moveTo>
                  <a:pt x="138454" y="104285"/>
                </a:moveTo>
                <a:lnTo>
                  <a:pt x="138454" y="92975"/>
                </a:lnTo>
                <a:cubicBezTo>
                  <a:pt x="135703" y="97006"/>
                  <a:pt x="132087" y="100183"/>
                  <a:pt x="127606" y="102507"/>
                </a:cubicBezTo>
                <a:cubicBezTo>
                  <a:pt x="123124" y="104831"/>
                  <a:pt x="118394" y="105993"/>
                  <a:pt x="113414" y="105993"/>
                </a:cubicBezTo>
                <a:cubicBezTo>
                  <a:pt x="108340" y="105993"/>
                  <a:pt x="103787" y="104878"/>
                  <a:pt x="99756" y="102649"/>
                </a:cubicBezTo>
                <a:cubicBezTo>
                  <a:pt x="95725" y="100420"/>
                  <a:pt x="92808" y="97290"/>
                  <a:pt x="91006" y="93259"/>
                </a:cubicBezTo>
                <a:cubicBezTo>
                  <a:pt x="89204" y="89228"/>
                  <a:pt x="88303" y="83656"/>
                  <a:pt x="88303" y="76542"/>
                </a:cubicBezTo>
                <a:lnTo>
                  <a:pt x="88303" y="28739"/>
                </a:lnTo>
                <a:lnTo>
                  <a:pt x="108292" y="28739"/>
                </a:lnTo>
                <a:lnTo>
                  <a:pt x="108292" y="63373"/>
                </a:lnTo>
                <a:cubicBezTo>
                  <a:pt x="108292" y="73973"/>
                  <a:pt x="108660" y="80467"/>
                  <a:pt x="109395" y="82856"/>
                </a:cubicBezTo>
                <a:cubicBezTo>
                  <a:pt x="110130" y="85245"/>
                  <a:pt x="111470" y="87137"/>
                  <a:pt x="113414" y="88533"/>
                </a:cubicBezTo>
                <a:cubicBezTo>
                  <a:pt x="115358" y="89929"/>
                  <a:pt x="117824" y="90627"/>
                  <a:pt x="120812" y="90627"/>
                </a:cubicBezTo>
                <a:cubicBezTo>
                  <a:pt x="124227" y="90627"/>
                  <a:pt x="127286" y="89693"/>
                  <a:pt x="129989" y="87824"/>
                </a:cubicBezTo>
                <a:cubicBezTo>
                  <a:pt x="132692" y="85955"/>
                  <a:pt x="134541" y="83637"/>
                  <a:pt x="135537" y="80868"/>
                </a:cubicBezTo>
                <a:cubicBezTo>
                  <a:pt x="136533" y="78100"/>
                  <a:pt x="137031" y="71322"/>
                  <a:pt x="137031" y="60534"/>
                </a:cubicBezTo>
                <a:lnTo>
                  <a:pt x="137031" y="28739"/>
                </a:lnTo>
                <a:lnTo>
                  <a:pt x="157020" y="28739"/>
                </a:lnTo>
                <a:lnTo>
                  <a:pt x="157020" y="104285"/>
                </a:lnTo>
                <a:lnTo>
                  <a:pt x="138454" y="104285"/>
                </a:lnTo>
                <a:close/>
                <a:moveTo>
                  <a:pt x="246462" y="104285"/>
                </a:moveTo>
                <a:lnTo>
                  <a:pt x="226472" y="104285"/>
                </a:lnTo>
                <a:lnTo>
                  <a:pt x="226472" y="65774"/>
                </a:lnTo>
                <a:cubicBezTo>
                  <a:pt x="226472" y="57626"/>
                  <a:pt x="226046" y="52356"/>
                  <a:pt x="225192" y="49964"/>
                </a:cubicBezTo>
                <a:cubicBezTo>
                  <a:pt x="224338" y="47572"/>
                  <a:pt x="222951" y="45713"/>
                  <a:pt x="221031" y="44387"/>
                </a:cubicBezTo>
                <a:cubicBezTo>
                  <a:pt x="219110" y="43060"/>
                  <a:pt x="216798" y="42397"/>
                  <a:pt x="214095" y="42397"/>
                </a:cubicBezTo>
                <a:cubicBezTo>
                  <a:pt x="210633" y="42397"/>
                  <a:pt x="207527" y="43345"/>
                  <a:pt x="204776" y="45240"/>
                </a:cubicBezTo>
                <a:cubicBezTo>
                  <a:pt x="202025" y="47134"/>
                  <a:pt x="200140" y="49645"/>
                  <a:pt x="199121" y="52772"/>
                </a:cubicBezTo>
                <a:cubicBezTo>
                  <a:pt x="198101" y="55897"/>
                  <a:pt x="197591" y="61676"/>
                  <a:pt x="197591" y="70109"/>
                </a:cubicBezTo>
                <a:lnTo>
                  <a:pt x="197591" y="104285"/>
                </a:lnTo>
                <a:lnTo>
                  <a:pt x="177602" y="104285"/>
                </a:lnTo>
                <a:lnTo>
                  <a:pt x="177602" y="28739"/>
                </a:lnTo>
                <a:lnTo>
                  <a:pt x="196169" y="28739"/>
                </a:lnTo>
                <a:lnTo>
                  <a:pt x="196169" y="39836"/>
                </a:lnTo>
                <a:cubicBezTo>
                  <a:pt x="202760" y="31300"/>
                  <a:pt x="211060" y="27032"/>
                  <a:pt x="221066" y="27032"/>
                </a:cubicBezTo>
                <a:cubicBezTo>
                  <a:pt x="225477" y="27032"/>
                  <a:pt x="229508" y="27826"/>
                  <a:pt x="233159" y="29415"/>
                </a:cubicBezTo>
                <a:cubicBezTo>
                  <a:pt x="236811" y="31003"/>
                  <a:pt x="239573" y="33031"/>
                  <a:pt x="241447" y="35497"/>
                </a:cubicBezTo>
                <a:cubicBezTo>
                  <a:pt x="243320" y="37963"/>
                  <a:pt x="244624" y="40761"/>
                  <a:pt x="245359" y="43891"/>
                </a:cubicBezTo>
                <a:cubicBezTo>
                  <a:pt x="246094" y="47021"/>
                  <a:pt x="246462" y="51502"/>
                  <a:pt x="246462" y="57336"/>
                </a:cubicBezTo>
                <a:lnTo>
                  <a:pt x="246462" y="104285"/>
                </a:lnTo>
                <a:close/>
                <a:moveTo>
                  <a:pt x="332631" y="51076"/>
                </a:moveTo>
                <a:lnTo>
                  <a:pt x="312926" y="54632"/>
                </a:lnTo>
                <a:cubicBezTo>
                  <a:pt x="312262" y="50720"/>
                  <a:pt x="310756" y="47774"/>
                  <a:pt x="308409" y="45794"/>
                </a:cubicBezTo>
                <a:cubicBezTo>
                  <a:pt x="306061" y="43814"/>
                  <a:pt x="303014" y="42824"/>
                  <a:pt x="299268" y="42824"/>
                </a:cubicBezTo>
                <a:cubicBezTo>
                  <a:pt x="294288" y="42824"/>
                  <a:pt x="290317" y="44538"/>
                  <a:pt x="287353" y="47966"/>
                </a:cubicBezTo>
                <a:cubicBezTo>
                  <a:pt x="284389" y="51394"/>
                  <a:pt x="282907" y="57126"/>
                  <a:pt x="282907" y="65163"/>
                </a:cubicBezTo>
                <a:cubicBezTo>
                  <a:pt x="282907" y="74099"/>
                  <a:pt x="284412" y="80412"/>
                  <a:pt x="287424" y="84100"/>
                </a:cubicBezTo>
                <a:cubicBezTo>
                  <a:pt x="290435" y="87788"/>
                  <a:pt x="294478" y="89631"/>
                  <a:pt x="299552" y="89631"/>
                </a:cubicBezTo>
                <a:cubicBezTo>
                  <a:pt x="303346" y="89631"/>
                  <a:pt x="306453" y="88552"/>
                  <a:pt x="308871" y="86395"/>
                </a:cubicBezTo>
                <a:cubicBezTo>
                  <a:pt x="311290" y="84237"/>
                  <a:pt x="312997" y="80526"/>
                  <a:pt x="313993" y="75262"/>
                </a:cubicBezTo>
                <a:lnTo>
                  <a:pt x="333626" y="78676"/>
                </a:lnTo>
                <a:cubicBezTo>
                  <a:pt x="331587" y="87687"/>
                  <a:pt x="327675" y="94492"/>
                  <a:pt x="321889" y="99092"/>
                </a:cubicBezTo>
                <a:cubicBezTo>
                  <a:pt x="316103" y="103693"/>
                  <a:pt x="308349" y="105993"/>
                  <a:pt x="298628" y="105993"/>
                </a:cubicBezTo>
                <a:cubicBezTo>
                  <a:pt x="287578" y="105993"/>
                  <a:pt x="278769" y="102507"/>
                  <a:pt x="272201" y="95536"/>
                </a:cubicBezTo>
                <a:cubicBezTo>
                  <a:pt x="265632" y="88564"/>
                  <a:pt x="262348" y="78914"/>
                  <a:pt x="262348" y="66583"/>
                </a:cubicBezTo>
                <a:cubicBezTo>
                  <a:pt x="262348" y="54111"/>
                  <a:pt x="265644" y="44401"/>
                  <a:pt x="272236" y="37453"/>
                </a:cubicBezTo>
                <a:cubicBezTo>
                  <a:pt x="278828" y="30505"/>
                  <a:pt x="287744" y="27032"/>
                  <a:pt x="298983" y="27032"/>
                </a:cubicBezTo>
                <a:cubicBezTo>
                  <a:pt x="308184" y="27032"/>
                  <a:pt x="315499" y="29012"/>
                  <a:pt x="320929" y="32972"/>
                </a:cubicBezTo>
                <a:cubicBezTo>
                  <a:pt x="326359" y="36931"/>
                  <a:pt x="330259" y="42966"/>
                  <a:pt x="332631" y="51076"/>
                </a:cubicBezTo>
                <a:close/>
                <a:moveTo>
                  <a:pt x="382404" y="28739"/>
                </a:moveTo>
                <a:lnTo>
                  <a:pt x="382404" y="44673"/>
                </a:lnTo>
                <a:lnTo>
                  <a:pt x="368746" y="44673"/>
                </a:lnTo>
                <a:lnTo>
                  <a:pt x="368746" y="75071"/>
                </a:lnTo>
                <a:cubicBezTo>
                  <a:pt x="368746" y="81227"/>
                  <a:pt x="368876" y="84814"/>
                  <a:pt x="369137" y="85832"/>
                </a:cubicBezTo>
                <a:cubicBezTo>
                  <a:pt x="369398" y="86849"/>
                  <a:pt x="369990" y="87689"/>
                  <a:pt x="370915" y="88353"/>
                </a:cubicBezTo>
                <a:cubicBezTo>
                  <a:pt x="371840" y="89016"/>
                  <a:pt x="372966" y="89347"/>
                  <a:pt x="374294" y="89347"/>
                </a:cubicBezTo>
                <a:cubicBezTo>
                  <a:pt x="376144" y="89347"/>
                  <a:pt x="378823" y="88707"/>
                  <a:pt x="382333" y="87426"/>
                </a:cubicBezTo>
                <a:lnTo>
                  <a:pt x="384040" y="102992"/>
                </a:lnTo>
                <a:cubicBezTo>
                  <a:pt x="379392" y="104992"/>
                  <a:pt x="374128" y="105993"/>
                  <a:pt x="368248" y="105993"/>
                </a:cubicBezTo>
                <a:cubicBezTo>
                  <a:pt x="364643" y="105993"/>
                  <a:pt x="361395" y="105388"/>
                  <a:pt x="358502" y="104179"/>
                </a:cubicBezTo>
                <a:cubicBezTo>
                  <a:pt x="355609" y="102969"/>
                  <a:pt x="353487" y="101404"/>
                  <a:pt x="352135" y="99484"/>
                </a:cubicBezTo>
                <a:cubicBezTo>
                  <a:pt x="350784" y="97563"/>
                  <a:pt x="349847" y="94967"/>
                  <a:pt x="349325" y="91694"/>
                </a:cubicBezTo>
                <a:cubicBezTo>
                  <a:pt x="348899" y="89370"/>
                  <a:pt x="348685" y="84676"/>
                  <a:pt x="348685" y="77609"/>
                </a:cubicBezTo>
                <a:lnTo>
                  <a:pt x="348685" y="44673"/>
                </a:lnTo>
                <a:lnTo>
                  <a:pt x="339509" y="44673"/>
                </a:lnTo>
                <a:lnTo>
                  <a:pt x="339509" y="28739"/>
                </a:lnTo>
                <a:lnTo>
                  <a:pt x="348685" y="28739"/>
                </a:lnTo>
                <a:lnTo>
                  <a:pt x="348685" y="13658"/>
                </a:lnTo>
                <a:lnTo>
                  <a:pt x="368746" y="1850"/>
                </a:lnTo>
                <a:lnTo>
                  <a:pt x="368746" y="28739"/>
                </a:lnTo>
                <a:lnTo>
                  <a:pt x="382404" y="28739"/>
                </a:lnTo>
                <a:close/>
                <a:moveTo>
                  <a:pt x="396274" y="18495"/>
                </a:moveTo>
                <a:lnTo>
                  <a:pt x="396274" y="0"/>
                </a:lnTo>
                <a:lnTo>
                  <a:pt x="416263" y="0"/>
                </a:lnTo>
                <a:lnTo>
                  <a:pt x="416263" y="18495"/>
                </a:lnTo>
                <a:lnTo>
                  <a:pt x="396274" y="18495"/>
                </a:lnTo>
                <a:moveTo>
                  <a:pt x="396274" y="104285"/>
                </a:moveTo>
                <a:lnTo>
                  <a:pt x="396274" y="28739"/>
                </a:lnTo>
                <a:lnTo>
                  <a:pt x="416263" y="28739"/>
                </a:lnTo>
                <a:lnTo>
                  <a:pt x="416263" y="104285"/>
                </a:lnTo>
                <a:lnTo>
                  <a:pt x="396274" y="104285"/>
                </a:lnTo>
                <a:close/>
                <a:moveTo>
                  <a:pt x="432151" y="65445"/>
                </a:moveTo>
                <a:cubicBezTo>
                  <a:pt x="432151" y="58806"/>
                  <a:pt x="433787" y="52380"/>
                  <a:pt x="437059" y="46167"/>
                </a:cubicBezTo>
                <a:cubicBezTo>
                  <a:pt x="440332" y="39955"/>
                  <a:pt x="444967" y="35212"/>
                  <a:pt x="450966" y="31940"/>
                </a:cubicBezTo>
                <a:cubicBezTo>
                  <a:pt x="456966" y="28668"/>
                  <a:pt x="463664" y="27032"/>
                  <a:pt x="471062" y="27032"/>
                </a:cubicBezTo>
                <a:cubicBezTo>
                  <a:pt x="482491" y="27032"/>
                  <a:pt x="491858" y="30743"/>
                  <a:pt x="499161" y="38164"/>
                </a:cubicBezTo>
                <a:cubicBezTo>
                  <a:pt x="506464" y="45586"/>
                  <a:pt x="510116" y="54964"/>
                  <a:pt x="510116" y="66299"/>
                </a:cubicBezTo>
                <a:cubicBezTo>
                  <a:pt x="510116" y="77728"/>
                  <a:pt x="506429" y="87201"/>
                  <a:pt x="499054" y="94718"/>
                </a:cubicBezTo>
                <a:cubicBezTo>
                  <a:pt x="491680" y="102234"/>
                  <a:pt x="482397" y="105993"/>
                  <a:pt x="471205" y="105993"/>
                </a:cubicBezTo>
                <a:cubicBezTo>
                  <a:pt x="464281" y="105993"/>
                  <a:pt x="457677" y="104428"/>
                  <a:pt x="451393" y="101298"/>
                </a:cubicBezTo>
                <a:cubicBezTo>
                  <a:pt x="445110" y="98168"/>
                  <a:pt x="440332" y="93579"/>
                  <a:pt x="437059" y="87533"/>
                </a:cubicBezTo>
                <a:cubicBezTo>
                  <a:pt x="433787" y="81486"/>
                  <a:pt x="432151" y="74124"/>
                  <a:pt x="432151" y="65445"/>
                </a:cubicBezTo>
                <a:moveTo>
                  <a:pt x="452638" y="66512"/>
                </a:moveTo>
                <a:cubicBezTo>
                  <a:pt x="452638" y="73981"/>
                  <a:pt x="454416" y="79702"/>
                  <a:pt x="457973" y="83674"/>
                </a:cubicBezTo>
                <a:cubicBezTo>
                  <a:pt x="461530" y="87645"/>
                  <a:pt x="465917" y="89631"/>
                  <a:pt x="471133" y="89631"/>
                </a:cubicBezTo>
                <a:cubicBezTo>
                  <a:pt x="476350" y="89631"/>
                  <a:pt x="480725" y="87645"/>
                  <a:pt x="484258" y="83674"/>
                </a:cubicBezTo>
                <a:cubicBezTo>
                  <a:pt x="487791" y="79702"/>
                  <a:pt x="489558" y="73934"/>
                  <a:pt x="489558" y="66370"/>
                </a:cubicBezTo>
                <a:cubicBezTo>
                  <a:pt x="489558" y="58995"/>
                  <a:pt x="487791" y="53322"/>
                  <a:pt x="484258" y="49351"/>
                </a:cubicBezTo>
                <a:cubicBezTo>
                  <a:pt x="480725" y="45379"/>
                  <a:pt x="476350" y="43393"/>
                  <a:pt x="471133" y="43393"/>
                </a:cubicBezTo>
                <a:cubicBezTo>
                  <a:pt x="465917" y="43393"/>
                  <a:pt x="461530" y="45379"/>
                  <a:pt x="457973" y="49351"/>
                </a:cubicBezTo>
                <a:cubicBezTo>
                  <a:pt x="454416" y="53322"/>
                  <a:pt x="452638" y="59043"/>
                  <a:pt x="452638" y="66512"/>
                </a:cubicBezTo>
                <a:close/>
                <a:moveTo>
                  <a:pt x="594507" y="104285"/>
                </a:moveTo>
                <a:lnTo>
                  <a:pt x="574517" y="104285"/>
                </a:lnTo>
                <a:lnTo>
                  <a:pt x="574517" y="65774"/>
                </a:lnTo>
                <a:cubicBezTo>
                  <a:pt x="574517" y="57626"/>
                  <a:pt x="574091" y="52356"/>
                  <a:pt x="573237" y="49964"/>
                </a:cubicBezTo>
                <a:cubicBezTo>
                  <a:pt x="572383" y="47572"/>
                  <a:pt x="570996" y="45713"/>
                  <a:pt x="569076" y="44387"/>
                </a:cubicBezTo>
                <a:cubicBezTo>
                  <a:pt x="567155" y="43060"/>
                  <a:pt x="564843" y="42397"/>
                  <a:pt x="562140" y="42397"/>
                </a:cubicBezTo>
                <a:cubicBezTo>
                  <a:pt x="558678" y="42397"/>
                  <a:pt x="555572" y="43345"/>
                  <a:pt x="552821" y="45240"/>
                </a:cubicBezTo>
                <a:cubicBezTo>
                  <a:pt x="550070" y="47134"/>
                  <a:pt x="548185" y="49645"/>
                  <a:pt x="547166" y="52772"/>
                </a:cubicBezTo>
                <a:cubicBezTo>
                  <a:pt x="546146" y="55897"/>
                  <a:pt x="545636" y="61676"/>
                  <a:pt x="545636" y="70109"/>
                </a:cubicBezTo>
                <a:lnTo>
                  <a:pt x="545636" y="104285"/>
                </a:lnTo>
                <a:lnTo>
                  <a:pt x="525647" y="104285"/>
                </a:lnTo>
                <a:lnTo>
                  <a:pt x="525647" y="28739"/>
                </a:lnTo>
                <a:lnTo>
                  <a:pt x="544214" y="28739"/>
                </a:lnTo>
                <a:lnTo>
                  <a:pt x="544214" y="39836"/>
                </a:lnTo>
                <a:cubicBezTo>
                  <a:pt x="550805" y="31300"/>
                  <a:pt x="559105" y="27032"/>
                  <a:pt x="569111" y="27032"/>
                </a:cubicBezTo>
                <a:cubicBezTo>
                  <a:pt x="573522" y="27032"/>
                  <a:pt x="577553" y="27826"/>
                  <a:pt x="581204" y="29415"/>
                </a:cubicBezTo>
                <a:cubicBezTo>
                  <a:pt x="584856" y="31003"/>
                  <a:pt x="587618" y="33031"/>
                  <a:pt x="589492" y="35497"/>
                </a:cubicBezTo>
                <a:cubicBezTo>
                  <a:pt x="591365" y="37963"/>
                  <a:pt x="592669" y="40761"/>
                  <a:pt x="593404" y="43891"/>
                </a:cubicBezTo>
                <a:cubicBezTo>
                  <a:pt x="594139" y="47021"/>
                  <a:pt x="594507" y="51502"/>
                  <a:pt x="594507" y="57336"/>
                </a:cubicBezTo>
                <a:lnTo>
                  <a:pt x="594507" y="104285"/>
                </a:lnTo>
                <a:close/>
                <a:moveTo>
                  <a:pt x="602995" y="133167"/>
                </a:moveTo>
                <a:lnTo>
                  <a:pt x="602995" y="120078"/>
                </a:lnTo>
                <a:lnTo>
                  <a:pt x="686082" y="120078"/>
                </a:lnTo>
                <a:lnTo>
                  <a:pt x="686082" y="133167"/>
                </a:lnTo>
                <a:lnTo>
                  <a:pt x="602995" y="133167"/>
                </a:lnTo>
                <a:close/>
                <a:moveTo>
                  <a:pt x="719423" y="104285"/>
                </a:moveTo>
                <a:lnTo>
                  <a:pt x="719423" y="17642"/>
                </a:lnTo>
                <a:lnTo>
                  <a:pt x="688478" y="17642"/>
                </a:lnTo>
                <a:lnTo>
                  <a:pt x="688478" y="0"/>
                </a:lnTo>
                <a:lnTo>
                  <a:pt x="771352" y="0"/>
                </a:lnTo>
                <a:lnTo>
                  <a:pt x="771352" y="17642"/>
                </a:lnTo>
                <a:lnTo>
                  <a:pt x="740479" y="17642"/>
                </a:lnTo>
                <a:lnTo>
                  <a:pt x="740479" y="104285"/>
                </a:lnTo>
                <a:lnTo>
                  <a:pt x="719423" y="104285"/>
                </a:lnTo>
                <a:close/>
                <a:moveTo>
                  <a:pt x="817637" y="80241"/>
                </a:moveTo>
                <a:lnTo>
                  <a:pt x="837555" y="83656"/>
                </a:lnTo>
                <a:cubicBezTo>
                  <a:pt x="834994" y="90935"/>
                  <a:pt x="830951" y="96478"/>
                  <a:pt x="825426" y="100284"/>
                </a:cubicBezTo>
                <a:cubicBezTo>
                  <a:pt x="819901" y="104090"/>
                  <a:pt x="812989" y="105993"/>
                  <a:pt x="804690" y="105993"/>
                </a:cubicBezTo>
                <a:cubicBezTo>
                  <a:pt x="791553" y="105993"/>
                  <a:pt x="781832" y="101701"/>
                  <a:pt x="775524" y="93117"/>
                </a:cubicBezTo>
                <a:cubicBezTo>
                  <a:pt x="770545" y="86241"/>
                  <a:pt x="768055" y="77562"/>
                  <a:pt x="768055" y="67081"/>
                </a:cubicBezTo>
                <a:cubicBezTo>
                  <a:pt x="768055" y="54561"/>
                  <a:pt x="771327" y="44756"/>
                  <a:pt x="777872" y="37666"/>
                </a:cubicBezTo>
                <a:cubicBezTo>
                  <a:pt x="784416" y="30577"/>
                  <a:pt x="792692" y="27032"/>
                  <a:pt x="802698" y="27032"/>
                </a:cubicBezTo>
                <a:cubicBezTo>
                  <a:pt x="813938" y="27032"/>
                  <a:pt x="822806" y="30743"/>
                  <a:pt x="829303" y="38164"/>
                </a:cubicBezTo>
                <a:cubicBezTo>
                  <a:pt x="835800" y="45586"/>
                  <a:pt x="838906" y="56956"/>
                  <a:pt x="838622" y="72274"/>
                </a:cubicBezTo>
                <a:lnTo>
                  <a:pt x="788542" y="72274"/>
                </a:lnTo>
                <a:cubicBezTo>
                  <a:pt x="788684" y="78202"/>
                  <a:pt x="790297" y="82814"/>
                  <a:pt x="793379" y="86110"/>
                </a:cubicBezTo>
                <a:cubicBezTo>
                  <a:pt x="796462" y="89406"/>
                  <a:pt x="800303" y="91054"/>
                  <a:pt x="804903" y="91054"/>
                </a:cubicBezTo>
                <a:cubicBezTo>
                  <a:pt x="808033" y="91054"/>
                  <a:pt x="810665" y="90200"/>
                  <a:pt x="812799" y="88493"/>
                </a:cubicBezTo>
                <a:cubicBezTo>
                  <a:pt x="814933" y="86786"/>
                  <a:pt x="816546" y="84035"/>
                  <a:pt x="817637" y="80241"/>
                </a:cubicBezTo>
                <a:moveTo>
                  <a:pt x="818775" y="60039"/>
                </a:moveTo>
                <a:cubicBezTo>
                  <a:pt x="818633" y="54277"/>
                  <a:pt x="817139" y="49896"/>
                  <a:pt x="814293" y="46896"/>
                </a:cubicBezTo>
                <a:cubicBezTo>
                  <a:pt x="811448" y="43897"/>
                  <a:pt x="807986" y="42397"/>
                  <a:pt x="803907" y="42397"/>
                </a:cubicBezTo>
                <a:cubicBezTo>
                  <a:pt x="799544" y="42397"/>
                  <a:pt x="795940" y="43979"/>
                  <a:pt x="793095" y="47143"/>
                </a:cubicBezTo>
                <a:cubicBezTo>
                  <a:pt x="790249" y="50309"/>
                  <a:pt x="788850" y="54607"/>
                  <a:pt x="788898" y="60039"/>
                </a:cubicBezTo>
                <a:lnTo>
                  <a:pt x="818775" y="60039"/>
                </a:lnTo>
                <a:close/>
                <a:moveTo>
                  <a:pt x="847847" y="82802"/>
                </a:moveTo>
                <a:lnTo>
                  <a:pt x="867908" y="79672"/>
                </a:lnTo>
                <a:cubicBezTo>
                  <a:pt x="868761" y="83537"/>
                  <a:pt x="870492" y="86472"/>
                  <a:pt x="873101" y="88475"/>
                </a:cubicBezTo>
                <a:cubicBezTo>
                  <a:pt x="875709" y="90479"/>
                  <a:pt x="879361" y="91481"/>
                  <a:pt x="884056" y="91481"/>
                </a:cubicBezTo>
                <a:cubicBezTo>
                  <a:pt x="889225" y="91481"/>
                  <a:pt x="893114" y="90534"/>
                  <a:pt x="895722" y="88640"/>
                </a:cubicBezTo>
                <a:cubicBezTo>
                  <a:pt x="897477" y="87313"/>
                  <a:pt x="898354" y="85537"/>
                  <a:pt x="898354" y="83311"/>
                </a:cubicBezTo>
                <a:cubicBezTo>
                  <a:pt x="898354" y="81795"/>
                  <a:pt x="897880" y="80540"/>
                  <a:pt x="896931" y="79546"/>
                </a:cubicBezTo>
                <a:cubicBezTo>
                  <a:pt x="895935" y="78599"/>
                  <a:pt x="893706" y="77723"/>
                  <a:pt x="890244" y="76918"/>
                </a:cubicBezTo>
                <a:cubicBezTo>
                  <a:pt x="874120" y="73367"/>
                  <a:pt x="863900" y="70123"/>
                  <a:pt x="859585" y="67186"/>
                </a:cubicBezTo>
                <a:cubicBezTo>
                  <a:pt x="853609" y="63110"/>
                  <a:pt x="850622" y="57448"/>
                  <a:pt x="850622" y="50200"/>
                </a:cubicBezTo>
                <a:cubicBezTo>
                  <a:pt x="850622" y="43661"/>
                  <a:pt x="853206" y="38165"/>
                  <a:pt x="858376" y="33712"/>
                </a:cubicBezTo>
                <a:cubicBezTo>
                  <a:pt x="863545" y="29258"/>
                  <a:pt x="871559" y="27032"/>
                  <a:pt x="882419" y="27032"/>
                </a:cubicBezTo>
                <a:cubicBezTo>
                  <a:pt x="892758" y="27032"/>
                  <a:pt x="900441" y="28709"/>
                  <a:pt x="905468" y="32065"/>
                </a:cubicBezTo>
                <a:cubicBezTo>
                  <a:pt x="910494" y="35420"/>
                  <a:pt x="913956" y="40382"/>
                  <a:pt x="915853" y="46950"/>
                </a:cubicBezTo>
                <a:lnTo>
                  <a:pt x="897002" y="50507"/>
                </a:lnTo>
                <a:cubicBezTo>
                  <a:pt x="896196" y="47566"/>
                  <a:pt x="894667" y="45314"/>
                  <a:pt x="892414" y="43749"/>
                </a:cubicBezTo>
                <a:cubicBezTo>
                  <a:pt x="890161" y="42184"/>
                  <a:pt x="886948" y="41401"/>
                  <a:pt x="882775" y="41401"/>
                </a:cubicBezTo>
                <a:cubicBezTo>
                  <a:pt x="877511" y="41401"/>
                  <a:pt x="873741" y="42135"/>
                  <a:pt x="871465" y="43604"/>
                </a:cubicBezTo>
                <a:cubicBezTo>
                  <a:pt x="869947" y="44644"/>
                  <a:pt x="869188" y="45994"/>
                  <a:pt x="869188" y="47652"/>
                </a:cubicBezTo>
                <a:cubicBezTo>
                  <a:pt x="869188" y="49072"/>
                  <a:pt x="869852" y="50279"/>
                  <a:pt x="871180" y="51273"/>
                </a:cubicBezTo>
                <a:cubicBezTo>
                  <a:pt x="872982" y="52600"/>
                  <a:pt x="879207" y="54471"/>
                  <a:pt x="889853" y="56887"/>
                </a:cubicBezTo>
                <a:cubicBezTo>
                  <a:pt x="900500" y="59302"/>
                  <a:pt x="907934" y="62265"/>
                  <a:pt x="912154" y="65776"/>
                </a:cubicBezTo>
                <a:cubicBezTo>
                  <a:pt x="916328" y="69336"/>
                  <a:pt x="918414" y="74295"/>
                  <a:pt x="918414" y="80653"/>
                </a:cubicBezTo>
                <a:cubicBezTo>
                  <a:pt x="918414" y="87581"/>
                  <a:pt x="915521" y="93536"/>
                  <a:pt x="909736" y="98519"/>
                </a:cubicBezTo>
                <a:cubicBezTo>
                  <a:pt x="903950" y="103501"/>
                  <a:pt x="895390" y="105993"/>
                  <a:pt x="884056" y="105993"/>
                </a:cubicBezTo>
                <a:cubicBezTo>
                  <a:pt x="873765" y="105993"/>
                  <a:pt x="865620" y="103913"/>
                  <a:pt x="859620" y="99753"/>
                </a:cubicBezTo>
                <a:cubicBezTo>
                  <a:pt x="853621" y="95591"/>
                  <a:pt x="849697" y="89941"/>
                  <a:pt x="847847" y="82802"/>
                </a:cubicBezTo>
                <a:close/>
                <a:moveTo>
                  <a:pt x="970535" y="28739"/>
                </a:moveTo>
                <a:lnTo>
                  <a:pt x="970535" y="44673"/>
                </a:lnTo>
                <a:lnTo>
                  <a:pt x="956877" y="44673"/>
                </a:lnTo>
                <a:lnTo>
                  <a:pt x="956877" y="75071"/>
                </a:lnTo>
                <a:cubicBezTo>
                  <a:pt x="956877" y="81227"/>
                  <a:pt x="957007" y="84814"/>
                  <a:pt x="957268" y="85832"/>
                </a:cubicBezTo>
                <a:cubicBezTo>
                  <a:pt x="957529" y="86849"/>
                  <a:pt x="958121" y="87689"/>
                  <a:pt x="959046" y="88353"/>
                </a:cubicBezTo>
                <a:cubicBezTo>
                  <a:pt x="959971" y="89016"/>
                  <a:pt x="961097" y="89347"/>
                  <a:pt x="962425" y="89347"/>
                </a:cubicBezTo>
                <a:cubicBezTo>
                  <a:pt x="964275" y="89347"/>
                  <a:pt x="966954" y="88707"/>
                  <a:pt x="970464" y="87426"/>
                </a:cubicBezTo>
                <a:lnTo>
                  <a:pt x="972171" y="102992"/>
                </a:lnTo>
                <a:cubicBezTo>
                  <a:pt x="967523" y="104992"/>
                  <a:pt x="962259" y="105993"/>
                  <a:pt x="956379" y="105993"/>
                </a:cubicBezTo>
                <a:cubicBezTo>
                  <a:pt x="952774" y="105993"/>
                  <a:pt x="949526" y="105388"/>
                  <a:pt x="946633" y="104179"/>
                </a:cubicBezTo>
                <a:cubicBezTo>
                  <a:pt x="943740" y="102969"/>
                  <a:pt x="941618" y="101404"/>
                  <a:pt x="940266" y="99484"/>
                </a:cubicBezTo>
                <a:cubicBezTo>
                  <a:pt x="938915" y="97563"/>
                  <a:pt x="937978" y="94967"/>
                  <a:pt x="937456" y="91694"/>
                </a:cubicBezTo>
                <a:cubicBezTo>
                  <a:pt x="937030" y="89370"/>
                  <a:pt x="936816" y="84676"/>
                  <a:pt x="936816" y="77609"/>
                </a:cubicBezTo>
                <a:lnTo>
                  <a:pt x="936816" y="44673"/>
                </a:lnTo>
                <a:lnTo>
                  <a:pt x="927640" y="44673"/>
                </a:lnTo>
                <a:lnTo>
                  <a:pt x="927640" y="28739"/>
                </a:lnTo>
                <a:lnTo>
                  <a:pt x="936816" y="28739"/>
                </a:lnTo>
                <a:lnTo>
                  <a:pt x="936816" y="13658"/>
                </a:lnTo>
                <a:lnTo>
                  <a:pt x="956877" y="1850"/>
                </a:lnTo>
                <a:lnTo>
                  <a:pt x="956877" y="28739"/>
                </a:lnTo>
                <a:lnTo>
                  <a:pt x="970535" y="2873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6601E-9EF2-4983-ABF5-1DE14E9E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64" y="1048818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0DF89-54D6-46F5-BD5F-689608B0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64" y="1048818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1B4EE-B06F-400B-A677-3E2F0A5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9" y="1081193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253B4-185B-404A-8880-8936A3A0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124" y="1042917"/>
            <a:ext cx="113447" cy="113447"/>
          </a:xfrm>
          <a:custGeom xmlns:a="http://schemas.openxmlformats.org/drawingml/2006/main">
            <a:pathLst>
              <a:path w="113447" h="113447">
                <a:moveTo>
                  <a:pt x="10314" y="89220"/>
                </a:moveTo>
                <a:cubicBezTo>
                  <a:pt x="12448" y="92267"/>
                  <a:pt x="14858" y="95077"/>
                  <a:pt x="17545" y="97650"/>
                </a:cubicBezTo>
                <a:cubicBezTo>
                  <a:pt x="20232" y="100222"/>
                  <a:pt x="23145" y="102508"/>
                  <a:pt x="26282" y="104507"/>
                </a:cubicBezTo>
                <a:cubicBezTo>
                  <a:pt x="29420" y="106505"/>
                  <a:pt x="32722" y="108179"/>
                  <a:pt x="36189" y="109527"/>
                </a:cubicBezTo>
                <a:cubicBezTo>
                  <a:pt x="39656" y="110875"/>
                  <a:pt x="43222" y="111873"/>
                  <a:pt x="46885" y="112519"/>
                </a:cubicBezTo>
                <a:cubicBezTo>
                  <a:pt x="50549" y="113165"/>
                  <a:pt x="54240" y="113447"/>
                  <a:pt x="57959" y="113366"/>
                </a:cubicBezTo>
                <a:cubicBezTo>
                  <a:pt x="61679" y="113284"/>
                  <a:pt x="65354" y="112841"/>
                  <a:pt x="68986" y="112036"/>
                </a:cubicBezTo>
                <a:cubicBezTo>
                  <a:pt x="72618" y="111231"/>
                  <a:pt x="76136" y="110080"/>
                  <a:pt x="79541" y="108581"/>
                </a:cubicBezTo>
                <a:cubicBezTo>
                  <a:pt x="82947" y="107083"/>
                  <a:pt x="86173" y="105267"/>
                  <a:pt x="89220" y="103133"/>
                </a:cubicBezTo>
                <a:cubicBezTo>
                  <a:pt x="92267" y="100999"/>
                  <a:pt x="95077" y="98589"/>
                  <a:pt x="97650" y="95902"/>
                </a:cubicBezTo>
                <a:cubicBezTo>
                  <a:pt x="100222" y="93214"/>
                  <a:pt x="102508" y="90302"/>
                  <a:pt x="104507" y="87165"/>
                </a:cubicBezTo>
                <a:cubicBezTo>
                  <a:pt x="106505" y="84027"/>
                  <a:pt x="108179" y="80725"/>
                  <a:pt x="109527" y="77258"/>
                </a:cubicBezTo>
                <a:cubicBezTo>
                  <a:pt x="110875" y="73790"/>
                  <a:pt x="111873" y="70225"/>
                  <a:pt x="112519" y="66562"/>
                </a:cubicBezTo>
                <a:cubicBezTo>
                  <a:pt x="113165" y="62898"/>
                  <a:pt x="113447" y="59207"/>
                  <a:pt x="113366" y="55488"/>
                </a:cubicBezTo>
                <a:cubicBezTo>
                  <a:pt x="113285" y="51768"/>
                  <a:pt x="112842" y="48093"/>
                  <a:pt x="112036" y="44461"/>
                </a:cubicBezTo>
                <a:cubicBezTo>
                  <a:pt x="111231" y="40829"/>
                  <a:pt x="110080" y="37310"/>
                  <a:pt x="108581" y="33906"/>
                </a:cubicBezTo>
                <a:cubicBezTo>
                  <a:pt x="107083" y="30500"/>
                  <a:pt x="105267" y="27274"/>
                  <a:pt x="103133" y="24227"/>
                </a:cubicBezTo>
                <a:cubicBezTo>
                  <a:pt x="101000" y="21180"/>
                  <a:pt x="98589" y="18370"/>
                  <a:pt x="95902" y="15797"/>
                </a:cubicBezTo>
                <a:cubicBezTo>
                  <a:pt x="93215" y="13225"/>
                  <a:pt x="90302" y="10939"/>
                  <a:pt x="87165" y="8940"/>
                </a:cubicBezTo>
                <a:cubicBezTo>
                  <a:pt x="84027" y="6941"/>
                  <a:pt x="80725" y="5268"/>
                  <a:pt x="77258" y="3920"/>
                </a:cubicBezTo>
                <a:cubicBezTo>
                  <a:pt x="73791" y="2571"/>
                  <a:pt x="70225" y="1574"/>
                  <a:pt x="66562" y="928"/>
                </a:cubicBezTo>
                <a:cubicBezTo>
                  <a:pt x="62898" y="282"/>
                  <a:pt x="59207" y="0"/>
                  <a:pt x="55488" y="81"/>
                </a:cubicBezTo>
                <a:cubicBezTo>
                  <a:pt x="51768" y="162"/>
                  <a:pt x="48093" y="605"/>
                  <a:pt x="44461" y="1411"/>
                </a:cubicBezTo>
                <a:cubicBezTo>
                  <a:pt x="40829" y="2216"/>
                  <a:pt x="37311" y="3368"/>
                  <a:pt x="33906" y="4866"/>
                </a:cubicBezTo>
                <a:cubicBezTo>
                  <a:pt x="30501" y="6364"/>
                  <a:pt x="27274" y="8180"/>
                  <a:pt x="24227" y="10314"/>
                </a:cubicBezTo>
                <a:cubicBezTo>
                  <a:pt x="21180" y="12448"/>
                  <a:pt x="18370" y="14858"/>
                  <a:pt x="15797" y="17545"/>
                </a:cubicBezTo>
                <a:cubicBezTo>
                  <a:pt x="13225" y="20232"/>
                  <a:pt x="10939" y="23145"/>
                  <a:pt x="8940" y="26282"/>
                </a:cubicBezTo>
                <a:cubicBezTo>
                  <a:pt x="6942" y="29420"/>
                  <a:pt x="5268" y="32722"/>
                  <a:pt x="3920" y="36189"/>
                </a:cubicBezTo>
                <a:cubicBezTo>
                  <a:pt x="2572" y="39656"/>
                  <a:pt x="1574" y="43222"/>
                  <a:pt x="928" y="46885"/>
                </a:cubicBezTo>
                <a:cubicBezTo>
                  <a:pt x="282" y="50549"/>
                  <a:pt x="0" y="54240"/>
                  <a:pt x="81" y="57959"/>
                </a:cubicBezTo>
                <a:cubicBezTo>
                  <a:pt x="162" y="61679"/>
                  <a:pt x="605" y="65354"/>
                  <a:pt x="1411" y="68986"/>
                </a:cubicBezTo>
                <a:cubicBezTo>
                  <a:pt x="2216" y="72618"/>
                  <a:pt x="3367" y="76136"/>
                  <a:pt x="4866" y="79541"/>
                </a:cubicBezTo>
                <a:cubicBezTo>
                  <a:pt x="6364" y="82947"/>
                  <a:pt x="8180" y="86173"/>
                  <a:pt x="10314" y="8922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FB7B7-ABFD-4C3E-A2DE-E361EBB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124" y="1042917"/>
            <a:ext cx="113447" cy="113447"/>
          </a:xfrm>
          <a:custGeom xmlns:a="http://schemas.openxmlformats.org/drawingml/2006/main">
            <a:pathLst>
              <a:path w="113447" h="113447" fill="none">
                <a:moveTo>
                  <a:pt x="10314" y="89220"/>
                </a:moveTo>
                <a:cubicBezTo>
                  <a:pt x="12448" y="92267"/>
                  <a:pt x="14858" y="95077"/>
                  <a:pt x="17545" y="97650"/>
                </a:cubicBezTo>
                <a:cubicBezTo>
                  <a:pt x="20232" y="100222"/>
                  <a:pt x="23145" y="102508"/>
                  <a:pt x="26282" y="104507"/>
                </a:cubicBezTo>
                <a:cubicBezTo>
                  <a:pt x="29420" y="106505"/>
                  <a:pt x="32722" y="108179"/>
                  <a:pt x="36189" y="109527"/>
                </a:cubicBezTo>
                <a:cubicBezTo>
                  <a:pt x="39656" y="110875"/>
                  <a:pt x="43222" y="111873"/>
                  <a:pt x="46885" y="112519"/>
                </a:cubicBezTo>
                <a:cubicBezTo>
                  <a:pt x="50549" y="113165"/>
                  <a:pt x="54240" y="113447"/>
                  <a:pt x="57959" y="113366"/>
                </a:cubicBezTo>
                <a:cubicBezTo>
                  <a:pt x="61679" y="113284"/>
                  <a:pt x="65354" y="112841"/>
                  <a:pt x="68986" y="112036"/>
                </a:cubicBezTo>
                <a:cubicBezTo>
                  <a:pt x="72618" y="111231"/>
                  <a:pt x="76136" y="110080"/>
                  <a:pt x="79541" y="108581"/>
                </a:cubicBezTo>
                <a:cubicBezTo>
                  <a:pt x="82947" y="107083"/>
                  <a:pt x="86173" y="105267"/>
                  <a:pt x="89220" y="103133"/>
                </a:cubicBezTo>
                <a:cubicBezTo>
                  <a:pt x="92267" y="100999"/>
                  <a:pt x="95077" y="98589"/>
                  <a:pt x="97650" y="95902"/>
                </a:cubicBezTo>
                <a:cubicBezTo>
                  <a:pt x="100222" y="93214"/>
                  <a:pt x="102508" y="90302"/>
                  <a:pt x="104507" y="87165"/>
                </a:cubicBezTo>
                <a:cubicBezTo>
                  <a:pt x="106505" y="84027"/>
                  <a:pt x="108179" y="80725"/>
                  <a:pt x="109527" y="77258"/>
                </a:cubicBezTo>
                <a:cubicBezTo>
                  <a:pt x="110875" y="73790"/>
                  <a:pt x="111873" y="70225"/>
                  <a:pt x="112519" y="66562"/>
                </a:cubicBezTo>
                <a:cubicBezTo>
                  <a:pt x="113165" y="62898"/>
                  <a:pt x="113447" y="59207"/>
                  <a:pt x="113366" y="55488"/>
                </a:cubicBezTo>
                <a:cubicBezTo>
                  <a:pt x="113285" y="51768"/>
                  <a:pt x="112842" y="48093"/>
                  <a:pt x="112036" y="44461"/>
                </a:cubicBezTo>
                <a:cubicBezTo>
                  <a:pt x="111231" y="40829"/>
                  <a:pt x="110080" y="37310"/>
                  <a:pt x="108581" y="33906"/>
                </a:cubicBezTo>
                <a:cubicBezTo>
                  <a:pt x="107083" y="30500"/>
                  <a:pt x="105267" y="27274"/>
                  <a:pt x="103133" y="24227"/>
                </a:cubicBezTo>
                <a:cubicBezTo>
                  <a:pt x="101000" y="21180"/>
                  <a:pt x="98589" y="18370"/>
                  <a:pt x="95902" y="15797"/>
                </a:cubicBezTo>
                <a:cubicBezTo>
                  <a:pt x="93215" y="13225"/>
                  <a:pt x="90302" y="10939"/>
                  <a:pt x="87165" y="8940"/>
                </a:cubicBezTo>
                <a:cubicBezTo>
                  <a:pt x="84027" y="6941"/>
                  <a:pt x="80725" y="5268"/>
                  <a:pt x="77258" y="3920"/>
                </a:cubicBezTo>
                <a:cubicBezTo>
                  <a:pt x="73791" y="2571"/>
                  <a:pt x="70225" y="1574"/>
                  <a:pt x="66562" y="928"/>
                </a:cubicBezTo>
                <a:cubicBezTo>
                  <a:pt x="62898" y="282"/>
                  <a:pt x="59207" y="0"/>
                  <a:pt x="55488" y="81"/>
                </a:cubicBezTo>
                <a:cubicBezTo>
                  <a:pt x="51768" y="162"/>
                  <a:pt x="48093" y="605"/>
                  <a:pt x="44461" y="1411"/>
                </a:cubicBezTo>
                <a:cubicBezTo>
                  <a:pt x="40829" y="2216"/>
                  <a:pt x="37311" y="3368"/>
                  <a:pt x="33906" y="4866"/>
                </a:cubicBezTo>
                <a:cubicBezTo>
                  <a:pt x="30501" y="6364"/>
                  <a:pt x="27274" y="8180"/>
                  <a:pt x="24227" y="10314"/>
                </a:cubicBezTo>
                <a:cubicBezTo>
                  <a:pt x="21180" y="12448"/>
                  <a:pt x="18370" y="14858"/>
                  <a:pt x="15797" y="17545"/>
                </a:cubicBezTo>
                <a:cubicBezTo>
                  <a:pt x="13225" y="20232"/>
                  <a:pt x="10939" y="23145"/>
                  <a:pt x="8940" y="26282"/>
                </a:cubicBezTo>
                <a:cubicBezTo>
                  <a:pt x="6942" y="29420"/>
                  <a:pt x="5268" y="32722"/>
                  <a:pt x="3920" y="36189"/>
                </a:cubicBezTo>
                <a:cubicBezTo>
                  <a:pt x="2572" y="39656"/>
                  <a:pt x="1574" y="43222"/>
                  <a:pt x="928" y="46885"/>
                </a:cubicBezTo>
                <a:cubicBezTo>
                  <a:pt x="282" y="50549"/>
                  <a:pt x="0" y="54240"/>
                  <a:pt x="81" y="57959"/>
                </a:cubicBezTo>
                <a:cubicBezTo>
                  <a:pt x="162" y="61679"/>
                  <a:pt x="605" y="65354"/>
                  <a:pt x="1411" y="68986"/>
                </a:cubicBezTo>
                <a:cubicBezTo>
                  <a:pt x="2216" y="72618"/>
                  <a:pt x="3367" y="76136"/>
                  <a:pt x="4866" y="79541"/>
                </a:cubicBezTo>
                <a:cubicBezTo>
                  <a:pt x="6364" y="82947"/>
                  <a:pt x="8180" y="86173"/>
                  <a:pt x="10314" y="892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BF5E7-8AE4-4EDB-87F3-DCAF83D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709" y="1047268"/>
            <a:ext cx="143672" cy="163548"/>
          </a:xfrm>
          <a:custGeom xmlns:a="http://schemas.openxmlformats.org/drawingml/2006/main">
            <a:pathLst>
              <a:path w="143672" h="163548" fill="none">
                <a:moveTo>
                  <a:pt x="50825" y="0"/>
                </a:moveTo>
                <a:cubicBezTo>
                  <a:pt x="6625" y="30949"/>
                  <a:pt x="0" y="68523"/>
                  <a:pt x="30949" y="112723"/>
                </a:cubicBezTo>
                <a:cubicBezTo>
                  <a:pt x="61898" y="156923"/>
                  <a:pt x="99472" y="163548"/>
                  <a:pt x="143672" y="132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0DFE9-97D1-48CB-A14A-A8055DBC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75" y="1160026"/>
            <a:ext cx="296796" cy="160417"/>
          </a:xfrm>
          <a:custGeom xmlns:a="http://schemas.openxmlformats.org/drawingml/2006/main">
            <a:pathLst>
              <a:path w="296796" h="160417" fill="none">
                <a:moveTo>
                  <a:pt x="296796" y="0"/>
                </a:moveTo>
                <a:lnTo>
                  <a:pt x="0" y="160417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DEC86-08DD-439E-A21A-6D39760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45" y="959302"/>
            <a:ext cx="218206" cy="107808"/>
          </a:xfrm>
          <a:custGeom xmlns:a="http://schemas.openxmlformats.org/drawingml/2006/main">
            <a:pathLst>
              <a:path w="218206" h="107808" fill="none">
                <a:moveTo>
                  <a:pt x="0" y="107808"/>
                </a:moveTo>
                <a:lnTo>
                  <a:pt x="218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453C6-7112-41E6-943D-98F712D7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938" y="1279974"/>
            <a:ext cx="80937" cy="80937"/>
          </a:xfrm>
          <a:custGeom xmlns:a="http://schemas.openxmlformats.org/drawingml/2006/main">
            <a:pathLst>
              <a:path w="80937" h="80937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46767-2BFE-43EA-B50C-BA9724D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938" y="1279974"/>
            <a:ext cx="80937" cy="80937"/>
          </a:xfrm>
          <a:custGeom xmlns:a="http://schemas.openxmlformats.org/drawingml/2006/main">
            <a:pathLst>
              <a:path w="80937" h="80937" fill="none">
                <a:moveTo>
                  <a:pt x="0" y="0"/>
                </a:moveTo>
                <a:lnTo>
                  <a:pt x="80937" y="0"/>
                </a:lnTo>
                <a:lnTo>
                  <a:pt x="80937" y="80937"/>
                </a:lnTo>
                <a:lnTo>
                  <a:pt x="0" y="809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F3A0D-DBF9-46C0-AF5A-E4C30B2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124" y="1540691"/>
            <a:ext cx="113447" cy="113447"/>
          </a:xfrm>
          <a:custGeom xmlns:a="http://schemas.openxmlformats.org/drawingml/2006/main">
            <a:pathLst>
              <a:path w="113447" h="113447">
                <a:moveTo>
                  <a:pt x="10314" y="24227"/>
                </a:moveTo>
                <a:cubicBezTo>
                  <a:pt x="8180" y="27274"/>
                  <a:pt x="6364" y="30501"/>
                  <a:pt x="4866" y="33906"/>
                </a:cubicBezTo>
                <a:cubicBezTo>
                  <a:pt x="3367" y="37311"/>
                  <a:pt x="2216" y="40829"/>
                  <a:pt x="1410" y="44461"/>
                </a:cubicBezTo>
                <a:cubicBezTo>
                  <a:pt x="605" y="48093"/>
                  <a:pt x="162" y="51768"/>
                  <a:pt x="81" y="55488"/>
                </a:cubicBezTo>
                <a:cubicBezTo>
                  <a:pt x="0" y="59207"/>
                  <a:pt x="282" y="62898"/>
                  <a:pt x="928" y="66562"/>
                </a:cubicBezTo>
                <a:cubicBezTo>
                  <a:pt x="1574" y="70225"/>
                  <a:pt x="2572" y="73791"/>
                  <a:pt x="3920" y="77258"/>
                </a:cubicBezTo>
                <a:cubicBezTo>
                  <a:pt x="5268" y="80725"/>
                  <a:pt x="6942" y="84027"/>
                  <a:pt x="8940" y="87165"/>
                </a:cubicBezTo>
                <a:cubicBezTo>
                  <a:pt x="10939" y="90302"/>
                  <a:pt x="13225" y="93214"/>
                  <a:pt x="15797" y="95902"/>
                </a:cubicBezTo>
                <a:cubicBezTo>
                  <a:pt x="18370" y="98589"/>
                  <a:pt x="21180" y="101000"/>
                  <a:pt x="24227" y="103133"/>
                </a:cubicBezTo>
                <a:cubicBezTo>
                  <a:pt x="27274" y="105267"/>
                  <a:pt x="30501" y="107083"/>
                  <a:pt x="33906" y="108581"/>
                </a:cubicBezTo>
                <a:cubicBezTo>
                  <a:pt x="37311" y="110080"/>
                  <a:pt x="40829" y="111231"/>
                  <a:pt x="44461" y="112037"/>
                </a:cubicBezTo>
                <a:cubicBezTo>
                  <a:pt x="48093" y="112842"/>
                  <a:pt x="51768" y="113285"/>
                  <a:pt x="55488" y="113366"/>
                </a:cubicBezTo>
                <a:cubicBezTo>
                  <a:pt x="59207" y="113447"/>
                  <a:pt x="62898" y="113165"/>
                  <a:pt x="66561" y="112519"/>
                </a:cubicBezTo>
                <a:cubicBezTo>
                  <a:pt x="70225" y="111873"/>
                  <a:pt x="73791" y="110875"/>
                  <a:pt x="77258" y="109527"/>
                </a:cubicBezTo>
                <a:cubicBezTo>
                  <a:pt x="80725" y="108179"/>
                  <a:pt x="84027" y="106505"/>
                  <a:pt x="87165" y="104507"/>
                </a:cubicBezTo>
                <a:cubicBezTo>
                  <a:pt x="90302" y="102508"/>
                  <a:pt x="93215" y="100222"/>
                  <a:pt x="95902" y="97650"/>
                </a:cubicBezTo>
                <a:cubicBezTo>
                  <a:pt x="98589" y="95077"/>
                  <a:pt x="100999" y="92267"/>
                  <a:pt x="103133" y="89220"/>
                </a:cubicBezTo>
                <a:cubicBezTo>
                  <a:pt x="105267" y="86173"/>
                  <a:pt x="107083" y="82947"/>
                  <a:pt x="108581" y="79542"/>
                </a:cubicBezTo>
                <a:cubicBezTo>
                  <a:pt x="110080" y="76137"/>
                  <a:pt x="111231" y="72618"/>
                  <a:pt x="112036" y="68986"/>
                </a:cubicBezTo>
                <a:cubicBezTo>
                  <a:pt x="112842" y="65354"/>
                  <a:pt x="113285" y="61679"/>
                  <a:pt x="113366" y="57959"/>
                </a:cubicBezTo>
                <a:cubicBezTo>
                  <a:pt x="113447" y="54240"/>
                  <a:pt x="113165" y="50549"/>
                  <a:pt x="112518" y="46885"/>
                </a:cubicBezTo>
                <a:cubicBezTo>
                  <a:pt x="111873" y="43222"/>
                  <a:pt x="110876" y="39656"/>
                  <a:pt x="109527" y="36189"/>
                </a:cubicBezTo>
                <a:cubicBezTo>
                  <a:pt x="108179" y="32722"/>
                  <a:pt x="106505" y="29420"/>
                  <a:pt x="104507" y="26282"/>
                </a:cubicBezTo>
                <a:cubicBezTo>
                  <a:pt x="102508" y="23145"/>
                  <a:pt x="100222" y="20233"/>
                  <a:pt x="97650" y="17545"/>
                </a:cubicBezTo>
                <a:cubicBezTo>
                  <a:pt x="95077" y="14858"/>
                  <a:pt x="92267" y="12448"/>
                  <a:pt x="89220" y="10314"/>
                </a:cubicBezTo>
                <a:cubicBezTo>
                  <a:pt x="86173" y="8180"/>
                  <a:pt x="82946" y="6364"/>
                  <a:pt x="79541" y="4866"/>
                </a:cubicBezTo>
                <a:cubicBezTo>
                  <a:pt x="76136" y="3368"/>
                  <a:pt x="72618" y="2216"/>
                  <a:pt x="68986" y="1411"/>
                </a:cubicBezTo>
                <a:cubicBezTo>
                  <a:pt x="65354" y="605"/>
                  <a:pt x="61679" y="162"/>
                  <a:pt x="57960" y="81"/>
                </a:cubicBezTo>
                <a:cubicBezTo>
                  <a:pt x="54240" y="0"/>
                  <a:pt x="50549" y="282"/>
                  <a:pt x="46885" y="928"/>
                </a:cubicBezTo>
                <a:cubicBezTo>
                  <a:pt x="43222" y="1574"/>
                  <a:pt x="39656" y="2571"/>
                  <a:pt x="36189" y="3920"/>
                </a:cubicBezTo>
                <a:cubicBezTo>
                  <a:pt x="32722" y="5268"/>
                  <a:pt x="29420" y="6942"/>
                  <a:pt x="26282" y="8940"/>
                </a:cubicBezTo>
                <a:cubicBezTo>
                  <a:pt x="23145" y="10939"/>
                  <a:pt x="20232" y="13225"/>
                  <a:pt x="17545" y="15797"/>
                </a:cubicBezTo>
                <a:cubicBezTo>
                  <a:pt x="14858" y="18370"/>
                  <a:pt x="12447" y="21180"/>
                  <a:pt x="10314" y="242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05EB5-F415-476F-B605-228938B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124" y="1540691"/>
            <a:ext cx="113447" cy="113447"/>
          </a:xfrm>
          <a:custGeom xmlns:a="http://schemas.openxmlformats.org/drawingml/2006/main">
            <a:pathLst>
              <a:path w="113447" h="113447" fill="none">
                <a:moveTo>
                  <a:pt x="10314" y="24227"/>
                </a:moveTo>
                <a:cubicBezTo>
                  <a:pt x="8180" y="27274"/>
                  <a:pt x="6364" y="30501"/>
                  <a:pt x="4866" y="33906"/>
                </a:cubicBezTo>
                <a:cubicBezTo>
                  <a:pt x="3367" y="37311"/>
                  <a:pt x="2216" y="40829"/>
                  <a:pt x="1410" y="44461"/>
                </a:cubicBezTo>
                <a:cubicBezTo>
                  <a:pt x="605" y="48093"/>
                  <a:pt x="162" y="51768"/>
                  <a:pt x="81" y="55488"/>
                </a:cubicBezTo>
                <a:cubicBezTo>
                  <a:pt x="0" y="59207"/>
                  <a:pt x="282" y="62898"/>
                  <a:pt x="928" y="66562"/>
                </a:cubicBezTo>
                <a:cubicBezTo>
                  <a:pt x="1574" y="70225"/>
                  <a:pt x="2572" y="73791"/>
                  <a:pt x="3920" y="77258"/>
                </a:cubicBezTo>
                <a:cubicBezTo>
                  <a:pt x="5268" y="80725"/>
                  <a:pt x="6942" y="84027"/>
                  <a:pt x="8940" y="87165"/>
                </a:cubicBezTo>
                <a:cubicBezTo>
                  <a:pt x="10939" y="90302"/>
                  <a:pt x="13225" y="93214"/>
                  <a:pt x="15797" y="95902"/>
                </a:cubicBezTo>
                <a:cubicBezTo>
                  <a:pt x="18370" y="98589"/>
                  <a:pt x="21180" y="101000"/>
                  <a:pt x="24227" y="103133"/>
                </a:cubicBezTo>
                <a:cubicBezTo>
                  <a:pt x="27274" y="105267"/>
                  <a:pt x="30501" y="107083"/>
                  <a:pt x="33906" y="108581"/>
                </a:cubicBezTo>
                <a:cubicBezTo>
                  <a:pt x="37311" y="110080"/>
                  <a:pt x="40829" y="111231"/>
                  <a:pt x="44461" y="112037"/>
                </a:cubicBezTo>
                <a:cubicBezTo>
                  <a:pt x="48093" y="112842"/>
                  <a:pt x="51768" y="113285"/>
                  <a:pt x="55488" y="113366"/>
                </a:cubicBezTo>
                <a:cubicBezTo>
                  <a:pt x="59207" y="113447"/>
                  <a:pt x="62898" y="113165"/>
                  <a:pt x="66561" y="112519"/>
                </a:cubicBezTo>
                <a:cubicBezTo>
                  <a:pt x="70225" y="111873"/>
                  <a:pt x="73791" y="110875"/>
                  <a:pt x="77258" y="109527"/>
                </a:cubicBezTo>
                <a:cubicBezTo>
                  <a:pt x="80725" y="108179"/>
                  <a:pt x="84027" y="106505"/>
                  <a:pt x="87165" y="104507"/>
                </a:cubicBezTo>
                <a:cubicBezTo>
                  <a:pt x="90302" y="102508"/>
                  <a:pt x="93215" y="100222"/>
                  <a:pt x="95902" y="97650"/>
                </a:cubicBezTo>
                <a:cubicBezTo>
                  <a:pt x="98589" y="95077"/>
                  <a:pt x="100999" y="92267"/>
                  <a:pt x="103133" y="89220"/>
                </a:cubicBezTo>
                <a:cubicBezTo>
                  <a:pt x="105267" y="86173"/>
                  <a:pt x="107083" y="82947"/>
                  <a:pt x="108581" y="79542"/>
                </a:cubicBezTo>
                <a:cubicBezTo>
                  <a:pt x="110080" y="76137"/>
                  <a:pt x="111231" y="72618"/>
                  <a:pt x="112036" y="68986"/>
                </a:cubicBezTo>
                <a:cubicBezTo>
                  <a:pt x="112842" y="65354"/>
                  <a:pt x="113285" y="61679"/>
                  <a:pt x="113366" y="57959"/>
                </a:cubicBezTo>
                <a:cubicBezTo>
                  <a:pt x="113447" y="54240"/>
                  <a:pt x="113165" y="50549"/>
                  <a:pt x="112518" y="46885"/>
                </a:cubicBezTo>
                <a:cubicBezTo>
                  <a:pt x="111873" y="43222"/>
                  <a:pt x="110876" y="39656"/>
                  <a:pt x="109527" y="36189"/>
                </a:cubicBezTo>
                <a:cubicBezTo>
                  <a:pt x="108179" y="32722"/>
                  <a:pt x="106505" y="29420"/>
                  <a:pt x="104507" y="26282"/>
                </a:cubicBezTo>
                <a:cubicBezTo>
                  <a:pt x="102508" y="23145"/>
                  <a:pt x="100222" y="20233"/>
                  <a:pt x="97650" y="17545"/>
                </a:cubicBezTo>
                <a:cubicBezTo>
                  <a:pt x="95077" y="14858"/>
                  <a:pt x="92267" y="12448"/>
                  <a:pt x="89220" y="10314"/>
                </a:cubicBezTo>
                <a:cubicBezTo>
                  <a:pt x="86173" y="8180"/>
                  <a:pt x="82946" y="6364"/>
                  <a:pt x="79541" y="4866"/>
                </a:cubicBezTo>
                <a:cubicBezTo>
                  <a:pt x="76136" y="3368"/>
                  <a:pt x="72618" y="2216"/>
                  <a:pt x="68986" y="1411"/>
                </a:cubicBezTo>
                <a:cubicBezTo>
                  <a:pt x="65354" y="605"/>
                  <a:pt x="61679" y="162"/>
                  <a:pt x="57960" y="81"/>
                </a:cubicBezTo>
                <a:cubicBezTo>
                  <a:pt x="54240" y="0"/>
                  <a:pt x="50549" y="282"/>
                  <a:pt x="46885" y="928"/>
                </a:cubicBezTo>
                <a:cubicBezTo>
                  <a:pt x="43222" y="1574"/>
                  <a:pt x="39656" y="2571"/>
                  <a:pt x="36189" y="3920"/>
                </a:cubicBezTo>
                <a:cubicBezTo>
                  <a:pt x="32722" y="5268"/>
                  <a:pt x="29420" y="6942"/>
                  <a:pt x="26282" y="8940"/>
                </a:cubicBezTo>
                <a:cubicBezTo>
                  <a:pt x="23145" y="10939"/>
                  <a:pt x="20232" y="13225"/>
                  <a:pt x="17545" y="15797"/>
                </a:cubicBezTo>
                <a:cubicBezTo>
                  <a:pt x="14858" y="18370"/>
                  <a:pt x="12447" y="21180"/>
                  <a:pt x="10314" y="242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8C93A-D14A-4377-A71F-76DDBC55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709" y="1486239"/>
            <a:ext cx="143672" cy="163548"/>
          </a:xfrm>
          <a:custGeom xmlns:a="http://schemas.openxmlformats.org/drawingml/2006/main">
            <a:pathLst>
              <a:path w="143672" h="163548" fill="none">
                <a:moveTo>
                  <a:pt x="143672" y="30949"/>
                </a:moveTo>
                <a:cubicBezTo>
                  <a:pt x="99472" y="0"/>
                  <a:pt x="61898" y="6625"/>
                  <a:pt x="30949" y="50825"/>
                </a:cubicBezTo>
                <a:cubicBezTo>
                  <a:pt x="0" y="95025"/>
                  <a:pt x="6625" y="132599"/>
                  <a:pt x="50825" y="1635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96112-5593-4302-B540-40053CF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75" y="1320443"/>
            <a:ext cx="296796" cy="216587"/>
          </a:xfrm>
          <a:custGeom xmlns:a="http://schemas.openxmlformats.org/drawingml/2006/main">
            <a:pathLst>
              <a:path w="296796" h="216587" fill="none">
                <a:moveTo>
                  <a:pt x="296796" y="2165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8F65B-8F1F-4CE5-8C49-4A7B9750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45" y="1629945"/>
            <a:ext cx="218206" cy="160417"/>
          </a:xfrm>
          <a:custGeom xmlns:a="http://schemas.openxmlformats.org/drawingml/2006/main">
            <a:pathLst>
              <a:path w="218206" h="160417" fill="none">
                <a:moveTo>
                  <a:pt x="218206" y="1604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52692-8DD0-4322-A824-2D52FFA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31" y="1008350"/>
            <a:ext cx="1199647" cy="599824"/>
          </a:xfrm>
          <a:custGeom xmlns:a="http://schemas.openxmlformats.org/drawingml/2006/main">
            <a:pathLst>
              <a:path w="1199647" h="599824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0F693-C892-422B-9E65-5767D13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31" y="1008350"/>
            <a:ext cx="1199647" cy="599824"/>
          </a:xfrm>
          <a:custGeom xmlns:a="http://schemas.openxmlformats.org/drawingml/2006/main">
            <a:pathLst>
              <a:path w="1199647" h="599824" fill="none">
                <a:moveTo>
                  <a:pt x="0" y="0"/>
                </a:moveTo>
                <a:lnTo>
                  <a:pt x="1199647" y="0"/>
                </a:lnTo>
                <a:lnTo>
                  <a:pt x="1199647" y="599824"/>
                </a:lnTo>
                <a:lnTo>
                  <a:pt x="0" y="599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56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1E399F0C-F8FD-46E3-B692-43E0C62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41" y="1161292"/>
            <a:ext cx="863298" cy="131032"/>
          </a:xfrm>
          <a:custGeom xmlns:a="http://schemas.openxmlformats.org/drawingml/2006/main">
            <a:pathLst>
              <a:path w="863298" h="131032">
                <a:moveTo>
                  <a:pt x="14654" y="64449"/>
                </a:moveTo>
                <a:lnTo>
                  <a:pt x="33078" y="96887"/>
                </a:lnTo>
                <a:lnTo>
                  <a:pt x="22692" y="96887"/>
                </a:lnTo>
                <a:lnTo>
                  <a:pt x="0" y="64449"/>
                </a:lnTo>
                <a:lnTo>
                  <a:pt x="22692" y="32011"/>
                </a:lnTo>
                <a:lnTo>
                  <a:pt x="33220" y="32011"/>
                </a:lnTo>
                <a:lnTo>
                  <a:pt x="14654" y="64449"/>
                </a:lnTo>
                <a:moveTo>
                  <a:pt x="42184" y="64449"/>
                </a:moveTo>
                <a:lnTo>
                  <a:pt x="60964" y="96887"/>
                </a:lnTo>
                <a:lnTo>
                  <a:pt x="50151" y="96887"/>
                </a:lnTo>
                <a:lnTo>
                  <a:pt x="27885" y="64449"/>
                </a:lnTo>
                <a:lnTo>
                  <a:pt x="50151" y="32011"/>
                </a:lnTo>
                <a:lnTo>
                  <a:pt x="60964" y="32011"/>
                </a:lnTo>
                <a:lnTo>
                  <a:pt x="42184" y="64449"/>
                </a:lnTo>
                <a:close/>
                <a:moveTo>
                  <a:pt x="130370" y="74266"/>
                </a:moveTo>
                <a:lnTo>
                  <a:pt x="142961" y="75902"/>
                </a:lnTo>
                <a:cubicBezTo>
                  <a:pt x="141586" y="84603"/>
                  <a:pt x="138064" y="91414"/>
                  <a:pt x="132397" y="96336"/>
                </a:cubicBezTo>
                <a:cubicBezTo>
                  <a:pt x="126730" y="101256"/>
                  <a:pt x="119771" y="103716"/>
                  <a:pt x="111519" y="103716"/>
                </a:cubicBezTo>
                <a:cubicBezTo>
                  <a:pt x="101180" y="103716"/>
                  <a:pt x="92869" y="100337"/>
                  <a:pt x="86586" y="93579"/>
                </a:cubicBezTo>
                <a:cubicBezTo>
                  <a:pt x="80302" y="86821"/>
                  <a:pt x="77160" y="77135"/>
                  <a:pt x="77160" y="64520"/>
                </a:cubicBezTo>
                <a:cubicBezTo>
                  <a:pt x="77160" y="56363"/>
                  <a:pt x="78512" y="49226"/>
                  <a:pt x="81215" y="43108"/>
                </a:cubicBezTo>
                <a:cubicBezTo>
                  <a:pt x="83918" y="36991"/>
                  <a:pt x="88032" y="32402"/>
                  <a:pt x="93557" y="29344"/>
                </a:cubicBezTo>
                <a:cubicBezTo>
                  <a:pt x="99082" y="26285"/>
                  <a:pt x="105093" y="24755"/>
                  <a:pt x="111590" y="24755"/>
                </a:cubicBezTo>
                <a:cubicBezTo>
                  <a:pt x="119794" y="24755"/>
                  <a:pt x="126505" y="26837"/>
                  <a:pt x="131722" y="31000"/>
                </a:cubicBezTo>
                <a:cubicBezTo>
                  <a:pt x="136938" y="35161"/>
                  <a:pt x="140282" y="41071"/>
                  <a:pt x="141752" y="48728"/>
                </a:cubicBezTo>
                <a:lnTo>
                  <a:pt x="129303" y="50649"/>
                </a:lnTo>
                <a:cubicBezTo>
                  <a:pt x="128117" y="45598"/>
                  <a:pt x="126019" y="41798"/>
                  <a:pt x="123007" y="39249"/>
                </a:cubicBezTo>
                <a:cubicBezTo>
                  <a:pt x="119996" y="36700"/>
                  <a:pt x="116356" y="35426"/>
                  <a:pt x="112088" y="35426"/>
                </a:cubicBezTo>
                <a:cubicBezTo>
                  <a:pt x="105638" y="35426"/>
                  <a:pt x="100398" y="37727"/>
                  <a:pt x="96367" y="42328"/>
                </a:cubicBezTo>
                <a:cubicBezTo>
                  <a:pt x="92336" y="46928"/>
                  <a:pt x="90320" y="54207"/>
                  <a:pt x="90320" y="64165"/>
                </a:cubicBezTo>
                <a:cubicBezTo>
                  <a:pt x="90320" y="74264"/>
                  <a:pt x="92265" y="81603"/>
                  <a:pt x="96154" y="86181"/>
                </a:cubicBezTo>
                <a:cubicBezTo>
                  <a:pt x="100042" y="90758"/>
                  <a:pt x="105117" y="93046"/>
                  <a:pt x="111377" y="93046"/>
                </a:cubicBezTo>
                <a:cubicBezTo>
                  <a:pt x="116404" y="93046"/>
                  <a:pt x="120601" y="91510"/>
                  <a:pt x="123968" y="88440"/>
                </a:cubicBezTo>
                <a:cubicBezTo>
                  <a:pt x="127335" y="85369"/>
                  <a:pt x="129469" y="80644"/>
                  <a:pt x="130370" y="74266"/>
                </a:cubicBezTo>
                <a:close/>
                <a:moveTo>
                  <a:pt x="149150" y="64236"/>
                </a:moveTo>
                <a:cubicBezTo>
                  <a:pt x="149150" y="50246"/>
                  <a:pt x="153038" y="39884"/>
                  <a:pt x="160816" y="33149"/>
                </a:cubicBezTo>
                <a:cubicBezTo>
                  <a:pt x="167313" y="27553"/>
                  <a:pt x="175233" y="24755"/>
                  <a:pt x="184575" y="24755"/>
                </a:cubicBezTo>
                <a:cubicBezTo>
                  <a:pt x="194961" y="24755"/>
                  <a:pt x="203450" y="28158"/>
                  <a:pt x="210042" y="34963"/>
                </a:cubicBezTo>
                <a:cubicBezTo>
                  <a:pt x="216634" y="41769"/>
                  <a:pt x="219930" y="51170"/>
                  <a:pt x="219930" y="63169"/>
                </a:cubicBezTo>
                <a:cubicBezTo>
                  <a:pt x="219930" y="72891"/>
                  <a:pt x="218472" y="80538"/>
                  <a:pt x="215555" y="86110"/>
                </a:cubicBezTo>
                <a:cubicBezTo>
                  <a:pt x="212639" y="91682"/>
                  <a:pt x="208394" y="96010"/>
                  <a:pt x="202822" y="99092"/>
                </a:cubicBezTo>
                <a:cubicBezTo>
                  <a:pt x="197249" y="102175"/>
                  <a:pt x="191167" y="103716"/>
                  <a:pt x="184575" y="103716"/>
                </a:cubicBezTo>
                <a:cubicBezTo>
                  <a:pt x="174000" y="103716"/>
                  <a:pt x="165452" y="100325"/>
                  <a:pt x="158931" y="93544"/>
                </a:cubicBezTo>
                <a:cubicBezTo>
                  <a:pt x="152410" y="86762"/>
                  <a:pt x="149150" y="76993"/>
                  <a:pt x="149150" y="64236"/>
                </a:cubicBezTo>
                <a:moveTo>
                  <a:pt x="162310" y="64200"/>
                </a:moveTo>
                <a:cubicBezTo>
                  <a:pt x="162310" y="73839"/>
                  <a:pt x="164420" y="81056"/>
                  <a:pt x="168641" y="85852"/>
                </a:cubicBezTo>
                <a:cubicBezTo>
                  <a:pt x="172862" y="90648"/>
                  <a:pt x="178173" y="93046"/>
                  <a:pt x="184575" y="93046"/>
                </a:cubicBezTo>
                <a:cubicBezTo>
                  <a:pt x="190930" y="93046"/>
                  <a:pt x="196218" y="90636"/>
                  <a:pt x="200439" y="85817"/>
                </a:cubicBezTo>
                <a:cubicBezTo>
                  <a:pt x="204659" y="80997"/>
                  <a:pt x="206770" y="73650"/>
                  <a:pt x="206770" y="63776"/>
                </a:cubicBezTo>
                <a:cubicBezTo>
                  <a:pt x="206770" y="54467"/>
                  <a:pt x="204648" y="47415"/>
                  <a:pt x="200403" y="42619"/>
                </a:cubicBezTo>
                <a:cubicBezTo>
                  <a:pt x="196159" y="37824"/>
                  <a:pt x="190883" y="35426"/>
                  <a:pt x="184575" y="35426"/>
                </a:cubicBezTo>
                <a:cubicBezTo>
                  <a:pt x="178173" y="35426"/>
                  <a:pt x="172862" y="37812"/>
                  <a:pt x="168641" y="42584"/>
                </a:cubicBezTo>
                <a:cubicBezTo>
                  <a:pt x="164420" y="47356"/>
                  <a:pt x="162310" y="54561"/>
                  <a:pt x="162310" y="64200"/>
                </a:cubicBezTo>
                <a:close/>
                <a:moveTo>
                  <a:pt x="234917" y="102009"/>
                </a:moveTo>
                <a:lnTo>
                  <a:pt x="234917" y="26463"/>
                </a:lnTo>
                <a:lnTo>
                  <a:pt x="246370" y="26463"/>
                </a:lnTo>
                <a:lnTo>
                  <a:pt x="246370" y="36991"/>
                </a:lnTo>
                <a:cubicBezTo>
                  <a:pt x="248741" y="33312"/>
                  <a:pt x="251895" y="30354"/>
                  <a:pt x="255831" y="28114"/>
                </a:cubicBezTo>
                <a:cubicBezTo>
                  <a:pt x="259768" y="25875"/>
                  <a:pt x="264249" y="24755"/>
                  <a:pt x="269276" y="24755"/>
                </a:cubicBezTo>
                <a:cubicBezTo>
                  <a:pt x="274872" y="24755"/>
                  <a:pt x="279460" y="25911"/>
                  <a:pt x="283041" y="28223"/>
                </a:cubicBezTo>
                <a:cubicBezTo>
                  <a:pt x="286621" y="30534"/>
                  <a:pt x="289147" y="33764"/>
                  <a:pt x="290617" y="37915"/>
                </a:cubicBezTo>
                <a:cubicBezTo>
                  <a:pt x="296592" y="29142"/>
                  <a:pt x="304370" y="24755"/>
                  <a:pt x="313949" y="24755"/>
                </a:cubicBezTo>
                <a:cubicBezTo>
                  <a:pt x="321442" y="24755"/>
                  <a:pt x="327204" y="26830"/>
                  <a:pt x="331235" y="30980"/>
                </a:cubicBezTo>
                <a:cubicBezTo>
                  <a:pt x="335266" y="35129"/>
                  <a:pt x="337282" y="41520"/>
                  <a:pt x="337282" y="50151"/>
                </a:cubicBezTo>
                <a:lnTo>
                  <a:pt x="337282" y="102009"/>
                </a:lnTo>
                <a:lnTo>
                  <a:pt x="324549" y="102009"/>
                </a:lnTo>
                <a:lnTo>
                  <a:pt x="324549" y="54368"/>
                </a:lnTo>
                <a:cubicBezTo>
                  <a:pt x="324549" y="49240"/>
                  <a:pt x="324134" y="45549"/>
                  <a:pt x="323304" y="43295"/>
                </a:cubicBezTo>
                <a:cubicBezTo>
                  <a:pt x="322474" y="41040"/>
                  <a:pt x="320968" y="39223"/>
                  <a:pt x="318787" y="37847"/>
                </a:cubicBezTo>
                <a:cubicBezTo>
                  <a:pt x="316605" y="36470"/>
                  <a:pt x="314044" y="35781"/>
                  <a:pt x="311104" y="35781"/>
                </a:cubicBezTo>
                <a:cubicBezTo>
                  <a:pt x="305792" y="35781"/>
                  <a:pt x="301382" y="37550"/>
                  <a:pt x="297873" y="41088"/>
                </a:cubicBezTo>
                <a:cubicBezTo>
                  <a:pt x="294363" y="44624"/>
                  <a:pt x="292609" y="50285"/>
                  <a:pt x="292609" y="58071"/>
                </a:cubicBezTo>
                <a:lnTo>
                  <a:pt x="292609" y="102009"/>
                </a:lnTo>
                <a:lnTo>
                  <a:pt x="279804" y="102009"/>
                </a:lnTo>
                <a:lnTo>
                  <a:pt x="279804" y="52872"/>
                </a:lnTo>
                <a:cubicBezTo>
                  <a:pt x="279804" y="47175"/>
                  <a:pt x="278761" y="42902"/>
                  <a:pt x="276674" y="40054"/>
                </a:cubicBezTo>
                <a:cubicBezTo>
                  <a:pt x="274588" y="37206"/>
                  <a:pt x="271173" y="35781"/>
                  <a:pt x="266431" y="35781"/>
                </a:cubicBezTo>
                <a:cubicBezTo>
                  <a:pt x="262826" y="35781"/>
                  <a:pt x="259495" y="36731"/>
                  <a:pt x="256436" y="38631"/>
                </a:cubicBezTo>
                <a:cubicBezTo>
                  <a:pt x="253377" y="40530"/>
                  <a:pt x="251160" y="43307"/>
                  <a:pt x="249785" y="46963"/>
                </a:cubicBezTo>
                <a:cubicBezTo>
                  <a:pt x="248409" y="50618"/>
                  <a:pt x="247722" y="55887"/>
                  <a:pt x="247722" y="62771"/>
                </a:cubicBezTo>
                <a:lnTo>
                  <a:pt x="247722" y="102009"/>
                </a:lnTo>
                <a:lnTo>
                  <a:pt x="234917" y="102009"/>
                </a:lnTo>
                <a:close/>
                <a:moveTo>
                  <a:pt x="356275" y="131032"/>
                </a:moveTo>
                <a:lnTo>
                  <a:pt x="356275" y="26463"/>
                </a:lnTo>
                <a:lnTo>
                  <a:pt x="367941" y="26463"/>
                </a:lnTo>
                <a:lnTo>
                  <a:pt x="367941" y="36208"/>
                </a:lnTo>
                <a:cubicBezTo>
                  <a:pt x="370691" y="32391"/>
                  <a:pt x="373798" y="29527"/>
                  <a:pt x="377260" y="27619"/>
                </a:cubicBezTo>
                <a:cubicBezTo>
                  <a:pt x="380722" y="25710"/>
                  <a:pt x="384919" y="24755"/>
                  <a:pt x="389851" y="24755"/>
                </a:cubicBezTo>
                <a:cubicBezTo>
                  <a:pt x="396300" y="24755"/>
                  <a:pt x="401991" y="26415"/>
                  <a:pt x="406923" y="29735"/>
                </a:cubicBezTo>
                <a:cubicBezTo>
                  <a:pt x="411855" y="33055"/>
                  <a:pt x="415578" y="37738"/>
                  <a:pt x="418092" y="43784"/>
                </a:cubicBezTo>
                <a:cubicBezTo>
                  <a:pt x="420605" y="49831"/>
                  <a:pt x="421862" y="56458"/>
                  <a:pt x="421862" y="63667"/>
                </a:cubicBezTo>
                <a:cubicBezTo>
                  <a:pt x="421862" y="71397"/>
                  <a:pt x="420475" y="78356"/>
                  <a:pt x="417700" y="84545"/>
                </a:cubicBezTo>
                <a:cubicBezTo>
                  <a:pt x="414926" y="90734"/>
                  <a:pt x="410895" y="95476"/>
                  <a:pt x="405607" y="98772"/>
                </a:cubicBezTo>
                <a:cubicBezTo>
                  <a:pt x="400320" y="102068"/>
                  <a:pt x="394759" y="103716"/>
                  <a:pt x="388926" y="103716"/>
                </a:cubicBezTo>
                <a:cubicBezTo>
                  <a:pt x="384658" y="103716"/>
                  <a:pt x="380828" y="102803"/>
                  <a:pt x="377437" y="100978"/>
                </a:cubicBezTo>
                <a:cubicBezTo>
                  <a:pt x="374047" y="99150"/>
                  <a:pt x="371260" y="96843"/>
                  <a:pt x="369079" y="94055"/>
                </a:cubicBezTo>
                <a:lnTo>
                  <a:pt x="369079" y="131032"/>
                </a:lnTo>
                <a:lnTo>
                  <a:pt x="356275" y="131032"/>
                </a:lnTo>
                <a:moveTo>
                  <a:pt x="367870" y="64556"/>
                </a:moveTo>
                <a:cubicBezTo>
                  <a:pt x="367870" y="74266"/>
                  <a:pt x="369838" y="81442"/>
                  <a:pt x="373774" y="86083"/>
                </a:cubicBezTo>
                <a:cubicBezTo>
                  <a:pt x="377710" y="90725"/>
                  <a:pt x="382476" y="93046"/>
                  <a:pt x="388072" y="93046"/>
                </a:cubicBezTo>
                <a:cubicBezTo>
                  <a:pt x="393763" y="93046"/>
                  <a:pt x="398636" y="90642"/>
                  <a:pt x="402691" y="85834"/>
                </a:cubicBezTo>
                <a:cubicBezTo>
                  <a:pt x="406745" y="81027"/>
                  <a:pt x="408773" y="73578"/>
                  <a:pt x="408773" y="63489"/>
                </a:cubicBezTo>
                <a:cubicBezTo>
                  <a:pt x="408773" y="53874"/>
                  <a:pt x="406793" y="46674"/>
                  <a:pt x="402833" y="41890"/>
                </a:cubicBezTo>
                <a:cubicBezTo>
                  <a:pt x="398873" y="37106"/>
                  <a:pt x="394143" y="34714"/>
                  <a:pt x="388641" y="34714"/>
                </a:cubicBezTo>
                <a:cubicBezTo>
                  <a:pt x="383188" y="34714"/>
                  <a:pt x="378362" y="37260"/>
                  <a:pt x="374165" y="42353"/>
                </a:cubicBezTo>
                <a:cubicBezTo>
                  <a:pt x="369968" y="47445"/>
                  <a:pt x="367870" y="54846"/>
                  <a:pt x="367870" y="64556"/>
                </a:cubicBezTo>
                <a:close/>
                <a:moveTo>
                  <a:pt x="432510" y="64236"/>
                </a:moveTo>
                <a:cubicBezTo>
                  <a:pt x="432510" y="50246"/>
                  <a:pt x="436399" y="39884"/>
                  <a:pt x="444176" y="33149"/>
                </a:cubicBezTo>
                <a:cubicBezTo>
                  <a:pt x="450673" y="27553"/>
                  <a:pt x="458593" y="24755"/>
                  <a:pt x="467936" y="24755"/>
                </a:cubicBezTo>
                <a:cubicBezTo>
                  <a:pt x="478322" y="24755"/>
                  <a:pt x="486810" y="28158"/>
                  <a:pt x="493402" y="34963"/>
                </a:cubicBezTo>
                <a:cubicBezTo>
                  <a:pt x="499994" y="41769"/>
                  <a:pt x="503290" y="51170"/>
                  <a:pt x="503290" y="63169"/>
                </a:cubicBezTo>
                <a:cubicBezTo>
                  <a:pt x="503290" y="72891"/>
                  <a:pt x="501832" y="80538"/>
                  <a:pt x="498915" y="86110"/>
                </a:cubicBezTo>
                <a:cubicBezTo>
                  <a:pt x="495999" y="91682"/>
                  <a:pt x="491754" y="96010"/>
                  <a:pt x="486182" y="99092"/>
                </a:cubicBezTo>
                <a:cubicBezTo>
                  <a:pt x="480610" y="102175"/>
                  <a:pt x="474528" y="103716"/>
                  <a:pt x="467936" y="103716"/>
                </a:cubicBezTo>
                <a:cubicBezTo>
                  <a:pt x="457360" y="103716"/>
                  <a:pt x="448812" y="100325"/>
                  <a:pt x="442291" y="93544"/>
                </a:cubicBezTo>
                <a:cubicBezTo>
                  <a:pt x="435770" y="86762"/>
                  <a:pt x="432510" y="76993"/>
                  <a:pt x="432510" y="64236"/>
                </a:cubicBezTo>
                <a:moveTo>
                  <a:pt x="445670" y="64200"/>
                </a:moveTo>
                <a:cubicBezTo>
                  <a:pt x="445670" y="73839"/>
                  <a:pt x="447780" y="81056"/>
                  <a:pt x="452001" y="85852"/>
                </a:cubicBezTo>
                <a:cubicBezTo>
                  <a:pt x="456222" y="90648"/>
                  <a:pt x="461533" y="93046"/>
                  <a:pt x="467936" y="93046"/>
                </a:cubicBezTo>
                <a:cubicBezTo>
                  <a:pt x="474290" y="93046"/>
                  <a:pt x="479578" y="90636"/>
                  <a:pt x="483799" y="85817"/>
                </a:cubicBezTo>
                <a:cubicBezTo>
                  <a:pt x="488020" y="80997"/>
                  <a:pt x="490130" y="73650"/>
                  <a:pt x="490130" y="63776"/>
                </a:cubicBezTo>
                <a:cubicBezTo>
                  <a:pt x="490130" y="54467"/>
                  <a:pt x="488008" y="47415"/>
                  <a:pt x="483763" y="42619"/>
                </a:cubicBezTo>
                <a:cubicBezTo>
                  <a:pt x="479519" y="37824"/>
                  <a:pt x="474243" y="35426"/>
                  <a:pt x="467936" y="35426"/>
                </a:cubicBezTo>
                <a:cubicBezTo>
                  <a:pt x="461533" y="35426"/>
                  <a:pt x="456222" y="37812"/>
                  <a:pt x="452001" y="42584"/>
                </a:cubicBezTo>
                <a:cubicBezTo>
                  <a:pt x="447780" y="47356"/>
                  <a:pt x="445670" y="54561"/>
                  <a:pt x="445670" y="64200"/>
                </a:cubicBezTo>
                <a:close/>
                <a:moveTo>
                  <a:pt x="518278" y="102009"/>
                </a:moveTo>
                <a:lnTo>
                  <a:pt x="518278" y="26463"/>
                </a:lnTo>
                <a:lnTo>
                  <a:pt x="529802" y="26463"/>
                </a:lnTo>
                <a:lnTo>
                  <a:pt x="529802" y="37133"/>
                </a:lnTo>
                <a:cubicBezTo>
                  <a:pt x="535351" y="28881"/>
                  <a:pt x="543365" y="24755"/>
                  <a:pt x="553846" y="24755"/>
                </a:cubicBezTo>
                <a:cubicBezTo>
                  <a:pt x="558399" y="24755"/>
                  <a:pt x="562584" y="25573"/>
                  <a:pt x="566401" y="27210"/>
                </a:cubicBezTo>
                <a:cubicBezTo>
                  <a:pt x="570219" y="28846"/>
                  <a:pt x="573076" y="30992"/>
                  <a:pt x="574973" y="33647"/>
                </a:cubicBezTo>
                <a:cubicBezTo>
                  <a:pt x="576870" y="36303"/>
                  <a:pt x="578198" y="39457"/>
                  <a:pt x="578957" y="43108"/>
                </a:cubicBezTo>
                <a:cubicBezTo>
                  <a:pt x="579431" y="45480"/>
                  <a:pt x="579668" y="49629"/>
                  <a:pt x="579668" y="55557"/>
                </a:cubicBezTo>
                <a:lnTo>
                  <a:pt x="579668" y="102009"/>
                </a:lnTo>
                <a:lnTo>
                  <a:pt x="566864" y="102009"/>
                </a:lnTo>
                <a:lnTo>
                  <a:pt x="566864" y="56006"/>
                </a:lnTo>
                <a:cubicBezTo>
                  <a:pt x="566864" y="50784"/>
                  <a:pt x="566366" y="46879"/>
                  <a:pt x="565370" y="44291"/>
                </a:cubicBezTo>
                <a:cubicBezTo>
                  <a:pt x="564374" y="41703"/>
                  <a:pt x="562607" y="39638"/>
                  <a:pt x="560070" y="38096"/>
                </a:cubicBezTo>
                <a:cubicBezTo>
                  <a:pt x="557533" y="36553"/>
                  <a:pt x="554557" y="35781"/>
                  <a:pt x="551143" y="35781"/>
                </a:cubicBezTo>
                <a:cubicBezTo>
                  <a:pt x="545689" y="35781"/>
                  <a:pt x="540982" y="37515"/>
                  <a:pt x="537022" y="40981"/>
                </a:cubicBezTo>
                <a:cubicBezTo>
                  <a:pt x="533062" y="44446"/>
                  <a:pt x="531082" y="51021"/>
                  <a:pt x="531082" y="60706"/>
                </a:cubicBezTo>
                <a:lnTo>
                  <a:pt x="531082" y="102009"/>
                </a:lnTo>
                <a:lnTo>
                  <a:pt x="518278" y="102009"/>
                </a:lnTo>
                <a:close/>
                <a:moveTo>
                  <a:pt x="650996" y="77680"/>
                </a:moveTo>
                <a:lnTo>
                  <a:pt x="664227" y="79317"/>
                </a:lnTo>
                <a:cubicBezTo>
                  <a:pt x="662140" y="87047"/>
                  <a:pt x="658275" y="93046"/>
                  <a:pt x="652632" y="97314"/>
                </a:cubicBezTo>
                <a:cubicBezTo>
                  <a:pt x="646988" y="101582"/>
                  <a:pt x="639780" y="103716"/>
                  <a:pt x="631006" y="103716"/>
                </a:cubicBezTo>
                <a:cubicBezTo>
                  <a:pt x="619957" y="103716"/>
                  <a:pt x="611195" y="100314"/>
                  <a:pt x="604722" y="93508"/>
                </a:cubicBezTo>
                <a:cubicBezTo>
                  <a:pt x="598248" y="86703"/>
                  <a:pt x="595012" y="77159"/>
                  <a:pt x="595012" y="64876"/>
                </a:cubicBezTo>
                <a:cubicBezTo>
                  <a:pt x="595012" y="52166"/>
                  <a:pt x="598284" y="42302"/>
                  <a:pt x="604828" y="35283"/>
                </a:cubicBezTo>
                <a:cubicBezTo>
                  <a:pt x="611373" y="28265"/>
                  <a:pt x="619862" y="24755"/>
                  <a:pt x="630295" y="24755"/>
                </a:cubicBezTo>
                <a:cubicBezTo>
                  <a:pt x="640396" y="24755"/>
                  <a:pt x="648648" y="28188"/>
                  <a:pt x="655050" y="35054"/>
                </a:cubicBezTo>
                <a:cubicBezTo>
                  <a:pt x="661453" y="41919"/>
                  <a:pt x="664654" y="51577"/>
                  <a:pt x="664654" y="64029"/>
                </a:cubicBezTo>
                <a:cubicBezTo>
                  <a:pt x="664654" y="64786"/>
                  <a:pt x="664630" y="65922"/>
                  <a:pt x="664583" y="67437"/>
                </a:cubicBezTo>
                <a:lnTo>
                  <a:pt x="608243" y="67437"/>
                </a:lnTo>
                <a:cubicBezTo>
                  <a:pt x="608717" y="75712"/>
                  <a:pt x="611065" y="82049"/>
                  <a:pt x="615285" y="86448"/>
                </a:cubicBezTo>
                <a:cubicBezTo>
                  <a:pt x="619506" y="90847"/>
                  <a:pt x="624770" y="93046"/>
                  <a:pt x="631078" y="93046"/>
                </a:cubicBezTo>
                <a:cubicBezTo>
                  <a:pt x="635772" y="93046"/>
                  <a:pt x="639780" y="91825"/>
                  <a:pt x="643100" y="89382"/>
                </a:cubicBezTo>
                <a:cubicBezTo>
                  <a:pt x="646419" y="86939"/>
                  <a:pt x="649051" y="83038"/>
                  <a:pt x="650996" y="77680"/>
                </a:cubicBezTo>
                <a:moveTo>
                  <a:pt x="608954" y="56767"/>
                </a:moveTo>
                <a:lnTo>
                  <a:pt x="651138" y="56767"/>
                </a:lnTo>
                <a:cubicBezTo>
                  <a:pt x="650569" y="50515"/>
                  <a:pt x="648956" y="45827"/>
                  <a:pt x="646301" y="42702"/>
                </a:cubicBezTo>
                <a:cubicBezTo>
                  <a:pt x="642222" y="37851"/>
                  <a:pt x="636934" y="35426"/>
                  <a:pt x="630437" y="35426"/>
                </a:cubicBezTo>
                <a:cubicBezTo>
                  <a:pt x="624557" y="35426"/>
                  <a:pt x="619613" y="37362"/>
                  <a:pt x="615605" y="41234"/>
                </a:cubicBezTo>
                <a:cubicBezTo>
                  <a:pt x="611598" y="45105"/>
                  <a:pt x="609381" y="50283"/>
                  <a:pt x="608954" y="56767"/>
                </a:cubicBezTo>
                <a:close/>
                <a:moveTo>
                  <a:pt x="680281" y="102009"/>
                </a:moveTo>
                <a:lnTo>
                  <a:pt x="680281" y="26463"/>
                </a:lnTo>
                <a:lnTo>
                  <a:pt x="691805" y="26463"/>
                </a:lnTo>
                <a:lnTo>
                  <a:pt x="691805" y="37133"/>
                </a:lnTo>
                <a:cubicBezTo>
                  <a:pt x="697354" y="28881"/>
                  <a:pt x="705369" y="24755"/>
                  <a:pt x="715849" y="24755"/>
                </a:cubicBezTo>
                <a:cubicBezTo>
                  <a:pt x="720402" y="24755"/>
                  <a:pt x="724587" y="25573"/>
                  <a:pt x="728405" y="27210"/>
                </a:cubicBezTo>
                <a:cubicBezTo>
                  <a:pt x="732222" y="28846"/>
                  <a:pt x="735080" y="30992"/>
                  <a:pt x="736977" y="33647"/>
                </a:cubicBezTo>
                <a:cubicBezTo>
                  <a:pt x="738874" y="36303"/>
                  <a:pt x="740201" y="39457"/>
                  <a:pt x="740960" y="43108"/>
                </a:cubicBezTo>
                <a:cubicBezTo>
                  <a:pt x="741435" y="45480"/>
                  <a:pt x="741672" y="49629"/>
                  <a:pt x="741672" y="55557"/>
                </a:cubicBezTo>
                <a:lnTo>
                  <a:pt x="741672" y="102009"/>
                </a:lnTo>
                <a:lnTo>
                  <a:pt x="728867" y="102009"/>
                </a:lnTo>
                <a:lnTo>
                  <a:pt x="728867" y="56006"/>
                </a:lnTo>
                <a:cubicBezTo>
                  <a:pt x="728867" y="50784"/>
                  <a:pt x="728369" y="46879"/>
                  <a:pt x="727373" y="44291"/>
                </a:cubicBezTo>
                <a:cubicBezTo>
                  <a:pt x="726377" y="41703"/>
                  <a:pt x="724611" y="39638"/>
                  <a:pt x="722074" y="38096"/>
                </a:cubicBezTo>
                <a:cubicBezTo>
                  <a:pt x="719536" y="36553"/>
                  <a:pt x="716561" y="35781"/>
                  <a:pt x="713146" y="35781"/>
                </a:cubicBezTo>
                <a:cubicBezTo>
                  <a:pt x="707692" y="35781"/>
                  <a:pt x="702986" y="37515"/>
                  <a:pt x="699026" y="40981"/>
                </a:cubicBezTo>
                <a:cubicBezTo>
                  <a:pt x="695066" y="44446"/>
                  <a:pt x="693086" y="51021"/>
                  <a:pt x="693086" y="60706"/>
                </a:cubicBezTo>
                <a:lnTo>
                  <a:pt x="693086" y="102009"/>
                </a:lnTo>
                <a:lnTo>
                  <a:pt x="680281" y="102009"/>
                </a:lnTo>
                <a:close/>
                <a:moveTo>
                  <a:pt x="789239" y="90698"/>
                </a:moveTo>
                <a:lnTo>
                  <a:pt x="791089" y="102009"/>
                </a:lnTo>
                <a:cubicBezTo>
                  <a:pt x="787485" y="102673"/>
                  <a:pt x="784260" y="103005"/>
                  <a:pt x="781414" y="103005"/>
                </a:cubicBezTo>
                <a:cubicBezTo>
                  <a:pt x="776767" y="103005"/>
                  <a:pt x="773163" y="102270"/>
                  <a:pt x="770602" y="100800"/>
                </a:cubicBezTo>
                <a:cubicBezTo>
                  <a:pt x="768041" y="99330"/>
                  <a:pt x="766239" y="97397"/>
                  <a:pt x="765195" y="95002"/>
                </a:cubicBezTo>
                <a:cubicBezTo>
                  <a:pt x="764152" y="92607"/>
                  <a:pt x="763630" y="87568"/>
                  <a:pt x="763630" y="79886"/>
                </a:cubicBezTo>
                <a:lnTo>
                  <a:pt x="763630" y="36422"/>
                </a:lnTo>
                <a:lnTo>
                  <a:pt x="754240" y="36422"/>
                </a:lnTo>
                <a:lnTo>
                  <a:pt x="754240" y="26463"/>
                </a:lnTo>
                <a:lnTo>
                  <a:pt x="763630" y="26463"/>
                </a:lnTo>
                <a:lnTo>
                  <a:pt x="763630" y="7703"/>
                </a:lnTo>
                <a:lnTo>
                  <a:pt x="776364" y="0"/>
                </a:lnTo>
                <a:lnTo>
                  <a:pt x="776364" y="26463"/>
                </a:lnTo>
                <a:lnTo>
                  <a:pt x="789239" y="26463"/>
                </a:lnTo>
                <a:lnTo>
                  <a:pt x="789239" y="36422"/>
                </a:lnTo>
                <a:lnTo>
                  <a:pt x="776364" y="36422"/>
                </a:lnTo>
                <a:lnTo>
                  <a:pt x="776364" y="80597"/>
                </a:lnTo>
                <a:cubicBezTo>
                  <a:pt x="776364" y="84249"/>
                  <a:pt x="776589" y="86596"/>
                  <a:pt x="777039" y="87640"/>
                </a:cubicBezTo>
                <a:cubicBezTo>
                  <a:pt x="777490" y="88683"/>
                  <a:pt x="778225" y="89513"/>
                  <a:pt x="779245" y="90129"/>
                </a:cubicBezTo>
                <a:cubicBezTo>
                  <a:pt x="780264" y="90746"/>
                  <a:pt x="781723" y="91054"/>
                  <a:pt x="783620" y="91054"/>
                </a:cubicBezTo>
                <a:cubicBezTo>
                  <a:pt x="785042" y="91054"/>
                  <a:pt x="786916" y="90935"/>
                  <a:pt x="789239" y="90698"/>
                </a:cubicBezTo>
                <a:close/>
                <a:moveTo>
                  <a:pt x="848644" y="64449"/>
                </a:moveTo>
                <a:lnTo>
                  <a:pt x="830078" y="32011"/>
                </a:lnTo>
                <a:lnTo>
                  <a:pt x="840606" y="32011"/>
                </a:lnTo>
                <a:lnTo>
                  <a:pt x="863298" y="64449"/>
                </a:lnTo>
                <a:lnTo>
                  <a:pt x="840606" y="96887"/>
                </a:lnTo>
                <a:lnTo>
                  <a:pt x="830149" y="96887"/>
                </a:lnTo>
                <a:lnTo>
                  <a:pt x="848644" y="64449"/>
                </a:lnTo>
                <a:moveTo>
                  <a:pt x="821115" y="64449"/>
                </a:moveTo>
                <a:lnTo>
                  <a:pt x="802335" y="32011"/>
                </a:lnTo>
                <a:lnTo>
                  <a:pt x="813076" y="32011"/>
                </a:lnTo>
                <a:lnTo>
                  <a:pt x="835413" y="64449"/>
                </a:lnTo>
                <a:lnTo>
                  <a:pt x="813076" y="96887"/>
                </a:lnTo>
                <a:lnTo>
                  <a:pt x="802335" y="96887"/>
                </a:lnTo>
                <a:lnTo>
                  <a:pt x="821115" y="6444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Function_B4">
            <a:extLst xmlns:a="http://schemas.openxmlformats.org/drawingml/2006/main">
              <a:ext uri="{FF2B5EF4-FFF2-40B4-BE49-F238E27FC236}">
                <a16:creationId xmlns:a16="http://schemas.microsoft.com/office/drawing/2014/main" id="{DD5782E6-82F3-4BD3-9943-CAB3D8DE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803" y="1336650"/>
            <a:ext cx="868214" cy="133593"/>
          </a:xfrm>
          <a:custGeom xmlns:a="http://schemas.openxmlformats.org/drawingml/2006/main">
            <a:pathLst>
              <a:path w="868214" h="133593">
                <a:moveTo>
                  <a:pt x="0" y="104712"/>
                </a:moveTo>
                <a:lnTo>
                  <a:pt x="0" y="427"/>
                </a:lnTo>
                <a:lnTo>
                  <a:pt x="71492" y="427"/>
                </a:lnTo>
                <a:lnTo>
                  <a:pt x="71492" y="18069"/>
                </a:lnTo>
                <a:lnTo>
                  <a:pt x="21056" y="18069"/>
                </a:lnTo>
                <a:lnTo>
                  <a:pt x="21056" y="42682"/>
                </a:lnTo>
                <a:lnTo>
                  <a:pt x="64591" y="42682"/>
                </a:lnTo>
                <a:lnTo>
                  <a:pt x="64591" y="60323"/>
                </a:lnTo>
                <a:lnTo>
                  <a:pt x="21056" y="60323"/>
                </a:lnTo>
                <a:lnTo>
                  <a:pt x="21056" y="104712"/>
                </a:lnTo>
                <a:lnTo>
                  <a:pt x="0" y="104712"/>
                </a:lnTo>
                <a:close/>
                <a:moveTo>
                  <a:pt x="138454" y="104712"/>
                </a:moveTo>
                <a:lnTo>
                  <a:pt x="138454" y="93402"/>
                </a:lnTo>
                <a:cubicBezTo>
                  <a:pt x="135703" y="97433"/>
                  <a:pt x="132087" y="100610"/>
                  <a:pt x="127606" y="102934"/>
                </a:cubicBezTo>
                <a:cubicBezTo>
                  <a:pt x="123124" y="105258"/>
                  <a:pt x="118393" y="106419"/>
                  <a:pt x="113414" y="106419"/>
                </a:cubicBezTo>
                <a:cubicBezTo>
                  <a:pt x="108340" y="106419"/>
                  <a:pt x="103787" y="105305"/>
                  <a:pt x="99756" y="103076"/>
                </a:cubicBezTo>
                <a:cubicBezTo>
                  <a:pt x="95725" y="100847"/>
                  <a:pt x="92808" y="97717"/>
                  <a:pt x="91006" y="93686"/>
                </a:cubicBezTo>
                <a:cubicBezTo>
                  <a:pt x="89204" y="89655"/>
                  <a:pt x="88303" y="84083"/>
                  <a:pt x="88303" y="76969"/>
                </a:cubicBezTo>
                <a:lnTo>
                  <a:pt x="88303" y="29166"/>
                </a:lnTo>
                <a:lnTo>
                  <a:pt x="108292" y="29166"/>
                </a:lnTo>
                <a:lnTo>
                  <a:pt x="108292" y="63800"/>
                </a:lnTo>
                <a:cubicBezTo>
                  <a:pt x="108292" y="74399"/>
                  <a:pt x="108660" y="80893"/>
                  <a:pt x="109395" y="83282"/>
                </a:cubicBezTo>
                <a:cubicBezTo>
                  <a:pt x="110130" y="85671"/>
                  <a:pt x="111470" y="87564"/>
                  <a:pt x="113414" y="88960"/>
                </a:cubicBezTo>
                <a:cubicBezTo>
                  <a:pt x="115358" y="90356"/>
                  <a:pt x="117824" y="91054"/>
                  <a:pt x="120812" y="91054"/>
                </a:cubicBezTo>
                <a:cubicBezTo>
                  <a:pt x="124227" y="91054"/>
                  <a:pt x="127285" y="90120"/>
                  <a:pt x="129989" y="88251"/>
                </a:cubicBezTo>
                <a:cubicBezTo>
                  <a:pt x="132692" y="86382"/>
                  <a:pt x="134541" y="84063"/>
                  <a:pt x="135537" y="81295"/>
                </a:cubicBezTo>
                <a:cubicBezTo>
                  <a:pt x="136533" y="78527"/>
                  <a:pt x="137031" y="71749"/>
                  <a:pt x="137031" y="60961"/>
                </a:cubicBezTo>
                <a:lnTo>
                  <a:pt x="137031" y="29166"/>
                </a:lnTo>
                <a:lnTo>
                  <a:pt x="157020" y="29166"/>
                </a:lnTo>
                <a:lnTo>
                  <a:pt x="157020" y="104712"/>
                </a:lnTo>
                <a:lnTo>
                  <a:pt x="138454" y="104712"/>
                </a:lnTo>
                <a:close/>
                <a:moveTo>
                  <a:pt x="246461" y="104712"/>
                </a:moveTo>
                <a:lnTo>
                  <a:pt x="226472" y="104712"/>
                </a:lnTo>
                <a:lnTo>
                  <a:pt x="226472" y="66201"/>
                </a:lnTo>
                <a:cubicBezTo>
                  <a:pt x="226472" y="58053"/>
                  <a:pt x="226045" y="52783"/>
                  <a:pt x="225192" y="50391"/>
                </a:cubicBezTo>
                <a:cubicBezTo>
                  <a:pt x="224338" y="47999"/>
                  <a:pt x="222951" y="46140"/>
                  <a:pt x="221030" y="44813"/>
                </a:cubicBezTo>
                <a:cubicBezTo>
                  <a:pt x="219110" y="43487"/>
                  <a:pt x="216798" y="42824"/>
                  <a:pt x="214094" y="42824"/>
                </a:cubicBezTo>
                <a:cubicBezTo>
                  <a:pt x="210633" y="42824"/>
                  <a:pt x="207526" y="43772"/>
                  <a:pt x="204776" y="45667"/>
                </a:cubicBezTo>
                <a:cubicBezTo>
                  <a:pt x="202025" y="47561"/>
                  <a:pt x="200140" y="50072"/>
                  <a:pt x="199120" y="53199"/>
                </a:cubicBezTo>
                <a:cubicBezTo>
                  <a:pt x="198101" y="56324"/>
                  <a:pt x="197591" y="62103"/>
                  <a:pt x="197591" y="70536"/>
                </a:cubicBezTo>
                <a:lnTo>
                  <a:pt x="197591" y="104712"/>
                </a:lnTo>
                <a:lnTo>
                  <a:pt x="177602" y="104712"/>
                </a:lnTo>
                <a:lnTo>
                  <a:pt x="177602" y="29166"/>
                </a:lnTo>
                <a:lnTo>
                  <a:pt x="196168" y="29166"/>
                </a:lnTo>
                <a:lnTo>
                  <a:pt x="196168" y="40263"/>
                </a:lnTo>
                <a:cubicBezTo>
                  <a:pt x="202760" y="31727"/>
                  <a:pt x="211059" y="27458"/>
                  <a:pt x="221066" y="27458"/>
                </a:cubicBezTo>
                <a:cubicBezTo>
                  <a:pt x="225476" y="27458"/>
                  <a:pt x="229507" y="28253"/>
                  <a:pt x="233159" y="29842"/>
                </a:cubicBezTo>
                <a:cubicBezTo>
                  <a:pt x="236811" y="31430"/>
                  <a:pt x="239573" y="33458"/>
                  <a:pt x="241446" y="35924"/>
                </a:cubicBezTo>
                <a:cubicBezTo>
                  <a:pt x="243320" y="38390"/>
                  <a:pt x="244624" y="41188"/>
                  <a:pt x="245359" y="44318"/>
                </a:cubicBezTo>
                <a:cubicBezTo>
                  <a:pt x="246094" y="47448"/>
                  <a:pt x="246461" y="51929"/>
                  <a:pt x="246461" y="57762"/>
                </a:cubicBezTo>
                <a:lnTo>
                  <a:pt x="246461" y="104712"/>
                </a:lnTo>
                <a:close/>
                <a:moveTo>
                  <a:pt x="332630" y="51502"/>
                </a:moveTo>
                <a:lnTo>
                  <a:pt x="312926" y="55059"/>
                </a:lnTo>
                <a:cubicBezTo>
                  <a:pt x="312262" y="51147"/>
                  <a:pt x="310756" y="48201"/>
                  <a:pt x="308408" y="46221"/>
                </a:cubicBezTo>
                <a:cubicBezTo>
                  <a:pt x="306061" y="44241"/>
                  <a:pt x="303014" y="43251"/>
                  <a:pt x="299267" y="43251"/>
                </a:cubicBezTo>
                <a:cubicBezTo>
                  <a:pt x="294288" y="43251"/>
                  <a:pt x="290316" y="44965"/>
                  <a:pt x="287352" y="48392"/>
                </a:cubicBezTo>
                <a:cubicBezTo>
                  <a:pt x="284388" y="51820"/>
                  <a:pt x="282906" y="57553"/>
                  <a:pt x="282906" y="65590"/>
                </a:cubicBezTo>
                <a:cubicBezTo>
                  <a:pt x="282906" y="74526"/>
                  <a:pt x="284412" y="80839"/>
                  <a:pt x="287423" y="84527"/>
                </a:cubicBezTo>
                <a:cubicBezTo>
                  <a:pt x="290435" y="88215"/>
                  <a:pt x="294478" y="90058"/>
                  <a:pt x="299552" y="90058"/>
                </a:cubicBezTo>
                <a:cubicBezTo>
                  <a:pt x="303346" y="90058"/>
                  <a:pt x="306452" y="88979"/>
                  <a:pt x="308871" y="86821"/>
                </a:cubicBezTo>
                <a:cubicBezTo>
                  <a:pt x="311289" y="84664"/>
                  <a:pt x="312997" y="80953"/>
                  <a:pt x="313993" y="75689"/>
                </a:cubicBezTo>
                <a:lnTo>
                  <a:pt x="333626" y="79103"/>
                </a:lnTo>
                <a:cubicBezTo>
                  <a:pt x="331587" y="88114"/>
                  <a:pt x="327674" y="94919"/>
                  <a:pt x="321889" y="99519"/>
                </a:cubicBezTo>
                <a:cubicBezTo>
                  <a:pt x="316103" y="104119"/>
                  <a:pt x="308349" y="106419"/>
                  <a:pt x="298627" y="106419"/>
                </a:cubicBezTo>
                <a:cubicBezTo>
                  <a:pt x="287577" y="106419"/>
                  <a:pt x="278768" y="102934"/>
                  <a:pt x="272200" y="95962"/>
                </a:cubicBezTo>
                <a:cubicBezTo>
                  <a:pt x="265632" y="88991"/>
                  <a:pt x="262348" y="79340"/>
                  <a:pt x="262348" y="67010"/>
                </a:cubicBezTo>
                <a:cubicBezTo>
                  <a:pt x="262348" y="54538"/>
                  <a:pt x="265644" y="44828"/>
                  <a:pt x="272236" y="37880"/>
                </a:cubicBezTo>
                <a:cubicBezTo>
                  <a:pt x="278828" y="30932"/>
                  <a:pt x="287743" y="27458"/>
                  <a:pt x="298983" y="27458"/>
                </a:cubicBezTo>
                <a:cubicBezTo>
                  <a:pt x="308183" y="27458"/>
                  <a:pt x="315498" y="29438"/>
                  <a:pt x="320928" y="33398"/>
                </a:cubicBezTo>
                <a:cubicBezTo>
                  <a:pt x="326358" y="37358"/>
                  <a:pt x="330259" y="43393"/>
                  <a:pt x="332630" y="51502"/>
                </a:cubicBezTo>
                <a:close/>
                <a:moveTo>
                  <a:pt x="382403" y="29166"/>
                </a:moveTo>
                <a:lnTo>
                  <a:pt x="382403" y="45100"/>
                </a:lnTo>
                <a:lnTo>
                  <a:pt x="368745" y="45100"/>
                </a:lnTo>
                <a:lnTo>
                  <a:pt x="368745" y="75497"/>
                </a:lnTo>
                <a:cubicBezTo>
                  <a:pt x="368745" y="81654"/>
                  <a:pt x="368875" y="85241"/>
                  <a:pt x="369136" y="86259"/>
                </a:cubicBezTo>
                <a:cubicBezTo>
                  <a:pt x="369397" y="87276"/>
                  <a:pt x="369990" y="88116"/>
                  <a:pt x="370915" y="88780"/>
                </a:cubicBezTo>
                <a:cubicBezTo>
                  <a:pt x="371839" y="89442"/>
                  <a:pt x="372966" y="89774"/>
                  <a:pt x="374294" y="89774"/>
                </a:cubicBezTo>
                <a:cubicBezTo>
                  <a:pt x="376143" y="89774"/>
                  <a:pt x="378823" y="89133"/>
                  <a:pt x="382332" y="87853"/>
                </a:cubicBezTo>
                <a:lnTo>
                  <a:pt x="384039" y="103418"/>
                </a:lnTo>
                <a:cubicBezTo>
                  <a:pt x="379392" y="105419"/>
                  <a:pt x="374128" y="106419"/>
                  <a:pt x="368247" y="106419"/>
                </a:cubicBezTo>
                <a:cubicBezTo>
                  <a:pt x="364643" y="106419"/>
                  <a:pt x="361394" y="105815"/>
                  <a:pt x="358501" y="104605"/>
                </a:cubicBezTo>
                <a:cubicBezTo>
                  <a:pt x="355608" y="103396"/>
                  <a:pt x="353486" y="101831"/>
                  <a:pt x="352135" y="99910"/>
                </a:cubicBezTo>
                <a:cubicBezTo>
                  <a:pt x="350783" y="97990"/>
                  <a:pt x="349846" y="95393"/>
                  <a:pt x="349325" y="92121"/>
                </a:cubicBezTo>
                <a:cubicBezTo>
                  <a:pt x="348898" y="89797"/>
                  <a:pt x="348685" y="85102"/>
                  <a:pt x="348685" y="78036"/>
                </a:cubicBezTo>
                <a:lnTo>
                  <a:pt x="348685" y="45100"/>
                </a:lnTo>
                <a:lnTo>
                  <a:pt x="339508" y="45100"/>
                </a:lnTo>
                <a:lnTo>
                  <a:pt x="339508" y="29166"/>
                </a:lnTo>
                <a:lnTo>
                  <a:pt x="348685" y="29166"/>
                </a:lnTo>
                <a:lnTo>
                  <a:pt x="348685" y="14085"/>
                </a:lnTo>
                <a:lnTo>
                  <a:pt x="368745" y="2276"/>
                </a:lnTo>
                <a:lnTo>
                  <a:pt x="368745" y="29166"/>
                </a:lnTo>
                <a:lnTo>
                  <a:pt x="382403" y="29166"/>
                </a:lnTo>
                <a:close/>
                <a:moveTo>
                  <a:pt x="396274" y="18922"/>
                </a:moveTo>
                <a:lnTo>
                  <a:pt x="396274" y="427"/>
                </a:lnTo>
                <a:lnTo>
                  <a:pt x="416263" y="427"/>
                </a:lnTo>
                <a:lnTo>
                  <a:pt x="416263" y="18922"/>
                </a:lnTo>
                <a:lnTo>
                  <a:pt x="396274" y="18922"/>
                </a:lnTo>
                <a:moveTo>
                  <a:pt x="396274" y="104712"/>
                </a:moveTo>
                <a:lnTo>
                  <a:pt x="396274" y="29166"/>
                </a:lnTo>
                <a:lnTo>
                  <a:pt x="416263" y="29166"/>
                </a:lnTo>
                <a:lnTo>
                  <a:pt x="416263" y="104712"/>
                </a:lnTo>
                <a:lnTo>
                  <a:pt x="396274" y="104712"/>
                </a:lnTo>
                <a:close/>
                <a:moveTo>
                  <a:pt x="432151" y="65872"/>
                </a:moveTo>
                <a:cubicBezTo>
                  <a:pt x="432151" y="59233"/>
                  <a:pt x="433787" y="52807"/>
                  <a:pt x="437059" y="46594"/>
                </a:cubicBezTo>
                <a:cubicBezTo>
                  <a:pt x="440331" y="40382"/>
                  <a:pt x="444967" y="35639"/>
                  <a:pt x="450966" y="32367"/>
                </a:cubicBezTo>
                <a:cubicBezTo>
                  <a:pt x="456965" y="29095"/>
                  <a:pt x="463664" y="27458"/>
                  <a:pt x="471062" y="27458"/>
                </a:cubicBezTo>
                <a:cubicBezTo>
                  <a:pt x="482491" y="27458"/>
                  <a:pt x="491858" y="31169"/>
                  <a:pt x="499161" y="38591"/>
                </a:cubicBezTo>
                <a:cubicBezTo>
                  <a:pt x="506464" y="46013"/>
                  <a:pt x="510116" y="55391"/>
                  <a:pt x="510116" y="66726"/>
                </a:cubicBezTo>
                <a:cubicBezTo>
                  <a:pt x="510116" y="78155"/>
                  <a:pt x="506429" y="87628"/>
                  <a:pt x="499054" y="95144"/>
                </a:cubicBezTo>
                <a:cubicBezTo>
                  <a:pt x="491680" y="102661"/>
                  <a:pt x="482397" y="106419"/>
                  <a:pt x="471204" y="106419"/>
                </a:cubicBezTo>
                <a:cubicBezTo>
                  <a:pt x="464281" y="106419"/>
                  <a:pt x="457677" y="104854"/>
                  <a:pt x="451393" y="101724"/>
                </a:cubicBezTo>
                <a:cubicBezTo>
                  <a:pt x="445109" y="98594"/>
                  <a:pt x="440331" y="94006"/>
                  <a:pt x="437059" y="87960"/>
                </a:cubicBezTo>
                <a:cubicBezTo>
                  <a:pt x="433787" y="81913"/>
                  <a:pt x="432151" y="74550"/>
                  <a:pt x="432151" y="65872"/>
                </a:cubicBezTo>
                <a:moveTo>
                  <a:pt x="452638" y="66939"/>
                </a:moveTo>
                <a:cubicBezTo>
                  <a:pt x="452638" y="74408"/>
                  <a:pt x="454416" y="80129"/>
                  <a:pt x="457973" y="84101"/>
                </a:cubicBezTo>
                <a:cubicBezTo>
                  <a:pt x="461530" y="88072"/>
                  <a:pt x="465917" y="90058"/>
                  <a:pt x="471133" y="90058"/>
                </a:cubicBezTo>
                <a:cubicBezTo>
                  <a:pt x="476350" y="90058"/>
                  <a:pt x="480725" y="88072"/>
                  <a:pt x="484258" y="84101"/>
                </a:cubicBezTo>
                <a:cubicBezTo>
                  <a:pt x="487791" y="80129"/>
                  <a:pt x="489558" y="74361"/>
                  <a:pt x="489558" y="66797"/>
                </a:cubicBezTo>
                <a:cubicBezTo>
                  <a:pt x="489558" y="59422"/>
                  <a:pt x="487791" y="53749"/>
                  <a:pt x="484258" y="49777"/>
                </a:cubicBezTo>
                <a:cubicBezTo>
                  <a:pt x="480725" y="45806"/>
                  <a:pt x="476350" y="43820"/>
                  <a:pt x="471133" y="43820"/>
                </a:cubicBezTo>
                <a:cubicBezTo>
                  <a:pt x="465917" y="43820"/>
                  <a:pt x="461530" y="45806"/>
                  <a:pt x="457973" y="49777"/>
                </a:cubicBezTo>
                <a:cubicBezTo>
                  <a:pt x="454416" y="53749"/>
                  <a:pt x="452638" y="59470"/>
                  <a:pt x="452638" y="66939"/>
                </a:cubicBezTo>
                <a:close/>
                <a:moveTo>
                  <a:pt x="594506" y="104712"/>
                </a:moveTo>
                <a:lnTo>
                  <a:pt x="574517" y="104712"/>
                </a:lnTo>
                <a:lnTo>
                  <a:pt x="574517" y="66201"/>
                </a:lnTo>
                <a:cubicBezTo>
                  <a:pt x="574517" y="58053"/>
                  <a:pt x="574090" y="52783"/>
                  <a:pt x="573237" y="50391"/>
                </a:cubicBezTo>
                <a:cubicBezTo>
                  <a:pt x="572383" y="47999"/>
                  <a:pt x="570996" y="46140"/>
                  <a:pt x="569075" y="44813"/>
                </a:cubicBezTo>
                <a:cubicBezTo>
                  <a:pt x="567154" y="43487"/>
                  <a:pt x="564843" y="42824"/>
                  <a:pt x="562139" y="42824"/>
                </a:cubicBezTo>
                <a:cubicBezTo>
                  <a:pt x="558677" y="42824"/>
                  <a:pt x="555571" y="43772"/>
                  <a:pt x="552821" y="45667"/>
                </a:cubicBezTo>
                <a:cubicBezTo>
                  <a:pt x="550070" y="47561"/>
                  <a:pt x="548185" y="50072"/>
                  <a:pt x="547165" y="53199"/>
                </a:cubicBezTo>
                <a:cubicBezTo>
                  <a:pt x="546146" y="56324"/>
                  <a:pt x="545636" y="62103"/>
                  <a:pt x="545636" y="70536"/>
                </a:cubicBezTo>
                <a:lnTo>
                  <a:pt x="545636" y="104712"/>
                </a:lnTo>
                <a:lnTo>
                  <a:pt x="525647" y="104712"/>
                </a:lnTo>
                <a:lnTo>
                  <a:pt x="525647" y="29166"/>
                </a:lnTo>
                <a:lnTo>
                  <a:pt x="544213" y="29166"/>
                </a:lnTo>
                <a:lnTo>
                  <a:pt x="544213" y="40263"/>
                </a:lnTo>
                <a:cubicBezTo>
                  <a:pt x="550805" y="31727"/>
                  <a:pt x="559104" y="27458"/>
                  <a:pt x="569111" y="27458"/>
                </a:cubicBezTo>
                <a:cubicBezTo>
                  <a:pt x="573521" y="27458"/>
                  <a:pt x="577552" y="28253"/>
                  <a:pt x="581204" y="29842"/>
                </a:cubicBezTo>
                <a:cubicBezTo>
                  <a:pt x="584855" y="31430"/>
                  <a:pt x="587618" y="33458"/>
                  <a:pt x="589491" y="35924"/>
                </a:cubicBezTo>
                <a:cubicBezTo>
                  <a:pt x="591364" y="38390"/>
                  <a:pt x="592669" y="41188"/>
                  <a:pt x="593404" y="44318"/>
                </a:cubicBezTo>
                <a:cubicBezTo>
                  <a:pt x="594139" y="47448"/>
                  <a:pt x="594506" y="51929"/>
                  <a:pt x="594506" y="57762"/>
                </a:cubicBezTo>
                <a:lnTo>
                  <a:pt x="594506" y="104712"/>
                </a:lnTo>
                <a:close/>
                <a:moveTo>
                  <a:pt x="602995" y="133593"/>
                </a:moveTo>
                <a:lnTo>
                  <a:pt x="602995" y="120504"/>
                </a:lnTo>
                <a:lnTo>
                  <a:pt x="686082" y="120504"/>
                </a:lnTo>
                <a:lnTo>
                  <a:pt x="686082" y="133593"/>
                </a:lnTo>
                <a:lnTo>
                  <a:pt x="602995" y="133593"/>
                </a:lnTo>
                <a:close/>
                <a:moveTo>
                  <a:pt x="696018" y="427"/>
                </a:moveTo>
                <a:lnTo>
                  <a:pt x="737704" y="427"/>
                </a:lnTo>
                <a:cubicBezTo>
                  <a:pt x="745956" y="427"/>
                  <a:pt x="752109" y="771"/>
                  <a:pt x="756164" y="1458"/>
                </a:cubicBezTo>
                <a:cubicBezTo>
                  <a:pt x="760219" y="2144"/>
                  <a:pt x="763847" y="3577"/>
                  <a:pt x="767048" y="5755"/>
                </a:cubicBezTo>
                <a:cubicBezTo>
                  <a:pt x="770249" y="7932"/>
                  <a:pt x="772916" y="10833"/>
                  <a:pt x="775051" y="14456"/>
                </a:cubicBezTo>
                <a:cubicBezTo>
                  <a:pt x="777185" y="18078"/>
                  <a:pt x="778252" y="22139"/>
                  <a:pt x="778252" y="26638"/>
                </a:cubicBezTo>
                <a:cubicBezTo>
                  <a:pt x="778252" y="31515"/>
                  <a:pt x="776936" y="35990"/>
                  <a:pt x="774304" y="40063"/>
                </a:cubicBezTo>
                <a:cubicBezTo>
                  <a:pt x="771672" y="44135"/>
                  <a:pt x="768103" y="47190"/>
                  <a:pt x="763598" y="49226"/>
                </a:cubicBezTo>
                <a:cubicBezTo>
                  <a:pt x="769952" y="51079"/>
                  <a:pt x="774837" y="54237"/>
                  <a:pt x="778252" y="58701"/>
                </a:cubicBezTo>
                <a:cubicBezTo>
                  <a:pt x="781666" y="63163"/>
                  <a:pt x="783373" y="68410"/>
                  <a:pt x="783373" y="74442"/>
                </a:cubicBezTo>
                <a:cubicBezTo>
                  <a:pt x="783373" y="79190"/>
                  <a:pt x="782271" y="83808"/>
                  <a:pt x="780066" y="88295"/>
                </a:cubicBezTo>
                <a:cubicBezTo>
                  <a:pt x="777860" y="92781"/>
                  <a:pt x="774849" y="96366"/>
                  <a:pt x="771031" y="99050"/>
                </a:cubicBezTo>
                <a:cubicBezTo>
                  <a:pt x="767214" y="101733"/>
                  <a:pt x="762507" y="103383"/>
                  <a:pt x="756911" y="104001"/>
                </a:cubicBezTo>
                <a:cubicBezTo>
                  <a:pt x="753401" y="104380"/>
                  <a:pt x="744936" y="104617"/>
                  <a:pt x="731515" y="104712"/>
                </a:cubicBezTo>
                <a:lnTo>
                  <a:pt x="696018" y="104712"/>
                </a:lnTo>
                <a:lnTo>
                  <a:pt x="696018" y="427"/>
                </a:lnTo>
                <a:moveTo>
                  <a:pt x="717075" y="17784"/>
                </a:moveTo>
                <a:lnTo>
                  <a:pt x="717075" y="41828"/>
                </a:lnTo>
                <a:lnTo>
                  <a:pt x="730875" y="41828"/>
                </a:lnTo>
                <a:cubicBezTo>
                  <a:pt x="739079" y="41828"/>
                  <a:pt x="744177" y="41709"/>
                  <a:pt x="746169" y="41472"/>
                </a:cubicBezTo>
                <a:cubicBezTo>
                  <a:pt x="749774" y="41047"/>
                  <a:pt x="752607" y="39807"/>
                  <a:pt x="754670" y="37751"/>
                </a:cubicBezTo>
                <a:cubicBezTo>
                  <a:pt x="756733" y="35694"/>
                  <a:pt x="757764" y="32986"/>
                  <a:pt x="757764" y="29628"/>
                </a:cubicBezTo>
                <a:cubicBezTo>
                  <a:pt x="757764" y="26414"/>
                  <a:pt x="756875" y="23802"/>
                  <a:pt x="755097" y="21792"/>
                </a:cubicBezTo>
                <a:cubicBezTo>
                  <a:pt x="753318" y="19782"/>
                  <a:pt x="750675" y="18565"/>
                  <a:pt x="747165" y="18140"/>
                </a:cubicBezTo>
                <a:cubicBezTo>
                  <a:pt x="745079" y="17903"/>
                  <a:pt x="739079" y="17784"/>
                  <a:pt x="729168" y="17784"/>
                </a:cubicBezTo>
                <a:lnTo>
                  <a:pt x="717075" y="17784"/>
                </a:lnTo>
                <a:moveTo>
                  <a:pt x="717075" y="59185"/>
                </a:moveTo>
                <a:lnTo>
                  <a:pt x="717075" y="87070"/>
                </a:lnTo>
                <a:lnTo>
                  <a:pt x="736566" y="87070"/>
                </a:lnTo>
                <a:cubicBezTo>
                  <a:pt x="744154" y="87070"/>
                  <a:pt x="748967" y="86857"/>
                  <a:pt x="751007" y="86430"/>
                </a:cubicBezTo>
                <a:cubicBezTo>
                  <a:pt x="754137" y="85861"/>
                  <a:pt x="756686" y="84474"/>
                  <a:pt x="758654" y="82269"/>
                </a:cubicBezTo>
                <a:cubicBezTo>
                  <a:pt x="760622" y="80064"/>
                  <a:pt x="761606" y="77111"/>
                  <a:pt x="761606" y="73412"/>
                </a:cubicBezTo>
                <a:cubicBezTo>
                  <a:pt x="761606" y="70282"/>
                  <a:pt x="760847" y="67627"/>
                  <a:pt x="759329" y="65445"/>
                </a:cubicBezTo>
                <a:cubicBezTo>
                  <a:pt x="757812" y="63264"/>
                  <a:pt x="755619" y="61675"/>
                  <a:pt x="752749" y="60679"/>
                </a:cubicBezTo>
                <a:cubicBezTo>
                  <a:pt x="749880" y="59683"/>
                  <a:pt x="743656" y="59185"/>
                  <a:pt x="734076" y="59185"/>
                </a:cubicBezTo>
                <a:lnTo>
                  <a:pt x="717075" y="59185"/>
                </a:lnTo>
                <a:close/>
                <a:moveTo>
                  <a:pt x="835918" y="104712"/>
                </a:moveTo>
                <a:lnTo>
                  <a:pt x="835918" y="83656"/>
                </a:lnTo>
                <a:lnTo>
                  <a:pt x="793237" y="83656"/>
                </a:lnTo>
                <a:lnTo>
                  <a:pt x="793237" y="66228"/>
                </a:lnTo>
                <a:lnTo>
                  <a:pt x="838479" y="0"/>
                </a:lnTo>
                <a:lnTo>
                  <a:pt x="855267" y="0"/>
                </a:lnTo>
                <a:lnTo>
                  <a:pt x="855267" y="66156"/>
                </a:lnTo>
                <a:lnTo>
                  <a:pt x="868214" y="66156"/>
                </a:lnTo>
                <a:lnTo>
                  <a:pt x="868214" y="83656"/>
                </a:lnTo>
                <a:lnTo>
                  <a:pt x="855267" y="83656"/>
                </a:lnTo>
                <a:lnTo>
                  <a:pt x="855267" y="104712"/>
                </a:lnTo>
                <a:lnTo>
                  <a:pt x="835918" y="104712"/>
                </a:lnTo>
                <a:moveTo>
                  <a:pt x="835918" y="66156"/>
                </a:moveTo>
                <a:lnTo>
                  <a:pt x="835918" y="30557"/>
                </a:lnTo>
                <a:lnTo>
                  <a:pt x="811945" y="66156"/>
                </a:lnTo>
                <a:lnTo>
                  <a:pt x="835918" y="6615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3BFA3-322C-4D85-83D3-C3E5934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036" y="1048818"/>
            <a:ext cx="161874" cy="161874"/>
          </a:xfrm>
          <a:custGeom xmlns:a="http://schemas.openxmlformats.org/drawingml/2006/main">
            <a:pathLst>
              <a:path w="161874" h="161874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79CAD-49F5-4CDA-90E4-ACBBA1B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036" y="1048818"/>
            <a:ext cx="161874" cy="161874"/>
          </a:xfrm>
          <a:custGeom xmlns:a="http://schemas.openxmlformats.org/drawingml/2006/main">
            <a:pathLst>
              <a:path w="161874" h="161874" fill="none">
                <a:moveTo>
                  <a:pt x="32375" y="0"/>
                </a:moveTo>
                <a:lnTo>
                  <a:pt x="161874" y="0"/>
                </a:lnTo>
                <a:lnTo>
                  <a:pt x="161874" y="161874"/>
                </a:lnTo>
                <a:lnTo>
                  <a:pt x="32375" y="161874"/>
                </a:lnTo>
                <a:lnTo>
                  <a:pt x="32375" y="129499"/>
                </a:lnTo>
                <a:lnTo>
                  <a:pt x="0" y="129499"/>
                </a:lnTo>
                <a:lnTo>
                  <a:pt x="0" y="97124"/>
                </a:lnTo>
                <a:lnTo>
                  <a:pt x="32375" y="97124"/>
                </a:lnTo>
                <a:lnTo>
                  <a:pt x="32375" y="64750"/>
                </a:lnTo>
                <a:lnTo>
                  <a:pt x="0" y="64750"/>
                </a:lnTo>
                <a:lnTo>
                  <a:pt x="0" y="32375"/>
                </a:lnTo>
                <a:lnTo>
                  <a:pt x="32375" y="32375"/>
                </a:lnTo>
                <a:lnTo>
                  <a:pt x="323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88009-58E3-4F95-90A4-6C2E88B1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411" y="1081193"/>
            <a:ext cx="32375" cy="97124"/>
          </a:xfrm>
          <a:custGeom xmlns:a="http://schemas.openxmlformats.org/drawingml/2006/main">
            <a:pathLst>
              <a:path w="32375" h="97124" fill="none">
                <a:moveTo>
                  <a:pt x="0" y="0"/>
                </a:moveTo>
                <a:lnTo>
                  <a:pt x="32375" y="0"/>
                </a:lnTo>
                <a:lnTo>
                  <a:pt x="32375" y="32375"/>
                </a:lnTo>
                <a:lnTo>
                  <a:pt x="0" y="32375"/>
                </a:lnTo>
                <a:moveTo>
                  <a:pt x="0" y="64750"/>
                </a:moveTo>
                <a:lnTo>
                  <a:pt x="32375" y="64750"/>
                </a:lnTo>
                <a:lnTo>
                  <a:pt x="32375" y="97124"/>
                </a:lnTo>
                <a:lnTo>
                  <a:pt x="0" y="97124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FF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3D945-43A5-48FA-97A0-DED0DA1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81" y="1107193"/>
            <a:ext cx="113447" cy="113447"/>
          </a:xfrm>
          <a:custGeom xmlns:a="http://schemas.openxmlformats.org/drawingml/2006/main">
            <a:pathLst>
              <a:path w="113447" h="113447">
                <a:moveTo>
                  <a:pt x="10314" y="24227"/>
                </a:moveTo>
                <a:cubicBezTo>
                  <a:pt x="8180" y="27274"/>
                  <a:pt x="6364" y="30500"/>
                  <a:pt x="4866" y="33905"/>
                </a:cubicBezTo>
                <a:cubicBezTo>
                  <a:pt x="3368" y="37310"/>
                  <a:pt x="2216" y="40829"/>
                  <a:pt x="1411" y="44461"/>
                </a:cubicBezTo>
                <a:cubicBezTo>
                  <a:pt x="605" y="48093"/>
                  <a:pt x="162" y="51768"/>
                  <a:pt x="81" y="55488"/>
                </a:cubicBezTo>
                <a:cubicBezTo>
                  <a:pt x="0" y="59207"/>
                  <a:pt x="283" y="62898"/>
                  <a:pt x="928" y="66562"/>
                </a:cubicBezTo>
                <a:cubicBezTo>
                  <a:pt x="1574" y="70225"/>
                  <a:pt x="2572" y="73791"/>
                  <a:pt x="3920" y="77258"/>
                </a:cubicBezTo>
                <a:cubicBezTo>
                  <a:pt x="5268" y="80725"/>
                  <a:pt x="6942" y="84027"/>
                  <a:pt x="8941" y="87165"/>
                </a:cubicBezTo>
                <a:cubicBezTo>
                  <a:pt x="10939" y="90302"/>
                  <a:pt x="13225" y="93214"/>
                  <a:pt x="15797" y="95902"/>
                </a:cubicBezTo>
                <a:cubicBezTo>
                  <a:pt x="18370" y="98589"/>
                  <a:pt x="21179" y="100999"/>
                  <a:pt x="24227" y="103133"/>
                </a:cubicBezTo>
                <a:cubicBezTo>
                  <a:pt x="27274" y="105267"/>
                  <a:pt x="30501" y="107083"/>
                  <a:pt x="33905" y="108581"/>
                </a:cubicBezTo>
                <a:cubicBezTo>
                  <a:pt x="37311" y="110079"/>
                  <a:pt x="40829" y="111231"/>
                  <a:pt x="44461" y="112036"/>
                </a:cubicBezTo>
                <a:cubicBezTo>
                  <a:pt x="48093" y="112841"/>
                  <a:pt x="51768" y="113285"/>
                  <a:pt x="55488" y="113366"/>
                </a:cubicBezTo>
                <a:cubicBezTo>
                  <a:pt x="59207" y="113447"/>
                  <a:pt x="62898" y="113164"/>
                  <a:pt x="66562" y="112518"/>
                </a:cubicBezTo>
                <a:cubicBezTo>
                  <a:pt x="70225" y="111872"/>
                  <a:pt x="73791" y="110875"/>
                  <a:pt x="77258" y="109527"/>
                </a:cubicBezTo>
                <a:cubicBezTo>
                  <a:pt x="80725" y="108179"/>
                  <a:pt x="84027" y="106505"/>
                  <a:pt x="87165" y="104506"/>
                </a:cubicBezTo>
                <a:cubicBezTo>
                  <a:pt x="90302" y="102508"/>
                  <a:pt x="93215" y="100222"/>
                  <a:pt x="95902" y="97649"/>
                </a:cubicBezTo>
                <a:cubicBezTo>
                  <a:pt x="98589" y="95077"/>
                  <a:pt x="100999" y="92267"/>
                  <a:pt x="103133" y="89220"/>
                </a:cubicBezTo>
                <a:cubicBezTo>
                  <a:pt x="105267" y="86173"/>
                  <a:pt x="107083" y="82946"/>
                  <a:pt x="108581" y="79541"/>
                </a:cubicBezTo>
                <a:cubicBezTo>
                  <a:pt x="110080" y="76136"/>
                  <a:pt x="111231" y="72618"/>
                  <a:pt x="112037" y="68986"/>
                </a:cubicBezTo>
                <a:cubicBezTo>
                  <a:pt x="112841" y="65354"/>
                  <a:pt x="113284" y="61678"/>
                  <a:pt x="113366" y="57959"/>
                </a:cubicBezTo>
                <a:cubicBezTo>
                  <a:pt x="113447" y="54240"/>
                  <a:pt x="113164" y="50549"/>
                  <a:pt x="112518" y="46885"/>
                </a:cubicBezTo>
                <a:cubicBezTo>
                  <a:pt x="111873" y="43222"/>
                  <a:pt x="110876" y="39656"/>
                  <a:pt x="109527" y="36189"/>
                </a:cubicBezTo>
                <a:cubicBezTo>
                  <a:pt x="108179" y="32722"/>
                  <a:pt x="106505" y="29420"/>
                  <a:pt x="104507" y="26282"/>
                </a:cubicBezTo>
                <a:cubicBezTo>
                  <a:pt x="102508" y="23145"/>
                  <a:pt x="100222" y="20232"/>
                  <a:pt x="97649" y="17545"/>
                </a:cubicBezTo>
                <a:cubicBezTo>
                  <a:pt x="95077" y="14858"/>
                  <a:pt x="92267" y="12447"/>
                  <a:pt x="89220" y="10314"/>
                </a:cubicBezTo>
                <a:cubicBezTo>
                  <a:pt x="86172" y="8180"/>
                  <a:pt x="82946" y="6364"/>
                  <a:pt x="79541" y="4866"/>
                </a:cubicBezTo>
                <a:cubicBezTo>
                  <a:pt x="76136" y="3367"/>
                  <a:pt x="72618" y="2216"/>
                  <a:pt x="68986" y="1411"/>
                </a:cubicBezTo>
                <a:cubicBezTo>
                  <a:pt x="65354" y="605"/>
                  <a:pt x="61679" y="162"/>
                  <a:pt x="57960" y="81"/>
                </a:cubicBezTo>
                <a:cubicBezTo>
                  <a:pt x="54240" y="0"/>
                  <a:pt x="50549" y="282"/>
                  <a:pt x="46885" y="928"/>
                </a:cubicBezTo>
                <a:cubicBezTo>
                  <a:pt x="43222" y="1574"/>
                  <a:pt x="39656" y="2571"/>
                  <a:pt x="36189" y="3920"/>
                </a:cubicBezTo>
                <a:cubicBezTo>
                  <a:pt x="32722" y="5268"/>
                  <a:pt x="29420" y="6941"/>
                  <a:pt x="26283" y="8940"/>
                </a:cubicBezTo>
                <a:cubicBezTo>
                  <a:pt x="23145" y="10939"/>
                  <a:pt x="20233" y="13225"/>
                  <a:pt x="17545" y="15797"/>
                </a:cubicBezTo>
                <a:cubicBezTo>
                  <a:pt x="14858" y="18370"/>
                  <a:pt x="12447" y="21180"/>
                  <a:pt x="10314" y="242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1D72F-EA1B-45FB-9639-144EE35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81" y="1107193"/>
            <a:ext cx="113447" cy="113447"/>
          </a:xfrm>
          <a:custGeom xmlns:a="http://schemas.openxmlformats.org/drawingml/2006/main">
            <a:pathLst>
              <a:path w="113447" h="113447" fill="none">
                <a:moveTo>
                  <a:pt x="10314" y="24227"/>
                </a:moveTo>
                <a:cubicBezTo>
                  <a:pt x="8180" y="27274"/>
                  <a:pt x="6364" y="30500"/>
                  <a:pt x="4866" y="33905"/>
                </a:cubicBezTo>
                <a:cubicBezTo>
                  <a:pt x="3368" y="37310"/>
                  <a:pt x="2216" y="40829"/>
                  <a:pt x="1411" y="44461"/>
                </a:cubicBezTo>
                <a:cubicBezTo>
                  <a:pt x="605" y="48093"/>
                  <a:pt x="162" y="51768"/>
                  <a:pt x="81" y="55488"/>
                </a:cubicBezTo>
                <a:cubicBezTo>
                  <a:pt x="0" y="59207"/>
                  <a:pt x="283" y="62898"/>
                  <a:pt x="928" y="66562"/>
                </a:cubicBezTo>
                <a:cubicBezTo>
                  <a:pt x="1574" y="70225"/>
                  <a:pt x="2572" y="73791"/>
                  <a:pt x="3920" y="77258"/>
                </a:cubicBezTo>
                <a:cubicBezTo>
                  <a:pt x="5268" y="80725"/>
                  <a:pt x="6942" y="84027"/>
                  <a:pt x="8941" y="87165"/>
                </a:cubicBezTo>
                <a:cubicBezTo>
                  <a:pt x="10939" y="90302"/>
                  <a:pt x="13225" y="93214"/>
                  <a:pt x="15797" y="95902"/>
                </a:cubicBezTo>
                <a:cubicBezTo>
                  <a:pt x="18370" y="98589"/>
                  <a:pt x="21179" y="100999"/>
                  <a:pt x="24227" y="103133"/>
                </a:cubicBezTo>
                <a:cubicBezTo>
                  <a:pt x="27274" y="105267"/>
                  <a:pt x="30501" y="107083"/>
                  <a:pt x="33905" y="108581"/>
                </a:cubicBezTo>
                <a:cubicBezTo>
                  <a:pt x="37311" y="110079"/>
                  <a:pt x="40829" y="111231"/>
                  <a:pt x="44461" y="112036"/>
                </a:cubicBezTo>
                <a:cubicBezTo>
                  <a:pt x="48093" y="112841"/>
                  <a:pt x="51768" y="113285"/>
                  <a:pt x="55488" y="113366"/>
                </a:cubicBezTo>
                <a:cubicBezTo>
                  <a:pt x="59207" y="113447"/>
                  <a:pt x="62898" y="113164"/>
                  <a:pt x="66562" y="112518"/>
                </a:cubicBezTo>
                <a:cubicBezTo>
                  <a:pt x="70225" y="111872"/>
                  <a:pt x="73791" y="110875"/>
                  <a:pt x="77258" y="109527"/>
                </a:cubicBezTo>
                <a:cubicBezTo>
                  <a:pt x="80725" y="108179"/>
                  <a:pt x="84027" y="106505"/>
                  <a:pt x="87165" y="104506"/>
                </a:cubicBezTo>
                <a:cubicBezTo>
                  <a:pt x="90302" y="102508"/>
                  <a:pt x="93215" y="100222"/>
                  <a:pt x="95902" y="97649"/>
                </a:cubicBezTo>
                <a:cubicBezTo>
                  <a:pt x="98589" y="95077"/>
                  <a:pt x="100999" y="92267"/>
                  <a:pt x="103133" y="89220"/>
                </a:cubicBezTo>
                <a:cubicBezTo>
                  <a:pt x="105267" y="86173"/>
                  <a:pt x="107083" y="82946"/>
                  <a:pt x="108581" y="79541"/>
                </a:cubicBezTo>
                <a:cubicBezTo>
                  <a:pt x="110080" y="76136"/>
                  <a:pt x="111231" y="72618"/>
                  <a:pt x="112037" y="68986"/>
                </a:cubicBezTo>
                <a:cubicBezTo>
                  <a:pt x="112841" y="65354"/>
                  <a:pt x="113284" y="61678"/>
                  <a:pt x="113366" y="57959"/>
                </a:cubicBezTo>
                <a:cubicBezTo>
                  <a:pt x="113447" y="54240"/>
                  <a:pt x="113164" y="50549"/>
                  <a:pt x="112518" y="46885"/>
                </a:cubicBezTo>
                <a:cubicBezTo>
                  <a:pt x="111873" y="43222"/>
                  <a:pt x="110876" y="39656"/>
                  <a:pt x="109527" y="36189"/>
                </a:cubicBezTo>
                <a:cubicBezTo>
                  <a:pt x="108179" y="32722"/>
                  <a:pt x="106505" y="29420"/>
                  <a:pt x="104507" y="26282"/>
                </a:cubicBezTo>
                <a:cubicBezTo>
                  <a:pt x="102508" y="23145"/>
                  <a:pt x="100222" y="20232"/>
                  <a:pt x="97649" y="17545"/>
                </a:cubicBezTo>
                <a:cubicBezTo>
                  <a:pt x="95077" y="14858"/>
                  <a:pt x="92267" y="12447"/>
                  <a:pt x="89220" y="10314"/>
                </a:cubicBezTo>
                <a:cubicBezTo>
                  <a:pt x="86172" y="8180"/>
                  <a:pt x="82946" y="6364"/>
                  <a:pt x="79541" y="4866"/>
                </a:cubicBezTo>
                <a:cubicBezTo>
                  <a:pt x="76136" y="3367"/>
                  <a:pt x="72618" y="2216"/>
                  <a:pt x="68986" y="1411"/>
                </a:cubicBezTo>
                <a:cubicBezTo>
                  <a:pt x="65354" y="605"/>
                  <a:pt x="61679" y="162"/>
                  <a:pt x="57960" y="81"/>
                </a:cubicBezTo>
                <a:cubicBezTo>
                  <a:pt x="54240" y="0"/>
                  <a:pt x="50549" y="282"/>
                  <a:pt x="46885" y="928"/>
                </a:cubicBezTo>
                <a:cubicBezTo>
                  <a:pt x="43222" y="1574"/>
                  <a:pt x="39656" y="2571"/>
                  <a:pt x="36189" y="3920"/>
                </a:cubicBezTo>
                <a:cubicBezTo>
                  <a:pt x="32722" y="5268"/>
                  <a:pt x="29420" y="6941"/>
                  <a:pt x="26283" y="8940"/>
                </a:cubicBezTo>
                <a:cubicBezTo>
                  <a:pt x="23145" y="10939"/>
                  <a:pt x="20233" y="13225"/>
                  <a:pt x="17545" y="15797"/>
                </a:cubicBezTo>
                <a:cubicBezTo>
                  <a:pt x="14858" y="18370"/>
                  <a:pt x="12447" y="21180"/>
                  <a:pt x="10314" y="242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5A8C2-15E8-4013-BBEF-F9DD78F4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66" y="1052741"/>
            <a:ext cx="143672" cy="163548"/>
          </a:xfrm>
          <a:custGeom xmlns:a="http://schemas.openxmlformats.org/drawingml/2006/main">
            <a:pathLst>
              <a:path w="143672" h="163548" fill="none">
                <a:moveTo>
                  <a:pt x="143672" y="30949"/>
                </a:moveTo>
                <a:cubicBezTo>
                  <a:pt x="99472" y="0"/>
                  <a:pt x="61898" y="6625"/>
                  <a:pt x="30949" y="50825"/>
                </a:cubicBezTo>
                <a:cubicBezTo>
                  <a:pt x="0" y="95025"/>
                  <a:pt x="6625" y="132599"/>
                  <a:pt x="50825" y="1635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E062D-C85F-44E2-A8FD-9845CE3E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56" y="983664"/>
            <a:ext cx="178871" cy="119868"/>
          </a:xfrm>
          <a:custGeom xmlns:a="http://schemas.openxmlformats.org/drawingml/2006/main">
            <a:pathLst>
              <a:path w="178871" h="119868" fill="none">
                <a:moveTo>
                  <a:pt x="178871" y="1198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93A03-1312-490E-9673-09914D43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302" y="1196447"/>
            <a:ext cx="168430" cy="111855"/>
          </a:xfrm>
          <a:custGeom xmlns:a="http://schemas.openxmlformats.org/drawingml/2006/main">
            <a:pathLst>
              <a:path w="168430" h="111855" fill="none">
                <a:moveTo>
                  <a:pt x="168430" y="111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4" cap="flat">
            <a:solidFill>
              <a:srgbClr val="000000"/>
            </a:solidFill>
            <a:miter/>
          </a:ln>
        </p:spPr>
      </p:sp>
      <p:sp>
        <p:nvSpPr>
          <p:cNvPr id="66" name="Text (a)Extractinglocalperformancedeviations">
            <a:extLst xmlns:a="http://schemas.openxmlformats.org/drawingml/2006/main">
              <a:ext uri="{FF2B5EF4-FFF2-40B4-BE49-F238E27FC236}">
                <a16:creationId xmlns:a16="http://schemas.microsoft.com/office/drawing/2014/main" id="{CD9158A1-9E6C-4AE9-9284-1534397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56" y="2235535"/>
            <a:ext cx="4527315" cy="230885"/>
          </a:xfrm>
          <a:custGeom xmlns:a="http://schemas.openxmlformats.org/drawingml/2006/main">
            <a:pathLst>
              <a:path w="4527315" h="230885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86267" y="158031"/>
                </a:moveTo>
                <a:cubicBezTo>
                  <a:pt x="181912" y="161612"/>
                  <a:pt x="178839" y="162894"/>
                  <a:pt x="174996" y="162894"/>
                </a:cubicBezTo>
                <a:cubicBezTo>
                  <a:pt x="169105" y="162894"/>
                  <a:pt x="167310" y="159309"/>
                  <a:pt x="167310" y="148046"/>
                </a:cubicBezTo>
                <a:lnTo>
                  <a:pt x="167310" y="98117"/>
                </a:lnTo>
                <a:cubicBezTo>
                  <a:pt x="167310" y="84802"/>
                  <a:pt x="166028" y="77377"/>
                  <a:pt x="162185" y="71232"/>
                </a:cubicBezTo>
                <a:cubicBezTo>
                  <a:pt x="156547" y="62017"/>
                  <a:pt x="145530" y="57146"/>
                  <a:pt x="130416" y="57146"/>
                </a:cubicBezTo>
                <a:cubicBezTo>
                  <a:pt x="106329" y="57146"/>
                  <a:pt x="87372" y="69695"/>
                  <a:pt x="87372" y="85826"/>
                </a:cubicBezTo>
                <a:cubicBezTo>
                  <a:pt x="87372" y="91718"/>
                  <a:pt x="92494" y="96835"/>
                  <a:pt x="98389" y="96835"/>
                </a:cubicBezTo>
                <a:cubicBezTo>
                  <a:pt x="104535" y="96835"/>
                  <a:pt x="109918" y="91718"/>
                  <a:pt x="109918" y="86084"/>
                </a:cubicBezTo>
                <a:cubicBezTo>
                  <a:pt x="109918" y="85060"/>
                  <a:pt x="109660" y="83777"/>
                  <a:pt x="109406" y="81987"/>
                </a:cubicBezTo>
                <a:cubicBezTo>
                  <a:pt x="108894" y="79684"/>
                  <a:pt x="108636" y="77635"/>
                  <a:pt x="108636" y="75841"/>
                </a:cubicBezTo>
                <a:cubicBezTo>
                  <a:pt x="108636" y="68929"/>
                  <a:pt x="116834" y="63295"/>
                  <a:pt x="127085" y="63295"/>
                </a:cubicBezTo>
                <a:cubicBezTo>
                  <a:pt x="139639" y="63295"/>
                  <a:pt x="146554" y="70719"/>
                  <a:pt x="146554" y="84547"/>
                </a:cubicBezTo>
                <a:lnTo>
                  <a:pt x="146554" y="100166"/>
                </a:lnTo>
                <a:cubicBezTo>
                  <a:pt x="107100" y="116039"/>
                  <a:pt x="102744" y="118087"/>
                  <a:pt x="91727" y="127818"/>
                </a:cubicBezTo>
                <a:cubicBezTo>
                  <a:pt x="86090" y="132940"/>
                  <a:pt x="82501" y="141642"/>
                  <a:pt x="82501" y="150091"/>
                </a:cubicBezTo>
                <a:cubicBezTo>
                  <a:pt x="82501" y="166225"/>
                  <a:pt x="93776" y="177497"/>
                  <a:pt x="109406" y="177497"/>
                </a:cubicBezTo>
                <a:cubicBezTo>
                  <a:pt x="120677" y="177497"/>
                  <a:pt x="131182" y="172117"/>
                  <a:pt x="146813" y="158793"/>
                </a:cubicBezTo>
                <a:cubicBezTo>
                  <a:pt x="148095" y="172117"/>
                  <a:pt x="152704" y="177497"/>
                  <a:pt x="163209" y="177497"/>
                </a:cubicBezTo>
                <a:cubicBezTo>
                  <a:pt x="171919" y="177497"/>
                  <a:pt x="177303" y="174424"/>
                  <a:pt x="186267" y="164689"/>
                </a:cubicBezTo>
                <a:lnTo>
                  <a:pt x="186267" y="158031"/>
                </a:lnTo>
                <a:moveTo>
                  <a:pt x="146554" y="143421"/>
                </a:moveTo>
                <a:cubicBezTo>
                  <a:pt x="146554" y="151365"/>
                  <a:pt x="145276" y="153672"/>
                  <a:pt x="139893" y="156745"/>
                </a:cubicBezTo>
                <a:cubicBezTo>
                  <a:pt x="133747" y="160334"/>
                  <a:pt x="126573" y="162636"/>
                  <a:pt x="121189" y="162636"/>
                </a:cubicBezTo>
                <a:cubicBezTo>
                  <a:pt x="112225" y="162636"/>
                  <a:pt x="105051" y="153926"/>
                  <a:pt x="105051" y="142909"/>
                </a:cubicBezTo>
                <a:lnTo>
                  <a:pt x="105051" y="141885"/>
                </a:lnTo>
                <a:cubicBezTo>
                  <a:pt x="105051" y="126766"/>
                  <a:pt x="115552" y="117544"/>
                  <a:pt x="146554" y="106269"/>
                </a:cubicBezTo>
                <a:lnTo>
                  <a:pt x="146554" y="143421"/>
                </a:lnTo>
                <a:close/>
                <a:moveTo>
                  <a:pt x="196518" y="220404"/>
                </a:moveTo>
                <a:cubicBezTo>
                  <a:pt x="215479" y="208104"/>
                  <a:pt x="223165" y="201442"/>
                  <a:pt x="232642" y="189655"/>
                </a:cubicBezTo>
                <a:cubicBezTo>
                  <a:pt x="250837" y="167367"/>
                  <a:pt x="259802" y="141744"/>
                  <a:pt x="259802" y="111770"/>
                </a:cubicBezTo>
                <a:cubicBezTo>
                  <a:pt x="259802" y="78972"/>
                  <a:pt x="250321" y="54120"/>
                  <a:pt x="227775" y="27984"/>
                </a:cubicBezTo>
                <a:cubicBezTo>
                  <a:pt x="217270" y="15685"/>
                  <a:pt x="210608" y="10051"/>
                  <a:pt x="197284" y="1849"/>
                </a:cubicBezTo>
                <a:lnTo>
                  <a:pt x="194212" y="5950"/>
                </a:lnTo>
                <a:cubicBezTo>
                  <a:pt x="214709" y="22093"/>
                  <a:pt x="221625" y="31061"/>
                  <a:pt x="228799" y="50277"/>
                </a:cubicBezTo>
                <a:cubicBezTo>
                  <a:pt x="234949" y="67443"/>
                  <a:pt x="237768" y="86913"/>
                  <a:pt x="237768" y="112536"/>
                </a:cubicBezTo>
                <a:cubicBezTo>
                  <a:pt x="237768" y="139183"/>
                  <a:pt x="234437" y="160447"/>
                  <a:pt x="227521" y="176077"/>
                </a:cubicBezTo>
                <a:cubicBezTo>
                  <a:pt x="220347" y="192220"/>
                  <a:pt x="212661" y="201442"/>
                  <a:pt x="194212" y="216303"/>
                </a:cubicBezTo>
                <a:lnTo>
                  <a:pt x="196518" y="220404"/>
                </a:lnTo>
                <a:close/>
                <a:moveTo>
                  <a:pt x="514739" y="131681"/>
                </a:moveTo>
                <a:lnTo>
                  <a:pt x="507565" y="131681"/>
                </a:lnTo>
                <a:cubicBezTo>
                  <a:pt x="494753" y="159364"/>
                  <a:pt x="483736" y="165518"/>
                  <a:pt x="447096" y="165518"/>
                </a:cubicBezTo>
                <a:lnTo>
                  <a:pt x="440180" y="165518"/>
                </a:lnTo>
                <a:cubicBezTo>
                  <a:pt x="427623" y="165518"/>
                  <a:pt x="416864" y="164235"/>
                  <a:pt x="415069" y="162441"/>
                </a:cubicBezTo>
                <a:cubicBezTo>
                  <a:pt x="413787" y="161671"/>
                  <a:pt x="413275" y="158852"/>
                  <a:pt x="413275" y="154493"/>
                </a:cubicBezTo>
                <a:lnTo>
                  <a:pt x="413275" y="91174"/>
                </a:lnTo>
                <a:lnTo>
                  <a:pt x="452733" y="91174"/>
                </a:lnTo>
                <a:cubicBezTo>
                  <a:pt x="473743" y="91174"/>
                  <a:pt x="477586" y="94509"/>
                  <a:pt x="480917" y="115785"/>
                </a:cubicBezTo>
                <a:lnTo>
                  <a:pt x="486809" y="115785"/>
                </a:lnTo>
                <a:lnTo>
                  <a:pt x="486809" y="56336"/>
                </a:lnTo>
                <a:lnTo>
                  <a:pt x="480917" y="56336"/>
                </a:lnTo>
                <a:cubicBezTo>
                  <a:pt x="479123" y="66837"/>
                  <a:pt x="478098" y="70680"/>
                  <a:pt x="475280" y="74265"/>
                </a:cubicBezTo>
                <a:cubicBezTo>
                  <a:pt x="471949" y="78621"/>
                  <a:pt x="464775" y="80673"/>
                  <a:pt x="452733" y="80673"/>
                </a:cubicBezTo>
                <a:lnTo>
                  <a:pt x="413275" y="80673"/>
                </a:lnTo>
                <a:lnTo>
                  <a:pt x="413275" y="23801"/>
                </a:lnTo>
                <a:cubicBezTo>
                  <a:pt x="413275" y="16627"/>
                  <a:pt x="414811" y="15091"/>
                  <a:pt x="421731" y="15091"/>
                </a:cubicBezTo>
                <a:lnTo>
                  <a:pt x="456319" y="15091"/>
                </a:lnTo>
                <a:cubicBezTo>
                  <a:pt x="485272" y="15091"/>
                  <a:pt x="490910" y="18934"/>
                  <a:pt x="495265" y="41988"/>
                </a:cubicBezTo>
                <a:lnTo>
                  <a:pt x="501669" y="41988"/>
                </a:lnTo>
                <a:lnTo>
                  <a:pt x="500903" y="5352"/>
                </a:lnTo>
                <a:lnTo>
                  <a:pt x="364851" y="5352"/>
                </a:lnTo>
                <a:lnTo>
                  <a:pt x="364851" y="10223"/>
                </a:lnTo>
                <a:cubicBezTo>
                  <a:pt x="383812" y="11760"/>
                  <a:pt x="387143" y="15345"/>
                  <a:pt x="387143" y="33286"/>
                </a:cubicBezTo>
                <a:lnTo>
                  <a:pt x="387143" y="147065"/>
                </a:lnTo>
                <a:cubicBezTo>
                  <a:pt x="387143" y="165002"/>
                  <a:pt x="383554" y="168849"/>
                  <a:pt x="364851" y="170127"/>
                </a:cubicBezTo>
                <a:lnTo>
                  <a:pt x="364851" y="174994"/>
                </a:lnTo>
                <a:lnTo>
                  <a:pt x="503205" y="174994"/>
                </a:lnTo>
                <a:lnTo>
                  <a:pt x="514739" y="131681"/>
                </a:lnTo>
                <a:close/>
                <a:moveTo>
                  <a:pt x="589554" y="174994"/>
                </a:moveTo>
                <a:lnTo>
                  <a:pt x="641050" y="174994"/>
                </a:lnTo>
                <a:lnTo>
                  <a:pt x="641050" y="171151"/>
                </a:lnTo>
                <a:cubicBezTo>
                  <a:pt x="633110" y="171151"/>
                  <a:pt x="627984" y="167054"/>
                  <a:pt x="620040" y="155775"/>
                </a:cubicBezTo>
                <a:lnTo>
                  <a:pt x="587247" y="105534"/>
                </a:lnTo>
                <a:lnTo>
                  <a:pt x="608511" y="74774"/>
                </a:lnTo>
                <a:cubicBezTo>
                  <a:pt x="613378" y="67850"/>
                  <a:pt x="621065" y="63749"/>
                  <a:pt x="629267" y="63495"/>
                </a:cubicBezTo>
                <a:lnTo>
                  <a:pt x="629267" y="59648"/>
                </a:lnTo>
                <a:lnTo>
                  <a:pt x="588784" y="59648"/>
                </a:lnTo>
                <a:lnTo>
                  <a:pt x="588784" y="63495"/>
                </a:lnTo>
                <a:cubicBezTo>
                  <a:pt x="596470" y="64007"/>
                  <a:pt x="599030" y="65543"/>
                  <a:pt x="599030" y="69132"/>
                </a:cubicBezTo>
                <a:cubicBezTo>
                  <a:pt x="599030" y="72209"/>
                  <a:pt x="595958" y="77847"/>
                  <a:pt x="589554" y="85795"/>
                </a:cubicBezTo>
                <a:cubicBezTo>
                  <a:pt x="588271" y="87331"/>
                  <a:pt x="585195" y="91948"/>
                  <a:pt x="581864" y="97074"/>
                </a:cubicBezTo>
                <a:lnTo>
                  <a:pt x="578279" y="91948"/>
                </a:lnTo>
                <a:cubicBezTo>
                  <a:pt x="571105" y="81181"/>
                  <a:pt x="566491" y="72467"/>
                  <a:pt x="566491" y="69132"/>
                </a:cubicBezTo>
                <a:cubicBezTo>
                  <a:pt x="566491" y="65543"/>
                  <a:pt x="569822" y="63749"/>
                  <a:pt x="577508" y="63495"/>
                </a:cubicBezTo>
                <a:lnTo>
                  <a:pt x="577508" y="59648"/>
                </a:lnTo>
                <a:lnTo>
                  <a:pt x="524472" y="59648"/>
                </a:lnTo>
                <a:lnTo>
                  <a:pt x="524472" y="63495"/>
                </a:lnTo>
                <a:lnTo>
                  <a:pt x="526778" y="63495"/>
                </a:lnTo>
                <a:cubicBezTo>
                  <a:pt x="534465" y="63495"/>
                  <a:pt x="538566" y="66826"/>
                  <a:pt x="546506" y="78875"/>
                </a:cubicBezTo>
                <a:lnTo>
                  <a:pt x="570592" y="115785"/>
                </a:lnTo>
                <a:lnTo>
                  <a:pt x="541384" y="158082"/>
                </a:lnTo>
                <a:cubicBezTo>
                  <a:pt x="533698" y="168591"/>
                  <a:pt x="531134" y="170385"/>
                  <a:pt x="522681" y="171151"/>
                </a:cubicBezTo>
                <a:lnTo>
                  <a:pt x="522681" y="174994"/>
                </a:lnTo>
                <a:lnTo>
                  <a:pt x="559830" y="174994"/>
                </a:lnTo>
                <a:lnTo>
                  <a:pt x="559830" y="171151"/>
                </a:lnTo>
                <a:cubicBezTo>
                  <a:pt x="552656" y="171151"/>
                  <a:pt x="549583" y="169873"/>
                  <a:pt x="549583" y="166538"/>
                </a:cubicBezTo>
                <a:cubicBezTo>
                  <a:pt x="549583" y="165002"/>
                  <a:pt x="551377" y="161159"/>
                  <a:pt x="554708" y="156029"/>
                </a:cubicBezTo>
                <a:lnTo>
                  <a:pt x="574948" y="124503"/>
                </a:lnTo>
                <a:lnTo>
                  <a:pt x="598264" y="160388"/>
                </a:lnTo>
                <a:cubicBezTo>
                  <a:pt x="599288" y="161925"/>
                  <a:pt x="599801" y="163465"/>
                  <a:pt x="599801" y="165002"/>
                </a:cubicBezTo>
                <a:cubicBezTo>
                  <a:pt x="599801" y="169615"/>
                  <a:pt x="598006" y="170639"/>
                  <a:pt x="589554" y="171151"/>
                </a:cubicBezTo>
                <a:lnTo>
                  <a:pt x="589554" y="174994"/>
                </a:lnTo>
                <a:close/>
                <a:moveTo>
                  <a:pt x="711765" y="59648"/>
                </a:moveTo>
                <a:lnTo>
                  <a:pt x="685888" y="59648"/>
                </a:lnTo>
                <a:lnTo>
                  <a:pt x="685888" y="29927"/>
                </a:lnTo>
                <a:cubicBezTo>
                  <a:pt x="685888" y="27367"/>
                  <a:pt x="685634" y="26597"/>
                  <a:pt x="684093" y="26597"/>
                </a:cubicBezTo>
                <a:cubicBezTo>
                  <a:pt x="682303" y="28903"/>
                  <a:pt x="680762" y="31210"/>
                  <a:pt x="678972" y="33771"/>
                </a:cubicBezTo>
                <a:cubicBezTo>
                  <a:pt x="669233" y="47864"/>
                  <a:pt x="658216" y="60164"/>
                  <a:pt x="654119" y="61188"/>
                </a:cubicBezTo>
                <a:cubicBezTo>
                  <a:pt x="651300" y="62979"/>
                  <a:pt x="649760" y="64773"/>
                  <a:pt x="649760" y="66055"/>
                </a:cubicBezTo>
                <a:cubicBezTo>
                  <a:pt x="649760" y="66826"/>
                  <a:pt x="650018" y="67338"/>
                  <a:pt x="650788" y="67850"/>
                </a:cubicBezTo>
                <a:lnTo>
                  <a:pt x="664366" y="67850"/>
                </a:lnTo>
                <a:lnTo>
                  <a:pt x="664366" y="144961"/>
                </a:lnTo>
                <a:cubicBezTo>
                  <a:pt x="664366" y="166479"/>
                  <a:pt x="672052" y="177497"/>
                  <a:pt x="687170" y="177497"/>
                </a:cubicBezTo>
                <a:cubicBezTo>
                  <a:pt x="699724" y="177497"/>
                  <a:pt x="709458" y="171351"/>
                  <a:pt x="717915" y="158027"/>
                </a:cubicBezTo>
                <a:lnTo>
                  <a:pt x="714584" y="155208"/>
                </a:lnTo>
                <a:cubicBezTo>
                  <a:pt x="709204" y="161612"/>
                  <a:pt x="704849" y="164177"/>
                  <a:pt x="699212" y="164177"/>
                </a:cubicBezTo>
                <a:cubicBezTo>
                  <a:pt x="689731" y="164177"/>
                  <a:pt x="685888" y="157257"/>
                  <a:pt x="685888" y="141118"/>
                </a:cubicBezTo>
                <a:lnTo>
                  <a:pt x="685888" y="67850"/>
                </a:lnTo>
                <a:lnTo>
                  <a:pt x="711765" y="67850"/>
                </a:lnTo>
                <a:lnTo>
                  <a:pt x="711765" y="59648"/>
                </a:lnTo>
                <a:close/>
                <a:moveTo>
                  <a:pt x="719451" y="75083"/>
                </a:moveTo>
                <a:cubicBezTo>
                  <a:pt x="723040" y="74312"/>
                  <a:pt x="725346" y="74054"/>
                  <a:pt x="728419" y="74054"/>
                </a:cubicBezTo>
                <a:cubicBezTo>
                  <a:pt x="734823" y="74054"/>
                  <a:pt x="737130" y="78155"/>
                  <a:pt x="737130" y="89427"/>
                </a:cubicBezTo>
                <a:lnTo>
                  <a:pt x="737130" y="153476"/>
                </a:lnTo>
                <a:cubicBezTo>
                  <a:pt x="737130" y="166284"/>
                  <a:pt x="735335" y="168078"/>
                  <a:pt x="718939" y="171151"/>
                </a:cubicBezTo>
                <a:lnTo>
                  <a:pt x="718939" y="174994"/>
                </a:lnTo>
                <a:lnTo>
                  <a:pt x="780432" y="174994"/>
                </a:lnTo>
                <a:lnTo>
                  <a:pt x="780432" y="171151"/>
                </a:lnTo>
                <a:cubicBezTo>
                  <a:pt x="763007" y="170385"/>
                  <a:pt x="758652" y="166542"/>
                  <a:pt x="758652" y="151940"/>
                </a:cubicBezTo>
                <a:lnTo>
                  <a:pt x="758652" y="94294"/>
                </a:lnTo>
                <a:cubicBezTo>
                  <a:pt x="758652" y="86096"/>
                  <a:pt x="769669" y="73288"/>
                  <a:pt x="776589" y="73288"/>
                </a:cubicBezTo>
                <a:cubicBezTo>
                  <a:pt x="778125" y="73288"/>
                  <a:pt x="780432" y="74570"/>
                  <a:pt x="783251" y="77131"/>
                </a:cubicBezTo>
                <a:cubicBezTo>
                  <a:pt x="787348" y="80716"/>
                  <a:pt x="790166" y="82253"/>
                  <a:pt x="793497" y="82253"/>
                </a:cubicBezTo>
                <a:cubicBezTo>
                  <a:pt x="799647" y="82253"/>
                  <a:pt x="803490" y="77897"/>
                  <a:pt x="803490" y="70727"/>
                </a:cubicBezTo>
                <a:cubicBezTo>
                  <a:pt x="803490" y="62271"/>
                  <a:pt x="798111" y="57146"/>
                  <a:pt x="789400" y="57146"/>
                </a:cubicBezTo>
                <a:cubicBezTo>
                  <a:pt x="778637" y="57146"/>
                  <a:pt x="771209" y="63041"/>
                  <a:pt x="758652" y="81228"/>
                </a:cubicBezTo>
                <a:lnTo>
                  <a:pt x="758652" y="57662"/>
                </a:lnTo>
                <a:lnTo>
                  <a:pt x="757373" y="57146"/>
                </a:lnTo>
                <a:cubicBezTo>
                  <a:pt x="743792" y="62783"/>
                  <a:pt x="734569" y="66114"/>
                  <a:pt x="719451" y="70981"/>
                </a:cubicBezTo>
                <a:lnTo>
                  <a:pt x="719451" y="75083"/>
                </a:lnTo>
                <a:close/>
                <a:moveTo>
                  <a:pt x="916223" y="158031"/>
                </a:moveTo>
                <a:cubicBezTo>
                  <a:pt x="911868" y="161612"/>
                  <a:pt x="908795" y="162894"/>
                  <a:pt x="904952" y="162894"/>
                </a:cubicBezTo>
                <a:cubicBezTo>
                  <a:pt x="899060" y="162894"/>
                  <a:pt x="897266" y="159309"/>
                  <a:pt x="897266" y="148046"/>
                </a:cubicBezTo>
                <a:lnTo>
                  <a:pt x="897266" y="98117"/>
                </a:lnTo>
                <a:cubicBezTo>
                  <a:pt x="897266" y="84802"/>
                  <a:pt x="895984" y="77377"/>
                  <a:pt x="892141" y="71232"/>
                </a:cubicBezTo>
                <a:cubicBezTo>
                  <a:pt x="886503" y="62017"/>
                  <a:pt x="875486" y="57146"/>
                  <a:pt x="860372" y="57146"/>
                </a:cubicBezTo>
                <a:cubicBezTo>
                  <a:pt x="836285" y="57146"/>
                  <a:pt x="817328" y="69695"/>
                  <a:pt x="817328" y="85826"/>
                </a:cubicBezTo>
                <a:cubicBezTo>
                  <a:pt x="817328" y="91718"/>
                  <a:pt x="822449" y="96835"/>
                  <a:pt x="828345" y="96835"/>
                </a:cubicBezTo>
                <a:cubicBezTo>
                  <a:pt x="834491" y="96835"/>
                  <a:pt x="839874" y="91718"/>
                  <a:pt x="839874" y="86084"/>
                </a:cubicBezTo>
                <a:cubicBezTo>
                  <a:pt x="839874" y="85060"/>
                  <a:pt x="839616" y="83777"/>
                  <a:pt x="839362" y="81987"/>
                </a:cubicBezTo>
                <a:cubicBezTo>
                  <a:pt x="838850" y="79684"/>
                  <a:pt x="838592" y="77635"/>
                  <a:pt x="838592" y="75841"/>
                </a:cubicBezTo>
                <a:cubicBezTo>
                  <a:pt x="838592" y="68929"/>
                  <a:pt x="846790" y="63295"/>
                  <a:pt x="857041" y="63295"/>
                </a:cubicBezTo>
                <a:cubicBezTo>
                  <a:pt x="869594" y="63295"/>
                  <a:pt x="876510" y="70719"/>
                  <a:pt x="876510" y="84547"/>
                </a:cubicBezTo>
                <a:lnTo>
                  <a:pt x="876510" y="100166"/>
                </a:lnTo>
                <a:cubicBezTo>
                  <a:pt x="837055" y="116039"/>
                  <a:pt x="832700" y="118087"/>
                  <a:pt x="821683" y="127818"/>
                </a:cubicBezTo>
                <a:cubicBezTo>
                  <a:pt x="816046" y="132940"/>
                  <a:pt x="812457" y="141642"/>
                  <a:pt x="812457" y="150091"/>
                </a:cubicBezTo>
                <a:cubicBezTo>
                  <a:pt x="812457" y="166225"/>
                  <a:pt x="823732" y="177497"/>
                  <a:pt x="839362" y="177497"/>
                </a:cubicBezTo>
                <a:cubicBezTo>
                  <a:pt x="850633" y="177497"/>
                  <a:pt x="861138" y="172117"/>
                  <a:pt x="876768" y="158793"/>
                </a:cubicBezTo>
                <a:cubicBezTo>
                  <a:pt x="878051" y="172117"/>
                  <a:pt x="882660" y="177497"/>
                  <a:pt x="893165" y="177497"/>
                </a:cubicBezTo>
                <a:cubicBezTo>
                  <a:pt x="901875" y="177497"/>
                  <a:pt x="907259" y="174424"/>
                  <a:pt x="916223" y="164689"/>
                </a:cubicBezTo>
                <a:lnTo>
                  <a:pt x="916223" y="158031"/>
                </a:lnTo>
                <a:moveTo>
                  <a:pt x="876510" y="143421"/>
                </a:moveTo>
                <a:cubicBezTo>
                  <a:pt x="876510" y="151365"/>
                  <a:pt x="875232" y="153672"/>
                  <a:pt x="869848" y="156745"/>
                </a:cubicBezTo>
                <a:cubicBezTo>
                  <a:pt x="863703" y="160334"/>
                  <a:pt x="856529" y="162636"/>
                  <a:pt x="851145" y="162636"/>
                </a:cubicBezTo>
                <a:cubicBezTo>
                  <a:pt x="842181" y="162636"/>
                  <a:pt x="835007" y="153926"/>
                  <a:pt x="835007" y="142909"/>
                </a:cubicBezTo>
                <a:lnTo>
                  <a:pt x="835007" y="141885"/>
                </a:lnTo>
                <a:cubicBezTo>
                  <a:pt x="835007" y="126766"/>
                  <a:pt x="845508" y="117544"/>
                  <a:pt x="876510" y="106269"/>
                </a:cubicBezTo>
                <a:lnTo>
                  <a:pt x="876510" y="143421"/>
                </a:lnTo>
                <a:close/>
                <a:moveTo>
                  <a:pt x="1018711" y="134984"/>
                </a:moveTo>
                <a:cubicBezTo>
                  <a:pt x="1006412" y="152906"/>
                  <a:pt x="997190" y="159051"/>
                  <a:pt x="982584" y="159051"/>
                </a:cubicBezTo>
                <a:cubicBezTo>
                  <a:pt x="959267" y="159051"/>
                  <a:pt x="942871" y="138569"/>
                  <a:pt x="942871" y="109127"/>
                </a:cubicBezTo>
                <a:cubicBezTo>
                  <a:pt x="942871" y="82757"/>
                  <a:pt x="956964" y="64578"/>
                  <a:pt x="977716" y="64578"/>
                </a:cubicBezTo>
                <a:cubicBezTo>
                  <a:pt x="986939" y="64578"/>
                  <a:pt x="990270" y="67392"/>
                  <a:pt x="992834" y="76865"/>
                </a:cubicBezTo>
                <a:lnTo>
                  <a:pt x="994371" y="82499"/>
                </a:lnTo>
                <a:cubicBezTo>
                  <a:pt x="996419" y="89669"/>
                  <a:pt x="1001033" y="94278"/>
                  <a:pt x="1006412" y="94278"/>
                </a:cubicBezTo>
                <a:cubicBezTo>
                  <a:pt x="1013074" y="94278"/>
                  <a:pt x="1018711" y="89411"/>
                  <a:pt x="1018711" y="83523"/>
                </a:cubicBezTo>
                <a:cubicBezTo>
                  <a:pt x="1018711" y="69187"/>
                  <a:pt x="1000775" y="57146"/>
                  <a:pt x="979253" y="57146"/>
                </a:cubicBezTo>
                <a:cubicBezTo>
                  <a:pt x="966699" y="57146"/>
                  <a:pt x="953633" y="62271"/>
                  <a:pt x="943129" y="71490"/>
                </a:cubicBezTo>
                <a:cubicBezTo>
                  <a:pt x="930317" y="82757"/>
                  <a:pt x="923143" y="100166"/>
                  <a:pt x="923143" y="120390"/>
                </a:cubicBezTo>
                <a:cubicBezTo>
                  <a:pt x="923143" y="153676"/>
                  <a:pt x="943383" y="177497"/>
                  <a:pt x="971824" y="177497"/>
                </a:cubicBezTo>
                <a:cubicBezTo>
                  <a:pt x="983354" y="177497"/>
                  <a:pt x="993601" y="173399"/>
                  <a:pt x="1002827" y="165455"/>
                </a:cubicBezTo>
                <a:cubicBezTo>
                  <a:pt x="1009743" y="159305"/>
                  <a:pt x="1014610" y="152393"/>
                  <a:pt x="1022296" y="137287"/>
                </a:cubicBezTo>
                <a:lnTo>
                  <a:pt x="1018711" y="134984"/>
                </a:lnTo>
                <a:close/>
                <a:moveTo>
                  <a:pt x="1095831" y="59648"/>
                </a:moveTo>
                <a:lnTo>
                  <a:pt x="1069954" y="59648"/>
                </a:lnTo>
                <a:lnTo>
                  <a:pt x="1069954" y="29927"/>
                </a:lnTo>
                <a:cubicBezTo>
                  <a:pt x="1069954" y="27367"/>
                  <a:pt x="1069699" y="26597"/>
                  <a:pt x="1068159" y="26597"/>
                </a:cubicBezTo>
                <a:cubicBezTo>
                  <a:pt x="1066369" y="28903"/>
                  <a:pt x="1064828" y="31210"/>
                  <a:pt x="1063038" y="33771"/>
                </a:cubicBezTo>
                <a:cubicBezTo>
                  <a:pt x="1053299" y="47864"/>
                  <a:pt x="1042282" y="60164"/>
                  <a:pt x="1038185" y="61188"/>
                </a:cubicBezTo>
                <a:cubicBezTo>
                  <a:pt x="1035366" y="62979"/>
                  <a:pt x="1033826" y="64773"/>
                  <a:pt x="1033826" y="66055"/>
                </a:cubicBezTo>
                <a:cubicBezTo>
                  <a:pt x="1033826" y="66826"/>
                  <a:pt x="1034084" y="67338"/>
                  <a:pt x="1034854" y="67850"/>
                </a:cubicBezTo>
                <a:lnTo>
                  <a:pt x="1048432" y="67850"/>
                </a:lnTo>
                <a:lnTo>
                  <a:pt x="1048432" y="144961"/>
                </a:lnTo>
                <a:cubicBezTo>
                  <a:pt x="1048432" y="166479"/>
                  <a:pt x="1056118" y="177497"/>
                  <a:pt x="1071236" y="177497"/>
                </a:cubicBezTo>
                <a:cubicBezTo>
                  <a:pt x="1083789" y="177497"/>
                  <a:pt x="1093524" y="171351"/>
                  <a:pt x="1101980" y="158027"/>
                </a:cubicBezTo>
                <a:lnTo>
                  <a:pt x="1098649" y="155208"/>
                </a:lnTo>
                <a:cubicBezTo>
                  <a:pt x="1093270" y="161612"/>
                  <a:pt x="1088915" y="164177"/>
                  <a:pt x="1083277" y="164177"/>
                </a:cubicBezTo>
                <a:cubicBezTo>
                  <a:pt x="1073797" y="164177"/>
                  <a:pt x="1069954" y="157257"/>
                  <a:pt x="1069954" y="141118"/>
                </a:cubicBezTo>
                <a:lnTo>
                  <a:pt x="1069954" y="67850"/>
                </a:lnTo>
                <a:lnTo>
                  <a:pt x="1095831" y="67850"/>
                </a:lnTo>
                <a:lnTo>
                  <a:pt x="1095831" y="59648"/>
                </a:lnTo>
                <a:close/>
                <a:moveTo>
                  <a:pt x="1146560" y="57146"/>
                </a:moveTo>
                <a:lnTo>
                  <a:pt x="1106847" y="71157"/>
                </a:lnTo>
                <a:lnTo>
                  <a:pt x="1106847" y="75004"/>
                </a:lnTo>
                <a:lnTo>
                  <a:pt x="1108900" y="74746"/>
                </a:lnTo>
                <a:cubicBezTo>
                  <a:pt x="1111973" y="74234"/>
                  <a:pt x="1115304" y="73976"/>
                  <a:pt x="1117610" y="73976"/>
                </a:cubicBezTo>
                <a:cubicBezTo>
                  <a:pt x="1123760" y="73976"/>
                  <a:pt x="1126063" y="78077"/>
                  <a:pt x="1126063" y="89360"/>
                </a:cubicBezTo>
                <a:lnTo>
                  <a:pt x="1126063" y="148847"/>
                </a:lnTo>
                <a:cubicBezTo>
                  <a:pt x="1126063" y="167308"/>
                  <a:pt x="1123502" y="170127"/>
                  <a:pt x="1105823" y="171151"/>
                </a:cubicBezTo>
                <a:lnTo>
                  <a:pt x="1105823" y="174994"/>
                </a:lnTo>
                <a:lnTo>
                  <a:pt x="1166546" y="174994"/>
                </a:lnTo>
                <a:lnTo>
                  <a:pt x="1166546" y="171151"/>
                </a:lnTo>
                <a:cubicBezTo>
                  <a:pt x="1149637" y="169873"/>
                  <a:pt x="1147585" y="167308"/>
                  <a:pt x="1147585" y="148847"/>
                </a:cubicBezTo>
                <a:lnTo>
                  <a:pt x="1147585" y="57916"/>
                </a:lnTo>
                <a:lnTo>
                  <a:pt x="1146560" y="57146"/>
                </a:lnTo>
                <a:moveTo>
                  <a:pt x="1134519" y="98"/>
                </a:moveTo>
                <a:cubicBezTo>
                  <a:pt x="1127603" y="98"/>
                  <a:pt x="1121707" y="5993"/>
                  <a:pt x="1121707" y="13167"/>
                </a:cubicBezTo>
                <a:cubicBezTo>
                  <a:pt x="1121707" y="20341"/>
                  <a:pt x="1127345" y="26233"/>
                  <a:pt x="1134519" y="26233"/>
                </a:cubicBezTo>
                <a:cubicBezTo>
                  <a:pt x="1141951" y="26233"/>
                  <a:pt x="1147843" y="20595"/>
                  <a:pt x="1147843" y="13167"/>
                </a:cubicBezTo>
                <a:cubicBezTo>
                  <a:pt x="1147843" y="5993"/>
                  <a:pt x="1141951" y="98"/>
                  <a:pt x="1134519" y="98"/>
                </a:cubicBezTo>
                <a:close/>
                <a:moveTo>
                  <a:pt x="1177050" y="73034"/>
                </a:moveTo>
                <a:cubicBezTo>
                  <a:pt x="1178587" y="72264"/>
                  <a:pt x="1181152" y="72010"/>
                  <a:pt x="1183970" y="72010"/>
                </a:cubicBezTo>
                <a:cubicBezTo>
                  <a:pt x="1191144" y="72010"/>
                  <a:pt x="1193447" y="75853"/>
                  <a:pt x="1193447" y="88402"/>
                </a:cubicBezTo>
                <a:lnTo>
                  <a:pt x="1193447" y="151940"/>
                </a:lnTo>
                <a:cubicBezTo>
                  <a:pt x="1193447" y="166542"/>
                  <a:pt x="1190628" y="170127"/>
                  <a:pt x="1177563" y="171151"/>
                </a:cubicBezTo>
                <a:lnTo>
                  <a:pt x="1177563" y="174994"/>
                </a:lnTo>
                <a:lnTo>
                  <a:pt x="1231882" y="174994"/>
                </a:lnTo>
                <a:lnTo>
                  <a:pt x="1231882" y="171151"/>
                </a:lnTo>
                <a:cubicBezTo>
                  <a:pt x="1218812" y="170127"/>
                  <a:pt x="1214969" y="167054"/>
                  <a:pt x="1214969" y="157832"/>
                </a:cubicBezTo>
                <a:lnTo>
                  <a:pt x="1214969" y="85842"/>
                </a:lnTo>
                <a:cubicBezTo>
                  <a:pt x="1227268" y="74312"/>
                  <a:pt x="1232906" y="71239"/>
                  <a:pt x="1241362" y="71239"/>
                </a:cubicBezTo>
                <a:cubicBezTo>
                  <a:pt x="1253916" y="71239"/>
                  <a:pt x="1260065" y="79180"/>
                  <a:pt x="1260065" y="96088"/>
                </a:cubicBezTo>
                <a:lnTo>
                  <a:pt x="1260065" y="149633"/>
                </a:lnTo>
                <a:cubicBezTo>
                  <a:pt x="1260065" y="165772"/>
                  <a:pt x="1256734" y="170127"/>
                  <a:pt x="1243923" y="171151"/>
                </a:cubicBezTo>
                <a:lnTo>
                  <a:pt x="1243923" y="174994"/>
                </a:lnTo>
                <a:lnTo>
                  <a:pt x="1297218" y="174994"/>
                </a:lnTo>
                <a:lnTo>
                  <a:pt x="1297218" y="171151"/>
                </a:lnTo>
                <a:cubicBezTo>
                  <a:pt x="1284660" y="169873"/>
                  <a:pt x="1281587" y="166796"/>
                  <a:pt x="1281587" y="154247"/>
                </a:cubicBezTo>
                <a:lnTo>
                  <a:pt x="1281587" y="95576"/>
                </a:lnTo>
                <a:cubicBezTo>
                  <a:pt x="1281587" y="71497"/>
                  <a:pt x="1270312" y="57146"/>
                  <a:pt x="1251355" y="57146"/>
                </a:cubicBezTo>
                <a:cubicBezTo>
                  <a:pt x="1239568" y="57146"/>
                  <a:pt x="1231624" y="61505"/>
                  <a:pt x="1214203" y="77901"/>
                </a:cubicBezTo>
                <a:lnTo>
                  <a:pt x="1214203" y="57662"/>
                </a:lnTo>
                <a:lnTo>
                  <a:pt x="1212408" y="57146"/>
                </a:lnTo>
                <a:cubicBezTo>
                  <a:pt x="1199855" y="61759"/>
                  <a:pt x="1191144" y="64578"/>
                  <a:pt x="1177050" y="68679"/>
                </a:cubicBezTo>
                <a:lnTo>
                  <a:pt x="1177050" y="73034"/>
                </a:lnTo>
                <a:close/>
                <a:moveTo>
                  <a:pt x="1421478" y="75645"/>
                </a:moveTo>
                <a:lnTo>
                  <a:pt x="1421478" y="65653"/>
                </a:lnTo>
                <a:lnTo>
                  <a:pt x="1401751" y="65653"/>
                </a:lnTo>
                <a:cubicBezTo>
                  <a:pt x="1396625" y="65653"/>
                  <a:pt x="1392782" y="64855"/>
                  <a:pt x="1387661" y="63041"/>
                </a:cubicBezTo>
                <a:lnTo>
                  <a:pt x="1382023" y="60993"/>
                </a:lnTo>
                <a:cubicBezTo>
                  <a:pt x="1375104" y="58428"/>
                  <a:pt x="1368188" y="57146"/>
                  <a:pt x="1361526" y="57146"/>
                </a:cubicBezTo>
                <a:cubicBezTo>
                  <a:pt x="1337697" y="57146"/>
                  <a:pt x="1318736" y="75645"/>
                  <a:pt x="1318736" y="98954"/>
                </a:cubicBezTo>
                <a:cubicBezTo>
                  <a:pt x="1318736" y="115093"/>
                  <a:pt x="1325656" y="124823"/>
                  <a:pt x="1342565" y="133276"/>
                </a:cubicBezTo>
                <a:cubicBezTo>
                  <a:pt x="1337697" y="137889"/>
                  <a:pt x="1333088" y="142236"/>
                  <a:pt x="1331547" y="143515"/>
                </a:cubicBezTo>
                <a:cubicBezTo>
                  <a:pt x="1323095" y="150931"/>
                  <a:pt x="1319764" y="156049"/>
                  <a:pt x="1319764" y="161163"/>
                </a:cubicBezTo>
                <a:cubicBezTo>
                  <a:pt x="1319764" y="166534"/>
                  <a:pt x="1322837" y="169603"/>
                  <a:pt x="1333342" y="174729"/>
                </a:cubicBezTo>
                <a:cubicBezTo>
                  <a:pt x="1315151" y="188064"/>
                  <a:pt x="1308235" y="196532"/>
                  <a:pt x="1308235" y="206020"/>
                </a:cubicBezTo>
                <a:cubicBezTo>
                  <a:pt x="1308235" y="219610"/>
                  <a:pt x="1328217" y="230885"/>
                  <a:pt x="1352557" y="230885"/>
                </a:cubicBezTo>
                <a:cubicBezTo>
                  <a:pt x="1371773" y="230885"/>
                  <a:pt x="1391758" y="224223"/>
                  <a:pt x="1405082" y="213460"/>
                </a:cubicBezTo>
                <a:cubicBezTo>
                  <a:pt x="1414820" y="205508"/>
                  <a:pt x="1419176" y="197298"/>
                  <a:pt x="1419176" y="187552"/>
                </a:cubicBezTo>
                <a:cubicBezTo>
                  <a:pt x="1419176" y="171652"/>
                  <a:pt x="1407130" y="160908"/>
                  <a:pt x="1388173" y="160142"/>
                </a:cubicBezTo>
                <a:lnTo>
                  <a:pt x="1355122" y="158606"/>
                </a:lnTo>
                <a:cubicBezTo>
                  <a:pt x="1341540" y="158094"/>
                  <a:pt x="1335136" y="155791"/>
                  <a:pt x="1335136" y="151701"/>
                </a:cubicBezTo>
                <a:cubicBezTo>
                  <a:pt x="1335136" y="146584"/>
                  <a:pt x="1343589" y="137631"/>
                  <a:pt x="1350509" y="135582"/>
                </a:cubicBezTo>
                <a:cubicBezTo>
                  <a:pt x="1352815" y="135840"/>
                  <a:pt x="1354610" y="136095"/>
                  <a:pt x="1355376" y="136095"/>
                </a:cubicBezTo>
                <a:cubicBezTo>
                  <a:pt x="1360243" y="136607"/>
                  <a:pt x="1363574" y="136865"/>
                  <a:pt x="1365115" y="136865"/>
                </a:cubicBezTo>
                <a:cubicBezTo>
                  <a:pt x="1374591" y="136865"/>
                  <a:pt x="1384842" y="133022"/>
                  <a:pt x="1392782" y="126106"/>
                </a:cubicBezTo>
                <a:cubicBezTo>
                  <a:pt x="1401239" y="118932"/>
                  <a:pt x="1405082" y="109967"/>
                  <a:pt x="1405082" y="97164"/>
                </a:cubicBezTo>
                <a:cubicBezTo>
                  <a:pt x="1405082" y="89735"/>
                  <a:pt x="1403799" y="83844"/>
                  <a:pt x="1400214" y="75645"/>
                </a:cubicBezTo>
                <a:lnTo>
                  <a:pt x="1421478" y="75645"/>
                </a:lnTo>
                <a:moveTo>
                  <a:pt x="1338721" y="175495"/>
                </a:moveTo>
                <a:cubicBezTo>
                  <a:pt x="1347178" y="177293"/>
                  <a:pt x="1367675" y="178830"/>
                  <a:pt x="1380229" y="178830"/>
                </a:cubicBezTo>
                <a:cubicBezTo>
                  <a:pt x="1403545" y="178830"/>
                  <a:pt x="1412002" y="182165"/>
                  <a:pt x="1412002" y="191399"/>
                </a:cubicBezTo>
                <a:cubicBezTo>
                  <a:pt x="1412002" y="206278"/>
                  <a:pt x="1392528" y="216279"/>
                  <a:pt x="1363574" y="216279"/>
                </a:cubicBezTo>
                <a:cubicBezTo>
                  <a:pt x="1341028" y="216279"/>
                  <a:pt x="1326168" y="208843"/>
                  <a:pt x="1326168" y="197556"/>
                </a:cubicBezTo>
                <a:cubicBezTo>
                  <a:pt x="1326168" y="191657"/>
                  <a:pt x="1327962" y="188322"/>
                  <a:pt x="1338721" y="175495"/>
                </a:cubicBezTo>
                <a:moveTo>
                  <a:pt x="1340004" y="88453"/>
                </a:moveTo>
                <a:cubicBezTo>
                  <a:pt x="1340004" y="73343"/>
                  <a:pt x="1347178" y="64323"/>
                  <a:pt x="1358965" y="64323"/>
                </a:cubicBezTo>
                <a:cubicBezTo>
                  <a:pt x="1366905" y="64323"/>
                  <a:pt x="1373567" y="68730"/>
                  <a:pt x="1377668" y="76416"/>
                </a:cubicBezTo>
                <a:cubicBezTo>
                  <a:pt x="1382278" y="85380"/>
                  <a:pt x="1385354" y="97164"/>
                  <a:pt x="1385354" y="107152"/>
                </a:cubicBezTo>
                <a:cubicBezTo>
                  <a:pt x="1385354" y="121493"/>
                  <a:pt x="1377922" y="130457"/>
                  <a:pt x="1366139" y="130457"/>
                </a:cubicBezTo>
                <a:cubicBezTo>
                  <a:pt x="1350767" y="130457"/>
                  <a:pt x="1340004" y="113810"/>
                  <a:pt x="1340004" y="89223"/>
                </a:cubicBezTo>
                <a:lnTo>
                  <a:pt x="1340004" y="88453"/>
                </a:lnTo>
                <a:close/>
                <a:moveTo>
                  <a:pt x="1523712" y="15372"/>
                </a:moveTo>
                <a:lnTo>
                  <a:pt x="1525248" y="15372"/>
                </a:lnTo>
                <a:cubicBezTo>
                  <a:pt x="1528067" y="15118"/>
                  <a:pt x="1531140" y="14860"/>
                  <a:pt x="1533192" y="14860"/>
                </a:cubicBezTo>
                <a:cubicBezTo>
                  <a:pt x="1541390" y="14860"/>
                  <a:pt x="1543951" y="18449"/>
                  <a:pt x="1543951" y="30490"/>
                </a:cubicBezTo>
                <a:lnTo>
                  <a:pt x="1543951" y="152706"/>
                </a:lnTo>
                <a:cubicBezTo>
                  <a:pt x="1543951" y="166542"/>
                  <a:pt x="1540366" y="169873"/>
                  <a:pt x="1524224" y="171151"/>
                </a:cubicBezTo>
                <a:lnTo>
                  <a:pt x="1524224" y="174994"/>
                </a:lnTo>
                <a:lnTo>
                  <a:pt x="1584688" y="174994"/>
                </a:lnTo>
                <a:lnTo>
                  <a:pt x="1584688" y="171151"/>
                </a:lnTo>
                <a:cubicBezTo>
                  <a:pt x="1568550" y="170127"/>
                  <a:pt x="1565473" y="167566"/>
                  <a:pt x="1565473" y="153472"/>
                </a:cubicBezTo>
                <a:lnTo>
                  <a:pt x="1565473" y="512"/>
                </a:lnTo>
                <a:lnTo>
                  <a:pt x="1564449" y="0"/>
                </a:lnTo>
                <a:cubicBezTo>
                  <a:pt x="1551125" y="4355"/>
                  <a:pt x="1541390" y="6920"/>
                  <a:pt x="1523712" y="11275"/>
                </a:cubicBezTo>
                <a:lnTo>
                  <a:pt x="1523712" y="15372"/>
                </a:lnTo>
                <a:close/>
                <a:moveTo>
                  <a:pt x="1654125" y="57146"/>
                </a:moveTo>
                <a:cubicBezTo>
                  <a:pt x="1620816" y="57146"/>
                  <a:pt x="1597500" y="81733"/>
                  <a:pt x="1597500" y="117067"/>
                </a:cubicBezTo>
                <a:cubicBezTo>
                  <a:pt x="1597500" y="151631"/>
                  <a:pt x="1621328" y="177497"/>
                  <a:pt x="1653609" y="177497"/>
                </a:cubicBezTo>
                <a:cubicBezTo>
                  <a:pt x="1685894" y="177497"/>
                  <a:pt x="1710489" y="150353"/>
                  <a:pt x="1710489" y="115018"/>
                </a:cubicBezTo>
                <a:cubicBezTo>
                  <a:pt x="1710489" y="81475"/>
                  <a:pt x="1686919" y="57146"/>
                  <a:pt x="1654125" y="57146"/>
                </a:cubicBezTo>
                <a:moveTo>
                  <a:pt x="1650794" y="64323"/>
                </a:moveTo>
                <a:cubicBezTo>
                  <a:pt x="1672316" y="64323"/>
                  <a:pt x="1687431" y="88903"/>
                  <a:pt x="1687431" y="123979"/>
                </a:cubicBezTo>
                <a:cubicBezTo>
                  <a:pt x="1687431" y="152913"/>
                  <a:pt x="1675901" y="170323"/>
                  <a:pt x="1656686" y="170323"/>
                </a:cubicBezTo>
                <a:cubicBezTo>
                  <a:pt x="1646693" y="170323"/>
                  <a:pt x="1637213" y="164181"/>
                  <a:pt x="1631833" y="153938"/>
                </a:cubicBezTo>
                <a:cubicBezTo>
                  <a:pt x="1624659" y="140622"/>
                  <a:pt x="1620558" y="122701"/>
                  <a:pt x="1620558" y="104521"/>
                </a:cubicBezTo>
                <a:cubicBezTo>
                  <a:pt x="1620558" y="80196"/>
                  <a:pt x="1632600" y="64323"/>
                  <a:pt x="1650794" y="64323"/>
                </a:cubicBezTo>
                <a:close/>
                <a:moveTo>
                  <a:pt x="1820151" y="134984"/>
                </a:moveTo>
                <a:cubicBezTo>
                  <a:pt x="1807851" y="152906"/>
                  <a:pt x="1798629" y="159051"/>
                  <a:pt x="1784023" y="159051"/>
                </a:cubicBezTo>
                <a:cubicBezTo>
                  <a:pt x="1760706" y="159051"/>
                  <a:pt x="1744310" y="138569"/>
                  <a:pt x="1744310" y="109127"/>
                </a:cubicBezTo>
                <a:cubicBezTo>
                  <a:pt x="1744310" y="82757"/>
                  <a:pt x="1758404" y="64578"/>
                  <a:pt x="1779155" y="64578"/>
                </a:cubicBezTo>
                <a:cubicBezTo>
                  <a:pt x="1788378" y="64578"/>
                  <a:pt x="1791709" y="67392"/>
                  <a:pt x="1794274" y="76865"/>
                </a:cubicBezTo>
                <a:lnTo>
                  <a:pt x="1795810" y="82499"/>
                </a:lnTo>
                <a:cubicBezTo>
                  <a:pt x="1797859" y="89669"/>
                  <a:pt x="1802472" y="94278"/>
                  <a:pt x="1807851" y="94278"/>
                </a:cubicBezTo>
                <a:cubicBezTo>
                  <a:pt x="1814513" y="94278"/>
                  <a:pt x="1820151" y="89411"/>
                  <a:pt x="1820151" y="83523"/>
                </a:cubicBezTo>
                <a:cubicBezTo>
                  <a:pt x="1820151" y="69187"/>
                  <a:pt x="1802214" y="57146"/>
                  <a:pt x="1780692" y="57146"/>
                </a:cubicBezTo>
                <a:cubicBezTo>
                  <a:pt x="1768138" y="57146"/>
                  <a:pt x="1755073" y="62271"/>
                  <a:pt x="1744568" y="71490"/>
                </a:cubicBezTo>
                <a:cubicBezTo>
                  <a:pt x="1731756" y="82757"/>
                  <a:pt x="1724582" y="100166"/>
                  <a:pt x="1724582" y="120390"/>
                </a:cubicBezTo>
                <a:cubicBezTo>
                  <a:pt x="1724582" y="153676"/>
                  <a:pt x="1744822" y="177497"/>
                  <a:pt x="1773264" y="177497"/>
                </a:cubicBezTo>
                <a:cubicBezTo>
                  <a:pt x="1784793" y="177497"/>
                  <a:pt x="1795040" y="173399"/>
                  <a:pt x="1804266" y="165455"/>
                </a:cubicBezTo>
                <a:cubicBezTo>
                  <a:pt x="1811182" y="159305"/>
                  <a:pt x="1816050" y="152393"/>
                  <a:pt x="1823736" y="137287"/>
                </a:cubicBezTo>
                <a:lnTo>
                  <a:pt x="1820151" y="134984"/>
                </a:lnTo>
                <a:close/>
                <a:moveTo>
                  <a:pt x="1945181" y="158031"/>
                </a:moveTo>
                <a:cubicBezTo>
                  <a:pt x="1940826" y="161612"/>
                  <a:pt x="1937753" y="162894"/>
                  <a:pt x="1933910" y="162894"/>
                </a:cubicBezTo>
                <a:cubicBezTo>
                  <a:pt x="1928018" y="162894"/>
                  <a:pt x="1926224" y="159309"/>
                  <a:pt x="1926224" y="148046"/>
                </a:cubicBezTo>
                <a:lnTo>
                  <a:pt x="1926224" y="98117"/>
                </a:lnTo>
                <a:cubicBezTo>
                  <a:pt x="1926224" y="84802"/>
                  <a:pt x="1924942" y="77377"/>
                  <a:pt x="1921099" y="71232"/>
                </a:cubicBezTo>
                <a:cubicBezTo>
                  <a:pt x="1915461" y="62017"/>
                  <a:pt x="1904444" y="57146"/>
                  <a:pt x="1889330" y="57146"/>
                </a:cubicBezTo>
                <a:cubicBezTo>
                  <a:pt x="1865243" y="57146"/>
                  <a:pt x="1846286" y="69695"/>
                  <a:pt x="1846286" y="85826"/>
                </a:cubicBezTo>
                <a:cubicBezTo>
                  <a:pt x="1846286" y="91718"/>
                  <a:pt x="1851407" y="96835"/>
                  <a:pt x="1857303" y="96835"/>
                </a:cubicBezTo>
                <a:cubicBezTo>
                  <a:pt x="1863449" y="96835"/>
                  <a:pt x="1868832" y="91718"/>
                  <a:pt x="1868832" y="86084"/>
                </a:cubicBezTo>
                <a:cubicBezTo>
                  <a:pt x="1868832" y="85060"/>
                  <a:pt x="1868574" y="83777"/>
                  <a:pt x="1868320" y="81987"/>
                </a:cubicBezTo>
                <a:cubicBezTo>
                  <a:pt x="1867808" y="79684"/>
                  <a:pt x="1867550" y="77635"/>
                  <a:pt x="1867550" y="75841"/>
                </a:cubicBezTo>
                <a:cubicBezTo>
                  <a:pt x="1867550" y="68929"/>
                  <a:pt x="1875748" y="63295"/>
                  <a:pt x="1885999" y="63295"/>
                </a:cubicBezTo>
                <a:cubicBezTo>
                  <a:pt x="1898552" y="63295"/>
                  <a:pt x="1905468" y="70719"/>
                  <a:pt x="1905468" y="84547"/>
                </a:cubicBezTo>
                <a:lnTo>
                  <a:pt x="1905468" y="100166"/>
                </a:lnTo>
                <a:cubicBezTo>
                  <a:pt x="1866013" y="116039"/>
                  <a:pt x="1861658" y="118087"/>
                  <a:pt x="1850641" y="127818"/>
                </a:cubicBezTo>
                <a:cubicBezTo>
                  <a:pt x="1845004" y="132940"/>
                  <a:pt x="1841415" y="141642"/>
                  <a:pt x="1841415" y="150091"/>
                </a:cubicBezTo>
                <a:cubicBezTo>
                  <a:pt x="1841415" y="166225"/>
                  <a:pt x="1852690" y="177497"/>
                  <a:pt x="1868320" y="177497"/>
                </a:cubicBezTo>
                <a:cubicBezTo>
                  <a:pt x="1879591" y="177497"/>
                  <a:pt x="1890096" y="172117"/>
                  <a:pt x="1905726" y="158793"/>
                </a:cubicBezTo>
                <a:cubicBezTo>
                  <a:pt x="1907009" y="172117"/>
                  <a:pt x="1911618" y="177497"/>
                  <a:pt x="1922123" y="177497"/>
                </a:cubicBezTo>
                <a:cubicBezTo>
                  <a:pt x="1930833" y="177497"/>
                  <a:pt x="1936217" y="174424"/>
                  <a:pt x="1945181" y="164689"/>
                </a:cubicBezTo>
                <a:lnTo>
                  <a:pt x="1945181" y="158031"/>
                </a:lnTo>
                <a:moveTo>
                  <a:pt x="1905468" y="143421"/>
                </a:moveTo>
                <a:cubicBezTo>
                  <a:pt x="1905468" y="151365"/>
                  <a:pt x="1904190" y="153672"/>
                  <a:pt x="1898806" y="156745"/>
                </a:cubicBezTo>
                <a:cubicBezTo>
                  <a:pt x="1892661" y="160334"/>
                  <a:pt x="1885487" y="162636"/>
                  <a:pt x="1880103" y="162636"/>
                </a:cubicBezTo>
                <a:cubicBezTo>
                  <a:pt x="1871139" y="162636"/>
                  <a:pt x="1863965" y="153926"/>
                  <a:pt x="1863965" y="142909"/>
                </a:cubicBezTo>
                <a:lnTo>
                  <a:pt x="1863965" y="141885"/>
                </a:lnTo>
                <a:cubicBezTo>
                  <a:pt x="1863965" y="126766"/>
                  <a:pt x="1874466" y="117544"/>
                  <a:pt x="1905468" y="106269"/>
                </a:cubicBezTo>
                <a:lnTo>
                  <a:pt x="1905468" y="143421"/>
                </a:lnTo>
                <a:close/>
                <a:moveTo>
                  <a:pt x="1950565" y="15372"/>
                </a:moveTo>
                <a:lnTo>
                  <a:pt x="1952101" y="15372"/>
                </a:lnTo>
                <a:cubicBezTo>
                  <a:pt x="1954920" y="15118"/>
                  <a:pt x="1957993" y="14860"/>
                  <a:pt x="1960045" y="14860"/>
                </a:cubicBezTo>
                <a:cubicBezTo>
                  <a:pt x="1968244" y="14860"/>
                  <a:pt x="1970804" y="18449"/>
                  <a:pt x="1970804" y="30490"/>
                </a:cubicBezTo>
                <a:lnTo>
                  <a:pt x="1970804" y="152706"/>
                </a:lnTo>
                <a:cubicBezTo>
                  <a:pt x="1970804" y="166542"/>
                  <a:pt x="1967219" y="169873"/>
                  <a:pt x="1951077" y="171151"/>
                </a:cubicBezTo>
                <a:lnTo>
                  <a:pt x="1951077" y="174994"/>
                </a:lnTo>
                <a:lnTo>
                  <a:pt x="2011542" y="174994"/>
                </a:lnTo>
                <a:lnTo>
                  <a:pt x="2011542" y="171151"/>
                </a:lnTo>
                <a:cubicBezTo>
                  <a:pt x="1995403" y="170127"/>
                  <a:pt x="1992326" y="167566"/>
                  <a:pt x="1992326" y="153472"/>
                </a:cubicBezTo>
                <a:lnTo>
                  <a:pt x="1992326" y="512"/>
                </a:lnTo>
                <a:lnTo>
                  <a:pt x="1991302" y="0"/>
                </a:lnTo>
                <a:cubicBezTo>
                  <a:pt x="1977978" y="4355"/>
                  <a:pt x="1968244" y="6920"/>
                  <a:pt x="1950565" y="11275"/>
                </a:cubicBezTo>
                <a:lnTo>
                  <a:pt x="1950565" y="15372"/>
                </a:lnTo>
                <a:close/>
                <a:moveTo>
                  <a:pt x="2108903" y="74250"/>
                </a:moveTo>
                <a:cubicBezTo>
                  <a:pt x="2111209" y="73996"/>
                  <a:pt x="2113004" y="73996"/>
                  <a:pt x="2115310" y="73996"/>
                </a:cubicBezTo>
                <a:cubicBezTo>
                  <a:pt x="2124021" y="73996"/>
                  <a:pt x="2125815" y="76556"/>
                  <a:pt x="2125815" y="88598"/>
                </a:cubicBezTo>
                <a:lnTo>
                  <a:pt x="2125815" y="208507"/>
                </a:lnTo>
                <a:cubicBezTo>
                  <a:pt x="2125815" y="221831"/>
                  <a:pt x="2122996" y="224649"/>
                  <a:pt x="2107878" y="226186"/>
                </a:cubicBezTo>
                <a:lnTo>
                  <a:pt x="2107878" y="230541"/>
                </a:lnTo>
                <a:lnTo>
                  <a:pt x="2169883" y="230541"/>
                </a:lnTo>
                <a:lnTo>
                  <a:pt x="2169883" y="225932"/>
                </a:lnTo>
                <a:cubicBezTo>
                  <a:pt x="2150668" y="225674"/>
                  <a:pt x="2147337" y="222855"/>
                  <a:pt x="2147337" y="206712"/>
                </a:cubicBezTo>
                <a:lnTo>
                  <a:pt x="2147337" y="166483"/>
                </a:lnTo>
                <a:cubicBezTo>
                  <a:pt x="2156306" y="174936"/>
                  <a:pt x="2162451" y="177497"/>
                  <a:pt x="2173214" y="177497"/>
                </a:cubicBezTo>
                <a:cubicBezTo>
                  <a:pt x="2203447" y="177497"/>
                  <a:pt x="2227017" y="148816"/>
                  <a:pt x="2227017" y="111691"/>
                </a:cubicBezTo>
                <a:cubicBezTo>
                  <a:pt x="2227017" y="79946"/>
                  <a:pt x="2209084" y="57146"/>
                  <a:pt x="2184231" y="57146"/>
                </a:cubicBezTo>
                <a:cubicBezTo>
                  <a:pt x="2169883" y="57146"/>
                  <a:pt x="2158608" y="63553"/>
                  <a:pt x="2147337" y="77385"/>
                </a:cubicBezTo>
                <a:lnTo>
                  <a:pt x="2147337" y="57662"/>
                </a:lnTo>
                <a:lnTo>
                  <a:pt x="2145801" y="57146"/>
                </a:lnTo>
                <a:cubicBezTo>
                  <a:pt x="2131965" y="62529"/>
                  <a:pt x="2122996" y="65860"/>
                  <a:pt x="2108903" y="70215"/>
                </a:cubicBezTo>
                <a:lnTo>
                  <a:pt x="2108903" y="74250"/>
                </a:lnTo>
                <a:moveTo>
                  <a:pt x="2147337" y="89419"/>
                </a:moveTo>
                <a:cubicBezTo>
                  <a:pt x="2147337" y="81737"/>
                  <a:pt x="2161685" y="72522"/>
                  <a:pt x="2173469" y="72522"/>
                </a:cubicBezTo>
                <a:cubicBezTo>
                  <a:pt x="2192430" y="72522"/>
                  <a:pt x="2204983" y="91979"/>
                  <a:pt x="2204983" y="121680"/>
                </a:cubicBezTo>
                <a:cubicBezTo>
                  <a:pt x="2204983" y="150099"/>
                  <a:pt x="2192430" y="169298"/>
                  <a:pt x="2173985" y="169298"/>
                </a:cubicBezTo>
                <a:cubicBezTo>
                  <a:pt x="2161939" y="169298"/>
                  <a:pt x="2147337" y="160083"/>
                  <a:pt x="2147337" y="152401"/>
                </a:cubicBezTo>
                <a:lnTo>
                  <a:pt x="2147337" y="89419"/>
                </a:lnTo>
                <a:close/>
                <a:moveTo>
                  <a:pt x="2339240" y="132904"/>
                </a:moveTo>
                <a:cubicBezTo>
                  <a:pt x="2326945" y="152386"/>
                  <a:pt x="2315924" y="159822"/>
                  <a:pt x="2299527" y="159822"/>
                </a:cubicBezTo>
                <a:cubicBezTo>
                  <a:pt x="2284925" y="159822"/>
                  <a:pt x="2273908" y="152386"/>
                  <a:pt x="2266476" y="137776"/>
                </a:cubicBezTo>
                <a:cubicBezTo>
                  <a:pt x="2261863" y="128033"/>
                  <a:pt x="2260072" y="119573"/>
                  <a:pt x="2259560" y="103935"/>
                </a:cubicBezTo>
                <a:lnTo>
                  <a:pt x="2338474" y="103935"/>
                </a:lnTo>
                <a:cubicBezTo>
                  <a:pt x="2336421" y="87312"/>
                  <a:pt x="2333860" y="79907"/>
                  <a:pt x="2327457" y="71736"/>
                </a:cubicBezTo>
                <a:cubicBezTo>
                  <a:pt x="2319767" y="62529"/>
                  <a:pt x="2307983" y="57146"/>
                  <a:pt x="2294660" y="57146"/>
                </a:cubicBezTo>
                <a:cubicBezTo>
                  <a:pt x="2281848" y="57146"/>
                  <a:pt x="2269807" y="61759"/>
                  <a:pt x="2260072" y="70458"/>
                </a:cubicBezTo>
                <a:cubicBezTo>
                  <a:pt x="2248027" y="80927"/>
                  <a:pt x="2241111" y="99067"/>
                  <a:pt x="2241111" y="120085"/>
                </a:cubicBezTo>
                <a:cubicBezTo>
                  <a:pt x="2241111" y="155462"/>
                  <a:pt x="2259560" y="177497"/>
                  <a:pt x="2289022" y="177497"/>
                </a:cubicBezTo>
                <a:cubicBezTo>
                  <a:pt x="2313363" y="177497"/>
                  <a:pt x="2332578" y="162382"/>
                  <a:pt x="2343341" y="134699"/>
                </a:cubicBezTo>
                <a:lnTo>
                  <a:pt x="2339240" y="132904"/>
                </a:lnTo>
                <a:moveTo>
                  <a:pt x="2260072" y="95737"/>
                </a:moveTo>
                <a:cubicBezTo>
                  <a:pt x="2262887" y="75821"/>
                  <a:pt x="2271601" y="66372"/>
                  <a:pt x="2287228" y="66372"/>
                </a:cubicBezTo>
                <a:cubicBezTo>
                  <a:pt x="2302858" y="66372"/>
                  <a:pt x="2309008" y="73523"/>
                  <a:pt x="2312339" y="95737"/>
                </a:cubicBezTo>
                <a:lnTo>
                  <a:pt x="2260072" y="95737"/>
                </a:lnTo>
                <a:close/>
                <a:moveTo>
                  <a:pt x="2350257" y="75083"/>
                </a:moveTo>
                <a:cubicBezTo>
                  <a:pt x="2353846" y="74312"/>
                  <a:pt x="2356153" y="74054"/>
                  <a:pt x="2359225" y="74054"/>
                </a:cubicBezTo>
                <a:cubicBezTo>
                  <a:pt x="2365629" y="74054"/>
                  <a:pt x="2367936" y="78155"/>
                  <a:pt x="2367936" y="89427"/>
                </a:cubicBezTo>
                <a:lnTo>
                  <a:pt x="2367936" y="153476"/>
                </a:lnTo>
                <a:cubicBezTo>
                  <a:pt x="2367936" y="166284"/>
                  <a:pt x="2366141" y="168078"/>
                  <a:pt x="2349745" y="171151"/>
                </a:cubicBezTo>
                <a:lnTo>
                  <a:pt x="2349745" y="174994"/>
                </a:lnTo>
                <a:lnTo>
                  <a:pt x="2411238" y="174994"/>
                </a:lnTo>
                <a:lnTo>
                  <a:pt x="2411238" y="171151"/>
                </a:lnTo>
                <a:cubicBezTo>
                  <a:pt x="2393813" y="170385"/>
                  <a:pt x="2389458" y="166542"/>
                  <a:pt x="2389458" y="151940"/>
                </a:cubicBezTo>
                <a:lnTo>
                  <a:pt x="2389458" y="94294"/>
                </a:lnTo>
                <a:cubicBezTo>
                  <a:pt x="2389458" y="86096"/>
                  <a:pt x="2400475" y="73288"/>
                  <a:pt x="2407395" y="73288"/>
                </a:cubicBezTo>
                <a:cubicBezTo>
                  <a:pt x="2408931" y="73288"/>
                  <a:pt x="2411238" y="74570"/>
                  <a:pt x="2414057" y="77131"/>
                </a:cubicBezTo>
                <a:cubicBezTo>
                  <a:pt x="2418154" y="80716"/>
                  <a:pt x="2420973" y="82253"/>
                  <a:pt x="2424303" y="82253"/>
                </a:cubicBezTo>
                <a:cubicBezTo>
                  <a:pt x="2430453" y="82253"/>
                  <a:pt x="2434296" y="77897"/>
                  <a:pt x="2434296" y="70727"/>
                </a:cubicBezTo>
                <a:cubicBezTo>
                  <a:pt x="2434296" y="62271"/>
                  <a:pt x="2428917" y="57146"/>
                  <a:pt x="2420206" y="57146"/>
                </a:cubicBezTo>
                <a:cubicBezTo>
                  <a:pt x="2409443" y="57146"/>
                  <a:pt x="2402015" y="63041"/>
                  <a:pt x="2389458" y="81228"/>
                </a:cubicBezTo>
                <a:lnTo>
                  <a:pt x="2389458" y="57662"/>
                </a:lnTo>
                <a:lnTo>
                  <a:pt x="2388179" y="57146"/>
                </a:lnTo>
                <a:cubicBezTo>
                  <a:pt x="2374598" y="62783"/>
                  <a:pt x="2365375" y="66114"/>
                  <a:pt x="2350257" y="70981"/>
                </a:cubicBezTo>
                <a:lnTo>
                  <a:pt x="2350257" y="75083"/>
                </a:lnTo>
                <a:close/>
                <a:moveTo>
                  <a:pt x="2512954" y="59648"/>
                </a:moveTo>
                <a:lnTo>
                  <a:pt x="2481439" y="59648"/>
                </a:lnTo>
                <a:lnTo>
                  <a:pt x="2481439" y="30013"/>
                </a:lnTo>
                <a:cubicBezTo>
                  <a:pt x="2481439" y="15192"/>
                  <a:pt x="2486307" y="7276"/>
                  <a:pt x="2496045" y="7276"/>
                </a:cubicBezTo>
                <a:cubicBezTo>
                  <a:pt x="2501425" y="7276"/>
                  <a:pt x="2505014" y="9829"/>
                  <a:pt x="2509623" y="17237"/>
                </a:cubicBezTo>
                <a:cubicBezTo>
                  <a:pt x="2513724" y="23879"/>
                  <a:pt x="2516797" y="26436"/>
                  <a:pt x="2521152" y="26436"/>
                </a:cubicBezTo>
                <a:cubicBezTo>
                  <a:pt x="2527048" y="26436"/>
                  <a:pt x="2531915" y="21835"/>
                  <a:pt x="2531915" y="15959"/>
                </a:cubicBezTo>
                <a:cubicBezTo>
                  <a:pt x="2531915" y="6760"/>
                  <a:pt x="2520640" y="98"/>
                  <a:pt x="2505268" y="98"/>
                </a:cubicBezTo>
                <a:cubicBezTo>
                  <a:pt x="2489383" y="98"/>
                  <a:pt x="2475802" y="7018"/>
                  <a:pt x="2469140" y="18770"/>
                </a:cubicBezTo>
                <a:cubicBezTo>
                  <a:pt x="2462482" y="30013"/>
                  <a:pt x="2460429" y="39209"/>
                  <a:pt x="2460175" y="59648"/>
                </a:cubicBezTo>
                <a:lnTo>
                  <a:pt x="2439165" y="59648"/>
                </a:lnTo>
                <a:lnTo>
                  <a:pt x="2439165" y="67850"/>
                </a:lnTo>
                <a:lnTo>
                  <a:pt x="2460175" y="67850"/>
                </a:lnTo>
                <a:lnTo>
                  <a:pt x="2460175" y="148339"/>
                </a:lnTo>
                <a:cubicBezTo>
                  <a:pt x="2460175" y="167050"/>
                  <a:pt x="2457357" y="170127"/>
                  <a:pt x="2438907" y="171151"/>
                </a:cubicBezTo>
                <a:lnTo>
                  <a:pt x="2438907" y="174994"/>
                </a:lnTo>
                <a:lnTo>
                  <a:pt x="2505526" y="174994"/>
                </a:lnTo>
                <a:lnTo>
                  <a:pt x="2505526" y="171151"/>
                </a:lnTo>
                <a:cubicBezTo>
                  <a:pt x="2484516" y="170385"/>
                  <a:pt x="2481697" y="167566"/>
                  <a:pt x="2481697" y="148339"/>
                </a:cubicBezTo>
                <a:lnTo>
                  <a:pt x="2481697" y="67850"/>
                </a:lnTo>
                <a:lnTo>
                  <a:pt x="2512954" y="67850"/>
                </a:lnTo>
                <a:lnTo>
                  <a:pt x="2512954" y="59648"/>
                </a:lnTo>
                <a:close/>
                <a:moveTo>
                  <a:pt x="2583159" y="57146"/>
                </a:moveTo>
                <a:cubicBezTo>
                  <a:pt x="2549850" y="57146"/>
                  <a:pt x="2526534" y="81733"/>
                  <a:pt x="2526534" y="117067"/>
                </a:cubicBezTo>
                <a:cubicBezTo>
                  <a:pt x="2526534" y="151631"/>
                  <a:pt x="2550362" y="177497"/>
                  <a:pt x="2582643" y="177497"/>
                </a:cubicBezTo>
                <a:cubicBezTo>
                  <a:pt x="2614928" y="177497"/>
                  <a:pt x="2639523" y="150353"/>
                  <a:pt x="2639523" y="115018"/>
                </a:cubicBezTo>
                <a:cubicBezTo>
                  <a:pt x="2639523" y="81475"/>
                  <a:pt x="2615952" y="57146"/>
                  <a:pt x="2583159" y="57146"/>
                </a:cubicBezTo>
                <a:moveTo>
                  <a:pt x="2579828" y="64323"/>
                </a:moveTo>
                <a:cubicBezTo>
                  <a:pt x="2601350" y="64323"/>
                  <a:pt x="2616464" y="88903"/>
                  <a:pt x="2616464" y="123979"/>
                </a:cubicBezTo>
                <a:cubicBezTo>
                  <a:pt x="2616464" y="152913"/>
                  <a:pt x="2604935" y="170323"/>
                  <a:pt x="2585720" y="170323"/>
                </a:cubicBezTo>
                <a:cubicBezTo>
                  <a:pt x="2575727" y="170323"/>
                  <a:pt x="2566247" y="164181"/>
                  <a:pt x="2560867" y="153938"/>
                </a:cubicBezTo>
                <a:cubicBezTo>
                  <a:pt x="2553693" y="140622"/>
                  <a:pt x="2549592" y="122701"/>
                  <a:pt x="2549592" y="104521"/>
                </a:cubicBezTo>
                <a:cubicBezTo>
                  <a:pt x="2549592" y="80196"/>
                  <a:pt x="2561633" y="64323"/>
                  <a:pt x="2579828" y="64323"/>
                </a:cubicBezTo>
                <a:close/>
                <a:moveTo>
                  <a:pt x="2649004" y="75083"/>
                </a:moveTo>
                <a:cubicBezTo>
                  <a:pt x="2652593" y="74312"/>
                  <a:pt x="2654899" y="74054"/>
                  <a:pt x="2657972" y="74054"/>
                </a:cubicBezTo>
                <a:cubicBezTo>
                  <a:pt x="2664376" y="74054"/>
                  <a:pt x="2666683" y="78155"/>
                  <a:pt x="2666683" y="89427"/>
                </a:cubicBezTo>
                <a:lnTo>
                  <a:pt x="2666683" y="153476"/>
                </a:lnTo>
                <a:cubicBezTo>
                  <a:pt x="2666683" y="166284"/>
                  <a:pt x="2664888" y="168078"/>
                  <a:pt x="2648492" y="171151"/>
                </a:cubicBezTo>
                <a:lnTo>
                  <a:pt x="2648492" y="174994"/>
                </a:lnTo>
                <a:lnTo>
                  <a:pt x="2709985" y="174994"/>
                </a:lnTo>
                <a:lnTo>
                  <a:pt x="2709985" y="171151"/>
                </a:lnTo>
                <a:cubicBezTo>
                  <a:pt x="2692560" y="170385"/>
                  <a:pt x="2688205" y="166542"/>
                  <a:pt x="2688205" y="151940"/>
                </a:cubicBezTo>
                <a:lnTo>
                  <a:pt x="2688205" y="94294"/>
                </a:lnTo>
                <a:cubicBezTo>
                  <a:pt x="2688205" y="86096"/>
                  <a:pt x="2699222" y="73288"/>
                  <a:pt x="2706142" y="73288"/>
                </a:cubicBezTo>
                <a:cubicBezTo>
                  <a:pt x="2707678" y="73288"/>
                  <a:pt x="2709985" y="74570"/>
                  <a:pt x="2712803" y="77131"/>
                </a:cubicBezTo>
                <a:cubicBezTo>
                  <a:pt x="2716901" y="80716"/>
                  <a:pt x="2719719" y="82253"/>
                  <a:pt x="2723050" y="82253"/>
                </a:cubicBezTo>
                <a:cubicBezTo>
                  <a:pt x="2729200" y="82253"/>
                  <a:pt x="2733043" y="77897"/>
                  <a:pt x="2733043" y="70727"/>
                </a:cubicBezTo>
                <a:cubicBezTo>
                  <a:pt x="2733043" y="62271"/>
                  <a:pt x="2727664" y="57146"/>
                  <a:pt x="2718953" y="57146"/>
                </a:cubicBezTo>
                <a:cubicBezTo>
                  <a:pt x="2708190" y="57146"/>
                  <a:pt x="2700762" y="63041"/>
                  <a:pt x="2688205" y="81228"/>
                </a:cubicBezTo>
                <a:lnTo>
                  <a:pt x="2688205" y="57662"/>
                </a:lnTo>
                <a:lnTo>
                  <a:pt x="2686926" y="57146"/>
                </a:lnTo>
                <a:cubicBezTo>
                  <a:pt x="2673345" y="62783"/>
                  <a:pt x="2664122" y="66114"/>
                  <a:pt x="2649004" y="70981"/>
                </a:cubicBezTo>
                <a:lnTo>
                  <a:pt x="2649004" y="75083"/>
                </a:lnTo>
                <a:close/>
                <a:moveTo>
                  <a:pt x="2737400" y="73034"/>
                </a:moveTo>
                <a:cubicBezTo>
                  <a:pt x="2740731" y="72264"/>
                  <a:pt x="2742780" y="72010"/>
                  <a:pt x="2745598" y="72010"/>
                </a:cubicBezTo>
                <a:cubicBezTo>
                  <a:pt x="2752260" y="72010"/>
                  <a:pt x="2754567" y="76107"/>
                  <a:pt x="2754567" y="88402"/>
                </a:cubicBezTo>
                <a:lnTo>
                  <a:pt x="2754567" y="153218"/>
                </a:lnTo>
                <a:cubicBezTo>
                  <a:pt x="2754567" y="167054"/>
                  <a:pt x="2750978" y="170897"/>
                  <a:pt x="2736630" y="171151"/>
                </a:cubicBezTo>
                <a:lnTo>
                  <a:pt x="2736630" y="174994"/>
                </a:lnTo>
                <a:lnTo>
                  <a:pt x="2793510" y="174994"/>
                </a:lnTo>
                <a:lnTo>
                  <a:pt x="2793510" y="171151"/>
                </a:lnTo>
                <a:cubicBezTo>
                  <a:pt x="2779932" y="170639"/>
                  <a:pt x="2776089" y="167824"/>
                  <a:pt x="2776089" y="157832"/>
                </a:cubicBezTo>
                <a:lnTo>
                  <a:pt x="2776089" y="85587"/>
                </a:lnTo>
                <a:cubicBezTo>
                  <a:pt x="2776089" y="85075"/>
                  <a:pt x="2778137" y="82511"/>
                  <a:pt x="2779932" y="80720"/>
                </a:cubicBezTo>
                <a:cubicBezTo>
                  <a:pt x="2786336" y="74824"/>
                  <a:pt x="2797353" y="70469"/>
                  <a:pt x="2806321" y="70469"/>
                </a:cubicBezTo>
                <a:cubicBezTo>
                  <a:pt x="2817592" y="70469"/>
                  <a:pt x="2823230" y="79438"/>
                  <a:pt x="2823230" y="97371"/>
                </a:cubicBezTo>
                <a:lnTo>
                  <a:pt x="2823230" y="152964"/>
                </a:lnTo>
                <a:cubicBezTo>
                  <a:pt x="2823230" y="167312"/>
                  <a:pt x="2820411" y="170127"/>
                  <a:pt x="2805809" y="171151"/>
                </a:cubicBezTo>
                <a:lnTo>
                  <a:pt x="2805809" y="174994"/>
                </a:lnTo>
                <a:lnTo>
                  <a:pt x="2863201" y="174994"/>
                </a:lnTo>
                <a:lnTo>
                  <a:pt x="2863201" y="171151"/>
                </a:lnTo>
                <a:cubicBezTo>
                  <a:pt x="2848595" y="170897"/>
                  <a:pt x="2844752" y="166542"/>
                  <a:pt x="2844752" y="150658"/>
                </a:cubicBezTo>
                <a:lnTo>
                  <a:pt x="2844752" y="86100"/>
                </a:lnTo>
                <a:cubicBezTo>
                  <a:pt x="2852438" y="75083"/>
                  <a:pt x="2860894" y="70469"/>
                  <a:pt x="2872682" y="70469"/>
                </a:cubicBezTo>
                <a:cubicBezTo>
                  <a:pt x="2887284" y="70469"/>
                  <a:pt x="2891897" y="77389"/>
                  <a:pt x="2891897" y="98653"/>
                </a:cubicBezTo>
                <a:lnTo>
                  <a:pt x="2891897" y="152706"/>
                </a:lnTo>
                <a:cubicBezTo>
                  <a:pt x="2891897" y="167312"/>
                  <a:pt x="2889848" y="169361"/>
                  <a:pt x="2874988" y="171151"/>
                </a:cubicBezTo>
                <a:lnTo>
                  <a:pt x="2874988" y="174994"/>
                </a:lnTo>
                <a:lnTo>
                  <a:pt x="2931098" y="174994"/>
                </a:lnTo>
                <a:lnTo>
                  <a:pt x="2931098" y="171151"/>
                </a:lnTo>
                <a:lnTo>
                  <a:pt x="2924436" y="170639"/>
                </a:lnTo>
                <a:cubicBezTo>
                  <a:pt x="2916750" y="170127"/>
                  <a:pt x="2913419" y="165518"/>
                  <a:pt x="2913419" y="155525"/>
                </a:cubicBezTo>
                <a:lnTo>
                  <a:pt x="2913419" y="102750"/>
                </a:lnTo>
                <a:cubicBezTo>
                  <a:pt x="2913419" y="72522"/>
                  <a:pt x="2903426" y="57146"/>
                  <a:pt x="2883699" y="57146"/>
                </a:cubicBezTo>
                <a:cubicBezTo>
                  <a:pt x="2868838" y="57146"/>
                  <a:pt x="2855769" y="63807"/>
                  <a:pt x="2841933" y="78668"/>
                </a:cubicBezTo>
                <a:cubicBezTo>
                  <a:pt x="2837324" y="64065"/>
                  <a:pt x="2828613" y="57146"/>
                  <a:pt x="2814777" y="57146"/>
                </a:cubicBezTo>
                <a:cubicBezTo>
                  <a:pt x="2803502" y="57146"/>
                  <a:pt x="2796328" y="60735"/>
                  <a:pt x="2775061" y="76877"/>
                </a:cubicBezTo>
                <a:lnTo>
                  <a:pt x="2775061" y="57662"/>
                </a:lnTo>
                <a:lnTo>
                  <a:pt x="2773270" y="57146"/>
                </a:lnTo>
                <a:cubicBezTo>
                  <a:pt x="2760200" y="62017"/>
                  <a:pt x="2751490" y="64836"/>
                  <a:pt x="2737400" y="68679"/>
                </a:cubicBezTo>
                <a:lnTo>
                  <a:pt x="2737400" y="73034"/>
                </a:lnTo>
                <a:close/>
                <a:moveTo>
                  <a:pt x="3045111" y="158031"/>
                </a:moveTo>
                <a:cubicBezTo>
                  <a:pt x="3040756" y="161612"/>
                  <a:pt x="3037683" y="162894"/>
                  <a:pt x="3033840" y="162894"/>
                </a:cubicBezTo>
                <a:cubicBezTo>
                  <a:pt x="3027949" y="162894"/>
                  <a:pt x="3026154" y="159309"/>
                  <a:pt x="3026154" y="148046"/>
                </a:cubicBezTo>
                <a:lnTo>
                  <a:pt x="3026154" y="98117"/>
                </a:lnTo>
                <a:cubicBezTo>
                  <a:pt x="3026154" y="84802"/>
                  <a:pt x="3024872" y="77377"/>
                  <a:pt x="3021029" y="71232"/>
                </a:cubicBezTo>
                <a:cubicBezTo>
                  <a:pt x="3015391" y="62017"/>
                  <a:pt x="3004374" y="57146"/>
                  <a:pt x="2989260" y="57146"/>
                </a:cubicBezTo>
                <a:cubicBezTo>
                  <a:pt x="2965173" y="57146"/>
                  <a:pt x="2946216" y="69695"/>
                  <a:pt x="2946216" y="85826"/>
                </a:cubicBezTo>
                <a:cubicBezTo>
                  <a:pt x="2946216" y="91718"/>
                  <a:pt x="2951337" y="96835"/>
                  <a:pt x="2957233" y="96835"/>
                </a:cubicBezTo>
                <a:cubicBezTo>
                  <a:pt x="2963379" y="96835"/>
                  <a:pt x="2968762" y="91718"/>
                  <a:pt x="2968762" y="86084"/>
                </a:cubicBezTo>
                <a:cubicBezTo>
                  <a:pt x="2968762" y="85060"/>
                  <a:pt x="2968504" y="83777"/>
                  <a:pt x="2968250" y="81987"/>
                </a:cubicBezTo>
                <a:cubicBezTo>
                  <a:pt x="2967738" y="79684"/>
                  <a:pt x="2967480" y="77635"/>
                  <a:pt x="2967480" y="75841"/>
                </a:cubicBezTo>
                <a:cubicBezTo>
                  <a:pt x="2967480" y="68929"/>
                  <a:pt x="2975678" y="63295"/>
                  <a:pt x="2985929" y="63295"/>
                </a:cubicBezTo>
                <a:cubicBezTo>
                  <a:pt x="2998482" y="63295"/>
                  <a:pt x="3005398" y="70719"/>
                  <a:pt x="3005398" y="84547"/>
                </a:cubicBezTo>
                <a:lnTo>
                  <a:pt x="3005398" y="100166"/>
                </a:lnTo>
                <a:cubicBezTo>
                  <a:pt x="2965943" y="116039"/>
                  <a:pt x="2961588" y="118087"/>
                  <a:pt x="2950571" y="127818"/>
                </a:cubicBezTo>
                <a:cubicBezTo>
                  <a:pt x="2944934" y="132940"/>
                  <a:pt x="2941345" y="141642"/>
                  <a:pt x="2941345" y="150091"/>
                </a:cubicBezTo>
                <a:cubicBezTo>
                  <a:pt x="2941345" y="166225"/>
                  <a:pt x="2952620" y="177497"/>
                  <a:pt x="2968250" y="177497"/>
                </a:cubicBezTo>
                <a:cubicBezTo>
                  <a:pt x="2979521" y="177497"/>
                  <a:pt x="2990026" y="172117"/>
                  <a:pt x="3005656" y="158793"/>
                </a:cubicBezTo>
                <a:cubicBezTo>
                  <a:pt x="3006939" y="172117"/>
                  <a:pt x="3011548" y="177497"/>
                  <a:pt x="3022053" y="177497"/>
                </a:cubicBezTo>
                <a:cubicBezTo>
                  <a:pt x="3030763" y="177497"/>
                  <a:pt x="3036147" y="174424"/>
                  <a:pt x="3045111" y="164689"/>
                </a:cubicBezTo>
                <a:lnTo>
                  <a:pt x="3045111" y="158031"/>
                </a:lnTo>
                <a:moveTo>
                  <a:pt x="3005398" y="143421"/>
                </a:moveTo>
                <a:cubicBezTo>
                  <a:pt x="3005398" y="151365"/>
                  <a:pt x="3004120" y="153672"/>
                  <a:pt x="2998737" y="156745"/>
                </a:cubicBezTo>
                <a:cubicBezTo>
                  <a:pt x="2992591" y="160334"/>
                  <a:pt x="2985417" y="162636"/>
                  <a:pt x="2980033" y="162636"/>
                </a:cubicBezTo>
                <a:cubicBezTo>
                  <a:pt x="2971069" y="162636"/>
                  <a:pt x="2963895" y="153926"/>
                  <a:pt x="2963895" y="142909"/>
                </a:cubicBezTo>
                <a:lnTo>
                  <a:pt x="2963895" y="141885"/>
                </a:lnTo>
                <a:cubicBezTo>
                  <a:pt x="2963895" y="126766"/>
                  <a:pt x="2974396" y="117544"/>
                  <a:pt x="3005398" y="106269"/>
                </a:cubicBezTo>
                <a:lnTo>
                  <a:pt x="3005398" y="143421"/>
                </a:lnTo>
                <a:close/>
                <a:moveTo>
                  <a:pt x="3049724" y="73034"/>
                </a:moveTo>
                <a:cubicBezTo>
                  <a:pt x="3051261" y="72264"/>
                  <a:pt x="3053825" y="72010"/>
                  <a:pt x="3056644" y="72010"/>
                </a:cubicBezTo>
                <a:cubicBezTo>
                  <a:pt x="3063818" y="72010"/>
                  <a:pt x="3066121" y="75853"/>
                  <a:pt x="3066121" y="88402"/>
                </a:cubicBezTo>
                <a:lnTo>
                  <a:pt x="3066121" y="151940"/>
                </a:lnTo>
                <a:cubicBezTo>
                  <a:pt x="3066121" y="166542"/>
                  <a:pt x="3063302" y="170127"/>
                  <a:pt x="3050236" y="171151"/>
                </a:cubicBezTo>
                <a:lnTo>
                  <a:pt x="3050236" y="174994"/>
                </a:lnTo>
                <a:lnTo>
                  <a:pt x="3104555" y="174994"/>
                </a:lnTo>
                <a:lnTo>
                  <a:pt x="3104555" y="171151"/>
                </a:lnTo>
                <a:cubicBezTo>
                  <a:pt x="3091486" y="170127"/>
                  <a:pt x="3087643" y="167054"/>
                  <a:pt x="3087643" y="157832"/>
                </a:cubicBezTo>
                <a:lnTo>
                  <a:pt x="3087643" y="85842"/>
                </a:lnTo>
                <a:cubicBezTo>
                  <a:pt x="3099942" y="74312"/>
                  <a:pt x="3105580" y="71239"/>
                  <a:pt x="3114036" y="71239"/>
                </a:cubicBezTo>
                <a:cubicBezTo>
                  <a:pt x="3126589" y="71239"/>
                  <a:pt x="3132739" y="79180"/>
                  <a:pt x="3132739" y="96088"/>
                </a:cubicBezTo>
                <a:lnTo>
                  <a:pt x="3132739" y="149633"/>
                </a:lnTo>
                <a:cubicBezTo>
                  <a:pt x="3132739" y="165772"/>
                  <a:pt x="3129408" y="170127"/>
                  <a:pt x="3116597" y="171151"/>
                </a:cubicBezTo>
                <a:lnTo>
                  <a:pt x="3116597" y="174994"/>
                </a:lnTo>
                <a:lnTo>
                  <a:pt x="3169891" y="174994"/>
                </a:lnTo>
                <a:lnTo>
                  <a:pt x="3169891" y="171151"/>
                </a:lnTo>
                <a:cubicBezTo>
                  <a:pt x="3157334" y="169873"/>
                  <a:pt x="3154261" y="166796"/>
                  <a:pt x="3154261" y="154247"/>
                </a:cubicBezTo>
                <a:lnTo>
                  <a:pt x="3154261" y="95576"/>
                </a:lnTo>
                <a:cubicBezTo>
                  <a:pt x="3154261" y="71497"/>
                  <a:pt x="3142986" y="57146"/>
                  <a:pt x="3124029" y="57146"/>
                </a:cubicBezTo>
                <a:cubicBezTo>
                  <a:pt x="3112241" y="57146"/>
                  <a:pt x="3104297" y="61505"/>
                  <a:pt x="3086876" y="77901"/>
                </a:cubicBezTo>
                <a:lnTo>
                  <a:pt x="3086876" y="57662"/>
                </a:lnTo>
                <a:lnTo>
                  <a:pt x="3085082" y="57146"/>
                </a:lnTo>
                <a:cubicBezTo>
                  <a:pt x="3072528" y="61759"/>
                  <a:pt x="3063818" y="64578"/>
                  <a:pt x="3049724" y="68679"/>
                </a:cubicBezTo>
                <a:lnTo>
                  <a:pt x="3049724" y="73034"/>
                </a:lnTo>
                <a:close/>
                <a:moveTo>
                  <a:pt x="3275708" y="134984"/>
                </a:moveTo>
                <a:cubicBezTo>
                  <a:pt x="3263408" y="152906"/>
                  <a:pt x="3254186" y="159051"/>
                  <a:pt x="3239580" y="159051"/>
                </a:cubicBezTo>
                <a:cubicBezTo>
                  <a:pt x="3216263" y="159051"/>
                  <a:pt x="3199867" y="138569"/>
                  <a:pt x="3199867" y="109127"/>
                </a:cubicBezTo>
                <a:cubicBezTo>
                  <a:pt x="3199867" y="82757"/>
                  <a:pt x="3213960" y="64578"/>
                  <a:pt x="3234712" y="64578"/>
                </a:cubicBezTo>
                <a:cubicBezTo>
                  <a:pt x="3243935" y="64578"/>
                  <a:pt x="3247266" y="67392"/>
                  <a:pt x="3249830" y="76865"/>
                </a:cubicBezTo>
                <a:lnTo>
                  <a:pt x="3251367" y="82499"/>
                </a:lnTo>
                <a:cubicBezTo>
                  <a:pt x="3253415" y="89669"/>
                  <a:pt x="3258029" y="94278"/>
                  <a:pt x="3263408" y="94278"/>
                </a:cubicBezTo>
                <a:cubicBezTo>
                  <a:pt x="3270070" y="94278"/>
                  <a:pt x="3275708" y="89411"/>
                  <a:pt x="3275708" y="83523"/>
                </a:cubicBezTo>
                <a:cubicBezTo>
                  <a:pt x="3275708" y="69187"/>
                  <a:pt x="3257771" y="57146"/>
                  <a:pt x="3236249" y="57146"/>
                </a:cubicBezTo>
                <a:cubicBezTo>
                  <a:pt x="3223695" y="57146"/>
                  <a:pt x="3210630" y="62271"/>
                  <a:pt x="3200125" y="71490"/>
                </a:cubicBezTo>
                <a:cubicBezTo>
                  <a:pt x="3187313" y="82757"/>
                  <a:pt x="3180139" y="100166"/>
                  <a:pt x="3180139" y="120390"/>
                </a:cubicBezTo>
                <a:cubicBezTo>
                  <a:pt x="3180139" y="153676"/>
                  <a:pt x="3200379" y="177497"/>
                  <a:pt x="3228821" y="177497"/>
                </a:cubicBezTo>
                <a:cubicBezTo>
                  <a:pt x="3240350" y="177497"/>
                  <a:pt x="3250597" y="173399"/>
                  <a:pt x="3259823" y="165455"/>
                </a:cubicBezTo>
                <a:cubicBezTo>
                  <a:pt x="3266739" y="159305"/>
                  <a:pt x="3271606" y="152393"/>
                  <a:pt x="3279293" y="137287"/>
                </a:cubicBezTo>
                <a:lnTo>
                  <a:pt x="3275708" y="134984"/>
                </a:lnTo>
                <a:close/>
                <a:moveTo>
                  <a:pt x="3392027" y="132904"/>
                </a:moveTo>
                <a:cubicBezTo>
                  <a:pt x="3379732" y="152386"/>
                  <a:pt x="3368711" y="159822"/>
                  <a:pt x="3352314" y="159822"/>
                </a:cubicBezTo>
                <a:cubicBezTo>
                  <a:pt x="3337712" y="159822"/>
                  <a:pt x="3326695" y="152386"/>
                  <a:pt x="3319263" y="137776"/>
                </a:cubicBezTo>
                <a:cubicBezTo>
                  <a:pt x="3314650" y="128033"/>
                  <a:pt x="3312859" y="119573"/>
                  <a:pt x="3312347" y="103935"/>
                </a:cubicBezTo>
                <a:lnTo>
                  <a:pt x="3391261" y="103935"/>
                </a:lnTo>
                <a:cubicBezTo>
                  <a:pt x="3389209" y="87312"/>
                  <a:pt x="3386648" y="79907"/>
                  <a:pt x="3380244" y="71736"/>
                </a:cubicBezTo>
                <a:cubicBezTo>
                  <a:pt x="3372554" y="62529"/>
                  <a:pt x="3360771" y="57146"/>
                  <a:pt x="3347447" y="57146"/>
                </a:cubicBezTo>
                <a:cubicBezTo>
                  <a:pt x="3334635" y="57146"/>
                  <a:pt x="3322594" y="61759"/>
                  <a:pt x="3312859" y="70458"/>
                </a:cubicBezTo>
                <a:cubicBezTo>
                  <a:pt x="3300814" y="80927"/>
                  <a:pt x="3293898" y="99067"/>
                  <a:pt x="3293898" y="120085"/>
                </a:cubicBezTo>
                <a:cubicBezTo>
                  <a:pt x="3293898" y="155462"/>
                  <a:pt x="3312347" y="177497"/>
                  <a:pt x="3341809" y="177497"/>
                </a:cubicBezTo>
                <a:cubicBezTo>
                  <a:pt x="3366150" y="177497"/>
                  <a:pt x="3385366" y="162382"/>
                  <a:pt x="3396128" y="134699"/>
                </a:cubicBezTo>
                <a:lnTo>
                  <a:pt x="3392027" y="132904"/>
                </a:lnTo>
                <a:moveTo>
                  <a:pt x="3312859" y="95737"/>
                </a:moveTo>
                <a:cubicBezTo>
                  <a:pt x="3315674" y="75821"/>
                  <a:pt x="3324389" y="66372"/>
                  <a:pt x="3340015" y="66372"/>
                </a:cubicBezTo>
                <a:cubicBezTo>
                  <a:pt x="3355645" y="66372"/>
                  <a:pt x="3361795" y="73523"/>
                  <a:pt x="3365126" y="95737"/>
                </a:cubicBezTo>
                <a:lnTo>
                  <a:pt x="3312859" y="95737"/>
                </a:lnTo>
                <a:close/>
                <a:moveTo>
                  <a:pt x="3579066" y="177497"/>
                </a:moveTo>
                <a:lnTo>
                  <a:pt x="3616730" y="164177"/>
                </a:lnTo>
                <a:lnTo>
                  <a:pt x="3616730" y="160080"/>
                </a:lnTo>
                <a:cubicBezTo>
                  <a:pt x="3612117" y="160334"/>
                  <a:pt x="3611605" y="160334"/>
                  <a:pt x="3610834" y="160334"/>
                </a:cubicBezTo>
                <a:cubicBezTo>
                  <a:pt x="3601612" y="160334"/>
                  <a:pt x="3599563" y="157519"/>
                  <a:pt x="3599563" y="145739"/>
                </a:cubicBezTo>
                <a:lnTo>
                  <a:pt x="3599563" y="524"/>
                </a:lnTo>
                <a:lnTo>
                  <a:pt x="3598281" y="12"/>
                </a:lnTo>
                <a:cubicBezTo>
                  <a:pt x="3585982" y="4367"/>
                  <a:pt x="3577017" y="6928"/>
                  <a:pt x="3560617" y="11287"/>
                </a:cubicBezTo>
                <a:lnTo>
                  <a:pt x="3560617" y="15384"/>
                </a:lnTo>
                <a:cubicBezTo>
                  <a:pt x="3562669" y="15130"/>
                  <a:pt x="3564206" y="15130"/>
                  <a:pt x="3566254" y="15130"/>
                </a:cubicBezTo>
                <a:cubicBezTo>
                  <a:pt x="3575735" y="15130"/>
                  <a:pt x="3578041" y="17691"/>
                  <a:pt x="3578041" y="28196"/>
                </a:cubicBezTo>
                <a:lnTo>
                  <a:pt x="3578041" y="68163"/>
                </a:lnTo>
                <a:cubicBezTo>
                  <a:pt x="3568303" y="59964"/>
                  <a:pt x="3561387" y="57146"/>
                  <a:pt x="3551136" y="57146"/>
                </a:cubicBezTo>
                <a:cubicBezTo>
                  <a:pt x="3521674" y="57146"/>
                  <a:pt x="3497845" y="86084"/>
                  <a:pt x="3497845" y="122443"/>
                </a:cubicBezTo>
                <a:cubicBezTo>
                  <a:pt x="3497845" y="155212"/>
                  <a:pt x="3517061" y="177497"/>
                  <a:pt x="3545244" y="177497"/>
                </a:cubicBezTo>
                <a:cubicBezTo>
                  <a:pt x="3559592" y="177497"/>
                  <a:pt x="3569331" y="172375"/>
                  <a:pt x="3578041" y="160334"/>
                </a:cubicBezTo>
                <a:lnTo>
                  <a:pt x="3578041" y="176730"/>
                </a:lnTo>
                <a:lnTo>
                  <a:pt x="3579066" y="177497"/>
                </a:lnTo>
                <a:moveTo>
                  <a:pt x="3578041" y="148812"/>
                </a:moveTo>
                <a:cubicBezTo>
                  <a:pt x="3578041" y="150607"/>
                  <a:pt x="3576247" y="153680"/>
                  <a:pt x="3573686" y="156495"/>
                </a:cubicBezTo>
                <a:cubicBezTo>
                  <a:pt x="3569073" y="161616"/>
                  <a:pt x="3562669" y="164177"/>
                  <a:pt x="3555237" y="164177"/>
                </a:cubicBezTo>
                <a:cubicBezTo>
                  <a:pt x="3533973" y="164177"/>
                  <a:pt x="3519879" y="143691"/>
                  <a:pt x="3519879" y="112200"/>
                </a:cubicBezTo>
                <a:cubicBezTo>
                  <a:pt x="3519879" y="83269"/>
                  <a:pt x="3532433" y="64323"/>
                  <a:pt x="3551906" y="64323"/>
                </a:cubicBezTo>
                <a:cubicBezTo>
                  <a:pt x="3565488" y="64323"/>
                  <a:pt x="3578041" y="76353"/>
                  <a:pt x="3578041" y="89923"/>
                </a:cubicBezTo>
                <a:lnTo>
                  <a:pt x="3578041" y="148812"/>
                </a:lnTo>
                <a:close/>
                <a:moveTo>
                  <a:pt x="3723570" y="132904"/>
                </a:moveTo>
                <a:cubicBezTo>
                  <a:pt x="3711274" y="152386"/>
                  <a:pt x="3700254" y="159822"/>
                  <a:pt x="3683857" y="159822"/>
                </a:cubicBezTo>
                <a:cubicBezTo>
                  <a:pt x="3669255" y="159822"/>
                  <a:pt x="3658238" y="152386"/>
                  <a:pt x="3650806" y="137776"/>
                </a:cubicBezTo>
                <a:cubicBezTo>
                  <a:pt x="3646193" y="128033"/>
                  <a:pt x="3644402" y="119573"/>
                  <a:pt x="3643890" y="103935"/>
                </a:cubicBezTo>
                <a:lnTo>
                  <a:pt x="3722804" y="103935"/>
                </a:lnTo>
                <a:cubicBezTo>
                  <a:pt x="3720751" y="87312"/>
                  <a:pt x="3718190" y="79907"/>
                  <a:pt x="3711787" y="71736"/>
                </a:cubicBezTo>
                <a:cubicBezTo>
                  <a:pt x="3704097" y="62529"/>
                  <a:pt x="3692313" y="57146"/>
                  <a:pt x="3678990" y="57146"/>
                </a:cubicBezTo>
                <a:cubicBezTo>
                  <a:pt x="3666178" y="57146"/>
                  <a:pt x="3654137" y="61759"/>
                  <a:pt x="3644402" y="70458"/>
                </a:cubicBezTo>
                <a:cubicBezTo>
                  <a:pt x="3632357" y="80927"/>
                  <a:pt x="3625441" y="99067"/>
                  <a:pt x="3625441" y="120085"/>
                </a:cubicBezTo>
                <a:cubicBezTo>
                  <a:pt x="3625441" y="155462"/>
                  <a:pt x="3643890" y="177497"/>
                  <a:pt x="3673352" y="177497"/>
                </a:cubicBezTo>
                <a:cubicBezTo>
                  <a:pt x="3697693" y="177497"/>
                  <a:pt x="3716908" y="162382"/>
                  <a:pt x="3727671" y="134699"/>
                </a:cubicBezTo>
                <a:lnTo>
                  <a:pt x="3723570" y="132904"/>
                </a:lnTo>
                <a:moveTo>
                  <a:pt x="3644402" y="95737"/>
                </a:moveTo>
                <a:cubicBezTo>
                  <a:pt x="3647217" y="75821"/>
                  <a:pt x="3655931" y="66372"/>
                  <a:pt x="3671558" y="66372"/>
                </a:cubicBezTo>
                <a:cubicBezTo>
                  <a:pt x="3687188" y="66372"/>
                  <a:pt x="3693338" y="73523"/>
                  <a:pt x="3696668" y="95737"/>
                </a:cubicBezTo>
                <a:lnTo>
                  <a:pt x="3644402" y="95737"/>
                </a:lnTo>
                <a:close/>
                <a:moveTo>
                  <a:pt x="3848603" y="59648"/>
                </a:moveTo>
                <a:lnTo>
                  <a:pt x="3812991" y="59648"/>
                </a:lnTo>
                <a:lnTo>
                  <a:pt x="3812991" y="63495"/>
                </a:lnTo>
                <a:cubicBezTo>
                  <a:pt x="3821189" y="64261"/>
                  <a:pt x="3825033" y="66822"/>
                  <a:pt x="3825033" y="71689"/>
                </a:cubicBezTo>
                <a:cubicBezTo>
                  <a:pt x="3825033" y="74250"/>
                  <a:pt x="3824520" y="76811"/>
                  <a:pt x="3823496" y="79375"/>
                </a:cubicBezTo>
                <a:lnTo>
                  <a:pt x="3798131" y="145712"/>
                </a:lnTo>
                <a:lnTo>
                  <a:pt x="3771996" y="80141"/>
                </a:lnTo>
                <a:cubicBezTo>
                  <a:pt x="3770459" y="76556"/>
                  <a:pt x="3769689" y="72971"/>
                  <a:pt x="3769689" y="70665"/>
                </a:cubicBezTo>
                <a:cubicBezTo>
                  <a:pt x="3769689" y="66055"/>
                  <a:pt x="3772508" y="64261"/>
                  <a:pt x="3781476" y="63495"/>
                </a:cubicBezTo>
                <a:lnTo>
                  <a:pt x="3781476" y="59648"/>
                </a:lnTo>
                <a:lnTo>
                  <a:pt x="3731259" y="59648"/>
                </a:lnTo>
                <a:lnTo>
                  <a:pt x="3731259" y="63495"/>
                </a:lnTo>
                <a:cubicBezTo>
                  <a:pt x="3740993" y="64007"/>
                  <a:pt x="3742788" y="66568"/>
                  <a:pt x="3754571" y="92949"/>
                </a:cubicBezTo>
                <a:lnTo>
                  <a:pt x="3785320" y="166460"/>
                </a:lnTo>
                <a:cubicBezTo>
                  <a:pt x="3785832" y="167996"/>
                  <a:pt x="3786598" y="169791"/>
                  <a:pt x="3787368" y="171839"/>
                </a:cubicBezTo>
                <a:cubicBezTo>
                  <a:pt x="3788905" y="176449"/>
                  <a:pt x="3790445" y="178497"/>
                  <a:pt x="3791981" y="178497"/>
                </a:cubicBezTo>
                <a:cubicBezTo>
                  <a:pt x="3793518" y="178497"/>
                  <a:pt x="3795312" y="175170"/>
                  <a:pt x="3799155" y="165690"/>
                </a:cubicBezTo>
                <a:lnTo>
                  <a:pt x="3831949" y="83472"/>
                </a:lnTo>
                <a:cubicBezTo>
                  <a:pt x="3839381" y="66055"/>
                  <a:pt x="3840917" y="64261"/>
                  <a:pt x="3848603" y="63495"/>
                </a:cubicBezTo>
                <a:lnTo>
                  <a:pt x="3848603" y="59648"/>
                </a:lnTo>
                <a:close/>
                <a:moveTo>
                  <a:pt x="3899333" y="57146"/>
                </a:moveTo>
                <a:lnTo>
                  <a:pt x="3859620" y="71157"/>
                </a:lnTo>
                <a:lnTo>
                  <a:pt x="3859620" y="75004"/>
                </a:lnTo>
                <a:lnTo>
                  <a:pt x="3861672" y="74746"/>
                </a:lnTo>
                <a:cubicBezTo>
                  <a:pt x="3864745" y="74234"/>
                  <a:pt x="3868076" y="73976"/>
                  <a:pt x="3870383" y="73976"/>
                </a:cubicBezTo>
                <a:cubicBezTo>
                  <a:pt x="3876532" y="73976"/>
                  <a:pt x="3878835" y="78077"/>
                  <a:pt x="3878835" y="89360"/>
                </a:cubicBezTo>
                <a:lnTo>
                  <a:pt x="3878835" y="148847"/>
                </a:lnTo>
                <a:cubicBezTo>
                  <a:pt x="3878835" y="167308"/>
                  <a:pt x="3876274" y="170127"/>
                  <a:pt x="3858596" y="171151"/>
                </a:cubicBezTo>
                <a:lnTo>
                  <a:pt x="3858596" y="174994"/>
                </a:lnTo>
                <a:lnTo>
                  <a:pt x="3919318" y="174994"/>
                </a:lnTo>
                <a:lnTo>
                  <a:pt x="3919318" y="171151"/>
                </a:lnTo>
                <a:cubicBezTo>
                  <a:pt x="3902410" y="169873"/>
                  <a:pt x="3900357" y="167308"/>
                  <a:pt x="3900357" y="148847"/>
                </a:cubicBezTo>
                <a:lnTo>
                  <a:pt x="3900357" y="57916"/>
                </a:lnTo>
                <a:lnTo>
                  <a:pt x="3899333" y="57146"/>
                </a:lnTo>
                <a:moveTo>
                  <a:pt x="3887292" y="98"/>
                </a:moveTo>
                <a:cubicBezTo>
                  <a:pt x="3880376" y="98"/>
                  <a:pt x="3874480" y="5993"/>
                  <a:pt x="3874480" y="13167"/>
                </a:cubicBezTo>
                <a:cubicBezTo>
                  <a:pt x="3874480" y="20341"/>
                  <a:pt x="3880118" y="26233"/>
                  <a:pt x="3887292" y="26233"/>
                </a:cubicBezTo>
                <a:cubicBezTo>
                  <a:pt x="3894724" y="26233"/>
                  <a:pt x="3900615" y="20595"/>
                  <a:pt x="3900615" y="13167"/>
                </a:cubicBezTo>
                <a:cubicBezTo>
                  <a:pt x="3900615" y="5993"/>
                  <a:pt x="3894724" y="98"/>
                  <a:pt x="3887292" y="98"/>
                </a:cubicBezTo>
                <a:close/>
                <a:moveTo>
                  <a:pt x="4038969" y="158031"/>
                </a:moveTo>
                <a:cubicBezTo>
                  <a:pt x="4034614" y="161612"/>
                  <a:pt x="4031541" y="162894"/>
                  <a:pt x="4027698" y="162894"/>
                </a:cubicBezTo>
                <a:cubicBezTo>
                  <a:pt x="4021806" y="162894"/>
                  <a:pt x="4020012" y="159309"/>
                  <a:pt x="4020012" y="148046"/>
                </a:cubicBezTo>
                <a:lnTo>
                  <a:pt x="4020012" y="98117"/>
                </a:lnTo>
                <a:cubicBezTo>
                  <a:pt x="4020012" y="84802"/>
                  <a:pt x="4018729" y="77377"/>
                  <a:pt x="4014886" y="71232"/>
                </a:cubicBezTo>
                <a:cubicBezTo>
                  <a:pt x="4009249" y="62017"/>
                  <a:pt x="3998232" y="57146"/>
                  <a:pt x="3983117" y="57146"/>
                </a:cubicBezTo>
                <a:cubicBezTo>
                  <a:pt x="3959031" y="57146"/>
                  <a:pt x="3940074" y="69695"/>
                  <a:pt x="3940074" y="85826"/>
                </a:cubicBezTo>
                <a:cubicBezTo>
                  <a:pt x="3940074" y="91718"/>
                  <a:pt x="3945195" y="96835"/>
                  <a:pt x="3951091" y="96835"/>
                </a:cubicBezTo>
                <a:cubicBezTo>
                  <a:pt x="3957236" y="96835"/>
                  <a:pt x="3962620" y="91718"/>
                  <a:pt x="3962620" y="86084"/>
                </a:cubicBezTo>
                <a:cubicBezTo>
                  <a:pt x="3962620" y="85060"/>
                  <a:pt x="3962362" y="83777"/>
                  <a:pt x="3962108" y="81987"/>
                </a:cubicBezTo>
                <a:cubicBezTo>
                  <a:pt x="3961596" y="79684"/>
                  <a:pt x="3961337" y="77635"/>
                  <a:pt x="3961337" y="75841"/>
                </a:cubicBezTo>
                <a:cubicBezTo>
                  <a:pt x="3961337" y="68929"/>
                  <a:pt x="3969536" y="63295"/>
                  <a:pt x="3979787" y="63295"/>
                </a:cubicBezTo>
                <a:cubicBezTo>
                  <a:pt x="3992340" y="63295"/>
                  <a:pt x="3999256" y="70719"/>
                  <a:pt x="3999256" y="84547"/>
                </a:cubicBezTo>
                <a:lnTo>
                  <a:pt x="3999256" y="100166"/>
                </a:lnTo>
                <a:cubicBezTo>
                  <a:pt x="3959801" y="116039"/>
                  <a:pt x="3955446" y="118087"/>
                  <a:pt x="3944429" y="127818"/>
                </a:cubicBezTo>
                <a:cubicBezTo>
                  <a:pt x="3938791" y="132940"/>
                  <a:pt x="3935202" y="141642"/>
                  <a:pt x="3935202" y="150091"/>
                </a:cubicBezTo>
                <a:cubicBezTo>
                  <a:pt x="3935202" y="166225"/>
                  <a:pt x="3946477" y="177497"/>
                  <a:pt x="3962108" y="177497"/>
                </a:cubicBezTo>
                <a:cubicBezTo>
                  <a:pt x="3973379" y="177497"/>
                  <a:pt x="3983884" y="172117"/>
                  <a:pt x="3999514" y="158793"/>
                </a:cubicBezTo>
                <a:cubicBezTo>
                  <a:pt x="4000796" y="172117"/>
                  <a:pt x="4005406" y="177497"/>
                  <a:pt x="4015911" y="177497"/>
                </a:cubicBezTo>
                <a:cubicBezTo>
                  <a:pt x="4024621" y="177497"/>
                  <a:pt x="4030004" y="174424"/>
                  <a:pt x="4038969" y="164689"/>
                </a:cubicBezTo>
                <a:lnTo>
                  <a:pt x="4038969" y="158031"/>
                </a:lnTo>
                <a:moveTo>
                  <a:pt x="3999256" y="143421"/>
                </a:moveTo>
                <a:cubicBezTo>
                  <a:pt x="3999256" y="151365"/>
                  <a:pt x="3997978" y="153672"/>
                  <a:pt x="3992594" y="156745"/>
                </a:cubicBezTo>
                <a:cubicBezTo>
                  <a:pt x="3986448" y="160334"/>
                  <a:pt x="3979274" y="162636"/>
                  <a:pt x="3973891" y="162636"/>
                </a:cubicBezTo>
                <a:cubicBezTo>
                  <a:pt x="3964926" y="162636"/>
                  <a:pt x="3957752" y="153926"/>
                  <a:pt x="3957752" y="142909"/>
                </a:cubicBezTo>
                <a:lnTo>
                  <a:pt x="3957752" y="141885"/>
                </a:lnTo>
                <a:cubicBezTo>
                  <a:pt x="3957752" y="126766"/>
                  <a:pt x="3968253" y="117544"/>
                  <a:pt x="3999256" y="106269"/>
                </a:cubicBezTo>
                <a:lnTo>
                  <a:pt x="3999256" y="143421"/>
                </a:lnTo>
                <a:close/>
                <a:moveTo>
                  <a:pt x="4104817" y="59648"/>
                </a:moveTo>
                <a:lnTo>
                  <a:pt x="4078940" y="59648"/>
                </a:lnTo>
                <a:lnTo>
                  <a:pt x="4078940" y="29927"/>
                </a:lnTo>
                <a:cubicBezTo>
                  <a:pt x="4078940" y="27367"/>
                  <a:pt x="4078686" y="26597"/>
                  <a:pt x="4077145" y="26597"/>
                </a:cubicBezTo>
                <a:cubicBezTo>
                  <a:pt x="4075355" y="28903"/>
                  <a:pt x="4073815" y="31210"/>
                  <a:pt x="4072024" y="33771"/>
                </a:cubicBezTo>
                <a:cubicBezTo>
                  <a:pt x="4062285" y="47864"/>
                  <a:pt x="4051268" y="60164"/>
                  <a:pt x="4047171" y="61188"/>
                </a:cubicBezTo>
                <a:cubicBezTo>
                  <a:pt x="4044352" y="62979"/>
                  <a:pt x="4042812" y="64773"/>
                  <a:pt x="4042812" y="66055"/>
                </a:cubicBezTo>
                <a:cubicBezTo>
                  <a:pt x="4042812" y="66826"/>
                  <a:pt x="4043070" y="67338"/>
                  <a:pt x="4043840" y="67850"/>
                </a:cubicBezTo>
                <a:lnTo>
                  <a:pt x="4057418" y="67850"/>
                </a:lnTo>
                <a:lnTo>
                  <a:pt x="4057418" y="144961"/>
                </a:lnTo>
                <a:cubicBezTo>
                  <a:pt x="4057418" y="166479"/>
                  <a:pt x="4065104" y="177497"/>
                  <a:pt x="4080222" y="177497"/>
                </a:cubicBezTo>
                <a:cubicBezTo>
                  <a:pt x="4092776" y="177497"/>
                  <a:pt x="4102510" y="171351"/>
                  <a:pt x="4110967" y="158027"/>
                </a:cubicBezTo>
                <a:lnTo>
                  <a:pt x="4107636" y="155208"/>
                </a:lnTo>
                <a:cubicBezTo>
                  <a:pt x="4102256" y="161612"/>
                  <a:pt x="4097901" y="164177"/>
                  <a:pt x="4092264" y="164177"/>
                </a:cubicBezTo>
                <a:cubicBezTo>
                  <a:pt x="4082783" y="164177"/>
                  <a:pt x="4078940" y="157257"/>
                  <a:pt x="4078940" y="141118"/>
                </a:cubicBezTo>
                <a:lnTo>
                  <a:pt x="4078940" y="67850"/>
                </a:lnTo>
                <a:lnTo>
                  <a:pt x="4104817" y="67850"/>
                </a:lnTo>
                <a:lnTo>
                  <a:pt x="4104817" y="59648"/>
                </a:lnTo>
                <a:close/>
                <a:moveTo>
                  <a:pt x="4155547" y="57146"/>
                </a:moveTo>
                <a:lnTo>
                  <a:pt x="4115834" y="71157"/>
                </a:lnTo>
                <a:lnTo>
                  <a:pt x="4115834" y="75004"/>
                </a:lnTo>
                <a:lnTo>
                  <a:pt x="4117886" y="74746"/>
                </a:lnTo>
                <a:cubicBezTo>
                  <a:pt x="4120959" y="74234"/>
                  <a:pt x="4124290" y="73976"/>
                  <a:pt x="4126597" y="73976"/>
                </a:cubicBezTo>
                <a:cubicBezTo>
                  <a:pt x="4132747" y="73976"/>
                  <a:pt x="4135049" y="78077"/>
                  <a:pt x="4135049" y="89360"/>
                </a:cubicBezTo>
                <a:lnTo>
                  <a:pt x="4135049" y="148847"/>
                </a:lnTo>
                <a:cubicBezTo>
                  <a:pt x="4135049" y="167308"/>
                  <a:pt x="4132488" y="170127"/>
                  <a:pt x="4114810" y="171151"/>
                </a:cubicBezTo>
                <a:lnTo>
                  <a:pt x="4114810" y="174994"/>
                </a:lnTo>
                <a:lnTo>
                  <a:pt x="4175532" y="174994"/>
                </a:lnTo>
                <a:lnTo>
                  <a:pt x="4175532" y="171151"/>
                </a:lnTo>
                <a:cubicBezTo>
                  <a:pt x="4158624" y="169873"/>
                  <a:pt x="4156571" y="167308"/>
                  <a:pt x="4156571" y="148847"/>
                </a:cubicBezTo>
                <a:lnTo>
                  <a:pt x="4156571" y="57916"/>
                </a:lnTo>
                <a:lnTo>
                  <a:pt x="4155547" y="57146"/>
                </a:lnTo>
                <a:moveTo>
                  <a:pt x="4143506" y="98"/>
                </a:moveTo>
                <a:cubicBezTo>
                  <a:pt x="4136590" y="98"/>
                  <a:pt x="4130694" y="5993"/>
                  <a:pt x="4130694" y="13167"/>
                </a:cubicBezTo>
                <a:cubicBezTo>
                  <a:pt x="4130694" y="20341"/>
                  <a:pt x="4136332" y="26233"/>
                  <a:pt x="4143506" y="26233"/>
                </a:cubicBezTo>
                <a:cubicBezTo>
                  <a:pt x="4150938" y="26233"/>
                  <a:pt x="4156829" y="20595"/>
                  <a:pt x="4156829" y="13167"/>
                </a:cubicBezTo>
                <a:cubicBezTo>
                  <a:pt x="4156829" y="5993"/>
                  <a:pt x="4150938" y="98"/>
                  <a:pt x="4143506" y="98"/>
                </a:cubicBezTo>
                <a:close/>
                <a:moveTo>
                  <a:pt x="4245993" y="57146"/>
                </a:moveTo>
                <a:cubicBezTo>
                  <a:pt x="4212684" y="57146"/>
                  <a:pt x="4189368" y="81733"/>
                  <a:pt x="4189368" y="117067"/>
                </a:cubicBezTo>
                <a:cubicBezTo>
                  <a:pt x="4189368" y="151631"/>
                  <a:pt x="4213196" y="177497"/>
                  <a:pt x="4245477" y="177497"/>
                </a:cubicBezTo>
                <a:cubicBezTo>
                  <a:pt x="4277762" y="177497"/>
                  <a:pt x="4302357" y="150353"/>
                  <a:pt x="4302357" y="115018"/>
                </a:cubicBezTo>
                <a:cubicBezTo>
                  <a:pt x="4302357" y="81475"/>
                  <a:pt x="4278786" y="57146"/>
                  <a:pt x="4245993" y="57146"/>
                </a:cubicBezTo>
                <a:moveTo>
                  <a:pt x="4242662" y="64323"/>
                </a:moveTo>
                <a:cubicBezTo>
                  <a:pt x="4264184" y="64323"/>
                  <a:pt x="4279299" y="88903"/>
                  <a:pt x="4279299" y="123979"/>
                </a:cubicBezTo>
                <a:cubicBezTo>
                  <a:pt x="4279299" y="152913"/>
                  <a:pt x="4267769" y="170323"/>
                  <a:pt x="4248554" y="170323"/>
                </a:cubicBezTo>
                <a:cubicBezTo>
                  <a:pt x="4238561" y="170323"/>
                  <a:pt x="4229081" y="164181"/>
                  <a:pt x="4223701" y="153938"/>
                </a:cubicBezTo>
                <a:cubicBezTo>
                  <a:pt x="4216527" y="140622"/>
                  <a:pt x="4212426" y="122701"/>
                  <a:pt x="4212426" y="104521"/>
                </a:cubicBezTo>
                <a:cubicBezTo>
                  <a:pt x="4212426" y="80196"/>
                  <a:pt x="4224467" y="64323"/>
                  <a:pt x="4242662" y="64323"/>
                </a:cubicBezTo>
                <a:close/>
                <a:moveTo>
                  <a:pt x="4314144" y="73034"/>
                </a:moveTo>
                <a:cubicBezTo>
                  <a:pt x="4315680" y="72264"/>
                  <a:pt x="4318245" y="72010"/>
                  <a:pt x="4321064" y="72010"/>
                </a:cubicBezTo>
                <a:cubicBezTo>
                  <a:pt x="4328238" y="72010"/>
                  <a:pt x="4330541" y="75853"/>
                  <a:pt x="4330541" y="88402"/>
                </a:cubicBezTo>
                <a:lnTo>
                  <a:pt x="4330541" y="151940"/>
                </a:lnTo>
                <a:cubicBezTo>
                  <a:pt x="4330541" y="166542"/>
                  <a:pt x="4327722" y="170127"/>
                  <a:pt x="4314656" y="171151"/>
                </a:cubicBezTo>
                <a:lnTo>
                  <a:pt x="4314656" y="174994"/>
                </a:lnTo>
                <a:lnTo>
                  <a:pt x="4368975" y="174994"/>
                </a:lnTo>
                <a:lnTo>
                  <a:pt x="4368975" y="171151"/>
                </a:lnTo>
                <a:cubicBezTo>
                  <a:pt x="4355906" y="170127"/>
                  <a:pt x="4352062" y="167054"/>
                  <a:pt x="4352062" y="157832"/>
                </a:cubicBezTo>
                <a:lnTo>
                  <a:pt x="4352062" y="85842"/>
                </a:lnTo>
                <a:cubicBezTo>
                  <a:pt x="4364362" y="74312"/>
                  <a:pt x="4369999" y="71239"/>
                  <a:pt x="4378456" y="71239"/>
                </a:cubicBezTo>
                <a:cubicBezTo>
                  <a:pt x="4391009" y="71239"/>
                  <a:pt x="4397159" y="79180"/>
                  <a:pt x="4397159" y="96088"/>
                </a:cubicBezTo>
                <a:lnTo>
                  <a:pt x="4397159" y="149633"/>
                </a:lnTo>
                <a:cubicBezTo>
                  <a:pt x="4397159" y="165772"/>
                  <a:pt x="4393828" y="170127"/>
                  <a:pt x="4381016" y="171151"/>
                </a:cubicBezTo>
                <a:lnTo>
                  <a:pt x="4381016" y="174994"/>
                </a:lnTo>
                <a:lnTo>
                  <a:pt x="4434311" y="174994"/>
                </a:lnTo>
                <a:lnTo>
                  <a:pt x="4434311" y="171151"/>
                </a:lnTo>
                <a:cubicBezTo>
                  <a:pt x="4421754" y="169873"/>
                  <a:pt x="4418681" y="166796"/>
                  <a:pt x="4418681" y="154247"/>
                </a:cubicBezTo>
                <a:lnTo>
                  <a:pt x="4418681" y="95576"/>
                </a:lnTo>
                <a:cubicBezTo>
                  <a:pt x="4418681" y="71497"/>
                  <a:pt x="4407406" y="57146"/>
                  <a:pt x="4388448" y="57146"/>
                </a:cubicBezTo>
                <a:cubicBezTo>
                  <a:pt x="4376661" y="57146"/>
                  <a:pt x="4368717" y="61505"/>
                  <a:pt x="4351296" y="77901"/>
                </a:cubicBezTo>
                <a:lnTo>
                  <a:pt x="4351296" y="57662"/>
                </a:lnTo>
                <a:lnTo>
                  <a:pt x="4349502" y="57146"/>
                </a:lnTo>
                <a:cubicBezTo>
                  <a:pt x="4336948" y="61759"/>
                  <a:pt x="4328238" y="64578"/>
                  <a:pt x="4314144" y="68679"/>
                </a:cubicBezTo>
                <a:lnTo>
                  <a:pt x="4314144" y="73034"/>
                </a:lnTo>
                <a:close/>
                <a:moveTo>
                  <a:pt x="4518859" y="94493"/>
                </a:moveTo>
                <a:lnTo>
                  <a:pt x="4517835" y="59648"/>
                </a:lnTo>
                <a:lnTo>
                  <a:pt x="4515016" y="59648"/>
                </a:lnTo>
                <a:lnTo>
                  <a:pt x="4514504" y="60164"/>
                </a:lnTo>
                <a:cubicBezTo>
                  <a:pt x="4512197" y="61954"/>
                  <a:pt x="4511943" y="62212"/>
                  <a:pt x="4510919" y="62212"/>
                </a:cubicBezTo>
                <a:cubicBezTo>
                  <a:pt x="4509382" y="62212"/>
                  <a:pt x="4506818" y="61700"/>
                  <a:pt x="4503999" y="60418"/>
                </a:cubicBezTo>
                <a:cubicBezTo>
                  <a:pt x="4498361" y="58424"/>
                  <a:pt x="4492728" y="57396"/>
                  <a:pt x="4486066" y="57396"/>
                </a:cubicBezTo>
                <a:cubicBezTo>
                  <a:pt x="4465822" y="57396"/>
                  <a:pt x="4451220" y="70461"/>
                  <a:pt x="4451220" y="88899"/>
                </a:cubicBezTo>
                <a:cubicBezTo>
                  <a:pt x="4451220" y="103235"/>
                  <a:pt x="4459418" y="113478"/>
                  <a:pt x="4481198" y="125770"/>
                </a:cubicBezTo>
                <a:lnTo>
                  <a:pt x="4496059" y="134222"/>
                </a:lnTo>
                <a:cubicBezTo>
                  <a:pt x="4505023" y="139343"/>
                  <a:pt x="4509382" y="145489"/>
                  <a:pt x="4509382" y="153426"/>
                </a:cubicBezTo>
                <a:cubicBezTo>
                  <a:pt x="4509382" y="164693"/>
                  <a:pt x="4501180" y="171863"/>
                  <a:pt x="4488114" y="171863"/>
                </a:cubicBezTo>
                <a:cubicBezTo>
                  <a:pt x="4479404" y="171863"/>
                  <a:pt x="4471460" y="168532"/>
                  <a:pt x="4466592" y="162898"/>
                </a:cubicBezTo>
                <a:cubicBezTo>
                  <a:pt x="4461213" y="156498"/>
                  <a:pt x="4458906" y="150607"/>
                  <a:pt x="4455575" y="136013"/>
                </a:cubicBezTo>
                <a:lnTo>
                  <a:pt x="4451474" y="136013"/>
                </a:lnTo>
                <a:lnTo>
                  <a:pt x="4451474" y="175960"/>
                </a:lnTo>
                <a:lnTo>
                  <a:pt x="4454805" y="175960"/>
                </a:lnTo>
                <a:cubicBezTo>
                  <a:pt x="4456600" y="173399"/>
                  <a:pt x="4457624" y="172887"/>
                  <a:pt x="4460701" y="172887"/>
                </a:cubicBezTo>
                <a:cubicBezTo>
                  <a:pt x="4463007" y="172946"/>
                  <a:pt x="4466592" y="173458"/>
                  <a:pt x="4472484" y="174994"/>
                </a:cubicBezTo>
                <a:cubicBezTo>
                  <a:pt x="4479658" y="176472"/>
                  <a:pt x="4486578" y="177497"/>
                  <a:pt x="4491187" y="177497"/>
                </a:cubicBezTo>
                <a:cubicBezTo>
                  <a:pt x="4510919" y="177497"/>
                  <a:pt x="4527315" y="162644"/>
                  <a:pt x="4527315" y="144719"/>
                </a:cubicBezTo>
                <a:cubicBezTo>
                  <a:pt x="4527315" y="131915"/>
                  <a:pt x="4521166" y="123467"/>
                  <a:pt x="4505793" y="114248"/>
                </a:cubicBezTo>
                <a:lnTo>
                  <a:pt x="4478122" y="97859"/>
                </a:lnTo>
                <a:cubicBezTo>
                  <a:pt x="4470948" y="93762"/>
                  <a:pt x="4467105" y="87362"/>
                  <a:pt x="4467105" y="80446"/>
                </a:cubicBezTo>
                <a:cubicBezTo>
                  <a:pt x="4467105" y="70203"/>
                  <a:pt x="4475049" y="63033"/>
                  <a:pt x="4486832" y="63033"/>
                </a:cubicBezTo>
                <a:cubicBezTo>
                  <a:pt x="4501438" y="63033"/>
                  <a:pt x="4509124" y="71740"/>
                  <a:pt x="4515016" y="94532"/>
                </a:cubicBezTo>
                <a:lnTo>
                  <a:pt x="4518859" y="94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64171-C141-4E8D-8658-835F30DC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15" y="2633832"/>
            <a:ext cx="2672135" cy="1701042"/>
          </a:xfrm>
          <a:custGeom xmlns:a="http://schemas.openxmlformats.org/drawingml/2006/main">
            <a:pathLst>
              <a:path w="2672135" h="1701042">
                <a:moveTo>
                  <a:pt x="0" y="0"/>
                </a:moveTo>
                <a:lnTo>
                  <a:pt x="2672135" y="0"/>
                </a:lnTo>
                <a:lnTo>
                  <a:pt x="2672135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44902-0BC4-413A-8C92-D2E421C3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15" y="2633832"/>
            <a:ext cx="2672135" cy="1701042"/>
          </a:xfrm>
          <a:custGeom xmlns:a="http://schemas.openxmlformats.org/drawingml/2006/main">
            <a:pathLst>
              <a:path w="2672135" h="1701042" fill="none">
                <a:moveTo>
                  <a:pt x="0" y="0"/>
                </a:moveTo>
                <a:lnTo>
                  <a:pt x="2672135" y="0"/>
                </a:lnTo>
                <a:lnTo>
                  <a:pt x="2672135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C8C34-031B-4CC2-B48A-A5D5131D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88" y="3031394"/>
            <a:ext cx="2665617" cy="6517"/>
          </a:xfrm>
          <a:custGeom xmlns:a="http://schemas.openxmlformats.org/drawingml/2006/main">
            <a:pathLst>
              <a:path w="2665617" h="6517" fill="none">
                <a:moveTo>
                  <a:pt x="0" y="0"/>
                </a:moveTo>
                <a:lnTo>
                  <a:pt x="2665617" y="0"/>
                </a:lnTo>
                <a:lnTo>
                  <a:pt x="2665617" y="6517"/>
                </a:lnTo>
                <a:lnTo>
                  <a:pt x="0" y="65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70" name="Text &lt;&lt;subsystem&gt;&gt;">
            <a:extLst xmlns:a="http://schemas.openxmlformats.org/drawingml/2006/main">
              <a:ext uri="{FF2B5EF4-FFF2-40B4-BE49-F238E27FC236}">
                <a16:creationId xmlns:a16="http://schemas.microsoft.com/office/drawing/2014/main" id="{AA193743-ACAF-43C3-B0DA-E22261F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31" y="2691833"/>
            <a:ext cx="867449" cy="114761"/>
          </a:xfrm>
          <a:custGeom xmlns:a="http://schemas.openxmlformats.org/drawingml/2006/main">
            <a:pathLst>
              <a:path w="867449" h="114761">
                <a:moveTo>
                  <a:pt x="0" y="49822"/>
                </a:moveTo>
                <a:lnTo>
                  <a:pt x="0" y="39665"/>
                </a:lnTo>
                <a:lnTo>
                  <a:pt x="58711" y="14874"/>
                </a:lnTo>
                <a:lnTo>
                  <a:pt x="58711" y="25758"/>
                </a:lnTo>
                <a:lnTo>
                  <a:pt x="12153" y="44804"/>
                </a:lnTo>
                <a:lnTo>
                  <a:pt x="58711" y="64092"/>
                </a:lnTo>
                <a:lnTo>
                  <a:pt x="58711" y="74976"/>
                </a:lnTo>
                <a:lnTo>
                  <a:pt x="0" y="49822"/>
                </a:lnTo>
                <a:close/>
                <a:moveTo>
                  <a:pt x="72317" y="49822"/>
                </a:moveTo>
                <a:lnTo>
                  <a:pt x="72317" y="39665"/>
                </a:lnTo>
                <a:lnTo>
                  <a:pt x="131028" y="14874"/>
                </a:lnTo>
                <a:lnTo>
                  <a:pt x="131028" y="25758"/>
                </a:lnTo>
                <a:lnTo>
                  <a:pt x="84470" y="44804"/>
                </a:lnTo>
                <a:lnTo>
                  <a:pt x="131028" y="64092"/>
                </a:lnTo>
                <a:lnTo>
                  <a:pt x="131028" y="74976"/>
                </a:lnTo>
                <a:lnTo>
                  <a:pt x="72317" y="49822"/>
                </a:lnTo>
                <a:close/>
                <a:moveTo>
                  <a:pt x="141671" y="69413"/>
                </a:moveTo>
                <a:lnTo>
                  <a:pt x="152434" y="67720"/>
                </a:lnTo>
                <a:cubicBezTo>
                  <a:pt x="153039" y="72014"/>
                  <a:pt x="154722" y="75305"/>
                  <a:pt x="157483" y="77593"/>
                </a:cubicBezTo>
                <a:cubicBezTo>
                  <a:pt x="160244" y="79879"/>
                  <a:pt x="164104" y="81022"/>
                  <a:pt x="169062" y="81022"/>
                </a:cubicBezTo>
                <a:cubicBezTo>
                  <a:pt x="174060" y="81022"/>
                  <a:pt x="177769" y="80012"/>
                  <a:pt x="180187" y="77993"/>
                </a:cubicBezTo>
                <a:cubicBezTo>
                  <a:pt x="182606" y="75973"/>
                  <a:pt x="183815" y="73603"/>
                  <a:pt x="183815" y="70885"/>
                </a:cubicBezTo>
                <a:cubicBezTo>
                  <a:pt x="183815" y="68445"/>
                  <a:pt x="182747" y="66525"/>
                  <a:pt x="180610" y="65126"/>
                </a:cubicBezTo>
                <a:cubicBezTo>
                  <a:pt x="179119" y="64166"/>
                  <a:pt x="175410" y="62946"/>
                  <a:pt x="169485" y="61466"/>
                </a:cubicBezTo>
                <a:cubicBezTo>
                  <a:pt x="161504" y="59449"/>
                  <a:pt x="155971" y="57704"/>
                  <a:pt x="152888" y="56232"/>
                </a:cubicBezTo>
                <a:cubicBezTo>
                  <a:pt x="149804" y="54759"/>
                  <a:pt x="147466" y="52722"/>
                  <a:pt x="145874" y="50119"/>
                </a:cubicBezTo>
                <a:cubicBezTo>
                  <a:pt x="144281" y="47517"/>
                  <a:pt x="143485" y="44642"/>
                  <a:pt x="143485" y="41495"/>
                </a:cubicBezTo>
                <a:cubicBezTo>
                  <a:pt x="143485" y="38631"/>
                  <a:pt x="144140" y="35978"/>
                  <a:pt x="145450" y="33537"/>
                </a:cubicBezTo>
                <a:cubicBezTo>
                  <a:pt x="146761" y="31096"/>
                  <a:pt x="148544" y="29068"/>
                  <a:pt x="150802" y="27455"/>
                </a:cubicBezTo>
                <a:cubicBezTo>
                  <a:pt x="152495" y="26204"/>
                  <a:pt x="154802" y="25145"/>
                  <a:pt x="157725" y="24278"/>
                </a:cubicBezTo>
                <a:cubicBezTo>
                  <a:pt x="160647" y="23410"/>
                  <a:pt x="163781" y="22976"/>
                  <a:pt x="167127" y="22976"/>
                </a:cubicBezTo>
                <a:cubicBezTo>
                  <a:pt x="172166" y="22976"/>
                  <a:pt x="176590" y="23707"/>
                  <a:pt x="180399" y="25168"/>
                </a:cubicBezTo>
                <a:cubicBezTo>
                  <a:pt x="184208" y="26628"/>
                  <a:pt x="187020" y="28606"/>
                  <a:pt x="188834" y="31103"/>
                </a:cubicBezTo>
                <a:cubicBezTo>
                  <a:pt x="190647" y="33599"/>
                  <a:pt x="191897" y="36936"/>
                  <a:pt x="192582" y="41116"/>
                </a:cubicBezTo>
                <a:lnTo>
                  <a:pt x="181941" y="42567"/>
                </a:lnTo>
                <a:cubicBezTo>
                  <a:pt x="181457" y="39261"/>
                  <a:pt x="180056" y="36682"/>
                  <a:pt x="177738" y="34827"/>
                </a:cubicBezTo>
                <a:cubicBezTo>
                  <a:pt x="175421" y="32973"/>
                  <a:pt x="172145" y="32046"/>
                  <a:pt x="167913" y="32046"/>
                </a:cubicBezTo>
                <a:cubicBezTo>
                  <a:pt x="162915" y="32046"/>
                  <a:pt x="159347" y="32869"/>
                  <a:pt x="157211" y="34514"/>
                </a:cubicBezTo>
                <a:cubicBezTo>
                  <a:pt x="155074" y="36158"/>
                  <a:pt x="154006" y="38083"/>
                  <a:pt x="154006" y="40290"/>
                </a:cubicBezTo>
                <a:cubicBezTo>
                  <a:pt x="154006" y="41693"/>
                  <a:pt x="154450" y="42957"/>
                  <a:pt x="155336" y="44080"/>
                </a:cubicBezTo>
                <a:cubicBezTo>
                  <a:pt x="156223" y="45243"/>
                  <a:pt x="157614" y="46205"/>
                  <a:pt x="159508" y="46967"/>
                </a:cubicBezTo>
                <a:cubicBezTo>
                  <a:pt x="160597" y="47369"/>
                  <a:pt x="163801" y="48292"/>
                  <a:pt x="169122" y="49736"/>
                </a:cubicBezTo>
                <a:cubicBezTo>
                  <a:pt x="176821" y="51790"/>
                  <a:pt x="182193" y="53472"/>
                  <a:pt x="185236" y="54781"/>
                </a:cubicBezTo>
                <a:cubicBezTo>
                  <a:pt x="188279" y="56089"/>
                  <a:pt x="190668" y="57993"/>
                  <a:pt x="192401" y="60491"/>
                </a:cubicBezTo>
                <a:cubicBezTo>
                  <a:pt x="194134" y="62987"/>
                  <a:pt x="195001" y="66088"/>
                  <a:pt x="195001" y="69793"/>
                </a:cubicBezTo>
                <a:cubicBezTo>
                  <a:pt x="195001" y="73418"/>
                  <a:pt x="193943" y="76832"/>
                  <a:pt x="191826" y="80034"/>
                </a:cubicBezTo>
                <a:cubicBezTo>
                  <a:pt x="189710" y="83235"/>
                  <a:pt x="186657" y="85711"/>
                  <a:pt x="182666" y="87463"/>
                </a:cubicBezTo>
                <a:cubicBezTo>
                  <a:pt x="178676" y="89216"/>
                  <a:pt x="174161" y="90092"/>
                  <a:pt x="169122" y="90092"/>
                </a:cubicBezTo>
                <a:cubicBezTo>
                  <a:pt x="160778" y="90092"/>
                  <a:pt x="154419" y="88353"/>
                  <a:pt x="150046" y="84877"/>
                </a:cubicBezTo>
                <a:cubicBezTo>
                  <a:pt x="145672" y="81400"/>
                  <a:pt x="142881" y="76245"/>
                  <a:pt x="141671" y="69413"/>
                </a:cubicBezTo>
                <a:close/>
                <a:moveTo>
                  <a:pt x="250023" y="88640"/>
                </a:moveTo>
                <a:lnTo>
                  <a:pt x="250023" y="79208"/>
                </a:lnTo>
                <a:cubicBezTo>
                  <a:pt x="245025" y="86464"/>
                  <a:pt x="238233" y="90092"/>
                  <a:pt x="229647" y="90092"/>
                </a:cubicBezTo>
                <a:cubicBezTo>
                  <a:pt x="225858" y="90092"/>
                  <a:pt x="222321" y="89366"/>
                  <a:pt x="219036" y="87915"/>
                </a:cubicBezTo>
                <a:cubicBezTo>
                  <a:pt x="215750" y="86464"/>
                  <a:pt x="213312" y="84640"/>
                  <a:pt x="211719" y="82443"/>
                </a:cubicBezTo>
                <a:cubicBezTo>
                  <a:pt x="210127" y="80246"/>
                  <a:pt x="209009" y="77555"/>
                  <a:pt x="208364" y="74371"/>
                </a:cubicBezTo>
                <a:cubicBezTo>
                  <a:pt x="207920" y="72235"/>
                  <a:pt x="207698" y="68849"/>
                  <a:pt x="207698" y="64213"/>
                </a:cubicBezTo>
                <a:lnTo>
                  <a:pt x="207698" y="24428"/>
                </a:lnTo>
                <a:lnTo>
                  <a:pt x="218582" y="24428"/>
                </a:lnTo>
                <a:lnTo>
                  <a:pt x="218582" y="60041"/>
                </a:lnTo>
                <a:cubicBezTo>
                  <a:pt x="218582" y="65725"/>
                  <a:pt x="218804" y="69554"/>
                  <a:pt x="219247" y="71529"/>
                </a:cubicBezTo>
                <a:cubicBezTo>
                  <a:pt x="219932" y="74391"/>
                  <a:pt x="221384" y="76638"/>
                  <a:pt x="223601" y="78271"/>
                </a:cubicBezTo>
                <a:cubicBezTo>
                  <a:pt x="225818" y="79903"/>
                  <a:pt x="228559" y="80720"/>
                  <a:pt x="231824" y="80720"/>
                </a:cubicBezTo>
                <a:cubicBezTo>
                  <a:pt x="235089" y="80720"/>
                  <a:pt x="238152" y="79883"/>
                  <a:pt x="241014" y="78210"/>
                </a:cubicBezTo>
                <a:cubicBezTo>
                  <a:pt x="243876" y="76538"/>
                  <a:pt x="245902" y="74260"/>
                  <a:pt x="247091" y="71378"/>
                </a:cubicBezTo>
                <a:cubicBezTo>
                  <a:pt x="248280" y="68496"/>
                  <a:pt x="248875" y="64314"/>
                  <a:pt x="248875" y="58832"/>
                </a:cubicBezTo>
                <a:lnTo>
                  <a:pt x="248875" y="24428"/>
                </a:lnTo>
                <a:lnTo>
                  <a:pt x="259758" y="24428"/>
                </a:lnTo>
                <a:lnTo>
                  <a:pt x="259758" y="88640"/>
                </a:lnTo>
                <a:lnTo>
                  <a:pt x="250023" y="88640"/>
                </a:lnTo>
                <a:close/>
                <a:moveTo>
                  <a:pt x="286827" y="88640"/>
                </a:moveTo>
                <a:lnTo>
                  <a:pt x="276730" y="88640"/>
                </a:lnTo>
                <a:lnTo>
                  <a:pt x="276730" y="0"/>
                </a:lnTo>
                <a:lnTo>
                  <a:pt x="287613" y="0"/>
                </a:lnTo>
                <a:lnTo>
                  <a:pt x="287613" y="31740"/>
                </a:lnTo>
                <a:cubicBezTo>
                  <a:pt x="292208" y="25898"/>
                  <a:pt x="298073" y="22976"/>
                  <a:pt x="305208" y="22976"/>
                </a:cubicBezTo>
                <a:cubicBezTo>
                  <a:pt x="309159" y="22976"/>
                  <a:pt x="312897" y="23772"/>
                  <a:pt x="316424" y="25365"/>
                </a:cubicBezTo>
                <a:cubicBezTo>
                  <a:pt x="319951" y="26957"/>
                  <a:pt x="322854" y="29194"/>
                  <a:pt x="325131" y="32076"/>
                </a:cubicBezTo>
                <a:cubicBezTo>
                  <a:pt x="327409" y="34958"/>
                  <a:pt x="329192" y="38435"/>
                  <a:pt x="330482" y="42506"/>
                </a:cubicBezTo>
                <a:cubicBezTo>
                  <a:pt x="331772" y="46578"/>
                  <a:pt x="332417" y="50931"/>
                  <a:pt x="332417" y="55567"/>
                </a:cubicBezTo>
                <a:cubicBezTo>
                  <a:pt x="332417" y="66571"/>
                  <a:pt x="329696" y="75076"/>
                  <a:pt x="324254" y="81082"/>
                </a:cubicBezTo>
                <a:cubicBezTo>
                  <a:pt x="318813" y="87089"/>
                  <a:pt x="312283" y="90092"/>
                  <a:pt x="304664" y="90092"/>
                </a:cubicBezTo>
                <a:cubicBezTo>
                  <a:pt x="297086" y="90092"/>
                  <a:pt x="291140" y="86887"/>
                  <a:pt x="286827" y="80478"/>
                </a:cubicBezTo>
                <a:lnTo>
                  <a:pt x="286827" y="88640"/>
                </a:lnTo>
                <a:moveTo>
                  <a:pt x="286706" y="56052"/>
                </a:moveTo>
                <a:cubicBezTo>
                  <a:pt x="286706" y="63713"/>
                  <a:pt x="287754" y="69249"/>
                  <a:pt x="289850" y="72659"/>
                </a:cubicBezTo>
                <a:cubicBezTo>
                  <a:pt x="293277" y="78234"/>
                  <a:pt x="297912" y="81022"/>
                  <a:pt x="303757" y="81022"/>
                </a:cubicBezTo>
                <a:cubicBezTo>
                  <a:pt x="308514" y="81022"/>
                  <a:pt x="312625" y="78966"/>
                  <a:pt x="316092" y="74855"/>
                </a:cubicBezTo>
                <a:cubicBezTo>
                  <a:pt x="319558" y="70743"/>
                  <a:pt x="321292" y="64616"/>
                  <a:pt x="321292" y="56474"/>
                </a:cubicBezTo>
                <a:cubicBezTo>
                  <a:pt x="321292" y="48131"/>
                  <a:pt x="319629" y="41974"/>
                  <a:pt x="316303" y="38004"/>
                </a:cubicBezTo>
                <a:cubicBezTo>
                  <a:pt x="312978" y="34032"/>
                  <a:pt x="308957" y="32046"/>
                  <a:pt x="304241" y="32046"/>
                </a:cubicBezTo>
                <a:cubicBezTo>
                  <a:pt x="299484" y="32046"/>
                  <a:pt x="295373" y="34102"/>
                  <a:pt x="291906" y="38213"/>
                </a:cubicBezTo>
                <a:cubicBezTo>
                  <a:pt x="288439" y="42325"/>
                  <a:pt x="286706" y="48271"/>
                  <a:pt x="286706" y="56052"/>
                </a:cubicBezTo>
                <a:close/>
                <a:moveTo>
                  <a:pt x="341286" y="69413"/>
                </a:moveTo>
                <a:lnTo>
                  <a:pt x="352049" y="67720"/>
                </a:lnTo>
                <a:cubicBezTo>
                  <a:pt x="352654" y="72014"/>
                  <a:pt x="354337" y="75305"/>
                  <a:pt x="357098" y="77593"/>
                </a:cubicBezTo>
                <a:cubicBezTo>
                  <a:pt x="359859" y="79879"/>
                  <a:pt x="363719" y="81022"/>
                  <a:pt x="368677" y="81022"/>
                </a:cubicBezTo>
                <a:cubicBezTo>
                  <a:pt x="373675" y="81022"/>
                  <a:pt x="377384" y="80012"/>
                  <a:pt x="379802" y="77993"/>
                </a:cubicBezTo>
                <a:cubicBezTo>
                  <a:pt x="382221" y="75973"/>
                  <a:pt x="383430" y="73603"/>
                  <a:pt x="383430" y="70885"/>
                </a:cubicBezTo>
                <a:cubicBezTo>
                  <a:pt x="383430" y="68445"/>
                  <a:pt x="382362" y="66525"/>
                  <a:pt x="380225" y="65126"/>
                </a:cubicBezTo>
                <a:cubicBezTo>
                  <a:pt x="378734" y="64166"/>
                  <a:pt x="375025" y="62946"/>
                  <a:pt x="369100" y="61466"/>
                </a:cubicBezTo>
                <a:cubicBezTo>
                  <a:pt x="361119" y="59449"/>
                  <a:pt x="355586" y="57704"/>
                  <a:pt x="352503" y="56232"/>
                </a:cubicBezTo>
                <a:cubicBezTo>
                  <a:pt x="349419" y="54759"/>
                  <a:pt x="347081" y="52722"/>
                  <a:pt x="345489" y="50119"/>
                </a:cubicBezTo>
                <a:cubicBezTo>
                  <a:pt x="343896" y="47517"/>
                  <a:pt x="343100" y="44642"/>
                  <a:pt x="343100" y="41495"/>
                </a:cubicBezTo>
                <a:cubicBezTo>
                  <a:pt x="343100" y="38631"/>
                  <a:pt x="343755" y="35978"/>
                  <a:pt x="345065" y="33537"/>
                </a:cubicBezTo>
                <a:cubicBezTo>
                  <a:pt x="346375" y="31096"/>
                  <a:pt x="348159" y="29068"/>
                  <a:pt x="350417" y="27455"/>
                </a:cubicBezTo>
                <a:cubicBezTo>
                  <a:pt x="352110" y="26204"/>
                  <a:pt x="354417" y="25145"/>
                  <a:pt x="357340" y="24278"/>
                </a:cubicBezTo>
                <a:cubicBezTo>
                  <a:pt x="360262" y="23410"/>
                  <a:pt x="363396" y="22976"/>
                  <a:pt x="366742" y="22976"/>
                </a:cubicBezTo>
                <a:cubicBezTo>
                  <a:pt x="371781" y="22976"/>
                  <a:pt x="376204" y="23707"/>
                  <a:pt x="380014" y="25168"/>
                </a:cubicBezTo>
                <a:cubicBezTo>
                  <a:pt x="383823" y="26628"/>
                  <a:pt x="386635" y="28606"/>
                  <a:pt x="388448" y="31103"/>
                </a:cubicBezTo>
                <a:cubicBezTo>
                  <a:pt x="390262" y="33599"/>
                  <a:pt x="391512" y="36936"/>
                  <a:pt x="392197" y="41116"/>
                </a:cubicBezTo>
                <a:lnTo>
                  <a:pt x="381556" y="42567"/>
                </a:lnTo>
                <a:cubicBezTo>
                  <a:pt x="381072" y="39261"/>
                  <a:pt x="379671" y="36682"/>
                  <a:pt x="377353" y="34827"/>
                </a:cubicBezTo>
                <a:cubicBezTo>
                  <a:pt x="375036" y="32973"/>
                  <a:pt x="371760" y="32046"/>
                  <a:pt x="367528" y="32046"/>
                </a:cubicBezTo>
                <a:cubicBezTo>
                  <a:pt x="362530" y="32046"/>
                  <a:pt x="358962" y="32869"/>
                  <a:pt x="356826" y="34514"/>
                </a:cubicBezTo>
                <a:cubicBezTo>
                  <a:pt x="354689" y="36158"/>
                  <a:pt x="353621" y="38083"/>
                  <a:pt x="353621" y="40290"/>
                </a:cubicBezTo>
                <a:cubicBezTo>
                  <a:pt x="353621" y="41693"/>
                  <a:pt x="354065" y="42957"/>
                  <a:pt x="354951" y="44080"/>
                </a:cubicBezTo>
                <a:cubicBezTo>
                  <a:pt x="355838" y="45243"/>
                  <a:pt x="357229" y="46205"/>
                  <a:pt x="359123" y="46967"/>
                </a:cubicBezTo>
                <a:cubicBezTo>
                  <a:pt x="360212" y="47369"/>
                  <a:pt x="363416" y="48292"/>
                  <a:pt x="368737" y="49736"/>
                </a:cubicBezTo>
                <a:cubicBezTo>
                  <a:pt x="376436" y="51790"/>
                  <a:pt x="381808" y="53472"/>
                  <a:pt x="384851" y="54781"/>
                </a:cubicBezTo>
                <a:cubicBezTo>
                  <a:pt x="387894" y="56089"/>
                  <a:pt x="390283" y="57993"/>
                  <a:pt x="392016" y="60491"/>
                </a:cubicBezTo>
                <a:cubicBezTo>
                  <a:pt x="393749" y="62987"/>
                  <a:pt x="394616" y="66088"/>
                  <a:pt x="394616" y="69793"/>
                </a:cubicBezTo>
                <a:cubicBezTo>
                  <a:pt x="394616" y="73418"/>
                  <a:pt x="393558" y="76832"/>
                  <a:pt x="391441" y="80034"/>
                </a:cubicBezTo>
                <a:cubicBezTo>
                  <a:pt x="389325" y="83235"/>
                  <a:pt x="386272" y="85711"/>
                  <a:pt x="382281" y="87463"/>
                </a:cubicBezTo>
                <a:cubicBezTo>
                  <a:pt x="378291" y="89216"/>
                  <a:pt x="373776" y="90092"/>
                  <a:pt x="368737" y="90092"/>
                </a:cubicBezTo>
                <a:cubicBezTo>
                  <a:pt x="360393" y="90092"/>
                  <a:pt x="354034" y="88353"/>
                  <a:pt x="349661" y="84877"/>
                </a:cubicBezTo>
                <a:cubicBezTo>
                  <a:pt x="345287" y="81400"/>
                  <a:pt x="342496" y="76245"/>
                  <a:pt x="341286" y="69413"/>
                </a:cubicBezTo>
                <a:close/>
                <a:moveTo>
                  <a:pt x="407072" y="113431"/>
                </a:moveTo>
                <a:lnTo>
                  <a:pt x="405862" y="103212"/>
                </a:lnTo>
                <a:cubicBezTo>
                  <a:pt x="408241" y="103857"/>
                  <a:pt x="410316" y="104180"/>
                  <a:pt x="412090" y="104180"/>
                </a:cubicBezTo>
                <a:cubicBezTo>
                  <a:pt x="414509" y="104180"/>
                  <a:pt x="416444" y="103772"/>
                  <a:pt x="417895" y="102955"/>
                </a:cubicBezTo>
                <a:cubicBezTo>
                  <a:pt x="419346" y="102140"/>
                  <a:pt x="420535" y="100998"/>
                  <a:pt x="421462" y="99530"/>
                </a:cubicBezTo>
                <a:cubicBezTo>
                  <a:pt x="422147" y="98429"/>
                  <a:pt x="423256" y="95697"/>
                  <a:pt x="424788" y="91333"/>
                </a:cubicBezTo>
                <a:cubicBezTo>
                  <a:pt x="424989" y="90721"/>
                  <a:pt x="425312" y="89823"/>
                  <a:pt x="425755" y="88640"/>
                </a:cubicBezTo>
                <a:lnTo>
                  <a:pt x="401388" y="24428"/>
                </a:lnTo>
                <a:lnTo>
                  <a:pt x="413118" y="24428"/>
                </a:lnTo>
                <a:lnTo>
                  <a:pt x="426481" y="61526"/>
                </a:lnTo>
                <a:cubicBezTo>
                  <a:pt x="428214" y="66232"/>
                  <a:pt x="429766" y="71179"/>
                  <a:pt x="431136" y="76366"/>
                </a:cubicBezTo>
                <a:cubicBezTo>
                  <a:pt x="432386" y="71379"/>
                  <a:pt x="433877" y="66513"/>
                  <a:pt x="435611" y="61768"/>
                </a:cubicBezTo>
                <a:lnTo>
                  <a:pt x="449336" y="24428"/>
                </a:lnTo>
                <a:lnTo>
                  <a:pt x="460220" y="24428"/>
                </a:lnTo>
                <a:lnTo>
                  <a:pt x="435792" y="89772"/>
                </a:lnTo>
                <a:cubicBezTo>
                  <a:pt x="433172" y="96831"/>
                  <a:pt x="431136" y="101692"/>
                  <a:pt x="429685" y="104354"/>
                </a:cubicBezTo>
                <a:cubicBezTo>
                  <a:pt x="427750" y="107944"/>
                  <a:pt x="425533" y="110576"/>
                  <a:pt x="423034" y="112250"/>
                </a:cubicBezTo>
                <a:cubicBezTo>
                  <a:pt x="420535" y="113924"/>
                  <a:pt x="417552" y="114761"/>
                  <a:pt x="414085" y="114761"/>
                </a:cubicBezTo>
                <a:cubicBezTo>
                  <a:pt x="411989" y="114761"/>
                  <a:pt x="409651" y="114318"/>
                  <a:pt x="407072" y="113431"/>
                </a:cubicBezTo>
                <a:close/>
                <a:moveTo>
                  <a:pt x="465117" y="69413"/>
                </a:moveTo>
                <a:lnTo>
                  <a:pt x="475880" y="67720"/>
                </a:lnTo>
                <a:cubicBezTo>
                  <a:pt x="476484" y="72014"/>
                  <a:pt x="478167" y="75305"/>
                  <a:pt x="480928" y="77593"/>
                </a:cubicBezTo>
                <a:cubicBezTo>
                  <a:pt x="483690" y="79879"/>
                  <a:pt x="487549" y="81022"/>
                  <a:pt x="492507" y="81022"/>
                </a:cubicBezTo>
                <a:cubicBezTo>
                  <a:pt x="497506" y="81022"/>
                  <a:pt x="501214" y="80012"/>
                  <a:pt x="503633" y="77993"/>
                </a:cubicBezTo>
                <a:cubicBezTo>
                  <a:pt x="506051" y="75973"/>
                  <a:pt x="507261" y="73603"/>
                  <a:pt x="507261" y="70885"/>
                </a:cubicBezTo>
                <a:cubicBezTo>
                  <a:pt x="507261" y="68445"/>
                  <a:pt x="506192" y="66525"/>
                  <a:pt x="504056" y="65126"/>
                </a:cubicBezTo>
                <a:cubicBezTo>
                  <a:pt x="502565" y="64166"/>
                  <a:pt x="498856" y="62946"/>
                  <a:pt x="492931" y="61466"/>
                </a:cubicBezTo>
                <a:cubicBezTo>
                  <a:pt x="484949" y="59449"/>
                  <a:pt x="479417" y="57704"/>
                  <a:pt x="476333" y="56232"/>
                </a:cubicBezTo>
                <a:cubicBezTo>
                  <a:pt x="473249" y="54759"/>
                  <a:pt x="470912" y="52722"/>
                  <a:pt x="469319" y="50119"/>
                </a:cubicBezTo>
                <a:cubicBezTo>
                  <a:pt x="467727" y="47517"/>
                  <a:pt x="466931" y="44642"/>
                  <a:pt x="466931" y="41495"/>
                </a:cubicBezTo>
                <a:cubicBezTo>
                  <a:pt x="466931" y="38631"/>
                  <a:pt x="467586" y="35978"/>
                  <a:pt x="468896" y="33537"/>
                </a:cubicBezTo>
                <a:cubicBezTo>
                  <a:pt x="470206" y="31096"/>
                  <a:pt x="471990" y="29068"/>
                  <a:pt x="474247" y="27455"/>
                </a:cubicBezTo>
                <a:cubicBezTo>
                  <a:pt x="475940" y="26204"/>
                  <a:pt x="478248" y="25145"/>
                  <a:pt x="481170" y="24278"/>
                </a:cubicBezTo>
                <a:cubicBezTo>
                  <a:pt x="484093" y="23410"/>
                  <a:pt x="487227" y="22976"/>
                  <a:pt x="490572" y="22976"/>
                </a:cubicBezTo>
                <a:cubicBezTo>
                  <a:pt x="495611" y="22976"/>
                  <a:pt x="500035" y="23707"/>
                  <a:pt x="503844" y="25168"/>
                </a:cubicBezTo>
                <a:cubicBezTo>
                  <a:pt x="507654" y="26628"/>
                  <a:pt x="510465" y="28606"/>
                  <a:pt x="512279" y="31103"/>
                </a:cubicBezTo>
                <a:cubicBezTo>
                  <a:pt x="514093" y="33599"/>
                  <a:pt x="515343" y="36936"/>
                  <a:pt x="516028" y="41116"/>
                </a:cubicBezTo>
                <a:lnTo>
                  <a:pt x="505386" y="42567"/>
                </a:lnTo>
                <a:cubicBezTo>
                  <a:pt x="504902" y="39261"/>
                  <a:pt x="503502" y="36682"/>
                  <a:pt x="501184" y="34827"/>
                </a:cubicBezTo>
                <a:cubicBezTo>
                  <a:pt x="498866" y="32973"/>
                  <a:pt x="495591" y="32046"/>
                  <a:pt x="491358" y="32046"/>
                </a:cubicBezTo>
                <a:cubicBezTo>
                  <a:pt x="486360" y="32046"/>
                  <a:pt x="482793" y="32869"/>
                  <a:pt x="480656" y="34514"/>
                </a:cubicBezTo>
                <a:cubicBezTo>
                  <a:pt x="478520" y="36158"/>
                  <a:pt x="477452" y="38083"/>
                  <a:pt x="477452" y="40290"/>
                </a:cubicBezTo>
                <a:cubicBezTo>
                  <a:pt x="477452" y="41693"/>
                  <a:pt x="477895" y="42957"/>
                  <a:pt x="478782" y="44080"/>
                </a:cubicBezTo>
                <a:cubicBezTo>
                  <a:pt x="479669" y="45243"/>
                  <a:pt x="481059" y="46205"/>
                  <a:pt x="482954" y="46967"/>
                </a:cubicBezTo>
                <a:cubicBezTo>
                  <a:pt x="484042" y="47369"/>
                  <a:pt x="487247" y="48292"/>
                  <a:pt x="492568" y="49736"/>
                </a:cubicBezTo>
                <a:cubicBezTo>
                  <a:pt x="500267" y="51790"/>
                  <a:pt x="505638" y="53472"/>
                  <a:pt x="508681" y="54781"/>
                </a:cubicBezTo>
                <a:cubicBezTo>
                  <a:pt x="511725" y="56089"/>
                  <a:pt x="514113" y="57993"/>
                  <a:pt x="515846" y="60491"/>
                </a:cubicBezTo>
                <a:cubicBezTo>
                  <a:pt x="517580" y="62987"/>
                  <a:pt x="518446" y="66088"/>
                  <a:pt x="518446" y="69793"/>
                </a:cubicBezTo>
                <a:cubicBezTo>
                  <a:pt x="518446" y="73418"/>
                  <a:pt x="517388" y="76832"/>
                  <a:pt x="515272" y="80034"/>
                </a:cubicBezTo>
                <a:cubicBezTo>
                  <a:pt x="513156" y="83235"/>
                  <a:pt x="510102" y="85711"/>
                  <a:pt x="506112" y="87463"/>
                </a:cubicBezTo>
                <a:cubicBezTo>
                  <a:pt x="502121" y="89216"/>
                  <a:pt x="497606" y="90092"/>
                  <a:pt x="492568" y="90092"/>
                </a:cubicBezTo>
                <a:cubicBezTo>
                  <a:pt x="484224" y="90092"/>
                  <a:pt x="477865" y="88353"/>
                  <a:pt x="473491" y="84877"/>
                </a:cubicBezTo>
                <a:cubicBezTo>
                  <a:pt x="469118" y="81400"/>
                  <a:pt x="466326" y="76245"/>
                  <a:pt x="465117" y="69413"/>
                </a:cubicBezTo>
                <a:close/>
                <a:moveTo>
                  <a:pt x="555148" y="79027"/>
                </a:moveTo>
                <a:lnTo>
                  <a:pt x="556720" y="88640"/>
                </a:lnTo>
                <a:cubicBezTo>
                  <a:pt x="553657" y="89205"/>
                  <a:pt x="550916" y="89487"/>
                  <a:pt x="548497" y="89487"/>
                </a:cubicBezTo>
                <a:cubicBezTo>
                  <a:pt x="544547" y="89487"/>
                  <a:pt x="541483" y="88862"/>
                  <a:pt x="539306" y="87613"/>
                </a:cubicBezTo>
                <a:cubicBezTo>
                  <a:pt x="537130" y="86363"/>
                  <a:pt x="535598" y="84720"/>
                  <a:pt x="534711" y="82685"/>
                </a:cubicBezTo>
                <a:cubicBezTo>
                  <a:pt x="533824" y="80649"/>
                  <a:pt x="533381" y="76366"/>
                  <a:pt x="533381" y="69836"/>
                </a:cubicBezTo>
                <a:lnTo>
                  <a:pt x="533381" y="32893"/>
                </a:lnTo>
                <a:lnTo>
                  <a:pt x="525400" y="32893"/>
                </a:lnTo>
                <a:lnTo>
                  <a:pt x="525400" y="24428"/>
                </a:lnTo>
                <a:lnTo>
                  <a:pt x="533381" y="24428"/>
                </a:lnTo>
                <a:lnTo>
                  <a:pt x="533381" y="8482"/>
                </a:lnTo>
                <a:lnTo>
                  <a:pt x="544204" y="1935"/>
                </a:lnTo>
                <a:lnTo>
                  <a:pt x="544204" y="24428"/>
                </a:lnTo>
                <a:lnTo>
                  <a:pt x="555148" y="24428"/>
                </a:lnTo>
                <a:lnTo>
                  <a:pt x="555148" y="32893"/>
                </a:lnTo>
                <a:lnTo>
                  <a:pt x="544204" y="32893"/>
                </a:lnTo>
                <a:lnTo>
                  <a:pt x="544204" y="70441"/>
                </a:lnTo>
                <a:cubicBezTo>
                  <a:pt x="544204" y="73545"/>
                  <a:pt x="544396" y="75540"/>
                  <a:pt x="544778" y="76427"/>
                </a:cubicBezTo>
                <a:cubicBezTo>
                  <a:pt x="545161" y="77314"/>
                  <a:pt x="545786" y="78019"/>
                  <a:pt x="546653" y="78543"/>
                </a:cubicBezTo>
                <a:cubicBezTo>
                  <a:pt x="547519" y="79067"/>
                  <a:pt x="548759" y="79329"/>
                  <a:pt x="550371" y="79329"/>
                </a:cubicBezTo>
                <a:cubicBezTo>
                  <a:pt x="551581" y="79329"/>
                  <a:pt x="553173" y="79228"/>
                  <a:pt x="555148" y="79027"/>
                </a:cubicBezTo>
                <a:close/>
                <a:moveTo>
                  <a:pt x="609768" y="67962"/>
                </a:moveTo>
                <a:lnTo>
                  <a:pt x="621015" y="69352"/>
                </a:lnTo>
                <a:cubicBezTo>
                  <a:pt x="619241" y="75923"/>
                  <a:pt x="615956" y="81022"/>
                  <a:pt x="611159" y="84650"/>
                </a:cubicBezTo>
                <a:cubicBezTo>
                  <a:pt x="606362" y="88278"/>
                  <a:pt x="600235" y="90092"/>
                  <a:pt x="592778" y="90092"/>
                </a:cubicBezTo>
                <a:cubicBezTo>
                  <a:pt x="583386" y="90092"/>
                  <a:pt x="575939" y="87199"/>
                  <a:pt x="570436" y="81415"/>
                </a:cubicBezTo>
                <a:cubicBezTo>
                  <a:pt x="564934" y="75631"/>
                  <a:pt x="562183" y="67518"/>
                  <a:pt x="562183" y="57078"/>
                </a:cubicBezTo>
                <a:cubicBezTo>
                  <a:pt x="562183" y="46275"/>
                  <a:pt x="564964" y="37891"/>
                  <a:pt x="570527" y="31925"/>
                </a:cubicBezTo>
                <a:cubicBezTo>
                  <a:pt x="576090" y="25959"/>
                  <a:pt x="583305" y="22976"/>
                  <a:pt x="592173" y="22976"/>
                </a:cubicBezTo>
                <a:cubicBezTo>
                  <a:pt x="600759" y="22976"/>
                  <a:pt x="607773" y="25894"/>
                  <a:pt x="613215" y="31730"/>
                </a:cubicBezTo>
                <a:cubicBezTo>
                  <a:pt x="618656" y="37565"/>
                  <a:pt x="621377" y="45775"/>
                  <a:pt x="621377" y="56358"/>
                </a:cubicBezTo>
                <a:cubicBezTo>
                  <a:pt x="621377" y="57002"/>
                  <a:pt x="621357" y="57968"/>
                  <a:pt x="621317" y="59255"/>
                </a:cubicBezTo>
                <a:lnTo>
                  <a:pt x="573429" y="59255"/>
                </a:lnTo>
                <a:cubicBezTo>
                  <a:pt x="573832" y="66289"/>
                  <a:pt x="575828" y="71675"/>
                  <a:pt x="579415" y="75414"/>
                </a:cubicBezTo>
                <a:cubicBezTo>
                  <a:pt x="583003" y="79153"/>
                  <a:pt x="587477" y="81022"/>
                  <a:pt x="592838" y="81022"/>
                </a:cubicBezTo>
                <a:cubicBezTo>
                  <a:pt x="596829" y="81022"/>
                  <a:pt x="600235" y="79984"/>
                  <a:pt x="603057" y="77908"/>
                </a:cubicBezTo>
                <a:cubicBezTo>
                  <a:pt x="605878" y="75831"/>
                  <a:pt x="608116" y="72515"/>
                  <a:pt x="609768" y="67962"/>
                </a:cubicBezTo>
                <a:moveTo>
                  <a:pt x="574034" y="50185"/>
                </a:moveTo>
                <a:lnTo>
                  <a:pt x="609889" y="50185"/>
                </a:lnTo>
                <a:cubicBezTo>
                  <a:pt x="609405" y="44872"/>
                  <a:pt x="608035" y="40887"/>
                  <a:pt x="605778" y="38230"/>
                </a:cubicBezTo>
                <a:cubicBezTo>
                  <a:pt x="602311" y="34107"/>
                  <a:pt x="597816" y="32046"/>
                  <a:pt x="592294" y="32046"/>
                </a:cubicBezTo>
                <a:cubicBezTo>
                  <a:pt x="587296" y="32046"/>
                  <a:pt x="583093" y="33692"/>
                  <a:pt x="579687" y="36983"/>
                </a:cubicBezTo>
                <a:cubicBezTo>
                  <a:pt x="576281" y="40274"/>
                  <a:pt x="574397" y="44674"/>
                  <a:pt x="574034" y="50185"/>
                </a:cubicBezTo>
                <a:close/>
                <a:moveTo>
                  <a:pt x="634661" y="88640"/>
                </a:moveTo>
                <a:lnTo>
                  <a:pt x="634661" y="24428"/>
                </a:lnTo>
                <a:lnTo>
                  <a:pt x="644395" y="24428"/>
                </a:lnTo>
                <a:lnTo>
                  <a:pt x="644395" y="33376"/>
                </a:lnTo>
                <a:cubicBezTo>
                  <a:pt x="646411" y="30250"/>
                  <a:pt x="649091" y="27735"/>
                  <a:pt x="652437" y="25831"/>
                </a:cubicBezTo>
                <a:cubicBezTo>
                  <a:pt x="655783" y="23928"/>
                  <a:pt x="659592" y="22976"/>
                  <a:pt x="663865" y="22976"/>
                </a:cubicBezTo>
                <a:cubicBezTo>
                  <a:pt x="668621" y="22976"/>
                  <a:pt x="672521" y="23959"/>
                  <a:pt x="675565" y="25924"/>
                </a:cubicBezTo>
                <a:cubicBezTo>
                  <a:pt x="678608" y="27888"/>
                  <a:pt x="680754" y="30634"/>
                  <a:pt x="682004" y="34162"/>
                </a:cubicBezTo>
                <a:cubicBezTo>
                  <a:pt x="687083" y="26705"/>
                  <a:pt x="693694" y="22976"/>
                  <a:pt x="701836" y="22976"/>
                </a:cubicBezTo>
                <a:cubicBezTo>
                  <a:pt x="708205" y="22976"/>
                  <a:pt x="713103" y="24740"/>
                  <a:pt x="716529" y="28267"/>
                </a:cubicBezTo>
                <a:cubicBezTo>
                  <a:pt x="719955" y="31794"/>
                  <a:pt x="721668" y="37226"/>
                  <a:pt x="721668" y="44562"/>
                </a:cubicBezTo>
                <a:lnTo>
                  <a:pt x="721668" y="88640"/>
                </a:lnTo>
                <a:lnTo>
                  <a:pt x="710845" y="88640"/>
                </a:lnTo>
                <a:lnTo>
                  <a:pt x="710845" y="48146"/>
                </a:lnTo>
                <a:cubicBezTo>
                  <a:pt x="710845" y="43788"/>
                  <a:pt x="710493" y="40651"/>
                  <a:pt x="709787" y="38735"/>
                </a:cubicBezTo>
                <a:cubicBezTo>
                  <a:pt x="709082" y="36818"/>
                  <a:pt x="707802" y="35274"/>
                  <a:pt x="705948" y="34104"/>
                </a:cubicBezTo>
                <a:cubicBezTo>
                  <a:pt x="704094" y="32933"/>
                  <a:pt x="701917" y="32348"/>
                  <a:pt x="699418" y="32348"/>
                </a:cubicBezTo>
                <a:cubicBezTo>
                  <a:pt x="694903" y="32348"/>
                  <a:pt x="691154" y="33852"/>
                  <a:pt x="688171" y="36859"/>
                </a:cubicBezTo>
                <a:cubicBezTo>
                  <a:pt x="685188" y="39864"/>
                  <a:pt x="683697" y="44676"/>
                  <a:pt x="683697" y="51294"/>
                </a:cubicBezTo>
                <a:lnTo>
                  <a:pt x="683697" y="88640"/>
                </a:lnTo>
                <a:lnTo>
                  <a:pt x="672813" y="88640"/>
                </a:lnTo>
                <a:lnTo>
                  <a:pt x="672813" y="46875"/>
                </a:lnTo>
                <a:cubicBezTo>
                  <a:pt x="672813" y="42033"/>
                  <a:pt x="671927" y="38401"/>
                  <a:pt x="670153" y="35980"/>
                </a:cubicBezTo>
                <a:cubicBezTo>
                  <a:pt x="668379" y="33559"/>
                  <a:pt x="665477" y="32348"/>
                  <a:pt x="661446" y="32348"/>
                </a:cubicBezTo>
                <a:cubicBezTo>
                  <a:pt x="658383" y="32348"/>
                  <a:pt x="655551" y="33156"/>
                  <a:pt x="652951" y="34771"/>
                </a:cubicBezTo>
                <a:cubicBezTo>
                  <a:pt x="650351" y="36384"/>
                  <a:pt x="648467" y="38745"/>
                  <a:pt x="647298" y="41853"/>
                </a:cubicBezTo>
                <a:cubicBezTo>
                  <a:pt x="646129" y="44959"/>
                  <a:pt x="645544" y="49438"/>
                  <a:pt x="645544" y="55289"/>
                </a:cubicBezTo>
                <a:lnTo>
                  <a:pt x="645544" y="88640"/>
                </a:lnTo>
                <a:lnTo>
                  <a:pt x="634661" y="88640"/>
                </a:lnTo>
                <a:close/>
                <a:moveTo>
                  <a:pt x="795131" y="49822"/>
                </a:moveTo>
                <a:lnTo>
                  <a:pt x="736421" y="74976"/>
                </a:lnTo>
                <a:lnTo>
                  <a:pt x="736421" y="64092"/>
                </a:lnTo>
                <a:lnTo>
                  <a:pt x="782918" y="44804"/>
                </a:lnTo>
                <a:lnTo>
                  <a:pt x="736421" y="25758"/>
                </a:lnTo>
                <a:lnTo>
                  <a:pt x="736421" y="14874"/>
                </a:lnTo>
                <a:lnTo>
                  <a:pt x="795131" y="39665"/>
                </a:lnTo>
                <a:lnTo>
                  <a:pt x="795131" y="49822"/>
                </a:lnTo>
                <a:close/>
                <a:moveTo>
                  <a:pt x="867449" y="49822"/>
                </a:moveTo>
                <a:lnTo>
                  <a:pt x="808738" y="74976"/>
                </a:lnTo>
                <a:lnTo>
                  <a:pt x="808738" y="64092"/>
                </a:lnTo>
                <a:lnTo>
                  <a:pt x="855235" y="44804"/>
                </a:lnTo>
                <a:lnTo>
                  <a:pt x="808738" y="25758"/>
                </a:lnTo>
                <a:lnTo>
                  <a:pt x="808738" y="14874"/>
                </a:lnTo>
                <a:lnTo>
                  <a:pt x="867449" y="39665"/>
                </a:lnTo>
                <a:lnTo>
                  <a:pt x="867449" y="49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Microservice_A">
            <a:extLst xmlns:a="http://schemas.openxmlformats.org/drawingml/2006/main">
              <a:ext uri="{FF2B5EF4-FFF2-40B4-BE49-F238E27FC236}">
                <a16:creationId xmlns:a16="http://schemas.microsoft.com/office/drawing/2014/main" id="{1D533555-EC09-4CDC-9760-E04C4B7E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18" y="2841734"/>
            <a:ext cx="906126" cy="113189"/>
          </a:xfrm>
          <a:custGeom xmlns:a="http://schemas.openxmlformats.org/drawingml/2006/main">
            <a:pathLst>
              <a:path w="906126" h="113189">
                <a:moveTo>
                  <a:pt x="103272" y="15721"/>
                </a:moveTo>
                <a:lnTo>
                  <a:pt x="120262" y="15721"/>
                </a:lnTo>
                <a:lnTo>
                  <a:pt x="120262" y="0"/>
                </a:lnTo>
                <a:lnTo>
                  <a:pt x="103272" y="0"/>
                </a:lnTo>
                <a:lnTo>
                  <a:pt x="103272" y="15721"/>
                </a:lnTo>
                <a:close/>
                <a:moveTo>
                  <a:pt x="51395" y="88640"/>
                </a:moveTo>
                <a:lnTo>
                  <a:pt x="68990" y="18865"/>
                </a:lnTo>
                <a:lnTo>
                  <a:pt x="68990" y="88640"/>
                </a:lnTo>
                <a:lnTo>
                  <a:pt x="85617" y="88640"/>
                </a:lnTo>
                <a:lnTo>
                  <a:pt x="85617" y="0"/>
                </a:lnTo>
                <a:lnTo>
                  <a:pt x="58771" y="0"/>
                </a:lnTo>
                <a:lnTo>
                  <a:pt x="42869" y="60464"/>
                </a:lnTo>
                <a:lnTo>
                  <a:pt x="26786" y="0"/>
                </a:lnTo>
                <a:lnTo>
                  <a:pt x="0" y="0"/>
                </a:lnTo>
                <a:lnTo>
                  <a:pt x="0" y="88640"/>
                </a:lnTo>
                <a:lnTo>
                  <a:pt x="16628" y="88640"/>
                </a:lnTo>
                <a:lnTo>
                  <a:pt x="16628" y="18865"/>
                </a:lnTo>
                <a:lnTo>
                  <a:pt x="34162" y="88640"/>
                </a:lnTo>
                <a:lnTo>
                  <a:pt x="51395" y="88640"/>
                </a:lnTo>
                <a:close/>
                <a:moveTo>
                  <a:pt x="222834" y="64888"/>
                </a:moveTo>
                <a:lnTo>
                  <a:pt x="222851" y="63659"/>
                </a:lnTo>
                <a:lnTo>
                  <a:pt x="222873" y="62469"/>
                </a:lnTo>
                <a:lnTo>
                  <a:pt x="222900" y="61318"/>
                </a:lnTo>
                <a:lnTo>
                  <a:pt x="222932" y="60207"/>
                </a:lnTo>
                <a:lnTo>
                  <a:pt x="222969" y="59134"/>
                </a:lnTo>
                <a:lnTo>
                  <a:pt x="223011" y="58100"/>
                </a:lnTo>
                <a:lnTo>
                  <a:pt x="223058" y="57106"/>
                </a:lnTo>
                <a:lnTo>
                  <a:pt x="223110" y="56150"/>
                </a:lnTo>
                <a:lnTo>
                  <a:pt x="223167" y="55234"/>
                </a:lnTo>
                <a:lnTo>
                  <a:pt x="223228" y="54357"/>
                </a:lnTo>
                <a:lnTo>
                  <a:pt x="223295" y="53518"/>
                </a:lnTo>
                <a:lnTo>
                  <a:pt x="223367" y="52719"/>
                </a:lnTo>
                <a:lnTo>
                  <a:pt x="223443" y="51959"/>
                </a:lnTo>
                <a:lnTo>
                  <a:pt x="223524" y="51238"/>
                </a:lnTo>
                <a:lnTo>
                  <a:pt x="223611" y="50556"/>
                </a:lnTo>
                <a:lnTo>
                  <a:pt x="223702" y="49913"/>
                </a:lnTo>
                <a:lnTo>
                  <a:pt x="223798" y="49309"/>
                </a:lnTo>
                <a:lnTo>
                  <a:pt x="223899" y="48744"/>
                </a:lnTo>
                <a:lnTo>
                  <a:pt x="224006" y="48218"/>
                </a:lnTo>
                <a:lnTo>
                  <a:pt x="224117" y="47731"/>
                </a:lnTo>
                <a:lnTo>
                  <a:pt x="224232" y="47283"/>
                </a:lnTo>
                <a:lnTo>
                  <a:pt x="224353" y="46860"/>
                </a:lnTo>
                <a:lnTo>
                  <a:pt x="224477" y="46448"/>
                </a:lnTo>
                <a:lnTo>
                  <a:pt x="224604" y="46048"/>
                </a:lnTo>
                <a:lnTo>
                  <a:pt x="224736" y="45658"/>
                </a:lnTo>
                <a:lnTo>
                  <a:pt x="224870" y="45279"/>
                </a:lnTo>
                <a:lnTo>
                  <a:pt x="225009" y="44912"/>
                </a:lnTo>
                <a:lnTo>
                  <a:pt x="225151" y="44555"/>
                </a:lnTo>
                <a:lnTo>
                  <a:pt x="225297" y="44209"/>
                </a:lnTo>
                <a:lnTo>
                  <a:pt x="225447" y="43875"/>
                </a:lnTo>
                <a:lnTo>
                  <a:pt x="225600" y="43551"/>
                </a:lnTo>
                <a:lnTo>
                  <a:pt x="225757" y="43239"/>
                </a:lnTo>
                <a:lnTo>
                  <a:pt x="225918" y="42937"/>
                </a:lnTo>
                <a:lnTo>
                  <a:pt x="226082" y="42647"/>
                </a:lnTo>
                <a:lnTo>
                  <a:pt x="226250" y="42367"/>
                </a:lnTo>
                <a:lnTo>
                  <a:pt x="226422" y="42099"/>
                </a:lnTo>
                <a:lnTo>
                  <a:pt x="226597" y="41841"/>
                </a:lnTo>
                <a:lnTo>
                  <a:pt x="226776" y="41595"/>
                </a:lnTo>
                <a:lnTo>
                  <a:pt x="226959" y="41359"/>
                </a:lnTo>
                <a:lnTo>
                  <a:pt x="227145" y="41135"/>
                </a:lnTo>
                <a:lnTo>
                  <a:pt x="227335" y="40922"/>
                </a:lnTo>
                <a:lnTo>
                  <a:pt x="227529" y="40719"/>
                </a:lnTo>
                <a:lnTo>
                  <a:pt x="227727" y="40528"/>
                </a:lnTo>
                <a:lnTo>
                  <a:pt x="227928" y="40348"/>
                </a:lnTo>
                <a:lnTo>
                  <a:pt x="228132" y="40178"/>
                </a:lnTo>
                <a:lnTo>
                  <a:pt x="228341" y="40018"/>
                </a:lnTo>
                <a:lnTo>
                  <a:pt x="228553" y="39865"/>
                </a:lnTo>
                <a:lnTo>
                  <a:pt x="228769" y="39718"/>
                </a:lnTo>
                <a:lnTo>
                  <a:pt x="228989" y="39578"/>
                </a:lnTo>
                <a:lnTo>
                  <a:pt x="229213" y="39445"/>
                </a:lnTo>
                <a:lnTo>
                  <a:pt x="229440" y="39319"/>
                </a:lnTo>
                <a:lnTo>
                  <a:pt x="229671" y="39199"/>
                </a:lnTo>
                <a:lnTo>
                  <a:pt x="229906" y="39087"/>
                </a:lnTo>
                <a:lnTo>
                  <a:pt x="230145" y="38981"/>
                </a:lnTo>
                <a:lnTo>
                  <a:pt x="230387" y="38882"/>
                </a:lnTo>
                <a:lnTo>
                  <a:pt x="230633" y="38790"/>
                </a:lnTo>
                <a:lnTo>
                  <a:pt x="230884" y="38705"/>
                </a:lnTo>
                <a:lnTo>
                  <a:pt x="231137" y="38626"/>
                </a:lnTo>
                <a:lnTo>
                  <a:pt x="231395" y="38555"/>
                </a:lnTo>
                <a:lnTo>
                  <a:pt x="231656" y="38490"/>
                </a:lnTo>
                <a:lnTo>
                  <a:pt x="231922" y="38432"/>
                </a:lnTo>
                <a:lnTo>
                  <a:pt x="232190" y="38381"/>
                </a:lnTo>
                <a:lnTo>
                  <a:pt x="232463" y="38336"/>
                </a:lnTo>
                <a:lnTo>
                  <a:pt x="232740" y="38299"/>
                </a:lnTo>
                <a:lnTo>
                  <a:pt x="233020" y="38268"/>
                </a:lnTo>
                <a:lnTo>
                  <a:pt x="233304" y="38244"/>
                </a:lnTo>
                <a:lnTo>
                  <a:pt x="233592" y="38227"/>
                </a:lnTo>
                <a:lnTo>
                  <a:pt x="233883" y="38217"/>
                </a:lnTo>
                <a:lnTo>
                  <a:pt x="234179" y="38213"/>
                </a:lnTo>
                <a:lnTo>
                  <a:pt x="234487" y="38218"/>
                </a:lnTo>
                <a:lnTo>
                  <a:pt x="234798" y="38233"/>
                </a:lnTo>
                <a:lnTo>
                  <a:pt x="235110" y="38257"/>
                </a:lnTo>
                <a:lnTo>
                  <a:pt x="235425" y="38291"/>
                </a:lnTo>
                <a:lnTo>
                  <a:pt x="235742" y="38334"/>
                </a:lnTo>
                <a:lnTo>
                  <a:pt x="236061" y="38387"/>
                </a:lnTo>
                <a:lnTo>
                  <a:pt x="236382" y="38450"/>
                </a:lnTo>
                <a:lnTo>
                  <a:pt x="236705" y="38522"/>
                </a:lnTo>
                <a:lnTo>
                  <a:pt x="237030" y="38604"/>
                </a:lnTo>
                <a:lnTo>
                  <a:pt x="237357" y="38696"/>
                </a:lnTo>
                <a:lnTo>
                  <a:pt x="237687" y="38798"/>
                </a:lnTo>
                <a:lnTo>
                  <a:pt x="238018" y="38909"/>
                </a:lnTo>
                <a:lnTo>
                  <a:pt x="238352" y="39029"/>
                </a:lnTo>
                <a:lnTo>
                  <a:pt x="238688" y="39160"/>
                </a:lnTo>
                <a:lnTo>
                  <a:pt x="239025" y="39300"/>
                </a:lnTo>
                <a:lnTo>
                  <a:pt x="239365" y="39450"/>
                </a:lnTo>
                <a:lnTo>
                  <a:pt x="239707" y="39609"/>
                </a:lnTo>
                <a:lnTo>
                  <a:pt x="240051" y="39778"/>
                </a:lnTo>
                <a:lnTo>
                  <a:pt x="240398" y="39957"/>
                </a:lnTo>
                <a:lnTo>
                  <a:pt x="240746" y="40145"/>
                </a:lnTo>
                <a:lnTo>
                  <a:pt x="241096" y="40343"/>
                </a:lnTo>
                <a:lnTo>
                  <a:pt x="241449" y="40550"/>
                </a:lnTo>
                <a:lnTo>
                  <a:pt x="241803" y="40768"/>
                </a:lnTo>
                <a:lnTo>
                  <a:pt x="242160" y="40995"/>
                </a:lnTo>
                <a:lnTo>
                  <a:pt x="247420" y="26181"/>
                </a:lnTo>
                <a:lnTo>
                  <a:pt x="246971" y="25919"/>
                </a:lnTo>
                <a:lnTo>
                  <a:pt x="246521" y="25669"/>
                </a:lnTo>
                <a:lnTo>
                  <a:pt x="246069" y="25430"/>
                </a:lnTo>
                <a:lnTo>
                  <a:pt x="245615" y="25202"/>
                </a:lnTo>
                <a:lnTo>
                  <a:pt x="245160" y="24985"/>
                </a:lnTo>
                <a:lnTo>
                  <a:pt x="244703" y="24779"/>
                </a:lnTo>
                <a:lnTo>
                  <a:pt x="244245" y="24584"/>
                </a:lnTo>
                <a:lnTo>
                  <a:pt x="243786" y="24401"/>
                </a:lnTo>
                <a:lnTo>
                  <a:pt x="243325" y="24228"/>
                </a:lnTo>
                <a:lnTo>
                  <a:pt x="242863" y="24067"/>
                </a:lnTo>
                <a:lnTo>
                  <a:pt x="242399" y="23917"/>
                </a:lnTo>
                <a:lnTo>
                  <a:pt x="241933" y="23778"/>
                </a:lnTo>
                <a:lnTo>
                  <a:pt x="241467" y="23650"/>
                </a:lnTo>
                <a:lnTo>
                  <a:pt x="240998" y="23533"/>
                </a:lnTo>
                <a:lnTo>
                  <a:pt x="240529" y="23427"/>
                </a:lnTo>
                <a:lnTo>
                  <a:pt x="240057" y="23332"/>
                </a:lnTo>
                <a:lnTo>
                  <a:pt x="239585" y="23249"/>
                </a:lnTo>
                <a:lnTo>
                  <a:pt x="239110" y="23177"/>
                </a:lnTo>
                <a:lnTo>
                  <a:pt x="238635" y="23115"/>
                </a:lnTo>
                <a:lnTo>
                  <a:pt x="238158" y="23065"/>
                </a:lnTo>
                <a:lnTo>
                  <a:pt x="237679" y="23026"/>
                </a:lnTo>
                <a:lnTo>
                  <a:pt x="237199" y="22999"/>
                </a:lnTo>
                <a:lnTo>
                  <a:pt x="236718" y="22982"/>
                </a:lnTo>
                <a:lnTo>
                  <a:pt x="236235" y="22976"/>
                </a:lnTo>
                <a:lnTo>
                  <a:pt x="235894" y="22980"/>
                </a:lnTo>
                <a:lnTo>
                  <a:pt x="235555" y="22991"/>
                </a:lnTo>
                <a:lnTo>
                  <a:pt x="235220" y="23009"/>
                </a:lnTo>
                <a:lnTo>
                  <a:pt x="234888" y="23033"/>
                </a:lnTo>
                <a:lnTo>
                  <a:pt x="234560" y="23066"/>
                </a:lnTo>
                <a:lnTo>
                  <a:pt x="234234" y="23105"/>
                </a:lnTo>
                <a:lnTo>
                  <a:pt x="233911" y="23151"/>
                </a:lnTo>
                <a:lnTo>
                  <a:pt x="233591" y="23205"/>
                </a:lnTo>
                <a:lnTo>
                  <a:pt x="233274" y="23265"/>
                </a:lnTo>
                <a:lnTo>
                  <a:pt x="232961" y="23333"/>
                </a:lnTo>
                <a:lnTo>
                  <a:pt x="232650" y="23408"/>
                </a:lnTo>
                <a:lnTo>
                  <a:pt x="232342" y="23490"/>
                </a:lnTo>
                <a:lnTo>
                  <a:pt x="232038" y="23580"/>
                </a:lnTo>
                <a:lnTo>
                  <a:pt x="231736" y="23676"/>
                </a:lnTo>
                <a:lnTo>
                  <a:pt x="231438" y="23779"/>
                </a:lnTo>
                <a:lnTo>
                  <a:pt x="231142" y="23890"/>
                </a:lnTo>
                <a:lnTo>
                  <a:pt x="230850" y="24008"/>
                </a:lnTo>
                <a:lnTo>
                  <a:pt x="230560" y="24133"/>
                </a:lnTo>
                <a:lnTo>
                  <a:pt x="230274" y="24265"/>
                </a:lnTo>
                <a:lnTo>
                  <a:pt x="229991" y="24404"/>
                </a:lnTo>
                <a:lnTo>
                  <a:pt x="229711" y="24550"/>
                </a:lnTo>
                <a:lnTo>
                  <a:pt x="229433" y="24704"/>
                </a:lnTo>
                <a:lnTo>
                  <a:pt x="229159" y="24864"/>
                </a:lnTo>
                <a:lnTo>
                  <a:pt x="228888" y="25032"/>
                </a:lnTo>
                <a:lnTo>
                  <a:pt x="228617" y="25211"/>
                </a:lnTo>
                <a:lnTo>
                  <a:pt x="228343" y="25405"/>
                </a:lnTo>
                <a:lnTo>
                  <a:pt x="228067" y="25615"/>
                </a:lnTo>
                <a:lnTo>
                  <a:pt x="227787" y="25840"/>
                </a:lnTo>
                <a:lnTo>
                  <a:pt x="227505" y="26080"/>
                </a:lnTo>
                <a:lnTo>
                  <a:pt x="227220" y="26336"/>
                </a:lnTo>
                <a:lnTo>
                  <a:pt x="226932" y="26607"/>
                </a:lnTo>
                <a:lnTo>
                  <a:pt x="226641" y="26893"/>
                </a:lnTo>
                <a:lnTo>
                  <a:pt x="226347" y="27195"/>
                </a:lnTo>
                <a:lnTo>
                  <a:pt x="226051" y="27512"/>
                </a:lnTo>
                <a:lnTo>
                  <a:pt x="225751" y="27844"/>
                </a:lnTo>
                <a:lnTo>
                  <a:pt x="225449" y="28191"/>
                </a:lnTo>
                <a:lnTo>
                  <a:pt x="225144" y="28554"/>
                </a:lnTo>
                <a:lnTo>
                  <a:pt x="224836" y="28933"/>
                </a:lnTo>
                <a:lnTo>
                  <a:pt x="224526" y="29326"/>
                </a:lnTo>
                <a:lnTo>
                  <a:pt x="224212" y="29735"/>
                </a:lnTo>
                <a:lnTo>
                  <a:pt x="223896" y="30159"/>
                </a:lnTo>
                <a:lnTo>
                  <a:pt x="223577" y="30599"/>
                </a:lnTo>
                <a:lnTo>
                  <a:pt x="223255" y="31053"/>
                </a:lnTo>
                <a:lnTo>
                  <a:pt x="222930" y="31524"/>
                </a:lnTo>
                <a:lnTo>
                  <a:pt x="222602" y="32009"/>
                </a:lnTo>
                <a:lnTo>
                  <a:pt x="222272" y="32510"/>
                </a:lnTo>
                <a:lnTo>
                  <a:pt x="221938" y="33026"/>
                </a:lnTo>
                <a:lnTo>
                  <a:pt x="221602" y="33558"/>
                </a:lnTo>
                <a:lnTo>
                  <a:pt x="221602" y="24428"/>
                </a:lnTo>
                <a:lnTo>
                  <a:pt x="205821" y="24428"/>
                </a:lnTo>
                <a:lnTo>
                  <a:pt x="205821" y="88640"/>
                </a:lnTo>
                <a:lnTo>
                  <a:pt x="222812" y="88640"/>
                </a:lnTo>
                <a:lnTo>
                  <a:pt x="222812" y="68808"/>
                </a:lnTo>
                <a:lnTo>
                  <a:pt x="222814" y="67462"/>
                </a:lnTo>
                <a:lnTo>
                  <a:pt x="222821" y="66155"/>
                </a:lnTo>
                <a:lnTo>
                  <a:pt x="222834" y="64888"/>
                </a:lnTo>
                <a:close/>
                <a:moveTo>
                  <a:pt x="507145" y="25202"/>
                </a:moveTo>
                <a:lnTo>
                  <a:pt x="506690" y="24985"/>
                </a:lnTo>
                <a:lnTo>
                  <a:pt x="506234" y="24779"/>
                </a:lnTo>
                <a:lnTo>
                  <a:pt x="505776" y="24584"/>
                </a:lnTo>
                <a:lnTo>
                  <a:pt x="505316" y="24401"/>
                </a:lnTo>
                <a:lnTo>
                  <a:pt x="504855" y="24228"/>
                </a:lnTo>
                <a:lnTo>
                  <a:pt x="504393" y="24067"/>
                </a:lnTo>
                <a:lnTo>
                  <a:pt x="503929" y="23917"/>
                </a:lnTo>
                <a:lnTo>
                  <a:pt x="503464" y="23778"/>
                </a:lnTo>
                <a:lnTo>
                  <a:pt x="502997" y="23650"/>
                </a:lnTo>
                <a:lnTo>
                  <a:pt x="502528" y="23533"/>
                </a:lnTo>
                <a:lnTo>
                  <a:pt x="502059" y="23427"/>
                </a:lnTo>
                <a:lnTo>
                  <a:pt x="501587" y="23332"/>
                </a:lnTo>
                <a:lnTo>
                  <a:pt x="501115" y="23249"/>
                </a:lnTo>
                <a:lnTo>
                  <a:pt x="500641" y="23177"/>
                </a:lnTo>
                <a:lnTo>
                  <a:pt x="500165" y="23115"/>
                </a:lnTo>
                <a:lnTo>
                  <a:pt x="499688" y="23065"/>
                </a:lnTo>
                <a:lnTo>
                  <a:pt x="499209" y="23026"/>
                </a:lnTo>
                <a:lnTo>
                  <a:pt x="498729" y="22999"/>
                </a:lnTo>
                <a:lnTo>
                  <a:pt x="498248" y="22982"/>
                </a:lnTo>
                <a:lnTo>
                  <a:pt x="497765" y="22976"/>
                </a:lnTo>
                <a:lnTo>
                  <a:pt x="497424" y="22980"/>
                </a:lnTo>
                <a:lnTo>
                  <a:pt x="497086" y="22991"/>
                </a:lnTo>
                <a:lnTo>
                  <a:pt x="496751" y="23009"/>
                </a:lnTo>
                <a:lnTo>
                  <a:pt x="496419" y="23033"/>
                </a:lnTo>
                <a:lnTo>
                  <a:pt x="496090" y="23066"/>
                </a:lnTo>
                <a:lnTo>
                  <a:pt x="495764" y="23105"/>
                </a:lnTo>
                <a:lnTo>
                  <a:pt x="495441" y="23151"/>
                </a:lnTo>
                <a:lnTo>
                  <a:pt x="495121" y="23205"/>
                </a:lnTo>
                <a:lnTo>
                  <a:pt x="494804" y="23265"/>
                </a:lnTo>
                <a:lnTo>
                  <a:pt x="494491" y="23333"/>
                </a:lnTo>
                <a:lnTo>
                  <a:pt x="494180" y="23408"/>
                </a:lnTo>
                <a:lnTo>
                  <a:pt x="493872" y="23490"/>
                </a:lnTo>
                <a:lnTo>
                  <a:pt x="493568" y="23580"/>
                </a:lnTo>
                <a:lnTo>
                  <a:pt x="493266" y="23676"/>
                </a:lnTo>
                <a:lnTo>
                  <a:pt x="492968" y="23779"/>
                </a:lnTo>
                <a:lnTo>
                  <a:pt x="492672" y="23890"/>
                </a:lnTo>
                <a:lnTo>
                  <a:pt x="492380" y="24008"/>
                </a:lnTo>
                <a:lnTo>
                  <a:pt x="492091" y="24133"/>
                </a:lnTo>
                <a:lnTo>
                  <a:pt x="491804" y="24265"/>
                </a:lnTo>
                <a:lnTo>
                  <a:pt x="491521" y="24404"/>
                </a:lnTo>
                <a:lnTo>
                  <a:pt x="491241" y="24550"/>
                </a:lnTo>
                <a:lnTo>
                  <a:pt x="490964" y="24704"/>
                </a:lnTo>
                <a:lnTo>
                  <a:pt x="490689" y="24864"/>
                </a:lnTo>
                <a:lnTo>
                  <a:pt x="490418" y="25032"/>
                </a:lnTo>
                <a:lnTo>
                  <a:pt x="490147" y="25211"/>
                </a:lnTo>
                <a:lnTo>
                  <a:pt x="489874" y="25405"/>
                </a:lnTo>
                <a:lnTo>
                  <a:pt x="489597" y="25615"/>
                </a:lnTo>
                <a:lnTo>
                  <a:pt x="489317" y="25840"/>
                </a:lnTo>
                <a:lnTo>
                  <a:pt x="489035" y="26080"/>
                </a:lnTo>
                <a:lnTo>
                  <a:pt x="488750" y="26336"/>
                </a:lnTo>
                <a:lnTo>
                  <a:pt x="488462" y="26607"/>
                </a:lnTo>
                <a:lnTo>
                  <a:pt x="488171" y="26893"/>
                </a:lnTo>
                <a:lnTo>
                  <a:pt x="487877" y="27195"/>
                </a:lnTo>
                <a:lnTo>
                  <a:pt x="487581" y="27512"/>
                </a:lnTo>
                <a:lnTo>
                  <a:pt x="487282" y="27844"/>
                </a:lnTo>
                <a:lnTo>
                  <a:pt x="486979" y="28191"/>
                </a:lnTo>
                <a:lnTo>
                  <a:pt x="486674" y="28554"/>
                </a:lnTo>
                <a:lnTo>
                  <a:pt x="486367" y="28933"/>
                </a:lnTo>
                <a:lnTo>
                  <a:pt x="486056" y="29326"/>
                </a:lnTo>
                <a:lnTo>
                  <a:pt x="485742" y="29735"/>
                </a:lnTo>
                <a:lnTo>
                  <a:pt x="485426" y="30159"/>
                </a:lnTo>
                <a:lnTo>
                  <a:pt x="485107" y="30599"/>
                </a:lnTo>
                <a:lnTo>
                  <a:pt x="484785" y="31053"/>
                </a:lnTo>
                <a:lnTo>
                  <a:pt x="484460" y="31524"/>
                </a:lnTo>
                <a:lnTo>
                  <a:pt x="484132" y="32009"/>
                </a:lnTo>
                <a:lnTo>
                  <a:pt x="483802" y="32510"/>
                </a:lnTo>
                <a:lnTo>
                  <a:pt x="483469" y="33026"/>
                </a:lnTo>
                <a:lnTo>
                  <a:pt x="483132" y="33558"/>
                </a:lnTo>
                <a:lnTo>
                  <a:pt x="483132" y="24428"/>
                </a:lnTo>
                <a:lnTo>
                  <a:pt x="467351" y="24428"/>
                </a:lnTo>
                <a:lnTo>
                  <a:pt x="467351" y="88640"/>
                </a:lnTo>
                <a:lnTo>
                  <a:pt x="484342" y="88640"/>
                </a:lnTo>
                <a:lnTo>
                  <a:pt x="484342" y="68808"/>
                </a:lnTo>
                <a:lnTo>
                  <a:pt x="484344" y="67462"/>
                </a:lnTo>
                <a:lnTo>
                  <a:pt x="484352" y="66155"/>
                </a:lnTo>
                <a:lnTo>
                  <a:pt x="484364" y="64888"/>
                </a:lnTo>
                <a:lnTo>
                  <a:pt x="484381" y="63659"/>
                </a:lnTo>
                <a:lnTo>
                  <a:pt x="484403" y="62469"/>
                </a:lnTo>
                <a:lnTo>
                  <a:pt x="484431" y="61318"/>
                </a:lnTo>
                <a:lnTo>
                  <a:pt x="484463" y="60207"/>
                </a:lnTo>
                <a:lnTo>
                  <a:pt x="484500" y="59134"/>
                </a:lnTo>
                <a:lnTo>
                  <a:pt x="484542" y="58100"/>
                </a:lnTo>
                <a:lnTo>
                  <a:pt x="484588" y="57106"/>
                </a:lnTo>
                <a:lnTo>
                  <a:pt x="484640" y="56150"/>
                </a:lnTo>
                <a:lnTo>
                  <a:pt x="484697" y="55234"/>
                </a:lnTo>
                <a:lnTo>
                  <a:pt x="484759" y="54357"/>
                </a:lnTo>
                <a:lnTo>
                  <a:pt x="484825" y="53518"/>
                </a:lnTo>
                <a:lnTo>
                  <a:pt x="484897" y="52719"/>
                </a:lnTo>
                <a:lnTo>
                  <a:pt x="484973" y="51959"/>
                </a:lnTo>
                <a:lnTo>
                  <a:pt x="485055" y="51238"/>
                </a:lnTo>
                <a:lnTo>
                  <a:pt x="485141" y="50556"/>
                </a:lnTo>
                <a:lnTo>
                  <a:pt x="485232" y="49913"/>
                </a:lnTo>
                <a:lnTo>
                  <a:pt x="485328" y="49309"/>
                </a:lnTo>
                <a:lnTo>
                  <a:pt x="485430" y="48744"/>
                </a:lnTo>
                <a:lnTo>
                  <a:pt x="485536" y="48218"/>
                </a:lnTo>
                <a:lnTo>
                  <a:pt x="485647" y="47731"/>
                </a:lnTo>
                <a:lnTo>
                  <a:pt x="485763" y="47283"/>
                </a:lnTo>
                <a:lnTo>
                  <a:pt x="485883" y="46860"/>
                </a:lnTo>
                <a:lnTo>
                  <a:pt x="486007" y="46448"/>
                </a:lnTo>
                <a:lnTo>
                  <a:pt x="486134" y="46048"/>
                </a:lnTo>
                <a:lnTo>
                  <a:pt x="486266" y="45658"/>
                </a:lnTo>
                <a:lnTo>
                  <a:pt x="486401" y="45279"/>
                </a:lnTo>
                <a:lnTo>
                  <a:pt x="486539" y="44912"/>
                </a:lnTo>
                <a:lnTo>
                  <a:pt x="486681" y="44555"/>
                </a:lnTo>
                <a:lnTo>
                  <a:pt x="486827" y="44209"/>
                </a:lnTo>
                <a:lnTo>
                  <a:pt x="486977" y="43875"/>
                </a:lnTo>
                <a:lnTo>
                  <a:pt x="487130" y="43551"/>
                </a:lnTo>
                <a:lnTo>
                  <a:pt x="487287" y="43239"/>
                </a:lnTo>
                <a:lnTo>
                  <a:pt x="487448" y="42937"/>
                </a:lnTo>
                <a:lnTo>
                  <a:pt x="487612" y="42647"/>
                </a:lnTo>
                <a:lnTo>
                  <a:pt x="487780" y="42367"/>
                </a:lnTo>
                <a:lnTo>
                  <a:pt x="487952" y="42099"/>
                </a:lnTo>
                <a:lnTo>
                  <a:pt x="488127" y="41841"/>
                </a:lnTo>
                <a:lnTo>
                  <a:pt x="488306" y="41595"/>
                </a:lnTo>
                <a:lnTo>
                  <a:pt x="488489" y="41359"/>
                </a:lnTo>
                <a:lnTo>
                  <a:pt x="488676" y="41135"/>
                </a:lnTo>
                <a:lnTo>
                  <a:pt x="488866" y="40922"/>
                </a:lnTo>
                <a:lnTo>
                  <a:pt x="489059" y="40719"/>
                </a:lnTo>
                <a:lnTo>
                  <a:pt x="489257" y="40528"/>
                </a:lnTo>
                <a:lnTo>
                  <a:pt x="489458" y="40348"/>
                </a:lnTo>
                <a:lnTo>
                  <a:pt x="489663" y="40178"/>
                </a:lnTo>
                <a:lnTo>
                  <a:pt x="489871" y="40018"/>
                </a:lnTo>
                <a:lnTo>
                  <a:pt x="490083" y="39865"/>
                </a:lnTo>
                <a:lnTo>
                  <a:pt x="490299" y="39718"/>
                </a:lnTo>
                <a:lnTo>
                  <a:pt x="490519" y="39578"/>
                </a:lnTo>
                <a:lnTo>
                  <a:pt x="490743" y="39445"/>
                </a:lnTo>
                <a:lnTo>
                  <a:pt x="490970" y="39319"/>
                </a:lnTo>
                <a:lnTo>
                  <a:pt x="491201" y="39199"/>
                </a:lnTo>
                <a:lnTo>
                  <a:pt x="491436" y="39087"/>
                </a:lnTo>
                <a:lnTo>
                  <a:pt x="491675" y="38981"/>
                </a:lnTo>
                <a:lnTo>
                  <a:pt x="491917" y="38882"/>
                </a:lnTo>
                <a:lnTo>
                  <a:pt x="492164" y="38790"/>
                </a:lnTo>
                <a:lnTo>
                  <a:pt x="492414" y="38705"/>
                </a:lnTo>
                <a:lnTo>
                  <a:pt x="492668" y="38626"/>
                </a:lnTo>
                <a:lnTo>
                  <a:pt x="492925" y="38555"/>
                </a:lnTo>
                <a:lnTo>
                  <a:pt x="493186" y="38490"/>
                </a:lnTo>
                <a:lnTo>
                  <a:pt x="493452" y="38432"/>
                </a:lnTo>
                <a:lnTo>
                  <a:pt x="493721" y="38381"/>
                </a:lnTo>
                <a:lnTo>
                  <a:pt x="493993" y="38336"/>
                </a:lnTo>
                <a:lnTo>
                  <a:pt x="494270" y="38299"/>
                </a:lnTo>
                <a:lnTo>
                  <a:pt x="494550" y="38268"/>
                </a:lnTo>
                <a:lnTo>
                  <a:pt x="494834" y="38244"/>
                </a:lnTo>
                <a:lnTo>
                  <a:pt x="495122" y="38227"/>
                </a:lnTo>
                <a:lnTo>
                  <a:pt x="495414" y="38217"/>
                </a:lnTo>
                <a:lnTo>
                  <a:pt x="495709" y="38213"/>
                </a:lnTo>
                <a:lnTo>
                  <a:pt x="496017" y="38218"/>
                </a:lnTo>
                <a:lnTo>
                  <a:pt x="496328" y="38233"/>
                </a:lnTo>
                <a:lnTo>
                  <a:pt x="496641" y="38257"/>
                </a:lnTo>
                <a:lnTo>
                  <a:pt x="496955" y="38291"/>
                </a:lnTo>
                <a:lnTo>
                  <a:pt x="497272" y="38334"/>
                </a:lnTo>
                <a:lnTo>
                  <a:pt x="497591" y="38387"/>
                </a:lnTo>
                <a:lnTo>
                  <a:pt x="497912" y="38450"/>
                </a:lnTo>
                <a:lnTo>
                  <a:pt x="498235" y="38522"/>
                </a:lnTo>
                <a:lnTo>
                  <a:pt x="498560" y="38604"/>
                </a:lnTo>
                <a:lnTo>
                  <a:pt x="498888" y="38696"/>
                </a:lnTo>
                <a:lnTo>
                  <a:pt x="499217" y="38798"/>
                </a:lnTo>
                <a:lnTo>
                  <a:pt x="499548" y="38909"/>
                </a:lnTo>
                <a:lnTo>
                  <a:pt x="499882" y="39029"/>
                </a:lnTo>
                <a:lnTo>
                  <a:pt x="500218" y="39160"/>
                </a:lnTo>
                <a:lnTo>
                  <a:pt x="500556" y="39300"/>
                </a:lnTo>
                <a:lnTo>
                  <a:pt x="500895" y="39450"/>
                </a:lnTo>
                <a:lnTo>
                  <a:pt x="501237" y="39609"/>
                </a:lnTo>
                <a:lnTo>
                  <a:pt x="501582" y="39778"/>
                </a:lnTo>
                <a:lnTo>
                  <a:pt x="501928" y="39957"/>
                </a:lnTo>
                <a:lnTo>
                  <a:pt x="502276" y="40145"/>
                </a:lnTo>
                <a:lnTo>
                  <a:pt x="502626" y="40343"/>
                </a:lnTo>
                <a:lnTo>
                  <a:pt x="502979" y="40550"/>
                </a:lnTo>
                <a:lnTo>
                  <a:pt x="503334" y="40768"/>
                </a:lnTo>
                <a:lnTo>
                  <a:pt x="503690" y="40995"/>
                </a:lnTo>
                <a:lnTo>
                  <a:pt x="508847" y="26471"/>
                </a:lnTo>
                <a:lnTo>
                  <a:pt x="533902" y="88640"/>
                </a:lnTo>
                <a:lnTo>
                  <a:pt x="549200" y="88640"/>
                </a:lnTo>
                <a:lnTo>
                  <a:pt x="574716" y="24428"/>
                </a:lnTo>
                <a:lnTo>
                  <a:pt x="557242" y="24428"/>
                </a:lnTo>
                <a:lnTo>
                  <a:pt x="545028" y="57199"/>
                </a:lnTo>
                <a:lnTo>
                  <a:pt x="544947" y="57426"/>
                </a:lnTo>
                <a:lnTo>
                  <a:pt x="544867" y="57653"/>
                </a:lnTo>
                <a:lnTo>
                  <a:pt x="544788" y="57879"/>
                </a:lnTo>
                <a:lnTo>
                  <a:pt x="544709" y="58106"/>
                </a:lnTo>
                <a:lnTo>
                  <a:pt x="544630" y="58333"/>
                </a:lnTo>
                <a:lnTo>
                  <a:pt x="544552" y="58560"/>
                </a:lnTo>
                <a:lnTo>
                  <a:pt x="544474" y="58786"/>
                </a:lnTo>
                <a:lnTo>
                  <a:pt x="544396" y="59013"/>
                </a:lnTo>
                <a:lnTo>
                  <a:pt x="544319" y="59240"/>
                </a:lnTo>
                <a:lnTo>
                  <a:pt x="544243" y="59467"/>
                </a:lnTo>
                <a:lnTo>
                  <a:pt x="544166" y="59693"/>
                </a:lnTo>
                <a:lnTo>
                  <a:pt x="544091" y="59920"/>
                </a:lnTo>
                <a:lnTo>
                  <a:pt x="544015" y="60147"/>
                </a:lnTo>
                <a:lnTo>
                  <a:pt x="543940" y="60373"/>
                </a:lnTo>
                <a:lnTo>
                  <a:pt x="543866" y="60600"/>
                </a:lnTo>
                <a:lnTo>
                  <a:pt x="543792" y="60827"/>
                </a:lnTo>
                <a:lnTo>
                  <a:pt x="543718" y="61054"/>
                </a:lnTo>
                <a:lnTo>
                  <a:pt x="543645" y="61280"/>
                </a:lnTo>
                <a:lnTo>
                  <a:pt x="543572" y="61507"/>
                </a:lnTo>
                <a:lnTo>
                  <a:pt x="543499" y="61734"/>
                </a:lnTo>
                <a:lnTo>
                  <a:pt x="543427" y="61961"/>
                </a:lnTo>
                <a:lnTo>
                  <a:pt x="543356" y="62187"/>
                </a:lnTo>
                <a:lnTo>
                  <a:pt x="543285" y="62414"/>
                </a:lnTo>
                <a:lnTo>
                  <a:pt x="543214" y="62641"/>
                </a:lnTo>
                <a:lnTo>
                  <a:pt x="543182" y="62757"/>
                </a:lnTo>
                <a:lnTo>
                  <a:pt x="543146" y="62882"/>
                </a:lnTo>
                <a:lnTo>
                  <a:pt x="543107" y="63018"/>
                </a:lnTo>
                <a:lnTo>
                  <a:pt x="543064" y="63163"/>
                </a:lnTo>
                <a:lnTo>
                  <a:pt x="543018" y="63318"/>
                </a:lnTo>
                <a:lnTo>
                  <a:pt x="542968" y="63484"/>
                </a:lnTo>
                <a:lnTo>
                  <a:pt x="542915" y="63659"/>
                </a:lnTo>
                <a:lnTo>
                  <a:pt x="542858" y="63843"/>
                </a:lnTo>
                <a:lnTo>
                  <a:pt x="542797" y="64038"/>
                </a:lnTo>
                <a:lnTo>
                  <a:pt x="542733" y="64243"/>
                </a:lnTo>
                <a:lnTo>
                  <a:pt x="542665" y="64457"/>
                </a:lnTo>
                <a:lnTo>
                  <a:pt x="542594" y="64682"/>
                </a:lnTo>
                <a:lnTo>
                  <a:pt x="542519" y="64916"/>
                </a:lnTo>
                <a:lnTo>
                  <a:pt x="542441" y="65160"/>
                </a:lnTo>
                <a:lnTo>
                  <a:pt x="542359" y="65414"/>
                </a:lnTo>
                <a:lnTo>
                  <a:pt x="542273" y="65678"/>
                </a:lnTo>
                <a:lnTo>
                  <a:pt x="542184" y="65951"/>
                </a:lnTo>
                <a:lnTo>
                  <a:pt x="542092" y="66235"/>
                </a:lnTo>
                <a:lnTo>
                  <a:pt x="541995" y="66528"/>
                </a:lnTo>
                <a:lnTo>
                  <a:pt x="541895" y="66831"/>
                </a:lnTo>
                <a:lnTo>
                  <a:pt x="541792" y="67145"/>
                </a:lnTo>
                <a:lnTo>
                  <a:pt x="541685" y="67468"/>
                </a:lnTo>
                <a:lnTo>
                  <a:pt x="541575" y="67800"/>
                </a:lnTo>
                <a:lnTo>
                  <a:pt x="541460" y="68143"/>
                </a:lnTo>
                <a:lnTo>
                  <a:pt x="537954" y="57199"/>
                </a:lnTo>
                <a:lnTo>
                  <a:pt x="525861" y="24428"/>
                </a:lnTo>
                <a:lnTo>
                  <a:pt x="508024" y="24428"/>
                </a:lnTo>
                <a:lnTo>
                  <a:pt x="508663" y="26013"/>
                </a:lnTo>
                <a:lnTo>
                  <a:pt x="508501" y="25919"/>
                </a:lnTo>
                <a:lnTo>
                  <a:pt x="508051" y="25669"/>
                </a:lnTo>
                <a:lnTo>
                  <a:pt x="507599" y="25430"/>
                </a:lnTo>
                <a:lnTo>
                  <a:pt x="507145" y="25202"/>
                </a:lnTo>
                <a:close/>
                <a:moveTo>
                  <a:pt x="192571" y="40114"/>
                </a:moveTo>
                <a:lnTo>
                  <a:pt x="192258" y="39335"/>
                </a:lnTo>
                <a:lnTo>
                  <a:pt x="191931" y="38574"/>
                </a:lnTo>
                <a:lnTo>
                  <a:pt x="191592" y="37832"/>
                </a:lnTo>
                <a:lnTo>
                  <a:pt x="191238" y="37108"/>
                </a:lnTo>
                <a:lnTo>
                  <a:pt x="190871" y="36403"/>
                </a:lnTo>
                <a:lnTo>
                  <a:pt x="190490" y="35716"/>
                </a:lnTo>
                <a:lnTo>
                  <a:pt x="190096" y="35047"/>
                </a:lnTo>
                <a:lnTo>
                  <a:pt x="189689" y="34397"/>
                </a:lnTo>
                <a:lnTo>
                  <a:pt x="189267" y="33765"/>
                </a:lnTo>
                <a:lnTo>
                  <a:pt x="188833" y="33151"/>
                </a:lnTo>
                <a:lnTo>
                  <a:pt x="188384" y="32556"/>
                </a:lnTo>
                <a:lnTo>
                  <a:pt x="187923" y="31979"/>
                </a:lnTo>
                <a:lnTo>
                  <a:pt x="187447" y="31420"/>
                </a:lnTo>
                <a:lnTo>
                  <a:pt x="186958" y="30880"/>
                </a:lnTo>
                <a:lnTo>
                  <a:pt x="186456" y="30358"/>
                </a:lnTo>
                <a:lnTo>
                  <a:pt x="185940" y="29855"/>
                </a:lnTo>
                <a:lnTo>
                  <a:pt x="185410" y="29370"/>
                </a:lnTo>
                <a:lnTo>
                  <a:pt x="184867" y="28903"/>
                </a:lnTo>
                <a:lnTo>
                  <a:pt x="184311" y="28455"/>
                </a:lnTo>
                <a:lnTo>
                  <a:pt x="183740" y="28025"/>
                </a:lnTo>
                <a:lnTo>
                  <a:pt x="183155" y="27613"/>
                </a:lnTo>
                <a:lnTo>
                  <a:pt x="182553" y="27219"/>
                </a:lnTo>
                <a:lnTo>
                  <a:pt x="181935" y="26842"/>
                </a:lnTo>
                <a:lnTo>
                  <a:pt x="181299" y="26482"/>
                </a:lnTo>
                <a:lnTo>
                  <a:pt x="180647" y="26141"/>
                </a:lnTo>
                <a:lnTo>
                  <a:pt x="179978" y="25816"/>
                </a:lnTo>
                <a:lnTo>
                  <a:pt x="179293" y="25510"/>
                </a:lnTo>
                <a:lnTo>
                  <a:pt x="178591" y="25220"/>
                </a:lnTo>
                <a:lnTo>
                  <a:pt x="177872" y="24949"/>
                </a:lnTo>
                <a:lnTo>
                  <a:pt x="177137" y="24694"/>
                </a:lnTo>
                <a:lnTo>
                  <a:pt x="176384" y="24458"/>
                </a:lnTo>
                <a:lnTo>
                  <a:pt x="175616" y="24239"/>
                </a:lnTo>
                <a:lnTo>
                  <a:pt x="174830" y="24037"/>
                </a:lnTo>
                <a:lnTo>
                  <a:pt x="174028" y="23853"/>
                </a:lnTo>
                <a:lnTo>
                  <a:pt x="173209" y="23686"/>
                </a:lnTo>
                <a:lnTo>
                  <a:pt x="172373" y="23537"/>
                </a:lnTo>
                <a:lnTo>
                  <a:pt x="171521" y="23406"/>
                </a:lnTo>
                <a:lnTo>
                  <a:pt x="170652" y="23292"/>
                </a:lnTo>
                <a:lnTo>
                  <a:pt x="169766" y="23196"/>
                </a:lnTo>
                <a:lnTo>
                  <a:pt x="168864" y="23117"/>
                </a:lnTo>
                <a:lnTo>
                  <a:pt x="167945" y="23055"/>
                </a:lnTo>
                <a:lnTo>
                  <a:pt x="167009" y="23011"/>
                </a:lnTo>
                <a:lnTo>
                  <a:pt x="166056" y="22985"/>
                </a:lnTo>
                <a:lnTo>
                  <a:pt x="165087" y="22976"/>
                </a:lnTo>
                <a:lnTo>
                  <a:pt x="163903" y="22992"/>
                </a:lnTo>
                <a:lnTo>
                  <a:pt x="162740" y="23038"/>
                </a:lnTo>
                <a:lnTo>
                  <a:pt x="161597" y="23115"/>
                </a:lnTo>
                <a:lnTo>
                  <a:pt x="160475" y="23222"/>
                </a:lnTo>
                <a:lnTo>
                  <a:pt x="159374" y="23361"/>
                </a:lnTo>
                <a:lnTo>
                  <a:pt x="158293" y="23530"/>
                </a:lnTo>
                <a:lnTo>
                  <a:pt x="157232" y="23730"/>
                </a:lnTo>
                <a:lnTo>
                  <a:pt x="156192" y="23961"/>
                </a:lnTo>
                <a:lnTo>
                  <a:pt x="155173" y="24222"/>
                </a:lnTo>
                <a:lnTo>
                  <a:pt x="154174" y="24514"/>
                </a:lnTo>
                <a:lnTo>
                  <a:pt x="153196" y="24837"/>
                </a:lnTo>
                <a:lnTo>
                  <a:pt x="152239" y="25191"/>
                </a:lnTo>
                <a:lnTo>
                  <a:pt x="151302" y="25575"/>
                </a:lnTo>
                <a:lnTo>
                  <a:pt x="150385" y="25991"/>
                </a:lnTo>
                <a:lnTo>
                  <a:pt x="149489" y="26437"/>
                </a:lnTo>
                <a:lnTo>
                  <a:pt x="148614" y="26913"/>
                </a:lnTo>
                <a:lnTo>
                  <a:pt x="147759" y="27421"/>
                </a:lnTo>
                <a:lnTo>
                  <a:pt x="146925" y="27959"/>
                </a:lnTo>
                <a:lnTo>
                  <a:pt x="146112" y="28528"/>
                </a:lnTo>
                <a:lnTo>
                  <a:pt x="145319" y="29128"/>
                </a:lnTo>
                <a:lnTo>
                  <a:pt x="144546" y="29758"/>
                </a:lnTo>
                <a:lnTo>
                  <a:pt x="143795" y="30420"/>
                </a:lnTo>
                <a:lnTo>
                  <a:pt x="143063" y="31112"/>
                </a:lnTo>
                <a:lnTo>
                  <a:pt x="142353" y="31834"/>
                </a:lnTo>
                <a:lnTo>
                  <a:pt x="141667" y="32585"/>
                </a:lnTo>
                <a:lnTo>
                  <a:pt x="141010" y="33360"/>
                </a:lnTo>
                <a:lnTo>
                  <a:pt x="140383" y="34159"/>
                </a:lnTo>
                <a:lnTo>
                  <a:pt x="139785" y="34983"/>
                </a:lnTo>
                <a:lnTo>
                  <a:pt x="139216" y="35831"/>
                </a:lnTo>
                <a:lnTo>
                  <a:pt x="138676" y="36704"/>
                </a:lnTo>
                <a:lnTo>
                  <a:pt x="138165" y="37601"/>
                </a:lnTo>
                <a:lnTo>
                  <a:pt x="137684" y="38522"/>
                </a:lnTo>
                <a:lnTo>
                  <a:pt x="137231" y="39468"/>
                </a:lnTo>
                <a:lnTo>
                  <a:pt x="136808" y="40439"/>
                </a:lnTo>
                <a:lnTo>
                  <a:pt x="136414" y="41434"/>
                </a:lnTo>
                <a:lnTo>
                  <a:pt x="136049" y="42453"/>
                </a:lnTo>
                <a:lnTo>
                  <a:pt x="135714" y="43497"/>
                </a:lnTo>
                <a:lnTo>
                  <a:pt x="135407" y="44566"/>
                </a:lnTo>
                <a:lnTo>
                  <a:pt x="135130" y="45658"/>
                </a:lnTo>
                <a:lnTo>
                  <a:pt x="134882" y="46776"/>
                </a:lnTo>
                <a:lnTo>
                  <a:pt x="134663" y="47917"/>
                </a:lnTo>
                <a:lnTo>
                  <a:pt x="134473" y="49084"/>
                </a:lnTo>
                <a:lnTo>
                  <a:pt x="134313" y="50274"/>
                </a:lnTo>
                <a:lnTo>
                  <a:pt x="134182" y="51489"/>
                </a:lnTo>
                <a:lnTo>
                  <a:pt x="134080" y="52729"/>
                </a:lnTo>
                <a:lnTo>
                  <a:pt x="134007" y="53993"/>
                </a:lnTo>
                <a:lnTo>
                  <a:pt x="133963" y="55282"/>
                </a:lnTo>
                <a:lnTo>
                  <a:pt x="133948" y="56594"/>
                </a:lnTo>
                <a:lnTo>
                  <a:pt x="133963" y="57893"/>
                </a:lnTo>
                <a:lnTo>
                  <a:pt x="134006" y="59167"/>
                </a:lnTo>
                <a:lnTo>
                  <a:pt x="134079" y="60418"/>
                </a:lnTo>
                <a:lnTo>
                  <a:pt x="134181" y="61645"/>
                </a:lnTo>
                <a:lnTo>
                  <a:pt x="134312" y="62848"/>
                </a:lnTo>
                <a:lnTo>
                  <a:pt x="134472" y="64028"/>
                </a:lnTo>
                <a:lnTo>
                  <a:pt x="134661" y="65184"/>
                </a:lnTo>
                <a:lnTo>
                  <a:pt x="134879" y="66316"/>
                </a:lnTo>
                <a:lnTo>
                  <a:pt x="135126" y="67424"/>
                </a:lnTo>
                <a:lnTo>
                  <a:pt x="135402" y="68509"/>
                </a:lnTo>
                <a:lnTo>
                  <a:pt x="135707" y="69570"/>
                </a:lnTo>
                <a:lnTo>
                  <a:pt x="136042" y="70607"/>
                </a:lnTo>
                <a:lnTo>
                  <a:pt x="136405" y="71621"/>
                </a:lnTo>
                <a:lnTo>
                  <a:pt x="136798" y="72610"/>
                </a:lnTo>
                <a:lnTo>
                  <a:pt x="137219" y="73576"/>
                </a:lnTo>
                <a:lnTo>
                  <a:pt x="137670" y="74519"/>
                </a:lnTo>
                <a:lnTo>
                  <a:pt x="138150" y="75437"/>
                </a:lnTo>
                <a:lnTo>
                  <a:pt x="138659" y="76332"/>
                </a:lnTo>
                <a:lnTo>
                  <a:pt x="139197" y="77203"/>
                </a:lnTo>
                <a:lnTo>
                  <a:pt x="139764" y="78051"/>
                </a:lnTo>
                <a:lnTo>
                  <a:pt x="140360" y="78875"/>
                </a:lnTo>
                <a:lnTo>
                  <a:pt x="140985" y="79675"/>
                </a:lnTo>
                <a:lnTo>
                  <a:pt x="141639" y="80451"/>
                </a:lnTo>
                <a:lnTo>
                  <a:pt x="142322" y="81203"/>
                </a:lnTo>
                <a:lnTo>
                  <a:pt x="143030" y="81929"/>
                </a:lnTo>
                <a:lnTo>
                  <a:pt x="143758" y="82623"/>
                </a:lnTo>
                <a:lnTo>
                  <a:pt x="144505" y="83287"/>
                </a:lnTo>
                <a:lnTo>
                  <a:pt x="145273" y="83919"/>
                </a:lnTo>
                <a:lnTo>
                  <a:pt x="146060" y="84521"/>
                </a:lnTo>
                <a:lnTo>
                  <a:pt x="146867" y="85092"/>
                </a:lnTo>
                <a:lnTo>
                  <a:pt x="147694" y="85632"/>
                </a:lnTo>
                <a:lnTo>
                  <a:pt x="148540" y="86141"/>
                </a:lnTo>
                <a:lnTo>
                  <a:pt x="149407" y="86620"/>
                </a:lnTo>
                <a:lnTo>
                  <a:pt x="150293" y="87067"/>
                </a:lnTo>
                <a:lnTo>
                  <a:pt x="151199" y="87484"/>
                </a:lnTo>
                <a:lnTo>
                  <a:pt x="152125" y="87870"/>
                </a:lnTo>
                <a:lnTo>
                  <a:pt x="153071" y="88224"/>
                </a:lnTo>
                <a:lnTo>
                  <a:pt x="154037" y="88549"/>
                </a:lnTo>
                <a:lnTo>
                  <a:pt x="155022" y="88842"/>
                </a:lnTo>
                <a:lnTo>
                  <a:pt x="156028" y="89104"/>
                </a:lnTo>
                <a:lnTo>
                  <a:pt x="157053" y="89336"/>
                </a:lnTo>
                <a:lnTo>
                  <a:pt x="158098" y="89536"/>
                </a:lnTo>
                <a:lnTo>
                  <a:pt x="159163" y="89706"/>
                </a:lnTo>
                <a:lnTo>
                  <a:pt x="160248" y="89845"/>
                </a:lnTo>
                <a:lnTo>
                  <a:pt x="161352" y="89953"/>
                </a:lnTo>
                <a:lnTo>
                  <a:pt x="162477" y="90030"/>
                </a:lnTo>
                <a:lnTo>
                  <a:pt x="163621" y="90076"/>
                </a:lnTo>
                <a:lnTo>
                  <a:pt x="164785" y="90092"/>
                </a:lnTo>
                <a:lnTo>
                  <a:pt x="165809" y="90081"/>
                </a:lnTo>
                <a:lnTo>
                  <a:pt x="166816" y="90051"/>
                </a:lnTo>
                <a:lnTo>
                  <a:pt x="167805" y="90000"/>
                </a:lnTo>
                <a:lnTo>
                  <a:pt x="168777" y="89929"/>
                </a:lnTo>
                <a:lnTo>
                  <a:pt x="169732" y="89837"/>
                </a:lnTo>
                <a:lnTo>
                  <a:pt x="170669" y="89725"/>
                </a:lnTo>
                <a:lnTo>
                  <a:pt x="171589" y="89593"/>
                </a:lnTo>
                <a:lnTo>
                  <a:pt x="172491" y="89440"/>
                </a:lnTo>
                <a:lnTo>
                  <a:pt x="173376" y="89267"/>
                </a:lnTo>
                <a:lnTo>
                  <a:pt x="174243" y="89073"/>
                </a:lnTo>
                <a:lnTo>
                  <a:pt x="175093" y="88860"/>
                </a:lnTo>
                <a:lnTo>
                  <a:pt x="175925" y="88625"/>
                </a:lnTo>
                <a:lnTo>
                  <a:pt x="176741" y="88371"/>
                </a:lnTo>
                <a:lnTo>
                  <a:pt x="177538" y="88096"/>
                </a:lnTo>
                <a:lnTo>
                  <a:pt x="178319" y="87801"/>
                </a:lnTo>
                <a:lnTo>
                  <a:pt x="179081" y="87485"/>
                </a:lnTo>
                <a:lnTo>
                  <a:pt x="179827" y="87149"/>
                </a:lnTo>
                <a:lnTo>
                  <a:pt x="180555" y="86793"/>
                </a:lnTo>
                <a:lnTo>
                  <a:pt x="181265" y="86416"/>
                </a:lnTo>
                <a:lnTo>
                  <a:pt x="181958" y="86019"/>
                </a:lnTo>
                <a:lnTo>
                  <a:pt x="182634" y="85601"/>
                </a:lnTo>
                <a:lnTo>
                  <a:pt x="183292" y="85163"/>
                </a:lnTo>
                <a:lnTo>
                  <a:pt x="183933" y="84705"/>
                </a:lnTo>
                <a:lnTo>
                  <a:pt x="184557" y="84227"/>
                </a:lnTo>
                <a:lnTo>
                  <a:pt x="185163" y="83728"/>
                </a:lnTo>
                <a:lnTo>
                  <a:pt x="185753" y="83210"/>
                </a:lnTo>
                <a:lnTo>
                  <a:pt x="186326" y="82672"/>
                </a:lnTo>
                <a:lnTo>
                  <a:pt x="186883" y="82115"/>
                </a:lnTo>
                <a:lnTo>
                  <a:pt x="187423" y="81539"/>
                </a:lnTo>
                <a:lnTo>
                  <a:pt x="187946" y="80943"/>
                </a:lnTo>
                <a:lnTo>
                  <a:pt x="188453" y="80327"/>
                </a:lnTo>
                <a:lnTo>
                  <a:pt x="188944" y="79692"/>
                </a:lnTo>
                <a:lnTo>
                  <a:pt x="189417" y="79037"/>
                </a:lnTo>
                <a:lnTo>
                  <a:pt x="189875" y="78363"/>
                </a:lnTo>
                <a:lnTo>
                  <a:pt x="190315" y="77669"/>
                </a:lnTo>
                <a:lnTo>
                  <a:pt x="190739" y="76956"/>
                </a:lnTo>
                <a:lnTo>
                  <a:pt x="191147" y="76223"/>
                </a:lnTo>
                <a:lnTo>
                  <a:pt x="191537" y="75471"/>
                </a:lnTo>
                <a:lnTo>
                  <a:pt x="191912" y="74699"/>
                </a:lnTo>
                <a:lnTo>
                  <a:pt x="192269" y="73907"/>
                </a:lnTo>
                <a:lnTo>
                  <a:pt x="192610" y="73096"/>
                </a:lnTo>
                <a:lnTo>
                  <a:pt x="192935" y="72266"/>
                </a:lnTo>
                <a:lnTo>
                  <a:pt x="193243" y="71416"/>
                </a:lnTo>
                <a:lnTo>
                  <a:pt x="193534" y="70547"/>
                </a:lnTo>
                <a:lnTo>
                  <a:pt x="193809" y="69658"/>
                </a:lnTo>
                <a:lnTo>
                  <a:pt x="194067" y="68749"/>
                </a:lnTo>
                <a:lnTo>
                  <a:pt x="194308" y="67821"/>
                </a:lnTo>
                <a:lnTo>
                  <a:pt x="194533" y="66873"/>
                </a:lnTo>
                <a:lnTo>
                  <a:pt x="177845" y="63971"/>
                </a:lnTo>
                <a:lnTo>
                  <a:pt x="177736" y="64524"/>
                </a:lnTo>
                <a:lnTo>
                  <a:pt x="177621" y="65062"/>
                </a:lnTo>
                <a:lnTo>
                  <a:pt x="177499" y="65587"/>
                </a:lnTo>
                <a:lnTo>
                  <a:pt x="177372" y="66098"/>
                </a:lnTo>
                <a:lnTo>
                  <a:pt x="177237" y="66596"/>
                </a:lnTo>
                <a:lnTo>
                  <a:pt x="177097" y="67079"/>
                </a:lnTo>
                <a:lnTo>
                  <a:pt x="176950" y="67549"/>
                </a:lnTo>
                <a:lnTo>
                  <a:pt x="176797" y="68005"/>
                </a:lnTo>
                <a:lnTo>
                  <a:pt x="176638" y="68448"/>
                </a:lnTo>
                <a:lnTo>
                  <a:pt x="176472" y="68876"/>
                </a:lnTo>
                <a:lnTo>
                  <a:pt x="176300" y="69291"/>
                </a:lnTo>
                <a:lnTo>
                  <a:pt x="176122" y="69693"/>
                </a:lnTo>
                <a:lnTo>
                  <a:pt x="175937" y="70080"/>
                </a:lnTo>
                <a:lnTo>
                  <a:pt x="175747" y="70454"/>
                </a:lnTo>
                <a:lnTo>
                  <a:pt x="175549" y="70813"/>
                </a:lnTo>
                <a:lnTo>
                  <a:pt x="175346" y="71160"/>
                </a:lnTo>
                <a:lnTo>
                  <a:pt x="175136" y="71492"/>
                </a:lnTo>
                <a:lnTo>
                  <a:pt x="174920" y="71811"/>
                </a:lnTo>
                <a:lnTo>
                  <a:pt x="174698" y="72116"/>
                </a:lnTo>
                <a:lnTo>
                  <a:pt x="174469" y="72407"/>
                </a:lnTo>
                <a:lnTo>
                  <a:pt x="174234" y="72684"/>
                </a:lnTo>
                <a:lnTo>
                  <a:pt x="173993" y="72948"/>
                </a:lnTo>
                <a:lnTo>
                  <a:pt x="173746" y="73198"/>
                </a:lnTo>
                <a:lnTo>
                  <a:pt x="173492" y="73434"/>
                </a:lnTo>
                <a:lnTo>
                  <a:pt x="173232" y="73658"/>
                </a:lnTo>
                <a:lnTo>
                  <a:pt x="172966" y="73873"/>
                </a:lnTo>
                <a:lnTo>
                  <a:pt x="172693" y="74079"/>
                </a:lnTo>
                <a:lnTo>
                  <a:pt x="172415" y="74274"/>
                </a:lnTo>
                <a:lnTo>
                  <a:pt x="172131" y="74461"/>
                </a:lnTo>
                <a:lnTo>
                  <a:pt x="171840" y="74637"/>
                </a:lnTo>
                <a:lnTo>
                  <a:pt x="171544" y="74805"/>
                </a:lnTo>
                <a:lnTo>
                  <a:pt x="171241" y="74962"/>
                </a:lnTo>
                <a:lnTo>
                  <a:pt x="170932" y="75110"/>
                </a:lnTo>
                <a:lnTo>
                  <a:pt x="170618" y="75249"/>
                </a:lnTo>
                <a:lnTo>
                  <a:pt x="170297" y="75378"/>
                </a:lnTo>
                <a:lnTo>
                  <a:pt x="169970" y="75497"/>
                </a:lnTo>
                <a:lnTo>
                  <a:pt x="169637" y="75607"/>
                </a:lnTo>
                <a:lnTo>
                  <a:pt x="169297" y="75707"/>
                </a:lnTo>
                <a:lnTo>
                  <a:pt x="168952" y="75798"/>
                </a:lnTo>
                <a:lnTo>
                  <a:pt x="168601" y="75879"/>
                </a:lnTo>
                <a:lnTo>
                  <a:pt x="168243" y="75951"/>
                </a:lnTo>
                <a:lnTo>
                  <a:pt x="167880" y="76013"/>
                </a:lnTo>
                <a:lnTo>
                  <a:pt x="167510" y="76065"/>
                </a:lnTo>
                <a:lnTo>
                  <a:pt x="167135" y="76108"/>
                </a:lnTo>
                <a:lnTo>
                  <a:pt x="166753" y="76142"/>
                </a:lnTo>
                <a:lnTo>
                  <a:pt x="166365" y="76166"/>
                </a:lnTo>
                <a:lnTo>
                  <a:pt x="165971" y="76180"/>
                </a:lnTo>
                <a:lnTo>
                  <a:pt x="165571" y="76185"/>
                </a:lnTo>
                <a:lnTo>
                  <a:pt x="165036" y="76177"/>
                </a:lnTo>
                <a:lnTo>
                  <a:pt x="164511" y="76152"/>
                </a:lnTo>
                <a:lnTo>
                  <a:pt x="163995" y="76111"/>
                </a:lnTo>
                <a:lnTo>
                  <a:pt x="163487" y="76054"/>
                </a:lnTo>
                <a:lnTo>
                  <a:pt x="162989" y="75981"/>
                </a:lnTo>
                <a:lnTo>
                  <a:pt x="162501" y="75891"/>
                </a:lnTo>
                <a:lnTo>
                  <a:pt x="162021" y="75785"/>
                </a:lnTo>
                <a:lnTo>
                  <a:pt x="161550" y="75663"/>
                </a:lnTo>
                <a:lnTo>
                  <a:pt x="161089" y="75524"/>
                </a:lnTo>
                <a:lnTo>
                  <a:pt x="160636" y="75369"/>
                </a:lnTo>
                <a:lnTo>
                  <a:pt x="160193" y="75197"/>
                </a:lnTo>
                <a:lnTo>
                  <a:pt x="159759" y="75010"/>
                </a:lnTo>
                <a:lnTo>
                  <a:pt x="159334" y="74806"/>
                </a:lnTo>
                <a:lnTo>
                  <a:pt x="158918" y="74585"/>
                </a:lnTo>
                <a:lnTo>
                  <a:pt x="158511" y="74348"/>
                </a:lnTo>
                <a:lnTo>
                  <a:pt x="158114" y="74095"/>
                </a:lnTo>
                <a:lnTo>
                  <a:pt x="157725" y="73826"/>
                </a:lnTo>
                <a:lnTo>
                  <a:pt x="157346" y="73541"/>
                </a:lnTo>
                <a:lnTo>
                  <a:pt x="156976" y="73239"/>
                </a:lnTo>
                <a:lnTo>
                  <a:pt x="156615" y="72920"/>
                </a:lnTo>
                <a:lnTo>
                  <a:pt x="156263" y="72586"/>
                </a:lnTo>
                <a:lnTo>
                  <a:pt x="155920" y="72235"/>
                </a:lnTo>
                <a:lnTo>
                  <a:pt x="155586" y="71867"/>
                </a:lnTo>
                <a:lnTo>
                  <a:pt x="155262" y="71484"/>
                </a:lnTo>
                <a:lnTo>
                  <a:pt x="154949" y="71080"/>
                </a:lnTo>
                <a:lnTo>
                  <a:pt x="154649" y="70653"/>
                </a:lnTo>
                <a:lnTo>
                  <a:pt x="154362" y="70203"/>
                </a:lnTo>
                <a:lnTo>
                  <a:pt x="154089" y="69730"/>
                </a:lnTo>
                <a:lnTo>
                  <a:pt x="153829" y="69234"/>
                </a:lnTo>
                <a:lnTo>
                  <a:pt x="153582" y="68714"/>
                </a:lnTo>
                <a:lnTo>
                  <a:pt x="153349" y="68171"/>
                </a:lnTo>
                <a:lnTo>
                  <a:pt x="153129" y="67605"/>
                </a:lnTo>
                <a:lnTo>
                  <a:pt x="152922" y="67016"/>
                </a:lnTo>
                <a:lnTo>
                  <a:pt x="152729" y="66403"/>
                </a:lnTo>
                <a:lnTo>
                  <a:pt x="152549" y="65767"/>
                </a:lnTo>
                <a:lnTo>
                  <a:pt x="152382" y="65108"/>
                </a:lnTo>
                <a:lnTo>
                  <a:pt x="152229" y="64426"/>
                </a:lnTo>
                <a:lnTo>
                  <a:pt x="152089" y="63720"/>
                </a:lnTo>
                <a:lnTo>
                  <a:pt x="151962" y="62991"/>
                </a:lnTo>
                <a:lnTo>
                  <a:pt x="151849" y="62239"/>
                </a:lnTo>
                <a:lnTo>
                  <a:pt x="151749" y="61464"/>
                </a:lnTo>
                <a:lnTo>
                  <a:pt x="151662" y="60666"/>
                </a:lnTo>
                <a:lnTo>
                  <a:pt x="151589" y="59844"/>
                </a:lnTo>
                <a:lnTo>
                  <a:pt x="151529" y="58999"/>
                </a:lnTo>
                <a:lnTo>
                  <a:pt x="151482" y="58131"/>
                </a:lnTo>
                <a:lnTo>
                  <a:pt x="151449" y="57240"/>
                </a:lnTo>
                <a:lnTo>
                  <a:pt x="151429" y="56325"/>
                </a:lnTo>
                <a:lnTo>
                  <a:pt x="151422" y="55387"/>
                </a:lnTo>
                <a:lnTo>
                  <a:pt x="151429" y="54543"/>
                </a:lnTo>
                <a:lnTo>
                  <a:pt x="151449" y="53720"/>
                </a:lnTo>
                <a:lnTo>
                  <a:pt x="151481" y="52917"/>
                </a:lnTo>
                <a:lnTo>
                  <a:pt x="151527" y="52135"/>
                </a:lnTo>
                <a:lnTo>
                  <a:pt x="151586" y="51373"/>
                </a:lnTo>
                <a:lnTo>
                  <a:pt x="151659" y="50631"/>
                </a:lnTo>
                <a:lnTo>
                  <a:pt x="151744" y="49910"/>
                </a:lnTo>
                <a:lnTo>
                  <a:pt x="151842" y="49209"/>
                </a:lnTo>
                <a:lnTo>
                  <a:pt x="151954" y="48528"/>
                </a:lnTo>
                <a:lnTo>
                  <a:pt x="152078" y="47868"/>
                </a:lnTo>
                <a:lnTo>
                  <a:pt x="152216" y="47229"/>
                </a:lnTo>
                <a:lnTo>
                  <a:pt x="152367" y="46609"/>
                </a:lnTo>
                <a:lnTo>
                  <a:pt x="152531" y="46011"/>
                </a:lnTo>
                <a:lnTo>
                  <a:pt x="152708" y="45432"/>
                </a:lnTo>
                <a:lnTo>
                  <a:pt x="152899" y="44874"/>
                </a:lnTo>
                <a:lnTo>
                  <a:pt x="153102" y="44336"/>
                </a:lnTo>
                <a:lnTo>
                  <a:pt x="153318" y="43819"/>
                </a:lnTo>
                <a:lnTo>
                  <a:pt x="153548" y="43322"/>
                </a:lnTo>
                <a:lnTo>
                  <a:pt x="153791" y="42846"/>
                </a:lnTo>
                <a:lnTo>
                  <a:pt x="154047" y="42390"/>
                </a:lnTo>
                <a:lnTo>
                  <a:pt x="154316" y="41954"/>
                </a:lnTo>
                <a:lnTo>
                  <a:pt x="154598" y="41539"/>
                </a:lnTo>
                <a:lnTo>
                  <a:pt x="154893" y="41144"/>
                </a:lnTo>
                <a:lnTo>
                  <a:pt x="155201" y="40770"/>
                </a:lnTo>
                <a:lnTo>
                  <a:pt x="155521" y="40413"/>
                </a:lnTo>
                <a:lnTo>
                  <a:pt x="155849" y="40072"/>
                </a:lnTo>
                <a:lnTo>
                  <a:pt x="156186" y="39746"/>
                </a:lnTo>
                <a:lnTo>
                  <a:pt x="156532" y="39434"/>
                </a:lnTo>
                <a:lnTo>
                  <a:pt x="156887" y="39139"/>
                </a:lnTo>
                <a:lnTo>
                  <a:pt x="157251" y="38858"/>
                </a:lnTo>
                <a:lnTo>
                  <a:pt x="157624" y="38592"/>
                </a:lnTo>
                <a:lnTo>
                  <a:pt x="158006" y="38342"/>
                </a:lnTo>
                <a:lnTo>
                  <a:pt x="158397" y="38107"/>
                </a:lnTo>
                <a:lnTo>
                  <a:pt x="158797" y="37887"/>
                </a:lnTo>
                <a:lnTo>
                  <a:pt x="159205" y="37682"/>
                </a:lnTo>
                <a:lnTo>
                  <a:pt x="159623" y="37492"/>
                </a:lnTo>
                <a:lnTo>
                  <a:pt x="160049" y="37318"/>
                </a:lnTo>
                <a:lnTo>
                  <a:pt x="160485" y="37158"/>
                </a:lnTo>
                <a:lnTo>
                  <a:pt x="160929" y="37014"/>
                </a:lnTo>
                <a:lnTo>
                  <a:pt x="161382" y="36885"/>
                </a:lnTo>
                <a:lnTo>
                  <a:pt x="161844" y="36771"/>
                </a:lnTo>
                <a:lnTo>
                  <a:pt x="162315" y="36673"/>
                </a:lnTo>
                <a:lnTo>
                  <a:pt x="162795" y="36589"/>
                </a:lnTo>
                <a:lnTo>
                  <a:pt x="163284" y="36521"/>
                </a:lnTo>
                <a:lnTo>
                  <a:pt x="163782" y="36468"/>
                </a:lnTo>
                <a:lnTo>
                  <a:pt x="164289" y="36430"/>
                </a:lnTo>
                <a:lnTo>
                  <a:pt x="164805" y="36407"/>
                </a:lnTo>
                <a:lnTo>
                  <a:pt x="165329" y="36399"/>
                </a:lnTo>
                <a:lnTo>
                  <a:pt x="165724" y="36404"/>
                </a:lnTo>
                <a:lnTo>
                  <a:pt x="166113" y="36417"/>
                </a:lnTo>
                <a:lnTo>
                  <a:pt x="166495" y="36439"/>
                </a:lnTo>
                <a:lnTo>
                  <a:pt x="166872" y="36470"/>
                </a:lnTo>
                <a:lnTo>
                  <a:pt x="167242" y="36509"/>
                </a:lnTo>
                <a:lnTo>
                  <a:pt x="167606" y="36557"/>
                </a:lnTo>
                <a:lnTo>
                  <a:pt x="167964" y="36614"/>
                </a:lnTo>
                <a:lnTo>
                  <a:pt x="168315" y="36680"/>
                </a:lnTo>
                <a:lnTo>
                  <a:pt x="168661" y="36754"/>
                </a:lnTo>
                <a:lnTo>
                  <a:pt x="169000" y="36838"/>
                </a:lnTo>
                <a:lnTo>
                  <a:pt x="169333" y="36930"/>
                </a:lnTo>
                <a:lnTo>
                  <a:pt x="169660" y="37031"/>
                </a:lnTo>
                <a:lnTo>
                  <a:pt x="169980" y="37140"/>
                </a:lnTo>
                <a:lnTo>
                  <a:pt x="170295" y="37258"/>
                </a:lnTo>
                <a:lnTo>
                  <a:pt x="170603" y="37386"/>
                </a:lnTo>
                <a:lnTo>
                  <a:pt x="170905" y="37521"/>
                </a:lnTo>
                <a:lnTo>
                  <a:pt x="171201" y="37666"/>
                </a:lnTo>
                <a:lnTo>
                  <a:pt x="171491" y="37819"/>
                </a:lnTo>
                <a:lnTo>
                  <a:pt x="171774" y="37982"/>
                </a:lnTo>
                <a:lnTo>
                  <a:pt x="172052" y="38152"/>
                </a:lnTo>
                <a:lnTo>
                  <a:pt x="172323" y="38332"/>
                </a:lnTo>
                <a:lnTo>
                  <a:pt x="172588" y="38521"/>
                </a:lnTo>
                <a:lnTo>
                  <a:pt x="172846" y="38718"/>
                </a:lnTo>
                <a:lnTo>
                  <a:pt x="173099" y="38924"/>
                </a:lnTo>
                <a:lnTo>
                  <a:pt x="173344" y="39138"/>
                </a:lnTo>
                <a:lnTo>
                  <a:pt x="173583" y="39362"/>
                </a:lnTo>
                <a:lnTo>
                  <a:pt x="173813" y="39593"/>
                </a:lnTo>
                <a:lnTo>
                  <a:pt x="174037" y="39834"/>
                </a:lnTo>
                <a:lnTo>
                  <a:pt x="174253" y="40083"/>
                </a:lnTo>
                <a:lnTo>
                  <a:pt x="174461" y="40340"/>
                </a:lnTo>
                <a:lnTo>
                  <a:pt x="174662" y="40606"/>
                </a:lnTo>
                <a:lnTo>
                  <a:pt x="174856" y="40880"/>
                </a:lnTo>
                <a:lnTo>
                  <a:pt x="175042" y="41164"/>
                </a:lnTo>
                <a:lnTo>
                  <a:pt x="175220" y="41455"/>
                </a:lnTo>
                <a:lnTo>
                  <a:pt x="175391" y="41755"/>
                </a:lnTo>
                <a:lnTo>
                  <a:pt x="175555" y="42064"/>
                </a:lnTo>
                <a:lnTo>
                  <a:pt x="175711" y="42381"/>
                </a:lnTo>
                <a:lnTo>
                  <a:pt x="175860" y="42707"/>
                </a:lnTo>
                <a:lnTo>
                  <a:pt x="176002" y="43042"/>
                </a:lnTo>
                <a:lnTo>
                  <a:pt x="176135" y="43385"/>
                </a:lnTo>
                <a:lnTo>
                  <a:pt x="176262" y="43736"/>
                </a:lnTo>
                <a:lnTo>
                  <a:pt x="176381" y="44096"/>
                </a:lnTo>
                <a:lnTo>
                  <a:pt x="176492" y="44465"/>
                </a:lnTo>
                <a:lnTo>
                  <a:pt x="176596" y="44842"/>
                </a:lnTo>
                <a:lnTo>
                  <a:pt x="176693" y="45228"/>
                </a:lnTo>
                <a:lnTo>
                  <a:pt x="176782" y="45622"/>
                </a:lnTo>
                <a:lnTo>
                  <a:pt x="176864" y="46025"/>
                </a:lnTo>
                <a:lnTo>
                  <a:pt x="176938" y="46436"/>
                </a:lnTo>
                <a:lnTo>
                  <a:pt x="193687" y="43413"/>
                </a:lnTo>
                <a:lnTo>
                  <a:pt x="193428" y="42561"/>
                </a:lnTo>
                <a:lnTo>
                  <a:pt x="193156" y="41727"/>
                </a:lnTo>
                <a:lnTo>
                  <a:pt x="192870" y="40911"/>
                </a:lnTo>
                <a:lnTo>
                  <a:pt x="192571" y="40114"/>
                </a:lnTo>
                <a:close/>
                <a:moveTo>
                  <a:pt x="250902" y="59222"/>
                </a:moveTo>
                <a:lnTo>
                  <a:pt x="250968" y="60092"/>
                </a:lnTo>
                <a:lnTo>
                  <a:pt x="251047" y="60950"/>
                </a:lnTo>
                <a:lnTo>
                  <a:pt x="251141" y="61796"/>
                </a:lnTo>
                <a:lnTo>
                  <a:pt x="251250" y="62631"/>
                </a:lnTo>
                <a:lnTo>
                  <a:pt x="251373" y="63454"/>
                </a:lnTo>
                <a:lnTo>
                  <a:pt x="251511" y="64265"/>
                </a:lnTo>
                <a:lnTo>
                  <a:pt x="251663" y="65065"/>
                </a:lnTo>
                <a:lnTo>
                  <a:pt x="251830" y="65853"/>
                </a:lnTo>
                <a:lnTo>
                  <a:pt x="252011" y="66629"/>
                </a:lnTo>
                <a:lnTo>
                  <a:pt x="252206" y="67394"/>
                </a:lnTo>
                <a:lnTo>
                  <a:pt x="252416" y="68147"/>
                </a:lnTo>
                <a:lnTo>
                  <a:pt x="252641" y="68889"/>
                </a:lnTo>
                <a:lnTo>
                  <a:pt x="252880" y="69619"/>
                </a:lnTo>
                <a:lnTo>
                  <a:pt x="253133" y="70337"/>
                </a:lnTo>
                <a:lnTo>
                  <a:pt x="253401" y="71043"/>
                </a:lnTo>
                <a:lnTo>
                  <a:pt x="253684" y="71738"/>
                </a:lnTo>
                <a:lnTo>
                  <a:pt x="253981" y="72421"/>
                </a:lnTo>
                <a:lnTo>
                  <a:pt x="254292" y="73093"/>
                </a:lnTo>
                <a:lnTo>
                  <a:pt x="254618" y="73753"/>
                </a:lnTo>
                <a:lnTo>
                  <a:pt x="254959" y="74401"/>
                </a:lnTo>
                <a:lnTo>
                  <a:pt x="255313" y="75037"/>
                </a:lnTo>
                <a:lnTo>
                  <a:pt x="255681" y="75660"/>
                </a:lnTo>
                <a:lnTo>
                  <a:pt x="256062" y="76270"/>
                </a:lnTo>
                <a:lnTo>
                  <a:pt x="256456" y="76868"/>
                </a:lnTo>
                <a:lnTo>
                  <a:pt x="256864" y="77452"/>
                </a:lnTo>
                <a:lnTo>
                  <a:pt x="257285" y="78023"/>
                </a:lnTo>
                <a:lnTo>
                  <a:pt x="257719" y="78582"/>
                </a:lnTo>
                <a:lnTo>
                  <a:pt x="258167" y="79127"/>
                </a:lnTo>
                <a:lnTo>
                  <a:pt x="258628" y="79660"/>
                </a:lnTo>
                <a:lnTo>
                  <a:pt x="259102" y="80180"/>
                </a:lnTo>
                <a:lnTo>
                  <a:pt x="259590" y="80687"/>
                </a:lnTo>
                <a:lnTo>
                  <a:pt x="260091" y="81181"/>
                </a:lnTo>
                <a:lnTo>
                  <a:pt x="260605" y="81662"/>
                </a:lnTo>
                <a:lnTo>
                  <a:pt x="261132" y="82130"/>
                </a:lnTo>
                <a:lnTo>
                  <a:pt x="261673" y="82585"/>
                </a:lnTo>
                <a:lnTo>
                  <a:pt x="262228" y="83027"/>
                </a:lnTo>
                <a:lnTo>
                  <a:pt x="262795" y="83457"/>
                </a:lnTo>
                <a:lnTo>
                  <a:pt x="263376" y="83873"/>
                </a:lnTo>
                <a:lnTo>
                  <a:pt x="263971" y="84277"/>
                </a:lnTo>
                <a:lnTo>
                  <a:pt x="264578" y="84667"/>
                </a:lnTo>
                <a:lnTo>
                  <a:pt x="265199" y="85045"/>
                </a:lnTo>
                <a:lnTo>
                  <a:pt x="265834" y="85410"/>
                </a:lnTo>
                <a:lnTo>
                  <a:pt x="266481" y="85762"/>
                </a:lnTo>
                <a:lnTo>
                  <a:pt x="267142" y="86101"/>
                </a:lnTo>
                <a:lnTo>
                  <a:pt x="267811" y="86427"/>
                </a:lnTo>
                <a:lnTo>
                  <a:pt x="268483" y="86738"/>
                </a:lnTo>
                <a:lnTo>
                  <a:pt x="269158" y="87036"/>
                </a:lnTo>
                <a:lnTo>
                  <a:pt x="269835" y="87320"/>
                </a:lnTo>
                <a:lnTo>
                  <a:pt x="270516" y="87591"/>
                </a:lnTo>
                <a:lnTo>
                  <a:pt x="271199" y="87847"/>
                </a:lnTo>
                <a:lnTo>
                  <a:pt x="271885" y="88089"/>
                </a:lnTo>
                <a:lnTo>
                  <a:pt x="272574" y="88318"/>
                </a:lnTo>
                <a:lnTo>
                  <a:pt x="273266" y="88533"/>
                </a:lnTo>
                <a:lnTo>
                  <a:pt x="273960" y="88734"/>
                </a:lnTo>
                <a:lnTo>
                  <a:pt x="274657" y="88921"/>
                </a:lnTo>
                <a:lnTo>
                  <a:pt x="275358" y="89094"/>
                </a:lnTo>
                <a:lnTo>
                  <a:pt x="276061" y="89253"/>
                </a:lnTo>
                <a:lnTo>
                  <a:pt x="276767" y="89399"/>
                </a:lnTo>
                <a:lnTo>
                  <a:pt x="277475" y="89530"/>
                </a:lnTo>
                <a:lnTo>
                  <a:pt x="278187" y="89648"/>
                </a:lnTo>
                <a:lnTo>
                  <a:pt x="278901" y="89752"/>
                </a:lnTo>
                <a:lnTo>
                  <a:pt x="279619" y="89842"/>
                </a:lnTo>
                <a:lnTo>
                  <a:pt x="280339" y="89918"/>
                </a:lnTo>
                <a:lnTo>
                  <a:pt x="281061" y="89981"/>
                </a:lnTo>
                <a:lnTo>
                  <a:pt x="281787" y="90029"/>
                </a:lnTo>
                <a:lnTo>
                  <a:pt x="282516" y="90064"/>
                </a:lnTo>
                <a:lnTo>
                  <a:pt x="283247" y="90085"/>
                </a:lnTo>
                <a:lnTo>
                  <a:pt x="283981" y="90092"/>
                </a:lnTo>
                <a:lnTo>
                  <a:pt x="285162" y="90075"/>
                </a:lnTo>
                <a:lnTo>
                  <a:pt x="286326" y="90025"/>
                </a:lnTo>
                <a:lnTo>
                  <a:pt x="287473" y="89942"/>
                </a:lnTo>
                <a:lnTo>
                  <a:pt x="288603" y="89825"/>
                </a:lnTo>
                <a:lnTo>
                  <a:pt x="289716" y="89676"/>
                </a:lnTo>
                <a:lnTo>
                  <a:pt x="290812" y="89493"/>
                </a:lnTo>
                <a:lnTo>
                  <a:pt x="291891" y="89276"/>
                </a:lnTo>
                <a:lnTo>
                  <a:pt x="292954" y="89027"/>
                </a:lnTo>
                <a:lnTo>
                  <a:pt x="293999" y="88744"/>
                </a:lnTo>
                <a:lnTo>
                  <a:pt x="295028" y="88428"/>
                </a:lnTo>
                <a:lnTo>
                  <a:pt x="296039" y="88078"/>
                </a:lnTo>
                <a:lnTo>
                  <a:pt x="297034" y="87696"/>
                </a:lnTo>
                <a:lnTo>
                  <a:pt x="298012" y="87280"/>
                </a:lnTo>
                <a:lnTo>
                  <a:pt x="298973" y="86831"/>
                </a:lnTo>
                <a:lnTo>
                  <a:pt x="299917" y="86348"/>
                </a:lnTo>
                <a:lnTo>
                  <a:pt x="300844" y="85832"/>
                </a:lnTo>
                <a:lnTo>
                  <a:pt x="301754" y="85283"/>
                </a:lnTo>
                <a:lnTo>
                  <a:pt x="302648" y="84701"/>
                </a:lnTo>
                <a:lnTo>
                  <a:pt x="303524" y="84085"/>
                </a:lnTo>
                <a:lnTo>
                  <a:pt x="304384" y="83436"/>
                </a:lnTo>
                <a:lnTo>
                  <a:pt x="305227" y="82754"/>
                </a:lnTo>
                <a:lnTo>
                  <a:pt x="306052" y="82039"/>
                </a:lnTo>
                <a:lnTo>
                  <a:pt x="306861" y="81290"/>
                </a:lnTo>
                <a:lnTo>
                  <a:pt x="307653" y="80508"/>
                </a:lnTo>
                <a:lnTo>
                  <a:pt x="308420" y="79701"/>
                </a:lnTo>
                <a:lnTo>
                  <a:pt x="309155" y="78876"/>
                </a:lnTo>
                <a:lnTo>
                  <a:pt x="309857" y="78034"/>
                </a:lnTo>
                <a:lnTo>
                  <a:pt x="310526" y="77175"/>
                </a:lnTo>
                <a:lnTo>
                  <a:pt x="311163" y="76298"/>
                </a:lnTo>
                <a:lnTo>
                  <a:pt x="311767" y="75404"/>
                </a:lnTo>
                <a:lnTo>
                  <a:pt x="312338" y="74493"/>
                </a:lnTo>
                <a:lnTo>
                  <a:pt x="312877" y="73565"/>
                </a:lnTo>
                <a:lnTo>
                  <a:pt x="313383" y="72619"/>
                </a:lnTo>
                <a:lnTo>
                  <a:pt x="313856" y="71656"/>
                </a:lnTo>
                <a:lnTo>
                  <a:pt x="314297" y="70675"/>
                </a:lnTo>
                <a:lnTo>
                  <a:pt x="314705" y="69677"/>
                </a:lnTo>
                <a:lnTo>
                  <a:pt x="315080" y="68662"/>
                </a:lnTo>
                <a:lnTo>
                  <a:pt x="315423" y="67630"/>
                </a:lnTo>
                <a:lnTo>
                  <a:pt x="315733" y="66580"/>
                </a:lnTo>
                <a:lnTo>
                  <a:pt x="316011" y="65513"/>
                </a:lnTo>
                <a:lnTo>
                  <a:pt x="316255" y="64429"/>
                </a:lnTo>
                <a:lnTo>
                  <a:pt x="316468" y="63327"/>
                </a:lnTo>
                <a:lnTo>
                  <a:pt x="316647" y="62208"/>
                </a:lnTo>
                <a:lnTo>
                  <a:pt x="316794" y="61071"/>
                </a:lnTo>
                <a:lnTo>
                  <a:pt x="316908" y="59918"/>
                </a:lnTo>
                <a:lnTo>
                  <a:pt x="316990" y="58747"/>
                </a:lnTo>
                <a:lnTo>
                  <a:pt x="317039" y="57558"/>
                </a:lnTo>
                <a:lnTo>
                  <a:pt x="317055" y="56353"/>
                </a:lnTo>
                <a:lnTo>
                  <a:pt x="317039" y="55157"/>
                </a:lnTo>
                <a:lnTo>
                  <a:pt x="316991" y="53979"/>
                </a:lnTo>
                <a:lnTo>
                  <a:pt x="316910" y="52818"/>
                </a:lnTo>
                <a:lnTo>
                  <a:pt x="316797" y="51674"/>
                </a:lnTo>
                <a:lnTo>
                  <a:pt x="316651" y="50548"/>
                </a:lnTo>
                <a:lnTo>
                  <a:pt x="316473" y="49439"/>
                </a:lnTo>
                <a:lnTo>
                  <a:pt x="316263" y="48347"/>
                </a:lnTo>
                <a:lnTo>
                  <a:pt x="316021" y="47273"/>
                </a:lnTo>
                <a:lnTo>
                  <a:pt x="315746" y="46216"/>
                </a:lnTo>
                <a:lnTo>
                  <a:pt x="315439" y="45176"/>
                </a:lnTo>
                <a:lnTo>
                  <a:pt x="315099" y="44154"/>
                </a:lnTo>
                <a:lnTo>
                  <a:pt x="314727" y="43149"/>
                </a:lnTo>
                <a:lnTo>
                  <a:pt x="314323" y="42161"/>
                </a:lnTo>
                <a:lnTo>
                  <a:pt x="313887" y="41191"/>
                </a:lnTo>
                <a:lnTo>
                  <a:pt x="313418" y="40237"/>
                </a:lnTo>
                <a:lnTo>
                  <a:pt x="312917" y="39302"/>
                </a:lnTo>
                <a:lnTo>
                  <a:pt x="312383" y="38383"/>
                </a:lnTo>
                <a:lnTo>
                  <a:pt x="311818" y="37482"/>
                </a:lnTo>
                <a:lnTo>
                  <a:pt x="311219" y="36598"/>
                </a:lnTo>
                <a:lnTo>
                  <a:pt x="310589" y="35732"/>
                </a:lnTo>
                <a:lnTo>
                  <a:pt x="309926" y="34883"/>
                </a:lnTo>
                <a:lnTo>
                  <a:pt x="309231" y="34051"/>
                </a:lnTo>
                <a:lnTo>
                  <a:pt x="308504" y="33236"/>
                </a:lnTo>
                <a:lnTo>
                  <a:pt x="307744" y="32439"/>
                </a:lnTo>
                <a:lnTo>
                  <a:pt x="306959" y="31667"/>
                </a:lnTo>
                <a:lnTo>
                  <a:pt x="306155" y="30928"/>
                </a:lnTo>
                <a:lnTo>
                  <a:pt x="305334" y="30221"/>
                </a:lnTo>
                <a:lnTo>
                  <a:pt x="304494" y="29548"/>
                </a:lnTo>
                <a:lnTo>
                  <a:pt x="303636" y="28907"/>
                </a:lnTo>
                <a:lnTo>
                  <a:pt x="302759" y="28299"/>
                </a:lnTo>
                <a:lnTo>
                  <a:pt x="301865" y="27724"/>
                </a:lnTo>
                <a:lnTo>
                  <a:pt x="300952" y="27182"/>
                </a:lnTo>
                <a:lnTo>
                  <a:pt x="300020" y="26673"/>
                </a:lnTo>
                <a:lnTo>
                  <a:pt x="299071" y="26196"/>
                </a:lnTo>
                <a:lnTo>
                  <a:pt x="298103" y="25753"/>
                </a:lnTo>
                <a:lnTo>
                  <a:pt x="297117" y="25342"/>
                </a:lnTo>
                <a:lnTo>
                  <a:pt x="296113" y="24964"/>
                </a:lnTo>
                <a:lnTo>
                  <a:pt x="295090" y="24619"/>
                </a:lnTo>
                <a:lnTo>
                  <a:pt x="294050" y="24307"/>
                </a:lnTo>
                <a:lnTo>
                  <a:pt x="292991" y="24028"/>
                </a:lnTo>
                <a:lnTo>
                  <a:pt x="291913" y="23781"/>
                </a:lnTo>
                <a:lnTo>
                  <a:pt x="290818" y="23568"/>
                </a:lnTo>
                <a:lnTo>
                  <a:pt x="289704" y="23387"/>
                </a:lnTo>
                <a:lnTo>
                  <a:pt x="288572" y="23239"/>
                </a:lnTo>
                <a:lnTo>
                  <a:pt x="287421" y="23124"/>
                </a:lnTo>
                <a:lnTo>
                  <a:pt x="286253" y="23042"/>
                </a:lnTo>
                <a:lnTo>
                  <a:pt x="285066" y="22993"/>
                </a:lnTo>
                <a:lnTo>
                  <a:pt x="283860" y="22976"/>
                </a:lnTo>
                <a:lnTo>
                  <a:pt x="283078" y="22984"/>
                </a:lnTo>
                <a:lnTo>
                  <a:pt x="282301" y="23005"/>
                </a:lnTo>
                <a:lnTo>
                  <a:pt x="281530" y="23042"/>
                </a:lnTo>
                <a:lnTo>
                  <a:pt x="280766" y="23092"/>
                </a:lnTo>
                <a:lnTo>
                  <a:pt x="280008" y="23157"/>
                </a:lnTo>
                <a:lnTo>
                  <a:pt x="279256" y="23237"/>
                </a:lnTo>
                <a:lnTo>
                  <a:pt x="278510" y="23331"/>
                </a:lnTo>
                <a:lnTo>
                  <a:pt x="277770" y="23440"/>
                </a:lnTo>
                <a:lnTo>
                  <a:pt x="277037" y="23563"/>
                </a:lnTo>
                <a:lnTo>
                  <a:pt x="276310" y="23701"/>
                </a:lnTo>
                <a:lnTo>
                  <a:pt x="275589" y="23853"/>
                </a:lnTo>
                <a:lnTo>
                  <a:pt x="274874" y="24019"/>
                </a:lnTo>
                <a:lnTo>
                  <a:pt x="274165" y="24200"/>
                </a:lnTo>
                <a:lnTo>
                  <a:pt x="273463" y="24396"/>
                </a:lnTo>
                <a:lnTo>
                  <a:pt x="272767" y="24606"/>
                </a:lnTo>
                <a:lnTo>
                  <a:pt x="272077" y="24831"/>
                </a:lnTo>
                <a:lnTo>
                  <a:pt x="271393" y="25070"/>
                </a:lnTo>
                <a:lnTo>
                  <a:pt x="270715" y="25323"/>
                </a:lnTo>
                <a:lnTo>
                  <a:pt x="270044" y="25591"/>
                </a:lnTo>
                <a:lnTo>
                  <a:pt x="269378" y="25874"/>
                </a:lnTo>
                <a:lnTo>
                  <a:pt x="268719" y="26171"/>
                </a:lnTo>
                <a:lnTo>
                  <a:pt x="268067" y="26482"/>
                </a:lnTo>
                <a:lnTo>
                  <a:pt x="267420" y="26808"/>
                </a:lnTo>
                <a:lnTo>
                  <a:pt x="266779" y="27148"/>
                </a:lnTo>
                <a:lnTo>
                  <a:pt x="266148" y="27503"/>
                </a:lnTo>
                <a:lnTo>
                  <a:pt x="265529" y="27870"/>
                </a:lnTo>
                <a:lnTo>
                  <a:pt x="264921" y="28250"/>
                </a:lnTo>
                <a:lnTo>
                  <a:pt x="264326" y="28643"/>
                </a:lnTo>
                <a:lnTo>
                  <a:pt x="263743" y="29049"/>
                </a:lnTo>
                <a:lnTo>
                  <a:pt x="263172" y="29469"/>
                </a:lnTo>
                <a:lnTo>
                  <a:pt x="262613" y="29901"/>
                </a:lnTo>
                <a:lnTo>
                  <a:pt x="262067" y="30346"/>
                </a:lnTo>
                <a:lnTo>
                  <a:pt x="261532" y="30805"/>
                </a:lnTo>
                <a:lnTo>
                  <a:pt x="261009" y="31276"/>
                </a:lnTo>
                <a:lnTo>
                  <a:pt x="260498" y="31760"/>
                </a:lnTo>
                <a:lnTo>
                  <a:pt x="260000" y="32258"/>
                </a:lnTo>
                <a:lnTo>
                  <a:pt x="259513" y="32768"/>
                </a:lnTo>
                <a:lnTo>
                  <a:pt x="259039" y="33291"/>
                </a:lnTo>
                <a:lnTo>
                  <a:pt x="258577" y="33828"/>
                </a:lnTo>
                <a:lnTo>
                  <a:pt x="258126" y="34377"/>
                </a:lnTo>
                <a:lnTo>
                  <a:pt x="257688" y="34940"/>
                </a:lnTo>
                <a:lnTo>
                  <a:pt x="257262" y="35515"/>
                </a:lnTo>
                <a:lnTo>
                  <a:pt x="256848" y="36104"/>
                </a:lnTo>
                <a:lnTo>
                  <a:pt x="256446" y="36705"/>
                </a:lnTo>
                <a:lnTo>
                  <a:pt x="256056" y="37320"/>
                </a:lnTo>
                <a:lnTo>
                  <a:pt x="255678" y="37947"/>
                </a:lnTo>
                <a:lnTo>
                  <a:pt x="255312" y="38588"/>
                </a:lnTo>
                <a:lnTo>
                  <a:pt x="254959" y="39241"/>
                </a:lnTo>
                <a:lnTo>
                  <a:pt x="254618" y="39902"/>
                </a:lnTo>
                <a:lnTo>
                  <a:pt x="254292" y="40565"/>
                </a:lnTo>
                <a:lnTo>
                  <a:pt x="253981" y="41230"/>
                </a:lnTo>
                <a:lnTo>
                  <a:pt x="253684" y="41897"/>
                </a:lnTo>
                <a:lnTo>
                  <a:pt x="253401" y="42565"/>
                </a:lnTo>
                <a:lnTo>
                  <a:pt x="253133" y="43236"/>
                </a:lnTo>
                <a:lnTo>
                  <a:pt x="252880" y="43908"/>
                </a:lnTo>
                <a:lnTo>
                  <a:pt x="252641" y="44582"/>
                </a:lnTo>
                <a:lnTo>
                  <a:pt x="252416" y="45258"/>
                </a:lnTo>
                <a:lnTo>
                  <a:pt x="252206" y="45936"/>
                </a:lnTo>
                <a:lnTo>
                  <a:pt x="252011" y="46616"/>
                </a:lnTo>
                <a:lnTo>
                  <a:pt x="251830" y="47298"/>
                </a:lnTo>
                <a:lnTo>
                  <a:pt x="251663" y="47982"/>
                </a:lnTo>
                <a:lnTo>
                  <a:pt x="251511" y="48667"/>
                </a:lnTo>
                <a:lnTo>
                  <a:pt x="251373" y="49355"/>
                </a:lnTo>
                <a:lnTo>
                  <a:pt x="251250" y="50044"/>
                </a:lnTo>
                <a:lnTo>
                  <a:pt x="251141" y="50735"/>
                </a:lnTo>
                <a:lnTo>
                  <a:pt x="251047" y="51429"/>
                </a:lnTo>
                <a:lnTo>
                  <a:pt x="250968" y="52124"/>
                </a:lnTo>
                <a:lnTo>
                  <a:pt x="250902" y="52820"/>
                </a:lnTo>
                <a:lnTo>
                  <a:pt x="250852" y="53519"/>
                </a:lnTo>
                <a:lnTo>
                  <a:pt x="250816" y="54220"/>
                </a:lnTo>
                <a:lnTo>
                  <a:pt x="250794" y="54923"/>
                </a:lnTo>
                <a:lnTo>
                  <a:pt x="250787" y="55627"/>
                </a:lnTo>
                <a:lnTo>
                  <a:pt x="250794" y="56543"/>
                </a:lnTo>
                <a:lnTo>
                  <a:pt x="250816" y="57448"/>
                </a:lnTo>
                <a:lnTo>
                  <a:pt x="250852" y="58341"/>
                </a:lnTo>
                <a:lnTo>
                  <a:pt x="250902" y="59222"/>
                </a:lnTo>
                <a:close/>
                <a:moveTo>
                  <a:pt x="268326" y="53484"/>
                </a:moveTo>
                <a:lnTo>
                  <a:pt x="268397" y="52760"/>
                </a:lnTo>
                <a:lnTo>
                  <a:pt x="268484" y="52051"/>
                </a:lnTo>
                <a:lnTo>
                  <a:pt x="268586" y="51358"/>
                </a:lnTo>
                <a:lnTo>
                  <a:pt x="268704" y="50681"/>
                </a:lnTo>
                <a:lnTo>
                  <a:pt x="268838" y="50019"/>
                </a:lnTo>
                <a:lnTo>
                  <a:pt x="268988" y="49372"/>
                </a:lnTo>
                <a:lnTo>
                  <a:pt x="269153" y="48741"/>
                </a:lnTo>
                <a:lnTo>
                  <a:pt x="269334" y="48126"/>
                </a:lnTo>
                <a:lnTo>
                  <a:pt x="269531" y="47526"/>
                </a:lnTo>
                <a:lnTo>
                  <a:pt x="269743" y="46941"/>
                </a:lnTo>
                <a:lnTo>
                  <a:pt x="269972" y="46372"/>
                </a:lnTo>
                <a:lnTo>
                  <a:pt x="270216" y="45818"/>
                </a:lnTo>
                <a:lnTo>
                  <a:pt x="270476" y="45280"/>
                </a:lnTo>
                <a:lnTo>
                  <a:pt x="270751" y="44758"/>
                </a:lnTo>
                <a:lnTo>
                  <a:pt x="271042" y="44251"/>
                </a:lnTo>
                <a:lnTo>
                  <a:pt x="271349" y="43759"/>
                </a:lnTo>
                <a:lnTo>
                  <a:pt x="271672" y="43283"/>
                </a:lnTo>
                <a:lnTo>
                  <a:pt x="272011" y="42822"/>
                </a:lnTo>
                <a:lnTo>
                  <a:pt x="272365" y="42377"/>
                </a:lnTo>
                <a:lnTo>
                  <a:pt x="272735" y="41947"/>
                </a:lnTo>
                <a:lnTo>
                  <a:pt x="273117" y="41534"/>
                </a:lnTo>
                <a:lnTo>
                  <a:pt x="273506" y="41138"/>
                </a:lnTo>
                <a:lnTo>
                  <a:pt x="273902" y="40760"/>
                </a:lnTo>
                <a:lnTo>
                  <a:pt x="274305" y="40400"/>
                </a:lnTo>
                <a:lnTo>
                  <a:pt x="274716" y="40057"/>
                </a:lnTo>
                <a:lnTo>
                  <a:pt x="275135" y="39732"/>
                </a:lnTo>
                <a:lnTo>
                  <a:pt x="275560" y="39424"/>
                </a:lnTo>
                <a:lnTo>
                  <a:pt x="275993" y="39134"/>
                </a:lnTo>
                <a:lnTo>
                  <a:pt x="276434" y="38861"/>
                </a:lnTo>
                <a:lnTo>
                  <a:pt x="276881" y="38606"/>
                </a:lnTo>
                <a:lnTo>
                  <a:pt x="277337" y="38369"/>
                </a:lnTo>
                <a:lnTo>
                  <a:pt x="277799" y="38149"/>
                </a:lnTo>
                <a:lnTo>
                  <a:pt x="278269" y="37947"/>
                </a:lnTo>
                <a:lnTo>
                  <a:pt x="278746" y="37762"/>
                </a:lnTo>
                <a:lnTo>
                  <a:pt x="279230" y="37595"/>
                </a:lnTo>
                <a:lnTo>
                  <a:pt x="279722" y="37446"/>
                </a:lnTo>
                <a:lnTo>
                  <a:pt x="280221" y="37314"/>
                </a:lnTo>
                <a:lnTo>
                  <a:pt x="280728" y="37200"/>
                </a:lnTo>
                <a:lnTo>
                  <a:pt x="281242" y="37103"/>
                </a:lnTo>
                <a:lnTo>
                  <a:pt x="281763" y="37024"/>
                </a:lnTo>
                <a:lnTo>
                  <a:pt x="282291" y="36962"/>
                </a:lnTo>
                <a:lnTo>
                  <a:pt x="282827" y="36918"/>
                </a:lnTo>
                <a:lnTo>
                  <a:pt x="283370" y="36892"/>
                </a:lnTo>
                <a:lnTo>
                  <a:pt x="283921" y="36883"/>
                </a:lnTo>
                <a:lnTo>
                  <a:pt x="284471" y="36892"/>
                </a:lnTo>
                <a:lnTo>
                  <a:pt x="285015" y="36918"/>
                </a:lnTo>
                <a:lnTo>
                  <a:pt x="285550" y="36962"/>
                </a:lnTo>
                <a:lnTo>
                  <a:pt x="286078" y="37024"/>
                </a:lnTo>
                <a:lnTo>
                  <a:pt x="286599" y="37103"/>
                </a:lnTo>
                <a:lnTo>
                  <a:pt x="287112" y="37200"/>
                </a:lnTo>
                <a:lnTo>
                  <a:pt x="287618" y="37314"/>
                </a:lnTo>
                <a:lnTo>
                  <a:pt x="288116" y="37446"/>
                </a:lnTo>
                <a:lnTo>
                  <a:pt x="288607" y="37595"/>
                </a:lnTo>
                <a:lnTo>
                  <a:pt x="289091" y="37762"/>
                </a:lnTo>
                <a:lnTo>
                  <a:pt x="289567" y="37947"/>
                </a:lnTo>
                <a:lnTo>
                  <a:pt x="290035" y="38149"/>
                </a:lnTo>
                <a:lnTo>
                  <a:pt x="290496" y="38369"/>
                </a:lnTo>
                <a:lnTo>
                  <a:pt x="290950" y="38606"/>
                </a:lnTo>
                <a:lnTo>
                  <a:pt x="291396" y="38861"/>
                </a:lnTo>
                <a:lnTo>
                  <a:pt x="291835" y="39134"/>
                </a:lnTo>
                <a:lnTo>
                  <a:pt x="292266" y="39424"/>
                </a:lnTo>
                <a:lnTo>
                  <a:pt x="292690" y="39732"/>
                </a:lnTo>
                <a:lnTo>
                  <a:pt x="293107" y="40057"/>
                </a:lnTo>
                <a:lnTo>
                  <a:pt x="293515" y="40400"/>
                </a:lnTo>
                <a:lnTo>
                  <a:pt x="293917" y="40760"/>
                </a:lnTo>
                <a:lnTo>
                  <a:pt x="294311" y="41138"/>
                </a:lnTo>
                <a:lnTo>
                  <a:pt x="294697" y="41534"/>
                </a:lnTo>
                <a:lnTo>
                  <a:pt x="295077" y="41947"/>
                </a:lnTo>
                <a:lnTo>
                  <a:pt x="295444" y="42377"/>
                </a:lnTo>
                <a:lnTo>
                  <a:pt x="295796" y="42821"/>
                </a:lnTo>
                <a:lnTo>
                  <a:pt x="296132" y="43281"/>
                </a:lnTo>
                <a:lnTo>
                  <a:pt x="296453" y="43755"/>
                </a:lnTo>
                <a:lnTo>
                  <a:pt x="296758" y="44245"/>
                </a:lnTo>
                <a:lnTo>
                  <a:pt x="297047" y="44750"/>
                </a:lnTo>
                <a:lnTo>
                  <a:pt x="297321" y="45270"/>
                </a:lnTo>
                <a:lnTo>
                  <a:pt x="297579" y="45805"/>
                </a:lnTo>
                <a:lnTo>
                  <a:pt x="297822" y="46355"/>
                </a:lnTo>
                <a:lnTo>
                  <a:pt x="298048" y="46920"/>
                </a:lnTo>
                <a:lnTo>
                  <a:pt x="298260" y="47500"/>
                </a:lnTo>
                <a:lnTo>
                  <a:pt x="298455" y="48095"/>
                </a:lnTo>
                <a:lnTo>
                  <a:pt x="298635" y="48706"/>
                </a:lnTo>
                <a:lnTo>
                  <a:pt x="298799" y="49331"/>
                </a:lnTo>
                <a:lnTo>
                  <a:pt x="298948" y="49972"/>
                </a:lnTo>
                <a:lnTo>
                  <a:pt x="299081" y="50627"/>
                </a:lnTo>
                <a:lnTo>
                  <a:pt x="299198" y="51298"/>
                </a:lnTo>
                <a:lnTo>
                  <a:pt x="299300" y="51983"/>
                </a:lnTo>
                <a:lnTo>
                  <a:pt x="299386" y="52684"/>
                </a:lnTo>
                <a:lnTo>
                  <a:pt x="299456" y="53400"/>
                </a:lnTo>
                <a:lnTo>
                  <a:pt x="299511" y="54130"/>
                </a:lnTo>
                <a:lnTo>
                  <a:pt x="299550" y="54876"/>
                </a:lnTo>
                <a:lnTo>
                  <a:pt x="299573" y="55637"/>
                </a:lnTo>
                <a:lnTo>
                  <a:pt x="299581" y="56413"/>
                </a:lnTo>
                <a:lnTo>
                  <a:pt x="299573" y="57209"/>
                </a:lnTo>
                <a:lnTo>
                  <a:pt x="299550" y="57989"/>
                </a:lnTo>
                <a:lnTo>
                  <a:pt x="299511" y="58753"/>
                </a:lnTo>
                <a:lnTo>
                  <a:pt x="299456" y="59501"/>
                </a:lnTo>
                <a:lnTo>
                  <a:pt x="299386" y="60233"/>
                </a:lnTo>
                <a:lnTo>
                  <a:pt x="299300" y="60949"/>
                </a:lnTo>
                <a:lnTo>
                  <a:pt x="299198" y="61649"/>
                </a:lnTo>
                <a:lnTo>
                  <a:pt x="299081" y="62334"/>
                </a:lnTo>
                <a:lnTo>
                  <a:pt x="298948" y="63002"/>
                </a:lnTo>
                <a:lnTo>
                  <a:pt x="298799" y="63655"/>
                </a:lnTo>
                <a:lnTo>
                  <a:pt x="298635" y="64291"/>
                </a:lnTo>
                <a:lnTo>
                  <a:pt x="298455" y="64912"/>
                </a:lnTo>
                <a:lnTo>
                  <a:pt x="298260" y="65517"/>
                </a:lnTo>
                <a:lnTo>
                  <a:pt x="298048" y="66106"/>
                </a:lnTo>
                <a:lnTo>
                  <a:pt x="297822" y="66679"/>
                </a:lnTo>
                <a:lnTo>
                  <a:pt x="297579" y="67236"/>
                </a:lnTo>
                <a:lnTo>
                  <a:pt x="297321" y="67777"/>
                </a:lnTo>
                <a:lnTo>
                  <a:pt x="297047" y="68303"/>
                </a:lnTo>
                <a:lnTo>
                  <a:pt x="296758" y="68812"/>
                </a:lnTo>
                <a:lnTo>
                  <a:pt x="296453" y="69306"/>
                </a:lnTo>
                <a:lnTo>
                  <a:pt x="296132" y="69783"/>
                </a:lnTo>
                <a:lnTo>
                  <a:pt x="295796" y="70245"/>
                </a:lnTo>
                <a:lnTo>
                  <a:pt x="295444" y="70691"/>
                </a:lnTo>
                <a:lnTo>
                  <a:pt x="295077" y="71121"/>
                </a:lnTo>
                <a:lnTo>
                  <a:pt x="294697" y="71534"/>
                </a:lnTo>
                <a:lnTo>
                  <a:pt x="294311" y="71930"/>
                </a:lnTo>
                <a:lnTo>
                  <a:pt x="293917" y="72308"/>
                </a:lnTo>
                <a:lnTo>
                  <a:pt x="293515" y="72668"/>
                </a:lnTo>
                <a:lnTo>
                  <a:pt x="293107" y="73011"/>
                </a:lnTo>
                <a:lnTo>
                  <a:pt x="292690" y="73336"/>
                </a:lnTo>
                <a:lnTo>
                  <a:pt x="292266" y="73644"/>
                </a:lnTo>
                <a:lnTo>
                  <a:pt x="291835" y="73934"/>
                </a:lnTo>
                <a:lnTo>
                  <a:pt x="291396" y="74207"/>
                </a:lnTo>
                <a:lnTo>
                  <a:pt x="290950" y="74462"/>
                </a:lnTo>
                <a:lnTo>
                  <a:pt x="290496" y="74699"/>
                </a:lnTo>
                <a:lnTo>
                  <a:pt x="290035" y="74919"/>
                </a:lnTo>
                <a:lnTo>
                  <a:pt x="289567" y="75121"/>
                </a:lnTo>
                <a:lnTo>
                  <a:pt x="289091" y="75306"/>
                </a:lnTo>
                <a:lnTo>
                  <a:pt x="288607" y="75473"/>
                </a:lnTo>
                <a:lnTo>
                  <a:pt x="288116" y="75622"/>
                </a:lnTo>
                <a:lnTo>
                  <a:pt x="287618" y="75754"/>
                </a:lnTo>
                <a:lnTo>
                  <a:pt x="287112" y="75868"/>
                </a:lnTo>
                <a:lnTo>
                  <a:pt x="286599" y="75965"/>
                </a:lnTo>
                <a:lnTo>
                  <a:pt x="286078" y="76044"/>
                </a:lnTo>
                <a:lnTo>
                  <a:pt x="285550" y="76106"/>
                </a:lnTo>
                <a:lnTo>
                  <a:pt x="285015" y="76150"/>
                </a:lnTo>
                <a:lnTo>
                  <a:pt x="284471" y="76176"/>
                </a:lnTo>
                <a:lnTo>
                  <a:pt x="283921" y="76185"/>
                </a:lnTo>
                <a:lnTo>
                  <a:pt x="283370" y="76176"/>
                </a:lnTo>
                <a:lnTo>
                  <a:pt x="282827" y="76150"/>
                </a:lnTo>
                <a:lnTo>
                  <a:pt x="282291" y="76106"/>
                </a:lnTo>
                <a:lnTo>
                  <a:pt x="281763" y="76044"/>
                </a:lnTo>
                <a:lnTo>
                  <a:pt x="281242" y="75965"/>
                </a:lnTo>
                <a:lnTo>
                  <a:pt x="280728" y="75868"/>
                </a:lnTo>
                <a:lnTo>
                  <a:pt x="280221" y="75754"/>
                </a:lnTo>
                <a:lnTo>
                  <a:pt x="279722" y="75622"/>
                </a:lnTo>
                <a:lnTo>
                  <a:pt x="279230" y="75473"/>
                </a:lnTo>
                <a:lnTo>
                  <a:pt x="278746" y="75306"/>
                </a:lnTo>
                <a:lnTo>
                  <a:pt x="278269" y="75121"/>
                </a:lnTo>
                <a:lnTo>
                  <a:pt x="277799" y="74919"/>
                </a:lnTo>
                <a:lnTo>
                  <a:pt x="277337" y="74699"/>
                </a:lnTo>
                <a:lnTo>
                  <a:pt x="276881" y="74462"/>
                </a:lnTo>
                <a:lnTo>
                  <a:pt x="276434" y="74207"/>
                </a:lnTo>
                <a:lnTo>
                  <a:pt x="275993" y="73934"/>
                </a:lnTo>
                <a:lnTo>
                  <a:pt x="275560" y="73644"/>
                </a:lnTo>
                <a:lnTo>
                  <a:pt x="275135" y="73336"/>
                </a:lnTo>
                <a:lnTo>
                  <a:pt x="274716" y="73011"/>
                </a:lnTo>
                <a:lnTo>
                  <a:pt x="274305" y="72668"/>
                </a:lnTo>
                <a:lnTo>
                  <a:pt x="273902" y="72308"/>
                </a:lnTo>
                <a:lnTo>
                  <a:pt x="273506" y="71930"/>
                </a:lnTo>
                <a:lnTo>
                  <a:pt x="273117" y="71534"/>
                </a:lnTo>
                <a:lnTo>
                  <a:pt x="272735" y="71121"/>
                </a:lnTo>
                <a:lnTo>
                  <a:pt x="272365" y="70691"/>
                </a:lnTo>
                <a:lnTo>
                  <a:pt x="272011" y="70246"/>
                </a:lnTo>
                <a:lnTo>
                  <a:pt x="271672" y="69785"/>
                </a:lnTo>
                <a:lnTo>
                  <a:pt x="271349" y="69309"/>
                </a:lnTo>
                <a:lnTo>
                  <a:pt x="271042" y="68817"/>
                </a:lnTo>
                <a:lnTo>
                  <a:pt x="270751" y="68310"/>
                </a:lnTo>
                <a:lnTo>
                  <a:pt x="270476" y="67788"/>
                </a:lnTo>
                <a:lnTo>
                  <a:pt x="270216" y="67250"/>
                </a:lnTo>
                <a:lnTo>
                  <a:pt x="269972" y="66696"/>
                </a:lnTo>
                <a:lnTo>
                  <a:pt x="269743" y="66127"/>
                </a:lnTo>
                <a:lnTo>
                  <a:pt x="269531" y="65542"/>
                </a:lnTo>
                <a:lnTo>
                  <a:pt x="269334" y="64942"/>
                </a:lnTo>
                <a:lnTo>
                  <a:pt x="269153" y="64327"/>
                </a:lnTo>
                <a:lnTo>
                  <a:pt x="268988" y="63696"/>
                </a:lnTo>
                <a:lnTo>
                  <a:pt x="268838" y="63049"/>
                </a:lnTo>
                <a:lnTo>
                  <a:pt x="268704" y="62387"/>
                </a:lnTo>
                <a:lnTo>
                  <a:pt x="268586" y="61710"/>
                </a:lnTo>
                <a:lnTo>
                  <a:pt x="268484" y="61017"/>
                </a:lnTo>
                <a:lnTo>
                  <a:pt x="268397" y="60308"/>
                </a:lnTo>
                <a:lnTo>
                  <a:pt x="268326" y="59585"/>
                </a:lnTo>
                <a:lnTo>
                  <a:pt x="268271" y="58845"/>
                </a:lnTo>
                <a:lnTo>
                  <a:pt x="268232" y="58090"/>
                </a:lnTo>
                <a:lnTo>
                  <a:pt x="268208" y="57320"/>
                </a:lnTo>
                <a:lnTo>
                  <a:pt x="268200" y="56534"/>
                </a:lnTo>
                <a:lnTo>
                  <a:pt x="268208" y="55748"/>
                </a:lnTo>
                <a:lnTo>
                  <a:pt x="268232" y="54978"/>
                </a:lnTo>
                <a:lnTo>
                  <a:pt x="268271" y="54223"/>
                </a:lnTo>
                <a:lnTo>
                  <a:pt x="268326" y="53484"/>
                </a:lnTo>
                <a:close/>
                <a:moveTo>
                  <a:pt x="325324" y="73309"/>
                </a:moveTo>
                <a:lnTo>
                  <a:pt x="325604" y="74008"/>
                </a:lnTo>
                <a:lnTo>
                  <a:pt x="325901" y="74694"/>
                </a:lnTo>
                <a:lnTo>
                  <a:pt x="326217" y="75367"/>
                </a:lnTo>
                <a:lnTo>
                  <a:pt x="326551" y="76026"/>
                </a:lnTo>
                <a:lnTo>
                  <a:pt x="326904" y="76673"/>
                </a:lnTo>
                <a:lnTo>
                  <a:pt x="327275" y="77306"/>
                </a:lnTo>
                <a:lnTo>
                  <a:pt x="327664" y="77926"/>
                </a:lnTo>
                <a:lnTo>
                  <a:pt x="328072" y="78533"/>
                </a:lnTo>
                <a:lnTo>
                  <a:pt x="328498" y="79127"/>
                </a:lnTo>
                <a:lnTo>
                  <a:pt x="328943" y="79707"/>
                </a:lnTo>
                <a:lnTo>
                  <a:pt x="329406" y="80275"/>
                </a:lnTo>
                <a:lnTo>
                  <a:pt x="329887" y="80829"/>
                </a:lnTo>
                <a:lnTo>
                  <a:pt x="330387" y="81370"/>
                </a:lnTo>
                <a:lnTo>
                  <a:pt x="330905" y="81898"/>
                </a:lnTo>
                <a:lnTo>
                  <a:pt x="331441" y="82412"/>
                </a:lnTo>
                <a:lnTo>
                  <a:pt x="331996" y="82914"/>
                </a:lnTo>
                <a:lnTo>
                  <a:pt x="332569" y="83402"/>
                </a:lnTo>
                <a:lnTo>
                  <a:pt x="333160" y="83877"/>
                </a:lnTo>
                <a:lnTo>
                  <a:pt x="333770" y="84339"/>
                </a:lnTo>
                <a:lnTo>
                  <a:pt x="334398" y="84788"/>
                </a:lnTo>
                <a:lnTo>
                  <a:pt x="335045" y="85221"/>
                </a:lnTo>
                <a:lnTo>
                  <a:pt x="335711" y="85635"/>
                </a:lnTo>
                <a:lnTo>
                  <a:pt x="336396" y="86031"/>
                </a:lnTo>
                <a:lnTo>
                  <a:pt x="337100" y="86408"/>
                </a:lnTo>
                <a:lnTo>
                  <a:pt x="337823" y="86768"/>
                </a:lnTo>
                <a:lnTo>
                  <a:pt x="338565" y="87108"/>
                </a:lnTo>
                <a:lnTo>
                  <a:pt x="339325" y="87430"/>
                </a:lnTo>
                <a:lnTo>
                  <a:pt x="340105" y="87734"/>
                </a:lnTo>
                <a:lnTo>
                  <a:pt x="340904" y="88020"/>
                </a:lnTo>
                <a:lnTo>
                  <a:pt x="341722" y="88287"/>
                </a:lnTo>
                <a:lnTo>
                  <a:pt x="342559" y="88535"/>
                </a:lnTo>
                <a:lnTo>
                  <a:pt x="343415" y="88766"/>
                </a:lnTo>
                <a:lnTo>
                  <a:pt x="344290" y="88977"/>
                </a:lnTo>
                <a:lnTo>
                  <a:pt x="345184" y="89171"/>
                </a:lnTo>
                <a:lnTo>
                  <a:pt x="346097" y="89346"/>
                </a:lnTo>
                <a:lnTo>
                  <a:pt x="347029" y="89502"/>
                </a:lnTo>
                <a:lnTo>
                  <a:pt x="347979" y="89640"/>
                </a:lnTo>
                <a:lnTo>
                  <a:pt x="348949" y="89760"/>
                </a:lnTo>
                <a:lnTo>
                  <a:pt x="349938" y="89861"/>
                </a:lnTo>
                <a:lnTo>
                  <a:pt x="350946" y="89944"/>
                </a:lnTo>
                <a:lnTo>
                  <a:pt x="351973" y="90009"/>
                </a:lnTo>
                <a:lnTo>
                  <a:pt x="353019" y="90055"/>
                </a:lnTo>
                <a:lnTo>
                  <a:pt x="354084" y="90082"/>
                </a:lnTo>
                <a:lnTo>
                  <a:pt x="355168" y="90092"/>
                </a:lnTo>
                <a:lnTo>
                  <a:pt x="356360" y="90081"/>
                </a:lnTo>
                <a:lnTo>
                  <a:pt x="357527" y="90048"/>
                </a:lnTo>
                <a:lnTo>
                  <a:pt x="358670" y="89992"/>
                </a:lnTo>
                <a:lnTo>
                  <a:pt x="359788" y="89915"/>
                </a:lnTo>
                <a:lnTo>
                  <a:pt x="360882" y="89816"/>
                </a:lnTo>
                <a:lnTo>
                  <a:pt x="361951" y="89695"/>
                </a:lnTo>
                <a:lnTo>
                  <a:pt x="362996" y="89551"/>
                </a:lnTo>
                <a:lnTo>
                  <a:pt x="364016" y="89386"/>
                </a:lnTo>
                <a:lnTo>
                  <a:pt x="365011" y="89198"/>
                </a:lnTo>
                <a:lnTo>
                  <a:pt x="365982" y="88989"/>
                </a:lnTo>
                <a:lnTo>
                  <a:pt x="366928" y="88757"/>
                </a:lnTo>
                <a:lnTo>
                  <a:pt x="367850" y="88503"/>
                </a:lnTo>
                <a:lnTo>
                  <a:pt x="368747" y="88228"/>
                </a:lnTo>
                <a:lnTo>
                  <a:pt x="369620" y="87930"/>
                </a:lnTo>
                <a:lnTo>
                  <a:pt x="370468" y="87610"/>
                </a:lnTo>
                <a:lnTo>
                  <a:pt x="371291" y="87268"/>
                </a:lnTo>
                <a:lnTo>
                  <a:pt x="372090" y="86904"/>
                </a:lnTo>
                <a:lnTo>
                  <a:pt x="372865" y="86518"/>
                </a:lnTo>
                <a:lnTo>
                  <a:pt x="373615" y="86110"/>
                </a:lnTo>
                <a:lnTo>
                  <a:pt x="374340" y="85680"/>
                </a:lnTo>
                <a:lnTo>
                  <a:pt x="375041" y="85228"/>
                </a:lnTo>
                <a:lnTo>
                  <a:pt x="375717" y="84754"/>
                </a:lnTo>
                <a:lnTo>
                  <a:pt x="376368" y="84257"/>
                </a:lnTo>
                <a:lnTo>
                  <a:pt x="376995" y="83739"/>
                </a:lnTo>
                <a:lnTo>
                  <a:pt x="377597" y="83205"/>
                </a:lnTo>
                <a:lnTo>
                  <a:pt x="378173" y="82663"/>
                </a:lnTo>
                <a:lnTo>
                  <a:pt x="378724" y="82112"/>
                </a:lnTo>
                <a:lnTo>
                  <a:pt x="379249" y="81553"/>
                </a:lnTo>
                <a:lnTo>
                  <a:pt x="379749" y="80985"/>
                </a:lnTo>
                <a:lnTo>
                  <a:pt x="380223" y="80408"/>
                </a:lnTo>
                <a:lnTo>
                  <a:pt x="380671" y="79822"/>
                </a:lnTo>
                <a:lnTo>
                  <a:pt x="381093" y="79228"/>
                </a:lnTo>
                <a:lnTo>
                  <a:pt x="381490" y="78626"/>
                </a:lnTo>
                <a:lnTo>
                  <a:pt x="381862" y="78015"/>
                </a:lnTo>
                <a:lnTo>
                  <a:pt x="382208" y="77395"/>
                </a:lnTo>
                <a:lnTo>
                  <a:pt x="382528" y="76766"/>
                </a:lnTo>
                <a:lnTo>
                  <a:pt x="382822" y="76129"/>
                </a:lnTo>
                <a:lnTo>
                  <a:pt x="383091" y="75484"/>
                </a:lnTo>
                <a:lnTo>
                  <a:pt x="383335" y="74829"/>
                </a:lnTo>
                <a:lnTo>
                  <a:pt x="383552" y="74166"/>
                </a:lnTo>
                <a:lnTo>
                  <a:pt x="383744" y="73495"/>
                </a:lnTo>
                <a:lnTo>
                  <a:pt x="383911" y="72815"/>
                </a:lnTo>
                <a:lnTo>
                  <a:pt x="384052" y="72126"/>
                </a:lnTo>
                <a:lnTo>
                  <a:pt x="384167" y="71429"/>
                </a:lnTo>
                <a:lnTo>
                  <a:pt x="384257" y="70723"/>
                </a:lnTo>
                <a:lnTo>
                  <a:pt x="384321" y="70008"/>
                </a:lnTo>
                <a:lnTo>
                  <a:pt x="384359" y="69285"/>
                </a:lnTo>
                <a:lnTo>
                  <a:pt x="384372" y="68553"/>
                </a:lnTo>
                <a:lnTo>
                  <a:pt x="384363" y="67884"/>
                </a:lnTo>
                <a:lnTo>
                  <a:pt x="384335" y="67227"/>
                </a:lnTo>
                <a:lnTo>
                  <a:pt x="384289" y="66582"/>
                </a:lnTo>
                <a:lnTo>
                  <a:pt x="384224" y="65950"/>
                </a:lnTo>
                <a:lnTo>
                  <a:pt x="384141" y="65330"/>
                </a:lnTo>
                <a:lnTo>
                  <a:pt x="384039" y="64723"/>
                </a:lnTo>
                <a:lnTo>
                  <a:pt x="383919" y="64128"/>
                </a:lnTo>
                <a:lnTo>
                  <a:pt x="383781" y="63546"/>
                </a:lnTo>
                <a:lnTo>
                  <a:pt x="383624" y="62975"/>
                </a:lnTo>
                <a:lnTo>
                  <a:pt x="383448" y="62418"/>
                </a:lnTo>
                <a:lnTo>
                  <a:pt x="383254" y="61872"/>
                </a:lnTo>
                <a:lnTo>
                  <a:pt x="383042" y="61339"/>
                </a:lnTo>
                <a:lnTo>
                  <a:pt x="382811" y="60818"/>
                </a:lnTo>
                <a:lnTo>
                  <a:pt x="382561" y="60310"/>
                </a:lnTo>
                <a:lnTo>
                  <a:pt x="382293" y="59814"/>
                </a:lnTo>
                <a:lnTo>
                  <a:pt x="382007" y="59331"/>
                </a:lnTo>
                <a:lnTo>
                  <a:pt x="381702" y="58860"/>
                </a:lnTo>
                <a:lnTo>
                  <a:pt x="381379" y="58401"/>
                </a:lnTo>
                <a:lnTo>
                  <a:pt x="381037" y="57954"/>
                </a:lnTo>
                <a:lnTo>
                  <a:pt x="380677" y="57521"/>
                </a:lnTo>
                <a:lnTo>
                  <a:pt x="380298" y="57099"/>
                </a:lnTo>
                <a:lnTo>
                  <a:pt x="379901" y="56690"/>
                </a:lnTo>
                <a:lnTo>
                  <a:pt x="379485" y="56293"/>
                </a:lnTo>
                <a:lnTo>
                  <a:pt x="379051" y="55909"/>
                </a:lnTo>
                <a:lnTo>
                  <a:pt x="378588" y="55538"/>
                </a:lnTo>
                <a:lnTo>
                  <a:pt x="378097" y="55172"/>
                </a:lnTo>
                <a:lnTo>
                  <a:pt x="377578" y="54811"/>
                </a:lnTo>
                <a:lnTo>
                  <a:pt x="377030" y="54455"/>
                </a:lnTo>
                <a:lnTo>
                  <a:pt x="376453" y="54104"/>
                </a:lnTo>
                <a:lnTo>
                  <a:pt x="375848" y="53758"/>
                </a:lnTo>
                <a:lnTo>
                  <a:pt x="375215" y="53416"/>
                </a:lnTo>
                <a:lnTo>
                  <a:pt x="374553" y="53080"/>
                </a:lnTo>
                <a:lnTo>
                  <a:pt x="373863" y="52748"/>
                </a:lnTo>
                <a:lnTo>
                  <a:pt x="373144" y="52421"/>
                </a:lnTo>
                <a:lnTo>
                  <a:pt x="372397" y="52099"/>
                </a:lnTo>
                <a:lnTo>
                  <a:pt x="371621" y="51781"/>
                </a:lnTo>
                <a:lnTo>
                  <a:pt x="370817" y="51469"/>
                </a:lnTo>
                <a:lnTo>
                  <a:pt x="369985" y="51161"/>
                </a:lnTo>
                <a:lnTo>
                  <a:pt x="369124" y="50859"/>
                </a:lnTo>
                <a:lnTo>
                  <a:pt x="368235" y="50561"/>
                </a:lnTo>
                <a:lnTo>
                  <a:pt x="367317" y="50268"/>
                </a:lnTo>
                <a:lnTo>
                  <a:pt x="366371" y="49980"/>
                </a:lnTo>
                <a:lnTo>
                  <a:pt x="365396" y="49696"/>
                </a:lnTo>
                <a:lnTo>
                  <a:pt x="364393" y="49418"/>
                </a:lnTo>
                <a:lnTo>
                  <a:pt x="363361" y="49144"/>
                </a:lnTo>
                <a:lnTo>
                  <a:pt x="362301" y="48875"/>
                </a:lnTo>
                <a:lnTo>
                  <a:pt x="361212" y="48612"/>
                </a:lnTo>
                <a:lnTo>
                  <a:pt x="360095" y="48352"/>
                </a:lnTo>
                <a:lnTo>
                  <a:pt x="358984" y="48098"/>
                </a:lnTo>
                <a:lnTo>
                  <a:pt x="357911" y="47849"/>
                </a:lnTo>
                <a:lnTo>
                  <a:pt x="356878" y="47604"/>
                </a:lnTo>
                <a:lnTo>
                  <a:pt x="355884" y="47364"/>
                </a:lnTo>
                <a:lnTo>
                  <a:pt x="354929" y="47129"/>
                </a:lnTo>
                <a:lnTo>
                  <a:pt x="354013" y="46899"/>
                </a:lnTo>
                <a:lnTo>
                  <a:pt x="353136" y="46674"/>
                </a:lnTo>
                <a:lnTo>
                  <a:pt x="352299" y="46453"/>
                </a:lnTo>
                <a:lnTo>
                  <a:pt x="351501" y="46238"/>
                </a:lnTo>
                <a:lnTo>
                  <a:pt x="350741" y="46027"/>
                </a:lnTo>
                <a:lnTo>
                  <a:pt x="350021" y="45821"/>
                </a:lnTo>
                <a:lnTo>
                  <a:pt x="349340" y="45620"/>
                </a:lnTo>
                <a:lnTo>
                  <a:pt x="348699" y="45423"/>
                </a:lnTo>
                <a:lnTo>
                  <a:pt x="348096" y="45232"/>
                </a:lnTo>
                <a:lnTo>
                  <a:pt x="347533" y="45045"/>
                </a:lnTo>
                <a:lnTo>
                  <a:pt x="347008" y="44863"/>
                </a:lnTo>
                <a:lnTo>
                  <a:pt x="346523" y="44686"/>
                </a:lnTo>
                <a:lnTo>
                  <a:pt x="346077" y="44514"/>
                </a:lnTo>
                <a:lnTo>
                  <a:pt x="345670" y="44346"/>
                </a:lnTo>
                <a:lnTo>
                  <a:pt x="345303" y="44184"/>
                </a:lnTo>
                <a:lnTo>
                  <a:pt x="344974" y="44026"/>
                </a:lnTo>
                <a:lnTo>
                  <a:pt x="344685" y="43873"/>
                </a:lnTo>
                <a:lnTo>
                  <a:pt x="344435" y="43725"/>
                </a:lnTo>
                <a:lnTo>
                  <a:pt x="344224" y="43581"/>
                </a:lnTo>
                <a:lnTo>
                  <a:pt x="344086" y="43475"/>
                </a:lnTo>
                <a:lnTo>
                  <a:pt x="343953" y="43366"/>
                </a:lnTo>
                <a:lnTo>
                  <a:pt x="343827" y="43256"/>
                </a:lnTo>
                <a:lnTo>
                  <a:pt x="343706" y="43144"/>
                </a:lnTo>
                <a:lnTo>
                  <a:pt x="343592" y="43030"/>
                </a:lnTo>
                <a:lnTo>
                  <a:pt x="343483" y="42914"/>
                </a:lnTo>
                <a:lnTo>
                  <a:pt x="343380" y="42796"/>
                </a:lnTo>
                <a:lnTo>
                  <a:pt x="343283" y="42676"/>
                </a:lnTo>
                <a:lnTo>
                  <a:pt x="343192" y="42554"/>
                </a:lnTo>
                <a:lnTo>
                  <a:pt x="343107" y="42431"/>
                </a:lnTo>
                <a:lnTo>
                  <a:pt x="343027" y="42305"/>
                </a:lnTo>
                <a:lnTo>
                  <a:pt x="342954" y="42178"/>
                </a:lnTo>
                <a:lnTo>
                  <a:pt x="342886" y="42049"/>
                </a:lnTo>
                <a:lnTo>
                  <a:pt x="342825" y="41918"/>
                </a:lnTo>
                <a:lnTo>
                  <a:pt x="342769" y="41785"/>
                </a:lnTo>
                <a:lnTo>
                  <a:pt x="342719" y="41650"/>
                </a:lnTo>
                <a:lnTo>
                  <a:pt x="342675" y="41513"/>
                </a:lnTo>
                <a:lnTo>
                  <a:pt x="342636" y="41375"/>
                </a:lnTo>
                <a:lnTo>
                  <a:pt x="342604" y="41234"/>
                </a:lnTo>
                <a:lnTo>
                  <a:pt x="342578" y="41092"/>
                </a:lnTo>
                <a:lnTo>
                  <a:pt x="342557" y="40948"/>
                </a:lnTo>
                <a:lnTo>
                  <a:pt x="342542" y="40801"/>
                </a:lnTo>
                <a:lnTo>
                  <a:pt x="342534" y="40653"/>
                </a:lnTo>
                <a:lnTo>
                  <a:pt x="342531" y="40503"/>
                </a:lnTo>
                <a:lnTo>
                  <a:pt x="342534" y="40329"/>
                </a:lnTo>
                <a:lnTo>
                  <a:pt x="342544" y="40157"/>
                </a:lnTo>
                <a:lnTo>
                  <a:pt x="342561" y="39987"/>
                </a:lnTo>
                <a:lnTo>
                  <a:pt x="342584" y="39821"/>
                </a:lnTo>
                <a:lnTo>
                  <a:pt x="342615" y="39657"/>
                </a:lnTo>
                <a:lnTo>
                  <a:pt x="342652" y="39496"/>
                </a:lnTo>
                <a:lnTo>
                  <a:pt x="342695" y="39337"/>
                </a:lnTo>
                <a:lnTo>
                  <a:pt x="342746" y="39181"/>
                </a:lnTo>
                <a:lnTo>
                  <a:pt x="342803" y="39028"/>
                </a:lnTo>
                <a:lnTo>
                  <a:pt x="342867" y="38878"/>
                </a:lnTo>
                <a:lnTo>
                  <a:pt x="342937" y="38731"/>
                </a:lnTo>
                <a:lnTo>
                  <a:pt x="343014" y="38586"/>
                </a:lnTo>
                <a:lnTo>
                  <a:pt x="343098" y="38444"/>
                </a:lnTo>
                <a:lnTo>
                  <a:pt x="343189" y="38305"/>
                </a:lnTo>
                <a:lnTo>
                  <a:pt x="343286" y="38168"/>
                </a:lnTo>
                <a:lnTo>
                  <a:pt x="343391" y="38034"/>
                </a:lnTo>
                <a:lnTo>
                  <a:pt x="343501" y="37903"/>
                </a:lnTo>
                <a:lnTo>
                  <a:pt x="343619" y="37775"/>
                </a:lnTo>
                <a:lnTo>
                  <a:pt x="343743" y="37650"/>
                </a:lnTo>
                <a:lnTo>
                  <a:pt x="343874" y="37527"/>
                </a:lnTo>
                <a:lnTo>
                  <a:pt x="344012" y="37407"/>
                </a:lnTo>
                <a:lnTo>
                  <a:pt x="344156" y="37289"/>
                </a:lnTo>
                <a:lnTo>
                  <a:pt x="344308" y="37175"/>
                </a:lnTo>
                <a:lnTo>
                  <a:pt x="344466" y="37063"/>
                </a:lnTo>
                <a:lnTo>
                  <a:pt x="344714" y="36910"/>
                </a:lnTo>
                <a:lnTo>
                  <a:pt x="344976" y="36764"/>
                </a:lnTo>
                <a:lnTo>
                  <a:pt x="345251" y="36624"/>
                </a:lnTo>
                <a:lnTo>
                  <a:pt x="345539" y="36490"/>
                </a:lnTo>
                <a:lnTo>
                  <a:pt x="345840" y="36364"/>
                </a:lnTo>
                <a:lnTo>
                  <a:pt x="346155" y="36243"/>
                </a:lnTo>
                <a:lnTo>
                  <a:pt x="346483" y="36130"/>
                </a:lnTo>
                <a:lnTo>
                  <a:pt x="346824" y="36022"/>
                </a:lnTo>
                <a:lnTo>
                  <a:pt x="347178" y="35922"/>
                </a:lnTo>
                <a:lnTo>
                  <a:pt x="347545" y="35827"/>
                </a:lnTo>
                <a:lnTo>
                  <a:pt x="347926" y="35740"/>
                </a:lnTo>
                <a:lnTo>
                  <a:pt x="348320" y="35658"/>
                </a:lnTo>
                <a:lnTo>
                  <a:pt x="348727" y="35584"/>
                </a:lnTo>
                <a:lnTo>
                  <a:pt x="349148" y="35515"/>
                </a:lnTo>
                <a:lnTo>
                  <a:pt x="349581" y="35453"/>
                </a:lnTo>
                <a:lnTo>
                  <a:pt x="350028" y="35398"/>
                </a:lnTo>
                <a:lnTo>
                  <a:pt x="350488" y="35349"/>
                </a:lnTo>
                <a:lnTo>
                  <a:pt x="350962" y="35307"/>
                </a:lnTo>
                <a:lnTo>
                  <a:pt x="351448" y="35271"/>
                </a:lnTo>
                <a:lnTo>
                  <a:pt x="351948" y="35242"/>
                </a:lnTo>
                <a:lnTo>
                  <a:pt x="352461" y="35219"/>
                </a:lnTo>
                <a:lnTo>
                  <a:pt x="352987" y="35203"/>
                </a:lnTo>
                <a:lnTo>
                  <a:pt x="353527" y="35193"/>
                </a:lnTo>
                <a:lnTo>
                  <a:pt x="354079" y="35190"/>
                </a:lnTo>
                <a:lnTo>
                  <a:pt x="354518" y="35194"/>
                </a:lnTo>
                <a:lnTo>
                  <a:pt x="354949" y="35204"/>
                </a:lnTo>
                <a:lnTo>
                  <a:pt x="355371" y="35221"/>
                </a:lnTo>
                <a:lnTo>
                  <a:pt x="355785" y="35246"/>
                </a:lnTo>
                <a:lnTo>
                  <a:pt x="356190" y="35277"/>
                </a:lnTo>
                <a:lnTo>
                  <a:pt x="356587" y="35315"/>
                </a:lnTo>
                <a:lnTo>
                  <a:pt x="356975" y="35360"/>
                </a:lnTo>
                <a:lnTo>
                  <a:pt x="357354" y="35412"/>
                </a:lnTo>
                <a:lnTo>
                  <a:pt x="357726" y="35471"/>
                </a:lnTo>
                <a:lnTo>
                  <a:pt x="358088" y="35537"/>
                </a:lnTo>
                <a:lnTo>
                  <a:pt x="358442" y="35609"/>
                </a:lnTo>
                <a:lnTo>
                  <a:pt x="358788" y="35689"/>
                </a:lnTo>
                <a:lnTo>
                  <a:pt x="359125" y="35776"/>
                </a:lnTo>
                <a:lnTo>
                  <a:pt x="359454" y="35869"/>
                </a:lnTo>
                <a:lnTo>
                  <a:pt x="359774" y="35970"/>
                </a:lnTo>
                <a:lnTo>
                  <a:pt x="360085" y="36077"/>
                </a:lnTo>
                <a:lnTo>
                  <a:pt x="360389" y="36191"/>
                </a:lnTo>
                <a:lnTo>
                  <a:pt x="360683" y="36313"/>
                </a:lnTo>
                <a:lnTo>
                  <a:pt x="360969" y="36441"/>
                </a:lnTo>
                <a:lnTo>
                  <a:pt x="361247" y="36576"/>
                </a:lnTo>
                <a:lnTo>
                  <a:pt x="361516" y="36718"/>
                </a:lnTo>
                <a:lnTo>
                  <a:pt x="361777" y="36867"/>
                </a:lnTo>
                <a:lnTo>
                  <a:pt x="362029" y="37023"/>
                </a:lnTo>
                <a:lnTo>
                  <a:pt x="362272" y="37185"/>
                </a:lnTo>
                <a:lnTo>
                  <a:pt x="362508" y="37355"/>
                </a:lnTo>
                <a:lnTo>
                  <a:pt x="362738" y="37530"/>
                </a:lnTo>
                <a:lnTo>
                  <a:pt x="362961" y="37712"/>
                </a:lnTo>
                <a:lnTo>
                  <a:pt x="363178" y="37899"/>
                </a:lnTo>
                <a:lnTo>
                  <a:pt x="363389" y="38093"/>
                </a:lnTo>
                <a:lnTo>
                  <a:pt x="363593" y="38293"/>
                </a:lnTo>
                <a:lnTo>
                  <a:pt x="363791" y="38499"/>
                </a:lnTo>
                <a:lnTo>
                  <a:pt x="363982" y="38711"/>
                </a:lnTo>
                <a:lnTo>
                  <a:pt x="364167" y="38929"/>
                </a:lnTo>
                <a:lnTo>
                  <a:pt x="364345" y="39153"/>
                </a:lnTo>
                <a:lnTo>
                  <a:pt x="364518" y="39383"/>
                </a:lnTo>
                <a:lnTo>
                  <a:pt x="364683" y="39619"/>
                </a:lnTo>
                <a:lnTo>
                  <a:pt x="364843" y="39862"/>
                </a:lnTo>
                <a:lnTo>
                  <a:pt x="364995" y="40110"/>
                </a:lnTo>
                <a:lnTo>
                  <a:pt x="365142" y="40365"/>
                </a:lnTo>
                <a:lnTo>
                  <a:pt x="365282" y="40625"/>
                </a:lnTo>
                <a:lnTo>
                  <a:pt x="365416" y="40892"/>
                </a:lnTo>
                <a:lnTo>
                  <a:pt x="365543" y="41165"/>
                </a:lnTo>
                <a:lnTo>
                  <a:pt x="365664" y="41444"/>
                </a:lnTo>
                <a:lnTo>
                  <a:pt x="365778" y="41729"/>
                </a:lnTo>
                <a:lnTo>
                  <a:pt x="365886" y="42020"/>
                </a:lnTo>
                <a:lnTo>
                  <a:pt x="365988" y="42317"/>
                </a:lnTo>
                <a:lnTo>
                  <a:pt x="366083" y="42620"/>
                </a:lnTo>
                <a:lnTo>
                  <a:pt x="366172" y="42930"/>
                </a:lnTo>
                <a:lnTo>
                  <a:pt x="382195" y="39906"/>
                </a:lnTo>
                <a:lnTo>
                  <a:pt x="381987" y="39216"/>
                </a:lnTo>
                <a:lnTo>
                  <a:pt x="381764" y="38539"/>
                </a:lnTo>
                <a:lnTo>
                  <a:pt x="381528" y="37877"/>
                </a:lnTo>
                <a:lnTo>
                  <a:pt x="381278" y="37229"/>
                </a:lnTo>
                <a:lnTo>
                  <a:pt x="381014" y="36595"/>
                </a:lnTo>
                <a:lnTo>
                  <a:pt x="380736" y="35975"/>
                </a:lnTo>
                <a:lnTo>
                  <a:pt x="380445" y="35370"/>
                </a:lnTo>
                <a:lnTo>
                  <a:pt x="380139" y="34779"/>
                </a:lnTo>
                <a:lnTo>
                  <a:pt x="379820" y="34202"/>
                </a:lnTo>
                <a:lnTo>
                  <a:pt x="379487" y="33639"/>
                </a:lnTo>
                <a:lnTo>
                  <a:pt x="379140" y="33090"/>
                </a:lnTo>
                <a:lnTo>
                  <a:pt x="378779" y="32556"/>
                </a:lnTo>
                <a:lnTo>
                  <a:pt x="378404" y="32036"/>
                </a:lnTo>
                <a:lnTo>
                  <a:pt x="378016" y="31530"/>
                </a:lnTo>
                <a:lnTo>
                  <a:pt x="377613" y="31039"/>
                </a:lnTo>
                <a:lnTo>
                  <a:pt x="377197" y="30561"/>
                </a:lnTo>
                <a:lnTo>
                  <a:pt x="376767" y="30098"/>
                </a:lnTo>
                <a:lnTo>
                  <a:pt x="376323" y="29649"/>
                </a:lnTo>
                <a:lnTo>
                  <a:pt x="375865" y="29214"/>
                </a:lnTo>
                <a:lnTo>
                  <a:pt x="375393" y="28794"/>
                </a:lnTo>
                <a:lnTo>
                  <a:pt x="374907" y="28388"/>
                </a:lnTo>
                <a:lnTo>
                  <a:pt x="374408" y="27996"/>
                </a:lnTo>
                <a:lnTo>
                  <a:pt x="373895" y="27618"/>
                </a:lnTo>
                <a:lnTo>
                  <a:pt x="373367" y="27254"/>
                </a:lnTo>
                <a:lnTo>
                  <a:pt x="372822" y="26905"/>
                </a:lnTo>
                <a:lnTo>
                  <a:pt x="372252" y="26571"/>
                </a:lnTo>
                <a:lnTo>
                  <a:pt x="371659" y="26252"/>
                </a:lnTo>
                <a:lnTo>
                  <a:pt x="371043" y="25947"/>
                </a:lnTo>
                <a:lnTo>
                  <a:pt x="370403" y="25657"/>
                </a:lnTo>
                <a:lnTo>
                  <a:pt x="369740" y="25383"/>
                </a:lnTo>
                <a:lnTo>
                  <a:pt x="369053" y="25123"/>
                </a:lnTo>
                <a:lnTo>
                  <a:pt x="368342" y="24878"/>
                </a:lnTo>
                <a:lnTo>
                  <a:pt x="367608" y="24647"/>
                </a:lnTo>
                <a:lnTo>
                  <a:pt x="366851" y="24432"/>
                </a:lnTo>
                <a:lnTo>
                  <a:pt x="366070" y="24232"/>
                </a:lnTo>
                <a:lnTo>
                  <a:pt x="365265" y="24046"/>
                </a:lnTo>
                <a:lnTo>
                  <a:pt x="364437" y="23875"/>
                </a:lnTo>
                <a:lnTo>
                  <a:pt x="363586" y="23719"/>
                </a:lnTo>
                <a:lnTo>
                  <a:pt x="362711" y="23578"/>
                </a:lnTo>
                <a:lnTo>
                  <a:pt x="361812" y="23452"/>
                </a:lnTo>
                <a:lnTo>
                  <a:pt x="360890" y="23340"/>
                </a:lnTo>
                <a:lnTo>
                  <a:pt x="359944" y="23244"/>
                </a:lnTo>
                <a:lnTo>
                  <a:pt x="358975" y="23162"/>
                </a:lnTo>
                <a:lnTo>
                  <a:pt x="357983" y="23095"/>
                </a:lnTo>
                <a:lnTo>
                  <a:pt x="356966" y="23043"/>
                </a:lnTo>
                <a:lnTo>
                  <a:pt x="355927" y="23006"/>
                </a:lnTo>
                <a:lnTo>
                  <a:pt x="354864" y="22984"/>
                </a:lnTo>
                <a:lnTo>
                  <a:pt x="353777" y="22976"/>
                </a:lnTo>
                <a:lnTo>
                  <a:pt x="352636" y="22986"/>
                </a:lnTo>
                <a:lnTo>
                  <a:pt x="351520" y="23016"/>
                </a:lnTo>
                <a:lnTo>
                  <a:pt x="350429" y="23065"/>
                </a:lnTo>
                <a:lnTo>
                  <a:pt x="349363" y="23134"/>
                </a:lnTo>
                <a:lnTo>
                  <a:pt x="348323" y="23223"/>
                </a:lnTo>
                <a:lnTo>
                  <a:pt x="347307" y="23331"/>
                </a:lnTo>
                <a:lnTo>
                  <a:pt x="346317" y="23459"/>
                </a:lnTo>
                <a:lnTo>
                  <a:pt x="345352" y="23607"/>
                </a:lnTo>
                <a:lnTo>
                  <a:pt x="344413" y="23775"/>
                </a:lnTo>
                <a:lnTo>
                  <a:pt x="343498" y="23962"/>
                </a:lnTo>
                <a:lnTo>
                  <a:pt x="342609" y="24169"/>
                </a:lnTo>
                <a:lnTo>
                  <a:pt x="341745" y="24396"/>
                </a:lnTo>
                <a:lnTo>
                  <a:pt x="340906" y="24642"/>
                </a:lnTo>
                <a:lnTo>
                  <a:pt x="340092" y="24908"/>
                </a:lnTo>
                <a:lnTo>
                  <a:pt x="339303" y="25194"/>
                </a:lnTo>
                <a:lnTo>
                  <a:pt x="338540" y="25500"/>
                </a:lnTo>
                <a:lnTo>
                  <a:pt x="337802" y="25825"/>
                </a:lnTo>
                <a:lnTo>
                  <a:pt x="337089" y="26170"/>
                </a:lnTo>
                <a:lnTo>
                  <a:pt x="336401" y="26535"/>
                </a:lnTo>
                <a:lnTo>
                  <a:pt x="335739" y="26919"/>
                </a:lnTo>
                <a:lnTo>
                  <a:pt x="335101" y="27324"/>
                </a:lnTo>
                <a:lnTo>
                  <a:pt x="334489" y="27747"/>
                </a:lnTo>
                <a:lnTo>
                  <a:pt x="333902" y="28191"/>
                </a:lnTo>
                <a:lnTo>
                  <a:pt x="333340" y="28654"/>
                </a:lnTo>
                <a:lnTo>
                  <a:pt x="332802" y="29132"/>
                </a:lnTo>
                <a:lnTo>
                  <a:pt x="332287" y="29619"/>
                </a:lnTo>
                <a:lnTo>
                  <a:pt x="331795" y="30115"/>
                </a:lnTo>
                <a:lnTo>
                  <a:pt x="331326" y="30621"/>
                </a:lnTo>
                <a:lnTo>
                  <a:pt x="330880" y="31136"/>
                </a:lnTo>
                <a:lnTo>
                  <a:pt x="330457" y="31659"/>
                </a:lnTo>
                <a:lnTo>
                  <a:pt x="330056" y="32193"/>
                </a:lnTo>
                <a:lnTo>
                  <a:pt x="329679" y="32735"/>
                </a:lnTo>
                <a:lnTo>
                  <a:pt x="329324" y="33287"/>
                </a:lnTo>
                <a:lnTo>
                  <a:pt x="328992" y="33848"/>
                </a:lnTo>
                <a:lnTo>
                  <a:pt x="328683" y="34418"/>
                </a:lnTo>
                <a:lnTo>
                  <a:pt x="328397" y="34997"/>
                </a:lnTo>
                <a:lnTo>
                  <a:pt x="328134" y="35585"/>
                </a:lnTo>
                <a:lnTo>
                  <a:pt x="327894" y="36183"/>
                </a:lnTo>
                <a:lnTo>
                  <a:pt x="327676" y="36790"/>
                </a:lnTo>
                <a:lnTo>
                  <a:pt x="327482" y="37407"/>
                </a:lnTo>
                <a:lnTo>
                  <a:pt x="327310" y="38032"/>
                </a:lnTo>
                <a:lnTo>
                  <a:pt x="327161" y="38667"/>
                </a:lnTo>
                <a:lnTo>
                  <a:pt x="327036" y="39311"/>
                </a:lnTo>
                <a:lnTo>
                  <a:pt x="326933" y="39964"/>
                </a:lnTo>
                <a:lnTo>
                  <a:pt x="326852" y="40626"/>
                </a:lnTo>
                <a:lnTo>
                  <a:pt x="326795" y="41298"/>
                </a:lnTo>
                <a:lnTo>
                  <a:pt x="326761" y="41979"/>
                </a:lnTo>
                <a:lnTo>
                  <a:pt x="326749" y="42669"/>
                </a:lnTo>
                <a:lnTo>
                  <a:pt x="326763" y="43432"/>
                </a:lnTo>
                <a:lnTo>
                  <a:pt x="326802" y="44181"/>
                </a:lnTo>
                <a:lnTo>
                  <a:pt x="326869" y="44916"/>
                </a:lnTo>
                <a:lnTo>
                  <a:pt x="326961" y="45637"/>
                </a:lnTo>
                <a:lnTo>
                  <a:pt x="327080" y="46344"/>
                </a:lnTo>
                <a:lnTo>
                  <a:pt x="327226" y="47037"/>
                </a:lnTo>
                <a:lnTo>
                  <a:pt x="327398" y="47716"/>
                </a:lnTo>
                <a:lnTo>
                  <a:pt x="327596" y="48380"/>
                </a:lnTo>
                <a:lnTo>
                  <a:pt x="327821" y="49031"/>
                </a:lnTo>
                <a:lnTo>
                  <a:pt x="328072" y="49668"/>
                </a:lnTo>
                <a:lnTo>
                  <a:pt x="328350" y="50290"/>
                </a:lnTo>
                <a:lnTo>
                  <a:pt x="328654" y="50899"/>
                </a:lnTo>
                <a:lnTo>
                  <a:pt x="328985" y="51494"/>
                </a:lnTo>
                <a:lnTo>
                  <a:pt x="329342" y="52074"/>
                </a:lnTo>
                <a:lnTo>
                  <a:pt x="329725" y="52641"/>
                </a:lnTo>
                <a:lnTo>
                  <a:pt x="330135" y="53193"/>
                </a:lnTo>
                <a:lnTo>
                  <a:pt x="330572" y="53731"/>
                </a:lnTo>
                <a:lnTo>
                  <a:pt x="331035" y="54256"/>
                </a:lnTo>
                <a:lnTo>
                  <a:pt x="331524" y="54766"/>
                </a:lnTo>
                <a:lnTo>
                  <a:pt x="332040" y="55262"/>
                </a:lnTo>
                <a:lnTo>
                  <a:pt x="332582" y="55744"/>
                </a:lnTo>
                <a:lnTo>
                  <a:pt x="333151" y="56212"/>
                </a:lnTo>
                <a:lnTo>
                  <a:pt x="333746" y="56666"/>
                </a:lnTo>
                <a:lnTo>
                  <a:pt x="334368" y="57107"/>
                </a:lnTo>
                <a:lnTo>
                  <a:pt x="334853" y="57420"/>
                </a:lnTo>
                <a:lnTo>
                  <a:pt x="335390" y="57736"/>
                </a:lnTo>
                <a:lnTo>
                  <a:pt x="335979" y="58055"/>
                </a:lnTo>
                <a:lnTo>
                  <a:pt x="336620" y="58377"/>
                </a:lnTo>
                <a:lnTo>
                  <a:pt x="337314" y="58701"/>
                </a:lnTo>
                <a:lnTo>
                  <a:pt x="338060" y="59028"/>
                </a:lnTo>
                <a:lnTo>
                  <a:pt x="338858" y="59358"/>
                </a:lnTo>
                <a:lnTo>
                  <a:pt x="339709" y="59690"/>
                </a:lnTo>
                <a:lnTo>
                  <a:pt x="340612" y="60025"/>
                </a:lnTo>
                <a:lnTo>
                  <a:pt x="341567" y="60363"/>
                </a:lnTo>
                <a:lnTo>
                  <a:pt x="342574" y="60704"/>
                </a:lnTo>
                <a:lnTo>
                  <a:pt x="343634" y="61047"/>
                </a:lnTo>
                <a:lnTo>
                  <a:pt x="344746" y="61393"/>
                </a:lnTo>
                <a:lnTo>
                  <a:pt x="345910" y="61742"/>
                </a:lnTo>
                <a:lnTo>
                  <a:pt x="347127" y="62093"/>
                </a:lnTo>
                <a:lnTo>
                  <a:pt x="348396" y="62448"/>
                </a:lnTo>
                <a:lnTo>
                  <a:pt x="349717" y="62804"/>
                </a:lnTo>
                <a:lnTo>
                  <a:pt x="351090" y="63164"/>
                </a:lnTo>
                <a:lnTo>
                  <a:pt x="352516" y="63526"/>
                </a:lnTo>
                <a:lnTo>
                  <a:pt x="353994" y="63891"/>
                </a:lnTo>
                <a:lnTo>
                  <a:pt x="355524" y="64259"/>
                </a:lnTo>
                <a:lnTo>
                  <a:pt x="357106" y="64630"/>
                </a:lnTo>
                <a:lnTo>
                  <a:pt x="358741" y="65003"/>
                </a:lnTo>
                <a:lnTo>
                  <a:pt x="360428" y="65379"/>
                </a:lnTo>
                <a:lnTo>
                  <a:pt x="360790" y="65465"/>
                </a:lnTo>
                <a:lnTo>
                  <a:pt x="361142" y="65551"/>
                </a:lnTo>
                <a:lnTo>
                  <a:pt x="361482" y="65638"/>
                </a:lnTo>
                <a:lnTo>
                  <a:pt x="361812" y="65726"/>
                </a:lnTo>
                <a:lnTo>
                  <a:pt x="362131" y="65814"/>
                </a:lnTo>
                <a:lnTo>
                  <a:pt x="362438" y="65903"/>
                </a:lnTo>
                <a:lnTo>
                  <a:pt x="362735" y="65993"/>
                </a:lnTo>
                <a:lnTo>
                  <a:pt x="363021" y="66083"/>
                </a:lnTo>
                <a:lnTo>
                  <a:pt x="363296" y="66174"/>
                </a:lnTo>
                <a:lnTo>
                  <a:pt x="363560" y="66265"/>
                </a:lnTo>
                <a:lnTo>
                  <a:pt x="363814" y="66357"/>
                </a:lnTo>
                <a:lnTo>
                  <a:pt x="364056" y="66450"/>
                </a:lnTo>
                <a:lnTo>
                  <a:pt x="364287" y="66544"/>
                </a:lnTo>
                <a:lnTo>
                  <a:pt x="364508" y="66638"/>
                </a:lnTo>
                <a:lnTo>
                  <a:pt x="364717" y="66732"/>
                </a:lnTo>
                <a:lnTo>
                  <a:pt x="364916" y="66827"/>
                </a:lnTo>
                <a:lnTo>
                  <a:pt x="365104" y="66923"/>
                </a:lnTo>
                <a:lnTo>
                  <a:pt x="365280" y="67020"/>
                </a:lnTo>
                <a:lnTo>
                  <a:pt x="365446" y="67117"/>
                </a:lnTo>
                <a:lnTo>
                  <a:pt x="365601" y="67215"/>
                </a:lnTo>
                <a:lnTo>
                  <a:pt x="365745" y="67313"/>
                </a:lnTo>
                <a:lnTo>
                  <a:pt x="365878" y="67412"/>
                </a:lnTo>
                <a:lnTo>
                  <a:pt x="366000" y="67512"/>
                </a:lnTo>
                <a:lnTo>
                  <a:pt x="366112" y="67612"/>
                </a:lnTo>
                <a:lnTo>
                  <a:pt x="366210" y="67719"/>
                </a:lnTo>
                <a:lnTo>
                  <a:pt x="366305" y="67828"/>
                </a:lnTo>
                <a:lnTo>
                  <a:pt x="366395" y="67940"/>
                </a:lnTo>
                <a:lnTo>
                  <a:pt x="366481" y="68053"/>
                </a:lnTo>
                <a:lnTo>
                  <a:pt x="366563" y="68169"/>
                </a:lnTo>
                <a:lnTo>
                  <a:pt x="366641" y="68288"/>
                </a:lnTo>
                <a:lnTo>
                  <a:pt x="366714" y="68408"/>
                </a:lnTo>
                <a:lnTo>
                  <a:pt x="366784" y="68531"/>
                </a:lnTo>
                <a:lnTo>
                  <a:pt x="366849" y="68657"/>
                </a:lnTo>
                <a:lnTo>
                  <a:pt x="366909" y="68784"/>
                </a:lnTo>
                <a:lnTo>
                  <a:pt x="366966" y="68914"/>
                </a:lnTo>
                <a:lnTo>
                  <a:pt x="367019" y="69046"/>
                </a:lnTo>
                <a:lnTo>
                  <a:pt x="367067" y="69181"/>
                </a:lnTo>
                <a:lnTo>
                  <a:pt x="367111" y="69318"/>
                </a:lnTo>
                <a:lnTo>
                  <a:pt x="367151" y="69457"/>
                </a:lnTo>
                <a:lnTo>
                  <a:pt x="367187" y="69598"/>
                </a:lnTo>
                <a:lnTo>
                  <a:pt x="367218" y="69742"/>
                </a:lnTo>
                <a:lnTo>
                  <a:pt x="367245" y="69888"/>
                </a:lnTo>
                <a:lnTo>
                  <a:pt x="367268" y="70036"/>
                </a:lnTo>
                <a:lnTo>
                  <a:pt x="367287" y="70187"/>
                </a:lnTo>
                <a:lnTo>
                  <a:pt x="367302" y="70340"/>
                </a:lnTo>
                <a:lnTo>
                  <a:pt x="367313" y="70495"/>
                </a:lnTo>
                <a:lnTo>
                  <a:pt x="367319" y="70653"/>
                </a:lnTo>
                <a:lnTo>
                  <a:pt x="367321" y="70813"/>
                </a:lnTo>
                <a:lnTo>
                  <a:pt x="367317" y="71048"/>
                </a:lnTo>
                <a:lnTo>
                  <a:pt x="367305" y="71278"/>
                </a:lnTo>
                <a:lnTo>
                  <a:pt x="367286" y="71505"/>
                </a:lnTo>
                <a:lnTo>
                  <a:pt x="367259" y="71727"/>
                </a:lnTo>
                <a:lnTo>
                  <a:pt x="367224" y="71946"/>
                </a:lnTo>
                <a:lnTo>
                  <a:pt x="367181" y="72160"/>
                </a:lnTo>
                <a:lnTo>
                  <a:pt x="367131" y="72371"/>
                </a:lnTo>
                <a:lnTo>
                  <a:pt x="367072" y="72578"/>
                </a:lnTo>
                <a:lnTo>
                  <a:pt x="367006" y="72780"/>
                </a:lnTo>
                <a:lnTo>
                  <a:pt x="366933" y="72979"/>
                </a:lnTo>
                <a:lnTo>
                  <a:pt x="366851" y="73174"/>
                </a:lnTo>
                <a:lnTo>
                  <a:pt x="366762" y="73364"/>
                </a:lnTo>
                <a:lnTo>
                  <a:pt x="366665" y="73551"/>
                </a:lnTo>
                <a:lnTo>
                  <a:pt x="366560" y="73734"/>
                </a:lnTo>
                <a:lnTo>
                  <a:pt x="366447" y="73913"/>
                </a:lnTo>
                <a:lnTo>
                  <a:pt x="366327" y="74087"/>
                </a:lnTo>
                <a:lnTo>
                  <a:pt x="366198" y="74258"/>
                </a:lnTo>
                <a:lnTo>
                  <a:pt x="366063" y="74425"/>
                </a:lnTo>
                <a:lnTo>
                  <a:pt x="365919" y="74588"/>
                </a:lnTo>
                <a:lnTo>
                  <a:pt x="365767" y="74747"/>
                </a:lnTo>
                <a:lnTo>
                  <a:pt x="365608" y="74901"/>
                </a:lnTo>
                <a:lnTo>
                  <a:pt x="365441" y="75052"/>
                </a:lnTo>
                <a:lnTo>
                  <a:pt x="365266" y="75199"/>
                </a:lnTo>
                <a:lnTo>
                  <a:pt x="365084" y="75342"/>
                </a:lnTo>
                <a:lnTo>
                  <a:pt x="364801" y="75539"/>
                </a:lnTo>
                <a:lnTo>
                  <a:pt x="364507" y="75728"/>
                </a:lnTo>
                <a:lnTo>
                  <a:pt x="364201" y="75908"/>
                </a:lnTo>
                <a:lnTo>
                  <a:pt x="363885" y="76080"/>
                </a:lnTo>
                <a:lnTo>
                  <a:pt x="363556" y="76243"/>
                </a:lnTo>
                <a:lnTo>
                  <a:pt x="363217" y="76399"/>
                </a:lnTo>
                <a:lnTo>
                  <a:pt x="362866" y="76545"/>
                </a:lnTo>
                <a:lnTo>
                  <a:pt x="362504" y="76684"/>
                </a:lnTo>
                <a:lnTo>
                  <a:pt x="362130" y="76814"/>
                </a:lnTo>
                <a:lnTo>
                  <a:pt x="361746" y="76935"/>
                </a:lnTo>
                <a:lnTo>
                  <a:pt x="361349" y="77048"/>
                </a:lnTo>
                <a:lnTo>
                  <a:pt x="360942" y="77153"/>
                </a:lnTo>
                <a:lnTo>
                  <a:pt x="360523" y="77250"/>
                </a:lnTo>
                <a:lnTo>
                  <a:pt x="360093" y="77338"/>
                </a:lnTo>
                <a:lnTo>
                  <a:pt x="359651" y="77417"/>
                </a:lnTo>
                <a:lnTo>
                  <a:pt x="359199" y="77489"/>
                </a:lnTo>
                <a:lnTo>
                  <a:pt x="358734" y="77552"/>
                </a:lnTo>
                <a:lnTo>
                  <a:pt x="358259" y="77606"/>
                </a:lnTo>
                <a:lnTo>
                  <a:pt x="357772" y="77652"/>
                </a:lnTo>
                <a:lnTo>
                  <a:pt x="357274" y="77690"/>
                </a:lnTo>
                <a:lnTo>
                  <a:pt x="356764" y="77719"/>
                </a:lnTo>
                <a:lnTo>
                  <a:pt x="356243" y="77740"/>
                </a:lnTo>
                <a:lnTo>
                  <a:pt x="355711" y="77753"/>
                </a:lnTo>
                <a:lnTo>
                  <a:pt x="355168" y="77757"/>
                </a:lnTo>
                <a:lnTo>
                  <a:pt x="354673" y="77752"/>
                </a:lnTo>
                <a:lnTo>
                  <a:pt x="354188" y="77739"/>
                </a:lnTo>
                <a:lnTo>
                  <a:pt x="353713" y="77717"/>
                </a:lnTo>
                <a:lnTo>
                  <a:pt x="353246" y="77686"/>
                </a:lnTo>
                <a:lnTo>
                  <a:pt x="352789" y="77646"/>
                </a:lnTo>
                <a:lnTo>
                  <a:pt x="352341" y="77597"/>
                </a:lnTo>
                <a:lnTo>
                  <a:pt x="351902" y="77540"/>
                </a:lnTo>
                <a:lnTo>
                  <a:pt x="351473" y="77473"/>
                </a:lnTo>
                <a:lnTo>
                  <a:pt x="351052" y="77398"/>
                </a:lnTo>
                <a:lnTo>
                  <a:pt x="350641" y="77313"/>
                </a:lnTo>
                <a:lnTo>
                  <a:pt x="350239" y="77220"/>
                </a:lnTo>
                <a:lnTo>
                  <a:pt x="349847" y="77118"/>
                </a:lnTo>
                <a:lnTo>
                  <a:pt x="349463" y="77007"/>
                </a:lnTo>
                <a:lnTo>
                  <a:pt x="349089" y="76888"/>
                </a:lnTo>
                <a:lnTo>
                  <a:pt x="348724" y="76759"/>
                </a:lnTo>
                <a:lnTo>
                  <a:pt x="348369" y="76622"/>
                </a:lnTo>
                <a:lnTo>
                  <a:pt x="348022" y="76475"/>
                </a:lnTo>
                <a:lnTo>
                  <a:pt x="347685" y="76320"/>
                </a:lnTo>
                <a:lnTo>
                  <a:pt x="347357" y="76156"/>
                </a:lnTo>
                <a:lnTo>
                  <a:pt x="347039" y="75983"/>
                </a:lnTo>
                <a:lnTo>
                  <a:pt x="346729" y="75801"/>
                </a:lnTo>
                <a:lnTo>
                  <a:pt x="346429" y="75610"/>
                </a:lnTo>
                <a:lnTo>
                  <a:pt x="346138" y="75411"/>
                </a:lnTo>
                <a:lnTo>
                  <a:pt x="345856" y="75202"/>
                </a:lnTo>
                <a:lnTo>
                  <a:pt x="345583" y="74985"/>
                </a:lnTo>
                <a:lnTo>
                  <a:pt x="345317" y="74760"/>
                </a:lnTo>
                <a:lnTo>
                  <a:pt x="345060" y="74527"/>
                </a:lnTo>
                <a:lnTo>
                  <a:pt x="344810" y="74285"/>
                </a:lnTo>
                <a:lnTo>
                  <a:pt x="344568" y="74035"/>
                </a:lnTo>
                <a:lnTo>
                  <a:pt x="344333" y="73777"/>
                </a:lnTo>
                <a:lnTo>
                  <a:pt x="344107" y="73510"/>
                </a:lnTo>
                <a:lnTo>
                  <a:pt x="343888" y="73236"/>
                </a:lnTo>
                <a:lnTo>
                  <a:pt x="343677" y="72953"/>
                </a:lnTo>
                <a:lnTo>
                  <a:pt x="343473" y="72661"/>
                </a:lnTo>
                <a:lnTo>
                  <a:pt x="343278" y="72362"/>
                </a:lnTo>
                <a:lnTo>
                  <a:pt x="343090" y="72054"/>
                </a:lnTo>
                <a:lnTo>
                  <a:pt x="342910" y="71739"/>
                </a:lnTo>
                <a:lnTo>
                  <a:pt x="342738" y="71414"/>
                </a:lnTo>
                <a:lnTo>
                  <a:pt x="342573" y="71082"/>
                </a:lnTo>
                <a:lnTo>
                  <a:pt x="342416" y="70741"/>
                </a:lnTo>
                <a:lnTo>
                  <a:pt x="342267" y="70393"/>
                </a:lnTo>
                <a:lnTo>
                  <a:pt x="342126" y="70035"/>
                </a:lnTo>
                <a:lnTo>
                  <a:pt x="341993" y="69670"/>
                </a:lnTo>
                <a:lnTo>
                  <a:pt x="341867" y="69297"/>
                </a:lnTo>
                <a:lnTo>
                  <a:pt x="341749" y="68915"/>
                </a:lnTo>
                <a:lnTo>
                  <a:pt x="341639" y="68525"/>
                </a:lnTo>
                <a:lnTo>
                  <a:pt x="341537" y="68126"/>
                </a:lnTo>
                <a:lnTo>
                  <a:pt x="341442" y="67720"/>
                </a:lnTo>
                <a:lnTo>
                  <a:pt x="324391" y="70380"/>
                </a:lnTo>
                <a:lnTo>
                  <a:pt x="324597" y="71132"/>
                </a:lnTo>
                <a:lnTo>
                  <a:pt x="324821" y="71871"/>
                </a:lnTo>
                <a:lnTo>
                  <a:pt x="325064" y="72596"/>
                </a:lnTo>
                <a:lnTo>
                  <a:pt x="325324" y="73309"/>
                </a:lnTo>
                <a:close/>
                <a:moveTo>
                  <a:pt x="435912" y="69742"/>
                </a:moveTo>
                <a:lnTo>
                  <a:pt x="435775" y="70104"/>
                </a:lnTo>
                <a:lnTo>
                  <a:pt x="435634" y="70456"/>
                </a:lnTo>
                <a:lnTo>
                  <a:pt x="435488" y="70799"/>
                </a:lnTo>
                <a:lnTo>
                  <a:pt x="435338" y="71133"/>
                </a:lnTo>
                <a:lnTo>
                  <a:pt x="435182" y="71457"/>
                </a:lnTo>
                <a:lnTo>
                  <a:pt x="435023" y="71773"/>
                </a:lnTo>
                <a:lnTo>
                  <a:pt x="434858" y="72079"/>
                </a:lnTo>
                <a:lnTo>
                  <a:pt x="434689" y="72376"/>
                </a:lnTo>
                <a:lnTo>
                  <a:pt x="434516" y="72663"/>
                </a:lnTo>
                <a:lnTo>
                  <a:pt x="434337" y="72942"/>
                </a:lnTo>
                <a:lnTo>
                  <a:pt x="434155" y="73211"/>
                </a:lnTo>
                <a:lnTo>
                  <a:pt x="433967" y="73471"/>
                </a:lnTo>
                <a:lnTo>
                  <a:pt x="433775" y="73721"/>
                </a:lnTo>
                <a:lnTo>
                  <a:pt x="433578" y="73963"/>
                </a:lnTo>
                <a:lnTo>
                  <a:pt x="433377" y="74195"/>
                </a:lnTo>
                <a:lnTo>
                  <a:pt x="433171" y="74418"/>
                </a:lnTo>
                <a:lnTo>
                  <a:pt x="432960" y="74632"/>
                </a:lnTo>
                <a:lnTo>
                  <a:pt x="432745" y="74836"/>
                </a:lnTo>
                <a:lnTo>
                  <a:pt x="432525" y="75031"/>
                </a:lnTo>
                <a:lnTo>
                  <a:pt x="432301" y="75217"/>
                </a:lnTo>
                <a:lnTo>
                  <a:pt x="432072" y="75395"/>
                </a:lnTo>
                <a:lnTo>
                  <a:pt x="431839" y="75565"/>
                </a:lnTo>
                <a:lnTo>
                  <a:pt x="431601" y="75728"/>
                </a:lnTo>
                <a:lnTo>
                  <a:pt x="431359" y="75883"/>
                </a:lnTo>
                <a:lnTo>
                  <a:pt x="431112" y="76030"/>
                </a:lnTo>
                <a:lnTo>
                  <a:pt x="430861" y="76170"/>
                </a:lnTo>
                <a:lnTo>
                  <a:pt x="430606" y="76302"/>
                </a:lnTo>
                <a:lnTo>
                  <a:pt x="430346" y="76427"/>
                </a:lnTo>
                <a:lnTo>
                  <a:pt x="430082" y="76544"/>
                </a:lnTo>
                <a:lnTo>
                  <a:pt x="429813" y="76653"/>
                </a:lnTo>
                <a:lnTo>
                  <a:pt x="429540" y="76755"/>
                </a:lnTo>
                <a:lnTo>
                  <a:pt x="429263" y="76850"/>
                </a:lnTo>
                <a:lnTo>
                  <a:pt x="428981" y="76937"/>
                </a:lnTo>
                <a:lnTo>
                  <a:pt x="428695" y="77016"/>
                </a:lnTo>
                <a:lnTo>
                  <a:pt x="428404" y="77088"/>
                </a:lnTo>
                <a:lnTo>
                  <a:pt x="428109" y="77152"/>
                </a:lnTo>
                <a:lnTo>
                  <a:pt x="427809" y="77209"/>
                </a:lnTo>
                <a:lnTo>
                  <a:pt x="427505" y="77258"/>
                </a:lnTo>
                <a:lnTo>
                  <a:pt x="427197" y="77300"/>
                </a:lnTo>
                <a:lnTo>
                  <a:pt x="426884" y="77334"/>
                </a:lnTo>
                <a:lnTo>
                  <a:pt x="426567" y="77360"/>
                </a:lnTo>
                <a:lnTo>
                  <a:pt x="426246" y="77379"/>
                </a:lnTo>
                <a:lnTo>
                  <a:pt x="425920" y="77390"/>
                </a:lnTo>
                <a:lnTo>
                  <a:pt x="425589" y="77394"/>
                </a:lnTo>
                <a:lnTo>
                  <a:pt x="425104" y="77387"/>
                </a:lnTo>
                <a:lnTo>
                  <a:pt x="424625" y="77365"/>
                </a:lnTo>
                <a:lnTo>
                  <a:pt x="424153" y="77328"/>
                </a:lnTo>
                <a:lnTo>
                  <a:pt x="423688" y="77277"/>
                </a:lnTo>
                <a:lnTo>
                  <a:pt x="423230" y="77212"/>
                </a:lnTo>
                <a:lnTo>
                  <a:pt x="422778" y="77132"/>
                </a:lnTo>
                <a:lnTo>
                  <a:pt x="422333" y="77037"/>
                </a:lnTo>
                <a:lnTo>
                  <a:pt x="421894" y="76927"/>
                </a:lnTo>
                <a:lnTo>
                  <a:pt x="421463" y="76803"/>
                </a:lnTo>
                <a:lnTo>
                  <a:pt x="421038" y="76665"/>
                </a:lnTo>
                <a:lnTo>
                  <a:pt x="420620" y="76511"/>
                </a:lnTo>
                <a:lnTo>
                  <a:pt x="420208" y="76344"/>
                </a:lnTo>
                <a:lnTo>
                  <a:pt x="419803" y="76161"/>
                </a:lnTo>
                <a:lnTo>
                  <a:pt x="419405" y="75964"/>
                </a:lnTo>
                <a:lnTo>
                  <a:pt x="419014" y="75753"/>
                </a:lnTo>
                <a:lnTo>
                  <a:pt x="418629" y="75526"/>
                </a:lnTo>
                <a:lnTo>
                  <a:pt x="418251" y="75286"/>
                </a:lnTo>
                <a:lnTo>
                  <a:pt x="417880" y="75030"/>
                </a:lnTo>
                <a:lnTo>
                  <a:pt x="417516" y="74760"/>
                </a:lnTo>
                <a:lnTo>
                  <a:pt x="417158" y="74476"/>
                </a:lnTo>
                <a:lnTo>
                  <a:pt x="416807" y="74177"/>
                </a:lnTo>
                <a:lnTo>
                  <a:pt x="416463" y="73863"/>
                </a:lnTo>
                <a:lnTo>
                  <a:pt x="416125" y="73535"/>
                </a:lnTo>
                <a:lnTo>
                  <a:pt x="415794" y="73192"/>
                </a:lnTo>
                <a:lnTo>
                  <a:pt x="415473" y="72836"/>
                </a:lnTo>
                <a:lnTo>
                  <a:pt x="415165" y="72468"/>
                </a:lnTo>
                <a:lnTo>
                  <a:pt x="414870" y="72089"/>
                </a:lnTo>
                <a:lnTo>
                  <a:pt x="414588" y="71698"/>
                </a:lnTo>
                <a:lnTo>
                  <a:pt x="414319" y="71295"/>
                </a:lnTo>
                <a:lnTo>
                  <a:pt x="414063" y="70881"/>
                </a:lnTo>
                <a:lnTo>
                  <a:pt x="413821" y="70455"/>
                </a:lnTo>
                <a:lnTo>
                  <a:pt x="413591" y="70018"/>
                </a:lnTo>
                <a:lnTo>
                  <a:pt x="413374" y="69568"/>
                </a:lnTo>
                <a:lnTo>
                  <a:pt x="413170" y="69107"/>
                </a:lnTo>
                <a:lnTo>
                  <a:pt x="412979" y="68635"/>
                </a:lnTo>
                <a:lnTo>
                  <a:pt x="412801" y="68151"/>
                </a:lnTo>
                <a:lnTo>
                  <a:pt x="412636" y="67655"/>
                </a:lnTo>
                <a:lnTo>
                  <a:pt x="412485" y="67147"/>
                </a:lnTo>
                <a:lnTo>
                  <a:pt x="412346" y="66628"/>
                </a:lnTo>
                <a:lnTo>
                  <a:pt x="412220" y="66097"/>
                </a:lnTo>
                <a:lnTo>
                  <a:pt x="412107" y="65555"/>
                </a:lnTo>
                <a:lnTo>
                  <a:pt x="412008" y="65001"/>
                </a:lnTo>
                <a:lnTo>
                  <a:pt x="411921" y="64435"/>
                </a:lnTo>
                <a:lnTo>
                  <a:pt x="411847" y="63858"/>
                </a:lnTo>
                <a:lnTo>
                  <a:pt x="411787" y="63269"/>
                </a:lnTo>
                <a:lnTo>
                  <a:pt x="411739" y="62668"/>
                </a:lnTo>
                <a:lnTo>
                  <a:pt x="411704" y="62056"/>
                </a:lnTo>
                <a:lnTo>
                  <a:pt x="411683" y="61432"/>
                </a:lnTo>
                <a:lnTo>
                  <a:pt x="454250" y="61432"/>
                </a:lnTo>
                <a:lnTo>
                  <a:pt x="454265" y="59822"/>
                </a:lnTo>
                <a:lnTo>
                  <a:pt x="454250" y="58247"/>
                </a:lnTo>
                <a:lnTo>
                  <a:pt x="454205" y="56706"/>
                </a:lnTo>
                <a:lnTo>
                  <a:pt x="454130" y="55201"/>
                </a:lnTo>
                <a:lnTo>
                  <a:pt x="454025" y="53731"/>
                </a:lnTo>
                <a:lnTo>
                  <a:pt x="453890" y="52296"/>
                </a:lnTo>
                <a:lnTo>
                  <a:pt x="453726" y="50896"/>
                </a:lnTo>
                <a:lnTo>
                  <a:pt x="453531" y="49530"/>
                </a:lnTo>
                <a:lnTo>
                  <a:pt x="453306" y="48200"/>
                </a:lnTo>
                <a:lnTo>
                  <a:pt x="453051" y="46904"/>
                </a:lnTo>
                <a:lnTo>
                  <a:pt x="452766" y="45644"/>
                </a:lnTo>
                <a:lnTo>
                  <a:pt x="452451" y="44418"/>
                </a:lnTo>
                <a:lnTo>
                  <a:pt x="452106" y="43228"/>
                </a:lnTo>
                <a:lnTo>
                  <a:pt x="451731" y="42072"/>
                </a:lnTo>
                <a:lnTo>
                  <a:pt x="451325" y="40952"/>
                </a:lnTo>
                <a:lnTo>
                  <a:pt x="450890" y="39866"/>
                </a:lnTo>
                <a:lnTo>
                  <a:pt x="450425" y="38815"/>
                </a:lnTo>
                <a:lnTo>
                  <a:pt x="449930" y="37800"/>
                </a:lnTo>
                <a:lnTo>
                  <a:pt x="449405" y="36819"/>
                </a:lnTo>
                <a:lnTo>
                  <a:pt x="448850" y="35873"/>
                </a:lnTo>
                <a:lnTo>
                  <a:pt x="448264" y="34962"/>
                </a:lnTo>
                <a:lnTo>
                  <a:pt x="447649" y="34086"/>
                </a:lnTo>
                <a:lnTo>
                  <a:pt x="447004" y="33245"/>
                </a:lnTo>
                <a:lnTo>
                  <a:pt x="446329" y="32439"/>
                </a:lnTo>
                <a:lnTo>
                  <a:pt x="445628" y="31667"/>
                </a:lnTo>
                <a:lnTo>
                  <a:pt x="444906" y="30928"/>
                </a:lnTo>
                <a:lnTo>
                  <a:pt x="444163" y="30221"/>
                </a:lnTo>
                <a:lnTo>
                  <a:pt x="443400" y="29548"/>
                </a:lnTo>
                <a:lnTo>
                  <a:pt x="442615" y="28907"/>
                </a:lnTo>
                <a:lnTo>
                  <a:pt x="441809" y="28299"/>
                </a:lnTo>
                <a:lnTo>
                  <a:pt x="440982" y="27724"/>
                </a:lnTo>
                <a:lnTo>
                  <a:pt x="440134" y="27182"/>
                </a:lnTo>
                <a:lnTo>
                  <a:pt x="439266" y="26673"/>
                </a:lnTo>
                <a:lnTo>
                  <a:pt x="438376" y="26196"/>
                </a:lnTo>
                <a:lnTo>
                  <a:pt x="437465" y="25753"/>
                </a:lnTo>
                <a:lnTo>
                  <a:pt x="436533" y="25342"/>
                </a:lnTo>
                <a:lnTo>
                  <a:pt x="435581" y="24964"/>
                </a:lnTo>
                <a:lnTo>
                  <a:pt x="434607" y="24619"/>
                </a:lnTo>
                <a:lnTo>
                  <a:pt x="433612" y="24307"/>
                </a:lnTo>
                <a:lnTo>
                  <a:pt x="432597" y="24028"/>
                </a:lnTo>
                <a:lnTo>
                  <a:pt x="431560" y="23781"/>
                </a:lnTo>
                <a:lnTo>
                  <a:pt x="430502" y="23568"/>
                </a:lnTo>
                <a:lnTo>
                  <a:pt x="429423" y="23387"/>
                </a:lnTo>
                <a:lnTo>
                  <a:pt x="428324" y="23239"/>
                </a:lnTo>
                <a:lnTo>
                  <a:pt x="427203" y="23124"/>
                </a:lnTo>
                <a:lnTo>
                  <a:pt x="426061" y="23042"/>
                </a:lnTo>
                <a:lnTo>
                  <a:pt x="424899" y="22993"/>
                </a:lnTo>
                <a:lnTo>
                  <a:pt x="423715" y="22976"/>
                </a:lnTo>
                <a:lnTo>
                  <a:pt x="422660" y="22992"/>
                </a:lnTo>
                <a:lnTo>
                  <a:pt x="421619" y="23039"/>
                </a:lnTo>
                <a:lnTo>
                  <a:pt x="420595" y="23118"/>
                </a:lnTo>
                <a:lnTo>
                  <a:pt x="419585" y="23227"/>
                </a:lnTo>
                <a:lnTo>
                  <a:pt x="418591" y="23369"/>
                </a:lnTo>
                <a:lnTo>
                  <a:pt x="417612" y="23541"/>
                </a:lnTo>
                <a:lnTo>
                  <a:pt x="416648" y="23745"/>
                </a:lnTo>
                <a:lnTo>
                  <a:pt x="415700" y="23981"/>
                </a:lnTo>
                <a:lnTo>
                  <a:pt x="414767" y="24248"/>
                </a:lnTo>
                <a:lnTo>
                  <a:pt x="413850" y="24546"/>
                </a:lnTo>
                <a:lnTo>
                  <a:pt x="412948" y="24875"/>
                </a:lnTo>
                <a:lnTo>
                  <a:pt x="412061" y="25236"/>
                </a:lnTo>
                <a:lnTo>
                  <a:pt x="411189" y="25629"/>
                </a:lnTo>
                <a:lnTo>
                  <a:pt x="410333" y="26052"/>
                </a:lnTo>
                <a:lnTo>
                  <a:pt x="409492" y="26507"/>
                </a:lnTo>
                <a:lnTo>
                  <a:pt x="408666" y="26994"/>
                </a:lnTo>
                <a:lnTo>
                  <a:pt x="407856" y="27512"/>
                </a:lnTo>
                <a:lnTo>
                  <a:pt x="407061" y="28061"/>
                </a:lnTo>
                <a:lnTo>
                  <a:pt x="406281" y="28642"/>
                </a:lnTo>
                <a:lnTo>
                  <a:pt x="405517" y="29254"/>
                </a:lnTo>
                <a:lnTo>
                  <a:pt x="404768" y="29897"/>
                </a:lnTo>
                <a:lnTo>
                  <a:pt x="404034" y="30572"/>
                </a:lnTo>
                <a:lnTo>
                  <a:pt x="403316" y="31278"/>
                </a:lnTo>
                <a:lnTo>
                  <a:pt x="402613" y="32016"/>
                </a:lnTo>
                <a:lnTo>
                  <a:pt x="401932" y="32781"/>
                </a:lnTo>
                <a:lnTo>
                  <a:pt x="401280" y="33570"/>
                </a:lnTo>
                <a:lnTo>
                  <a:pt x="400657" y="34384"/>
                </a:lnTo>
                <a:lnTo>
                  <a:pt x="400064" y="35221"/>
                </a:lnTo>
                <a:lnTo>
                  <a:pt x="399499" y="36083"/>
                </a:lnTo>
                <a:lnTo>
                  <a:pt x="398963" y="36968"/>
                </a:lnTo>
                <a:lnTo>
                  <a:pt x="398456" y="37878"/>
                </a:lnTo>
                <a:lnTo>
                  <a:pt x="397978" y="38811"/>
                </a:lnTo>
                <a:lnTo>
                  <a:pt x="397528" y="39769"/>
                </a:lnTo>
                <a:lnTo>
                  <a:pt x="397108" y="40751"/>
                </a:lnTo>
                <a:lnTo>
                  <a:pt x="396717" y="41756"/>
                </a:lnTo>
                <a:lnTo>
                  <a:pt x="396355" y="42786"/>
                </a:lnTo>
                <a:lnTo>
                  <a:pt x="396022" y="43840"/>
                </a:lnTo>
                <a:lnTo>
                  <a:pt x="395718" y="44918"/>
                </a:lnTo>
                <a:lnTo>
                  <a:pt x="395442" y="46019"/>
                </a:lnTo>
                <a:lnTo>
                  <a:pt x="395196" y="47145"/>
                </a:lnTo>
                <a:lnTo>
                  <a:pt x="394979" y="48295"/>
                </a:lnTo>
                <a:lnTo>
                  <a:pt x="394791" y="49469"/>
                </a:lnTo>
                <a:lnTo>
                  <a:pt x="394631" y="50667"/>
                </a:lnTo>
                <a:lnTo>
                  <a:pt x="394501" y="51889"/>
                </a:lnTo>
                <a:lnTo>
                  <a:pt x="394399" y="53135"/>
                </a:lnTo>
                <a:lnTo>
                  <a:pt x="394327" y="54405"/>
                </a:lnTo>
                <a:lnTo>
                  <a:pt x="394284" y="55700"/>
                </a:lnTo>
                <a:lnTo>
                  <a:pt x="394269" y="57018"/>
                </a:lnTo>
                <a:lnTo>
                  <a:pt x="394280" y="58123"/>
                </a:lnTo>
                <a:lnTo>
                  <a:pt x="394313" y="59213"/>
                </a:lnTo>
                <a:lnTo>
                  <a:pt x="394368" y="60287"/>
                </a:lnTo>
                <a:lnTo>
                  <a:pt x="394445" y="61344"/>
                </a:lnTo>
                <a:lnTo>
                  <a:pt x="394545" y="62386"/>
                </a:lnTo>
                <a:lnTo>
                  <a:pt x="394666" y="63412"/>
                </a:lnTo>
                <a:lnTo>
                  <a:pt x="394809" y="64422"/>
                </a:lnTo>
                <a:lnTo>
                  <a:pt x="394974" y="65416"/>
                </a:lnTo>
                <a:lnTo>
                  <a:pt x="395162" y="66393"/>
                </a:lnTo>
                <a:lnTo>
                  <a:pt x="395371" y="67355"/>
                </a:lnTo>
                <a:lnTo>
                  <a:pt x="395603" y="68301"/>
                </a:lnTo>
                <a:lnTo>
                  <a:pt x="395856" y="69231"/>
                </a:lnTo>
                <a:lnTo>
                  <a:pt x="396132" y="70146"/>
                </a:lnTo>
                <a:lnTo>
                  <a:pt x="396429" y="71044"/>
                </a:lnTo>
                <a:lnTo>
                  <a:pt x="396749" y="71926"/>
                </a:lnTo>
                <a:lnTo>
                  <a:pt x="397091" y="72792"/>
                </a:lnTo>
                <a:lnTo>
                  <a:pt x="397454" y="73642"/>
                </a:lnTo>
                <a:lnTo>
                  <a:pt x="397840" y="74477"/>
                </a:lnTo>
                <a:lnTo>
                  <a:pt x="398248" y="75295"/>
                </a:lnTo>
                <a:lnTo>
                  <a:pt x="398678" y="76098"/>
                </a:lnTo>
                <a:lnTo>
                  <a:pt x="399130" y="76884"/>
                </a:lnTo>
                <a:lnTo>
                  <a:pt x="399604" y="77654"/>
                </a:lnTo>
                <a:lnTo>
                  <a:pt x="400100" y="78409"/>
                </a:lnTo>
                <a:lnTo>
                  <a:pt x="400618" y="79148"/>
                </a:lnTo>
                <a:lnTo>
                  <a:pt x="401303" y="80041"/>
                </a:lnTo>
                <a:lnTo>
                  <a:pt x="402019" y="80896"/>
                </a:lnTo>
                <a:lnTo>
                  <a:pt x="402764" y="81713"/>
                </a:lnTo>
                <a:lnTo>
                  <a:pt x="403540" y="82492"/>
                </a:lnTo>
                <a:lnTo>
                  <a:pt x="404346" y="83233"/>
                </a:lnTo>
                <a:lnTo>
                  <a:pt x="405183" y="83936"/>
                </a:lnTo>
                <a:lnTo>
                  <a:pt x="406049" y="84601"/>
                </a:lnTo>
                <a:lnTo>
                  <a:pt x="406946" y="85228"/>
                </a:lnTo>
                <a:lnTo>
                  <a:pt x="407873" y="85817"/>
                </a:lnTo>
                <a:lnTo>
                  <a:pt x="408831" y="86368"/>
                </a:lnTo>
                <a:lnTo>
                  <a:pt x="409818" y="86881"/>
                </a:lnTo>
                <a:lnTo>
                  <a:pt x="410836" y="87356"/>
                </a:lnTo>
                <a:lnTo>
                  <a:pt x="411884" y="87793"/>
                </a:lnTo>
                <a:lnTo>
                  <a:pt x="412963" y="88192"/>
                </a:lnTo>
                <a:lnTo>
                  <a:pt x="414071" y="88553"/>
                </a:lnTo>
                <a:lnTo>
                  <a:pt x="415210" y="88876"/>
                </a:lnTo>
                <a:lnTo>
                  <a:pt x="416379" y="89161"/>
                </a:lnTo>
                <a:lnTo>
                  <a:pt x="417578" y="89408"/>
                </a:lnTo>
                <a:lnTo>
                  <a:pt x="418807" y="89617"/>
                </a:lnTo>
                <a:lnTo>
                  <a:pt x="420067" y="89788"/>
                </a:lnTo>
                <a:lnTo>
                  <a:pt x="421357" y="89921"/>
                </a:lnTo>
                <a:lnTo>
                  <a:pt x="422677" y="90016"/>
                </a:lnTo>
                <a:lnTo>
                  <a:pt x="424027" y="90073"/>
                </a:lnTo>
                <a:lnTo>
                  <a:pt x="425408" y="90092"/>
                </a:lnTo>
                <a:lnTo>
                  <a:pt x="426284" y="90083"/>
                </a:lnTo>
                <a:lnTo>
                  <a:pt x="427147" y="90058"/>
                </a:lnTo>
                <a:lnTo>
                  <a:pt x="427998" y="90016"/>
                </a:lnTo>
                <a:lnTo>
                  <a:pt x="428837" y="89957"/>
                </a:lnTo>
                <a:lnTo>
                  <a:pt x="429663" y="89881"/>
                </a:lnTo>
                <a:lnTo>
                  <a:pt x="430478" y="89788"/>
                </a:lnTo>
                <a:lnTo>
                  <a:pt x="431280" y="89679"/>
                </a:lnTo>
                <a:lnTo>
                  <a:pt x="432069" y="89552"/>
                </a:lnTo>
                <a:lnTo>
                  <a:pt x="432847" y="89409"/>
                </a:lnTo>
                <a:lnTo>
                  <a:pt x="433612" y="89249"/>
                </a:lnTo>
                <a:lnTo>
                  <a:pt x="434365" y="89072"/>
                </a:lnTo>
                <a:lnTo>
                  <a:pt x="435105" y="88879"/>
                </a:lnTo>
                <a:lnTo>
                  <a:pt x="435833" y="88668"/>
                </a:lnTo>
                <a:lnTo>
                  <a:pt x="436549" y="88441"/>
                </a:lnTo>
                <a:lnTo>
                  <a:pt x="437253" y="88196"/>
                </a:lnTo>
                <a:lnTo>
                  <a:pt x="437944" y="87935"/>
                </a:lnTo>
                <a:lnTo>
                  <a:pt x="438623" y="87657"/>
                </a:lnTo>
                <a:lnTo>
                  <a:pt x="439290" y="87362"/>
                </a:lnTo>
                <a:lnTo>
                  <a:pt x="439945" y="87051"/>
                </a:lnTo>
                <a:lnTo>
                  <a:pt x="440587" y="86722"/>
                </a:lnTo>
                <a:lnTo>
                  <a:pt x="441217" y="86377"/>
                </a:lnTo>
                <a:lnTo>
                  <a:pt x="441835" y="86014"/>
                </a:lnTo>
                <a:lnTo>
                  <a:pt x="442440" y="85635"/>
                </a:lnTo>
                <a:lnTo>
                  <a:pt x="443033" y="85239"/>
                </a:lnTo>
                <a:lnTo>
                  <a:pt x="443614" y="84827"/>
                </a:lnTo>
                <a:lnTo>
                  <a:pt x="444181" y="84400"/>
                </a:lnTo>
                <a:lnTo>
                  <a:pt x="444735" y="83957"/>
                </a:lnTo>
                <a:lnTo>
                  <a:pt x="445276" y="83499"/>
                </a:lnTo>
                <a:lnTo>
                  <a:pt x="445804" y="83025"/>
                </a:lnTo>
                <a:lnTo>
                  <a:pt x="446319" y="82536"/>
                </a:lnTo>
                <a:lnTo>
                  <a:pt x="446821" y="82032"/>
                </a:lnTo>
                <a:lnTo>
                  <a:pt x="447310" y="81512"/>
                </a:lnTo>
                <a:lnTo>
                  <a:pt x="447785" y="80977"/>
                </a:lnTo>
                <a:lnTo>
                  <a:pt x="448247" y="80427"/>
                </a:lnTo>
                <a:lnTo>
                  <a:pt x="448697" y="79861"/>
                </a:lnTo>
                <a:lnTo>
                  <a:pt x="449133" y="79280"/>
                </a:lnTo>
                <a:lnTo>
                  <a:pt x="449556" y="78683"/>
                </a:lnTo>
                <a:lnTo>
                  <a:pt x="449966" y="78071"/>
                </a:lnTo>
                <a:lnTo>
                  <a:pt x="450362" y="77444"/>
                </a:lnTo>
                <a:lnTo>
                  <a:pt x="450746" y="76801"/>
                </a:lnTo>
                <a:lnTo>
                  <a:pt x="451116" y="76143"/>
                </a:lnTo>
                <a:lnTo>
                  <a:pt x="451474" y="75470"/>
                </a:lnTo>
                <a:lnTo>
                  <a:pt x="451818" y="74781"/>
                </a:lnTo>
                <a:lnTo>
                  <a:pt x="452149" y="74077"/>
                </a:lnTo>
                <a:lnTo>
                  <a:pt x="452467" y="73357"/>
                </a:lnTo>
                <a:lnTo>
                  <a:pt x="452772" y="72622"/>
                </a:lnTo>
                <a:lnTo>
                  <a:pt x="453064" y="71872"/>
                </a:lnTo>
                <a:lnTo>
                  <a:pt x="453343" y="71106"/>
                </a:lnTo>
                <a:lnTo>
                  <a:pt x="436413" y="68204"/>
                </a:lnTo>
                <a:lnTo>
                  <a:pt x="436294" y="68602"/>
                </a:lnTo>
                <a:lnTo>
                  <a:pt x="436172" y="68991"/>
                </a:lnTo>
                <a:lnTo>
                  <a:pt x="436044" y="69371"/>
                </a:lnTo>
                <a:lnTo>
                  <a:pt x="435912" y="69742"/>
                </a:lnTo>
                <a:close/>
                <a:moveTo>
                  <a:pt x="412028" y="49346"/>
                </a:moveTo>
                <a:lnTo>
                  <a:pt x="412067" y="48804"/>
                </a:lnTo>
                <a:lnTo>
                  <a:pt x="412120" y="48272"/>
                </a:lnTo>
                <a:lnTo>
                  <a:pt x="412185" y="47750"/>
                </a:lnTo>
                <a:lnTo>
                  <a:pt x="412264" y="47238"/>
                </a:lnTo>
                <a:lnTo>
                  <a:pt x="412355" y="46736"/>
                </a:lnTo>
                <a:lnTo>
                  <a:pt x="412458" y="46244"/>
                </a:lnTo>
                <a:lnTo>
                  <a:pt x="412575" y="45762"/>
                </a:lnTo>
                <a:lnTo>
                  <a:pt x="412704" y="45291"/>
                </a:lnTo>
                <a:lnTo>
                  <a:pt x="412847" y="44829"/>
                </a:lnTo>
                <a:lnTo>
                  <a:pt x="413002" y="44377"/>
                </a:lnTo>
                <a:lnTo>
                  <a:pt x="413170" y="43936"/>
                </a:lnTo>
                <a:lnTo>
                  <a:pt x="413350" y="43504"/>
                </a:lnTo>
                <a:lnTo>
                  <a:pt x="413544" y="43082"/>
                </a:lnTo>
                <a:lnTo>
                  <a:pt x="413750" y="42671"/>
                </a:lnTo>
                <a:lnTo>
                  <a:pt x="413969" y="42269"/>
                </a:lnTo>
                <a:lnTo>
                  <a:pt x="414201" y="41878"/>
                </a:lnTo>
                <a:lnTo>
                  <a:pt x="414446" y="41496"/>
                </a:lnTo>
                <a:lnTo>
                  <a:pt x="414703" y="41125"/>
                </a:lnTo>
                <a:lnTo>
                  <a:pt x="414973" y="40763"/>
                </a:lnTo>
                <a:lnTo>
                  <a:pt x="415257" y="40412"/>
                </a:lnTo>
                <a:lnTo>
                  <a:pt x="415552" y="40071"/>
                </a:lnTo>
                <a:lnTo>
                  <a:pt x="415858" y="39742"/>
                </a:lnTo>
                <a:lnTo>
                  <a:pt x="416171" y="39426"/>
                </a:lnTo>
                <a:lnTo>
                  <a:pt x="416490" y="39125"/>
                </a:lnTo>
                <a:lnTo>
                  <a:pt x="416815" y="38838"/>
                </a:lnTo>
                <a:lnTo>
                  <a:pt x="417148" y="38565"/>
                </a:lnTo>
                <a:lnTo>
                  <a:pt x="417487" y="38306"/>
                </a:lnTo>
                <a:lnTo>
                  <a:pt x="417833" y="38061"/>
                </a:lnTo>
                <a:lnTo>
                  <a:pt x="418186" y="37830"/>
                </a:lnTo>
                <a:lnTo>
                  <a:pt x="418545" y="37612"/>
                </a:lnTo>
                <a:lnTo>
                  <a:pt x="418912" y="37409"/>
                </a:lnTo>
                <a:lnTo>
                  <a:pt x="419284" y="37220"/>
                </a:lnTo>
                <a:lnTo>
                  <a:pt x="419664" y="37045"/>
                </a:lnTo>
                <a:lnTo>
                  <a:pt x="420050" y="36884"/>
                </a:lnTo>
                <a:lnTo>
                  <a:pt x="420443" y="36737"/>
                </a:lnTo>
                <a:lnTo>
                  <a:pt x="420843" y="36604"/>
                </a:lnTo>
                <a:lnTo>
                  <a:pt x="421249" y="36485"/>
                </a:lnTo>
                <a:lnTo>
                  <a:pt x="421663" y="36380"/>
                </a:lnTo>
                <a:lnTo>
                  <a:pt x="422083" y="36289"/>
                </a:lnTo>
                <a:lnTo>
                  <a:pt x="422509" y="36212"/>
                </a:lnTo>
                <a:lnTo>
                  <a:pt x="422942" y="36149"/>
                </a:lnTo>
                <a:lnTo>
                  <a:pt x="423383" y="36100"/>
                </a:lnTo>
                <a:lnTo>
                  <a:pt x="423829" y="36065"/>
                </a:lnTo>
                <a:lnTo>
                  <a:pt x="424283" y="36044"/>
                </a:lnTo>
                <a:lnTo>
                  <a:pt x="424743" y="36037"/>
                </a:lnTo>
                <a:lnTo>
                  <a:pt x="425174" y="36043"/>
                </a:lnTo>
                <a:lnTo>
                  <a:pt x="425599" y="36063"/>
                </a:lnTo>
                <a:lnTo>
                  <a:pt x="426018" y="36096"/>
                </a:lnTo>
                <a:lnTo>
                  <a:pt x="426433" y="36143"/>
                </a:lnTo>
                <a:lnTo>
                  <a:pt x="426841" y="36203"/>
                </a:lnTo>
                <a:lnTo>
                  <a:pt x="427245" y="36276"/>
                </a:lnTo>
                <a:lnTo>
                  <a:pt x="427643" y="36362"/>
                </a:lnTo>
                <a:lnTo>
                  <a:pt x="428035" y="36462"/>
                </a:lnTo>
                <a:lnTo>
                  <a:pt x="428422" y="36574"/>
                </a:lnTo>
                <a:lnTo>
                  <a:pt x="428803" y="36701"/>
                </a:lnTo>
                <a:lnTo>
                  <a:pt x="429179" y="36840"/>
                </a:lnTo>
                <a:lnTo>
                  <a:pt x="429550" y="36993"/>
                </a:lnTo>
                <a:lnTo>
                  <a:pt x="429915" y="37159"/>
                </a:lnTo>
                <a:lnTo>
                  <a:pt x="430275" y="37338"/>
                </a:lnTo>
                <a:lnTo>
                  <a:pt x="430629" y="37531"/>
                </a:lnTo>
                <a:lnTo>
                  <a:pt x="430978" y="37736"/>
                </a:lnTo>
                <a:lnTo>
                  <a:pt x="431321" y="37955"/>
                </a:lnTo>
                <a:lnTo>
                  <a:pt x="431659" y="38188"/>
                </a:lnTo>
                <a:lnTo>
                  <a:pt x="431991" y="38434"/>
                </a:lnTo>
                <a:lnTo>
                  <a:pt x="432318" y="38692"/>
                </a:lnTo>
                <a:lnTo>
                  <a:pt x="432639" y="38965"/>
                </a:lnTo>
                <a:lnTo>
                  <a:pt x="432955" y="39250"/>
                </a:lnTo>
                <a:lnTo>
                  <a:pt x="433266" y="39549"/>
                </a:lnTo>
                <a:lnTo>
                  <a:pt x="433571" y="39861"/>
                </a:lnTo>
                <a:lnTo>
                  <a:pt x="433867" y="40186"/>
                </a:lnTo>
                <a:lnTo>
                  <a:pt x="434151" y="40523"/>
                </a:lnTo>
                <a:lnTo>
                  <a:pt x="434424" y="40872"/>
                </a:lnTo>
                <a:lnTo>
                  <a:pt x="434684" y="41234"/>
                </a:lnTo>
                <a:lnTo>
                  <a:pt x="434933" y="41607"/>
                </a:lnTo>
                <a:lnTo>
                  <a:pt x="435169" y="41993"/>
                </a:lnTo>
                <a:lnTo>
                  <a:pt x="435394" y="42392"/>
                </a:lnTo>
                <a:lnTo>
                  <a:pt x="435606" y="42802"/>
                </a:lnTo>
                <a:lnTo>
                  <a:pt x="435807" y="43225"/>
                </a:lnTo>
                <a:lnTo>
                  <a:pt x="435996" y="43659"/>
                </a:lnTo>
                <a:lnTo>
                  <a:pt x="436172" y="44107"/>
                </a:lnTo>
                <a:lnTo>
                  <a:pt x="436337" y="44566"/>
                </a:lnTo>
                <a:lnTo>
                  <a:pt x="436490" y="45037"/>
                </a:lnTo>
                <a:lnTo>
                  <a:pt x="436630" y="45521"/>
                </a:lnTo>
                <a:lnTo>
                  <a:pt x="436759" y="46017"/>
                </a:lnTo>
                <a:lnTo>
                  <a:pt x="436876" y="46526"/>
                </a:lnTo>
                <a:lnTo>
                  <a:pt x="436981" y="47046"/>
                </a:lnTo>
                <a:lnTo>
                  <a:pt x="437074" y="47579"/>
                </a:lnTo>
                <a:lnTo>
                  <a:pt x="437155" y="48124"/>
                </a:lnTo>
                <a:lnTo>
                  <a:pt x="437224" y="48681"/>
                </a:lnTo>
                <a:lnTo>
                  <a:pt x="437281" y="49250"/>
                </a:lnTo>
                <a:lnTo>
                  <a:pt x="437326" y="49832"/>
                </a:lnTo>
                <a:lnTo>
                  <a:pt x="437359" y="50426"/>
                </a:lnTo>
                <a:lnTo>
                  <a:pt x="437380" y="51032"/>
                </a:lnTo>
                <a:lnTo>
                  <a:pt x="411985" y="51032"/>
                </a:lnTo>
                <a:lnTo>
                  <a:pt x="411986" y="50460"/>
                </a:lnTo>
                <a:lnTo>
                  <a:pt x="412001" y="49898"/>
                </a:lnTo>
                <a:lnTo>
                  <a:pt x="412028" y="49346"/>
                </a:lnTo>
                <a:close/>
                <a:moveTo>
                  <a:pt x="103272" y="88640"/>
                </a:moveTo>
                <a:lnTo>
                  <a:pt x="120262" y="88640"/>
                </a:lnTo>
                <a:lnTo>
                  <a:pt x="120262" y="24428"/>
                </a:lnTo>
                <a:lnTo>
                  <a:pt x="103272" y="24428"/>
                </a:lnTo>
                <a:lnTo>
                  <a:pt x="103272" y="88640"/>
                </a:lnTo>
                <a:close/>
                <a:moveTo>
                  <a:pt x="585097" y="15721"/>
                </a:moveTo>
                <a:lnTo>
                  <a:pt x="602087" y="15721"/>
                </a:lnTo>
                <a:lnTo>
                  <a:pt x="602087" y="0"/>
                </a:lnTo>
                <a:lnTo>
                  <a:pt x="585097" y="0"/>
                </a:lnTo>
                <a:lnTo>
                  <a:pt x="585097" y="15721"/>
                </a:lnTo>
                <a:close/>
                <a:moveTo>
                  <a:pt x="836169" y="88640"/>
                </a:moveTo>
                <a:lnTo>
                  <a:pt x="843485" y="68445"/>
                </a:lnTo>
                <a:lnTo>
                  <a:pt x="878917" y="68445"/>
                </a:lnTo>
                <a:lnTo>
                  <a:pt x="886656" y="88640"/>
                </a:lnTo>
                <a:lnTo>
                  <a:pt x="906126" y="88640"/>
                </a:lnTo>
                <a:lnTo>
                  <a:pt x="870633" y="0"/>
                </a:lnTo>
                <a:lnTo>
                  <a:pt x="851708" y="0"/>
                </a:lnTo>
                <a:lnTo>
                  <a:pt x="817183" y="88640"/>
                </a:lnTo>
                <a:lnTo>
                  <a:pt x="836169" y="88640"/>
                </a:lnTo>
                <a:close/>
                <a:moveTo>
                  <a:pt x="848987" y="53450"/>
                </a:moveTo>
                <a:lnTo>
                  <a:pt x="860959" y="20679"/>
                </a:lnTo>
                <a:lnTo>
                  <a:pt x="873173" y="53450"/>
                </a:lnTo>
                <a:lnTo>
                  <a:pt x="848987" y="53450"/>
                </a:lnTo>
                <a:close/>
                <a:moveTo>
                  <a:pt x="674396" y="40114"/>
                </a:moveTo>
                <a:lnTo>
                  <a:pt x="674083" y="39335"/>
                </a:lnTo>
                <a:lnTo>
                  <a:pt x="673756" y="38574"/>
                </a:lnTo>
                <a:lnTo>
                  <a:pt x="673416" y="37832"/>
                </a:lnTo>
                <a:lnTo>
                  <a:pt x="673063" y="37108"/>
                </a:lnTo>
                <a:lnTo>
                  <a:pt x="672696" y="36403"/>
                </a:lnTo>
                <a:lnTo>
                  <a:pt x="672315" y="35716"/>
                </a:lnTo>
                <a:lnTo>
                  <a:pt x="671921" y="35047"/>
                </a:lnTo>
                <a:lnTo>
                  <a:pt x="671513" y="34397"/>
                </a:lnTo>
                <a:lnTo>
                  <a:pt x="671092" y="33765"/>
                </a:lnTo>
                <a:lnTo>
                  <a:pt x="670657" y="33151"/>
                </a:lnTo>
                <a:lnTo>
                  <a:pt x="670209" y="32556"/>
                </a:lnTo>
                <a:lnTo>
                  <a:pt x="669747" y="31979"/>
                </a:lnTo>
                <a:lnTo>
                  <a:pt x="669272" y="31420"/>
                </a:lnTo>
                <a:lnTo>
                  <a:pt x="668783" y="30880"/>
                </a:lnTo>
                <a:lnTo>
                  <a:pt x="668281" y="30358"/>
                </a:lnTo>
                <a:lnTo>
                  <a:pt x="667765" y="29855"/>
                </a:lnTo>
                <a:lnTo>
                  <a:pt x="667235" y="29370"/>
                </a:lnTo>
                <a:lnTo>
                  <a:pt x="666692" y="28903"/>
                </a:lnTo>
                <a:lnTo>
                  <a:pt x="666135" y="28455"/>
                </a:lnTo>
                <a:lnTo>
                  <a:pt x="665565" y="28025"/>
                </a:lnTo>
                <a:lnTo>
                  <a:pt x="664980" y="27613"/>
                </a:lnTo>
                <a:lnTo>
                  <a:pt x="664378" y="27219"/>
                </a:lnTo>
                <a:lnTo>
                  <a:pt x="663759" y="26842"/>
                </a:lnTo>
                <a:lnTo>
                  <a:pt x="663124" y="26482"/>
                </a:lnTo>
                <a:lnTo>
                  <a:pt x="662472" y="26141"/>
                </a:lnTo>
                <a:lnTo>
                  <a:pt x="661803" y="25816"/>
                </a:lnTo>
                <a:lnTo>
                  <a:pt x="661118" y="25510"/>
                </a:lnTo>
                <a:lnTo>
                  <a:pt x="660416" y="25220"/>
                </a:lnTo>
                <a:lnTo>
                  <a:pt x="659697" y="24949"/>
                </a:lnTo>
                <a:lnTo>
                  <a:pt x="658961" y="24694"/>
                </a:lnTo>
                <a:lnTo>
                  <a:pt x="658209" y="24458"/>
                </a:lnTo>
                <a:lnTo>
                  <a:pt x="657440" y="24239"/>
                </a:lnTo>
                <a:lnTo>
                  <a:pt x="656655" y="24037"/>
                </a:lnTo>
                <a:lnTo>
                  <a:pt x="655853" y="23853"/>
                </a:lnTo>
                <a:lnTo>
                  <a:pt x="655034" y="23686"/>
                </a:lnTo>
                <a:lnTo>
                  <a:pt x="654198" y="23537"/>
                </a:lnTo>
                <a:lnTo>
                  <a:pt x="653346" y="23406"/>
                </a:lnTo>
                <a:lnTo>
                  <a:pt x="652477" y="23292"/>
                </a:lnTo>
                <a:lnTo>
                  <a:pt x="651591" y="23196"/>
                </a:lnTo>
                <a:lnTo>
                  <a:pt x="650689" y="23117"/>
                </a:lnTo>
                <a:lnTo>
                  <a:pt x="649769" y="23055"/>
                </a:lnTo>
                <a:lnTo>
                  <a:pt x="648834" y="23011"/>
                </a:lnTo>
                <a:lnTo>
                  <a:pt x="647881" y="22985"/>
                </a:lnTo>
                <a:lnTo>
                  <a:pt x="646912" y="22976"/>
                </a:lnTo>
                <a:lnTo>
                  <a:pt x="645728" y="22992"/>
                </a:lnTo>
                <a:lnTo>
                  <a:pt x="644565" y="23038"/>
                </a:lnTo>
                <a:lnTo>
                  <a:pt x="643422" y="23115"/>
                </a:lnTo>
                <a:lnTo>
                  <a:pt x="642300" y="23222"/>
                </a:lnTo>
                <a:lnTo>
                  <a:pt x="641198" y="23361"/>
                </a:lnTo>
                <a:lnTo>
                  <a:pt x="640117" y="23530"/>
                </a:lnTo>
                <a:lnTo>
                  <a:pt x="639057" y="23730"/>
                </a:lnTo>
                <a:lnTo>
                  <a:pt x="638017" y="23961"/>
                </a:lnTo>
                <a:lnTo>
                  <a:pt x="636998" y="24222"/>
                </a:lnTo>
                <a:lnTo>
                  <a:pt x="635999" y="24514"/>
                </a:lnTo>
                <a:lnTo>
                  <a:pt x="635021" y="24837"/>
                </a:lnTo>
                <a:lnTo>
                  <a:pt x="634063" y="25191"/>
                </a:lnTo>
                <a:lnTo>
                  <a:pt x="633126" y="25575"/>
                </a:lnTo>
                <a:lnTo>
                  <a:pt x="632210" y="25991"/>
                </a:lnTo>
                <a:lnTo>
                  <a:pt x="631314" y="26437"/>
                </a:lnTo>
                <a:lnTo>
                  <a:pt x="630439" y="26913"/>
                </a:lnTo>
                <a:lnTo>
                  <a:pt x="629584" y="27421"/>
                </a:lnTo>
                <a:lnTo>
                  <a:pt x="628750" y="27959"/>
                </a:lnTo>
                <a:lnTo>
                  <a:pt x="627937" y="28528"/>
                </a:lnTo>
                <a:lnTo>
                  <a:pt x="627144" y="29128"/>
                </a:lnTo>
                <a:lnTo>
                  <a:pt x="626371" y="29758"/>
                </a:lnTo>
                <a:lnTo>
                  <a:pt x="625619" y="30420"/>
                </a:lnTo>
                <a:lnTo>
                  <a:pt x="624888" y="31112"/>
                </a:lnTo>
                <a:lnTo>
                  <a:pt x="624178" y="31834"/>
                </a:lnTo>
                <a:lnTo>
                  <a:pt x="623492" y="32585"/>
                </a:lnTo>
                <a:lnTo>
                  <a:pt x="622835" y="33360"/>
                </a:lnTo>
                <a:lnTo>
                  <a:pt x="622208" y="34159"/>
                </a:lnTo>
                <a:lnTo>
                  <a:pt x="621609" y="34983"/>
                </a:lnTo>
                <a:lnTo>
                  <a:pt x="621040" y="35831"/>
                </a:lnTo>
                <a:lnTo>
                  <a:pt x="620501" y="36704"/>
                </a:lnTo>
                <a:lnTo>
                  <a:pt x="619990" y="37601"/>
                </a:lnTo>
                <a:lnTo>
                  <a:pt x="619508" y="38522"/>
                </a:lnTo>
                <a:lnTo>
                  <a:pt x="619056" y="39468"/>
                </a:lnTo>
                <a:lnTo>
                  <a:pt x="618633" y="40439"/>
                </a:lnTo>
                <a:lnTo>
                  <a:pt x="618239" y="41434"/>
                </a:lnTo>
                <a:lnTo>
                  <a:pt x="617874" y="42453"/>
                </a:lnTo>
                <a:lnTo>
                  <a:pt x="617539" y="43497"/>
                </a:lnTo>
                <a:lnTo>
                  <a:pt x="617232" y="44566"/>
                </a:lnTo>
                <a:lnTo>
                  <a:pt x="616955" y="45658"/>
                </a:lnTo>
                <a:lnTo>
                  <a:pt x="616707" y="46776"/>
                </a:lnTo>
                <a:lnTo>
                  <a:pt x="616488" y="47917"/>
                </a:lnTo>
                <a:lnTo>
                  <a:pt x="616298" y="49084"/>
                </a:lnTo>
                <a:lnTo>
                  <a:pt x="616138" y="50274"/>
                </a:lnTo>
                <a:lnTo>
                  <a:pt x="616006" y="51489"/>
                </a:lnTo>
                <a:lnTo>
                  <a:pt x="615904" y="52729"/>
                </a:lnTo>
                <a:lnTo>
                  <a:pt x="615831" y="53993"/>
                </a:lnTo>
                <a:lnTo>
                  <a:pt x="615788" y="55282"/>
                </a:lnTo>
                <a:lnTo>
                  <a:pt x="615773" y="56594"/>
                </a:lnTo>
                <a:lnTo>
                  <a:pt x="615788" y="57893"/>
                </a:lnTo>
                <a:lnTo>
                  <a:pt x="615831" y="59167"/>
                </a:lnTo>
                <a:lnTo>
                  <a:pt x="615904" y="60418"/>
                </a:lnTo>
                <a:lnTo>
                  <a:pt x="616006" y="61645"/>
                </a:lnTo>
                <a:lnTo>
                  <a:pt x="616136" y="62848"/>
                </a:lnTo>
                <a:lnTo>
                  <a:pt x="616296" y="64028"/>
                </a:lnTo>
                <a:lnTo>
                  <a:pt x="616485" y="65184"/>
                </a:lnTo>
                <a:lnTo>
                  <a:pt x="616703" y="66316"/>
                </a:lnTo>
                <a:lnTo>
                  <a:pt x="616951" y="67424"/>
                </a:lnTo>
                <a:lnTo>
                  <a:pt x="617227" y="68509"/>
                </a:lnTo>
                <a:lnTo>
                  <a:pt x="617532" y="69570"/>
                </a:lnTo>
                <a:lnTo>
                  <a:pt x="617867" y="70607"/>
                </a:lnTo>
                <a:lnTo>
                  <a:pt x="618230" y="71621"/>
                </a:lnTo>
                <a:lnTo>
                  <a:pt x="618623" y="72610"/>
                </a:lnTo>
                <a:lnTo>
                  <a:pt x="619044" y="73576"/>
                </a:lnTo>
                <a:lnTo>
                  <a:pt x="619495" y="74519"/>
                </a:lnTo>
                <a:lnTo>
                  <a:pt x="619975" y="75437"/>
                </a:lnTo>
                <a:lnTo>
                  <a:pt x="620484" y="76332"/>
                </a:lnTo>
                <a:lnTo>
                  <a:pt x="621021" y="77203"/>
                </a:lnTo>
                <a:lnTo>
                  <a:pt x="621588" y="78051"/>
                </a:lnTo>
                <a:lnTo>
                  <a:pt x="622185" y="78875"/>
                </a:lnTo>
                <a:lnTo>
                  <a:pt x="622810" y="79675"/>
                </a:lnTo>
                <a:lnTo>
                  <a:pt x="623464" y="80451"/>
                </a:lnTo>
                <a:lnTo>
                  <a:pt x="624147" y="81203"/>
                </a:lnTo>
                <a:lnTo>
                  <a:pt x="624855" y="81929"/>
                </a:lnTo>
                <a:lnTo>
                  <a:pt x="625583" y="82623"/>
                </a:lnTo>
                <a:lnTo>
                  <a:pt x="626330" y="83287"/>
                </a:lnTo>
                <a:lnTo>
                  <a:pt x="627097" y="83919"/>
                </a:lnTo>
                <a:lnTo>
                  <a:pt x="627885" y="84521"/>
                </a:lnTo>
                <a:lnTo>
                  <a:pt x="628692" y="85092"/>
                </a:lnTo>
                <a:lnTo>
                  <a:pt x="629518" y="85632"/>
                </a:lnTo>
                <a:lnTo>
                  <a:pt x="630365" y="86141"/>
                </a:lnTo>
                <a:lnTo>
                  <a:pt x="631232" y="86620"/>
                </a:lnTo>
                <a:lnTo>
                  <a:pt x="632118" y="87067"/>
                </a:lnTo>
                <a:lnTo>
                  <a:pt x="633024" y="87484"/>
                </a:lnTo>
                <a:lnTo>
                  <a:pt x="633950" y="87870"/>
                </a:lnTo>
                <a:lnTo>
                  <a:pt x="634896" y="88224"/>
                </a:lnTo>
                <a:lnTo>
                  <a:pt x="635862" y="88549"/>
                </a:lnTo>
                <a:lnTo>
                  <a:pt x="636847" y="88842"/>
                </a:lnTo>
                <a:lnTo>
                  <a:pt x="637852" y="89104"/>
                </a:lnTo>
                <a:lnTo>
                  <a:pt x="638878" y="89336"/>
                </a:lnTo>
                <a:lnTo>
                  <a:pt x="639923" y="89536"/>
                </a:lnTo>
                <a:lnTo>
                  <a:pt x="640988" y="89706"/>
                </a:lnTo>
                <a:lnTo>
                  <a:pt x="642072" y="89845"/>
                </a:lnTo>
                <a:lnTo>
                  <a:pt x="643177" y="89953"/>
                </a:lnTo>
                <a:lnTo>
                  <a:pt x="644301" y="90030"/>
                </a:lnTo>
                <a:lnTo>
                  <a:pt x="645446" y="90076"/>
                </a:lnTo>
                <a:lnTo>
                  <a:pt x="646610" y="90092"/>
                </a:lnTo>
                <a:lnTo>
                  <a:pt x="647634" y="90081"/>
                </a:lnTo>
                <a:lnTo>
                  <a:pt x="648641" y="90051"/>
                </a:lnTo>
                <a:lnTo>
                  <a:pt x="649630" y="90000"/>
                </a:lnTo>
                <a:lnTo>
                  <a:pt x="650602" y="89929"/>
                </a:lnTo>
                <a:lnTo>
                  <a:pt x="651557" y="89837"/>
                </a:lnTo>
                <a:lnTo>
                  <a:pt x="652494" y="89725"/>
                </a:lnTo>
                <a:lnTo>
                  <a:pt x="653413" y="89593"/>
                </a:lnTo>
                <a:lnTo>
                  <a:pt x="654316" y="89440"/>
                </a:lnTo>
                <a:lnTo>
                  <a:pt x="655200" y="89267"/>
                </a:lnTo>
                <a:lnTo>
                  <a:pt x="656068" y="89073"/>
                </a:lnTo>
                <a:lnTo>
                  <a:pt x="656918" y="88860"/>
                </a:lnTo>
                <a:lnTo>
                  <a:pt x="657750" y="88625"/>
                </a:lnTo>
                <a:lnTo>
                  <a:pt x="658565" y="88371"/>
                </a:lnTo>
                <a:lnTo>
                  <a:pt x="659363" y="88096"/>
                </a:lnTo>
                <a:lnTo>
                  <a:pt x="660143" y="87801"/>
                </a:lnTo>
                <a:lnTo>
                  <a:pt x="660906" y="87485"/>
                </a:lnTo>
                <a:lnTo>
                  <a:pt x="661652" y="87149"/>
                </a:lnTo>
                <a:lnTo>
                  <a:pt x="662380" y="86793"/>
                </a:lnTo>
                <a:lnTo>
                  <a:pt x="663090" y="86416"/>
                </a:lnTo>
                <a:lnTo>
                  <a:pt x="663783" y="86019"/>
                </a:lnTo>
                <a:lnTo>
                  <a:pt x="664459" y="85601"/>
                </a:lnTo>
                <a:lnTo>
                  <a:pt x="665117" y="85163"/>
                </a:lnTo>
                <a:lnTo>
                  <a:pt x="665758" y="84705"/>
                </a:lnTo>
                <a:lnTo>
                  <a:pt x="666382" y="84227"/>
                </a:lnTo>
                <a:lnTo>
                  <a:pt x="666988" y="83728"/>
                </a:lnTo>
                <a:lnTo>
                  <a:pt x="667578" y="83210"/>
                </a:lnTo>
                <a:lnTo>
                  <a:pt x="668151" y="82672"/>
                </a:lnTo>
                <a:lnTo>
                  <a:pt x="668708" y="82115"/>
                </a:lnTo>
                <a:lnTo>
                  <a:pt x="669248" y="81539"/>
                </a:lnTo>
                <a:lnTo>
                  <a:pt x="669771" y="80943"/>
                </a:lnTo>
                <a:lnTo>
                  <a:pt x="670278" y="80327"/>
                </a:lnTo>
                <a:lnTo>
                  <a:pt x="670769" y="79692"/>
                </a:lnTo>
                <a:lnTo>
                  <a:pt x="671242" y="79037"/>
                </a:lnTo>
                <a:lnTo>
                  <a:pt x="671699" y="78363"/>
                </a:lnTo>
                <a:lnTo>
                  <a:pt x="672140" y="77669"/>
                </a:lnTo>
                <a:lnTo>
                  <a:pt x="672564" y="76956"/>
                </a:lnTo>
                <a:lnTo>
                  <a:pt x="672971" y="76223"/>
                </a:lnTo>
                <a:lnTo>
                  <a:pt x="673362" y="75471"/>
                </a:lnTo>
                <a:lnTo>
                  <a:pt x="673736" y="74699"/>
                </a:lnTo>
                <a:lnTo>
                  <a:pt x="674094" y="73907"/>
                </a:lnTo>
                <a:lnTo>
                  <a:pt x="674435" y="73096"/>
                </a:lnTo>
                <a:lnTo>
                  <a:pt x="674760" y="72266"/>
                </a:lnTo>
                <a:lnTo>
                  <a:pt x="675067" y="71416"/>
                </a:lnTo>
                <a:lnTo>
                  <a:pt x="675359" y="70547"/>
                </a:lnTo>
                <a:lnTo>
                  <a:pt x="675633" y="69658"/>
                </a:lnTo>
                <a:lnTo>
                  <a:pt x="675892" y="68749"/>
                </a:lnTo>
                <a:lnTo>
                  <a:pt x="676133" y="67821"/>
                </a:lnTo>
                <a:lnTo>
                  <a:pt x="676358" y="66873"/>
                </a:lnTo>
                <a:lnTo>
                  <a:pt x="659670" y="63971"/>
                </a:lnTo>
                <a:lnTo>
                  <a:pt x="659561" y="64524"/>
                </a:lnTo>
                <a:lnTo>
                  <a:pt x="659446" y="65062"/>
                </a:lnTo>
                <a:lnTo>
                  <a:pt x="659324" y="65587"/>
                </a:lnTo>
                <a:lnTo>
                  <a:pt x="659196" y="66098"/>
                </a:lnTo>
                <a:lnTo>
                  <a:pt x="659062" y="66596"/>
                </a:lnTo>
                <a:lnTo>
                  <a:pt x="658922" y="67079"/>
                </a:lnTo>
                <a:lnTo>
                  <a:pt x="658775" y="67549"/>
                </a:lnTo>
                <a:lnTo>
                  <a:pt x="658622" y="68005"/>
                </a:lnTo>
                <a:lnTo>
                  <a:pt x="658463" y="68448"/>
                </a:lnTo>
                <a:lnTo>
                  <a:pt x="658297" y="68876"/>
                </a:lnTo>
                <a:lnTo>
                  <a:pt x="658125" y="69291"/>
                </a:lnTo>
                <a:lnTo>
                  <a:pt x="657947" y="69693"/>
                </a:lnTo>
                <a:lnTo>
                  <a:pt x="657762" y="70080"/>
                </a:lnTo>
                <a:lnTo>
                  <a:pt x="657571" y="70454"/>
                </a:lnTo>
                <a:lnTo>
                  <a:pt x="657374" y="70813"/>
                </a:lnTo>
                <a:lnTo>
                  <a:pt x="657171" y="71160"/>
                </a:lnTo>
                <a:lnTo>
                  <a:pt x="656961" y="71492"/>
                </a:lnTo>
                <a:lnTo>
                  <a:pt x="656745" y="71811"/>
                </a:lnTo>
                <a:lnTo>
                  <a:pt x="656523" y="72116"/>
                </a:lnTo>
                <a:lnTo>
                  <a:pt x="656294" y="72407"/>
                </a:lnTo>
                <a:lnTo>
                  <a:pt x="656059" y="72684"/>
                </a:lnTo>
                <a:lnTo>
                  <a:pt x="655818" y="72948"/>
                </a:lnTo>
                <a:lnTo>
                  <a:pt x="655570" y="73198"/>
                </a:lnTo>
                <a:lnTo>
                  <a:pt x="655317" y="73434"/>
                </a:lnTo>
                <a:lnTo>
                  <a:pt x="655057" y="73658"/>
                </a:lnTo>
                <a:lnTo>
                  <a:pt x="654790" y="73873"/>
                </a:lnTo>
                <a:lnTo>
                  <a:pt x="654518" y="74079"/>
                </a:lnTo>
                <a:lnTo>
                  <a:pt x="654240" y="74274"/>
                </a:lnTo>
                <a:lnTo>
                  <a:pt x="653956" y="74461"/>
                </a:lnTo>
                <a:lnTo>
                  <a:pt x="653665" y="74637"/>
                </a:lnTo>
                <a:lnTo>
                  <a:pt x="653369" y="74805"/>
                </a:lnTo>
                <a:lnTo>
                  <a:pt x="653066" y="74962"/>
                </a:lnTo>
                <a:lnTo>
                  <a:pt x="652757" y="75110"/>
                </a:lnTo>
                <a:lnTo>
                  <a:pt x="652442" y="75249"/>
                </a:lnTo>
                <a:lnTo>
                  <a:pt x="652122" y="75378"/>
                </a:lnTo>
                <a:lnTo>
                  <a:pt x="651795" y="75497"/>
                </a:lnTo>
                <a:lnTo>
                  <a:pt x="651461" y="75607"/>
                </a:lnTo>
                <a:lnTo>
                  <a:pt x="651122" y="75707"/>
                </a:lnTo>
                <a:lnTo>
                  <a:pt x="650777" y="75798"/>
                </a:lnTo>
                <a:lnTo>
                  <a:pt x="650426" y="75879"/>
                </a:lnTo>
                <a:lnTo>
                  <a:pt x="650068" y="75951"/>
                </a:lnTo>
                <a:lnTo>
                  <a:pt x="649705" y="76013"/>
                </a:lnTo>
                <a:lnTo>
                  <a:pt x="649335" y="76065"/>
                </a:lnTo>
                <a:lnTo>
                  <a:pt x="648959" y="76108"/>
                </a:lnTo>
                <a:lnTo>
                  <a:pt x="648578" y="76142"/>
                </a:lnTo>
                <a:lnTo>
                  <a:pt x="648190" y="76166"/>
                </a:lnTo>
                <a:lnTo>
                  <a:pt x="647796" y="76180"/>
                </a:lnTo>
                <a:lnTo>
                  <a:pt x="647396" y="76185"/>
                </a:lnTo>
                <a:lnTo>
                  <a:pt x="646861" y="76177"/>
                </a:lnTo>
                <a:lnTo>
                  <a:pt x="646336" y="76152"/>
                </a:lnTo>
                <a:lnTo>
                  <a:pt x="645819" y="76111"/>
                </a:lnTo>
                <a:lnTo>
                  <a:pt x="645312" y="76054"/>
                </a:lnTo>
                <a:lnTo>
                  <a:pt x="644814" y="75981"/>
                </a:lnTo>
                <a:lnTo>
                  <a:pt x="644325" y="75891"/>
                </a:lnTo>
                <a:lnTo>
                  <a:pt x="643846" y="75785"/>
                </a:lnTo>
                <a:lnTo>
                  <a:pt x="643375" y="75663"/>
                </a:lnTo>
                <a:lnTo>
                  <a:pt x="642913" y="75524"/>
                </a:lnTo>
                <a:lnTo>
                  <a:pt x="642461" y="75369"/>
                </a:lnTo>
                <a:lnTo>
                  <a:pt x="642018" y="75197"/>
                </a:lnTo>
                <a:lnTo>
                  <a:pt x="641584" y="75010"/>
                </a:lnTo>
                <a:lnTo>
                  <a:pt x="641159" y="74806"/>
                </a:lnTo>
                <a:lnTo>
                  <a:pt x="640743" y="74585"/>
                </a:lnTo>
                <a:lnTo>
                  <a:pt x="640336" y="74348"/>
                </a:lnTo>
                <a:lnTo>
                  <a:pt x="639939" y="74095"/>
                </a:lnTo>
                <a:lnTo>
                  <a:pt x="639550" y="73826"/>
                </a:lnTo>
                <a:lnTo>
                  <a:pt x="639171" y="73541"/>
                </a:lnTo>
                <a:lnTo>
                  <a:pt x="638801" y="73239"/>
                </a:lnTo>
                <a:lnTo>
                  <a:pt x="638440" y="72920"/>
                </a:lnTo>
                <a:lnTo>
                  <a:pt x="638088" y="72586"/>
                </a:lnTo>
                <a:lnTo>
                  <a:pt x="637745" y="72235"/>
                </a:lnTo>
                <a:lnTo>
                  <a:pt x="637411" y="71867"/>
                </a:lnTo>
                <a:lnTo>
                  <a:pt x="637087" y="71484"/>
                </a:lnTo>
                <a:lnTo>
                  <a:pt x="636773" y="71080"/>
                </a:lnTo>
                <a:lnTo>
                  <a:pt x="636473" y="70653"/>
                </a:lnTo>
                <a:lnTo>
                  <a:pt x="636187" y="70203"/>
                </a:lnTo>
                <a:lnTo>
                  <a:pt x="635913" y="69730"/>
                </a:lnTo>
                <a:lnTo>
                  <a:pt x="635653" y="69234"/>
                </a:lnTo>
                <a:lnTo>
                  <a:pt x="635407" y="68714"/>
                </a:lnTo>
                <a:lnTo>
                  <a:pt x="635174" y="68171"/>
                </a:lnTo>
                <a:lnTo>
                  <a:pt x="634954" y="67605"/>
                </a:lnTo>
                <a:lnTo>
                  <a:pt x="634747" y="67016"/>
                </a:lnTo>
                <a:lnTo>
                  <a:pt x="634554" y="66403"/>
                </a:lnTo>
                <a:lnTo>
                  <a:pt x="634374" y="65767"/>
                </a:lnTo>
                <a:lnTo>
                  <a:pt x="634207" y="65108"/>
                </a:lnTo>
                <a:lnTo>
                  <a:pt x="634054" y="64426"/>
                </a:lnTo>
                <a:lnTo>
                  <a:pt x="633914" y="63720"/>
                </a:lnTo>
                <a:lnTo>
                  <a:pt x="633787" y="62991"/>
                </a:lnTo>
                <a:lnTo>
                  <a:pt x="633674" y="62239"/>
                </a:lnTo>
                <a:lnTo>
                  <a:pt x="633574" y="61464"/>
                </a:lnTo>
                <a:lnTo>
                  <a:pt x="633487" y="60666"/>
                </a:lnTo>
                <a:lnTo>
                  <a:pt x="633414" y="59844"/>
                </a:lnTo>
                <a:lnTo>
                  <a:pt x="633354" y="58999"/>
                </a:lnTo>
                <a:lnTo>
                  <a:pt x="633307" y="58131"/>
                </a:lnTo>
                <a:lnTo>
                  <a:pt x="633274" y="57240"/>
                </a:lnTo>
                <a:lnTo>
                  <a:pt x="633254" y="56325"/>
                </a:lnTo>
                <a:lnTo>
                  <a:pt x="633247" y="55387"/>
                </a:lnTo>
                <a:lnTo>
                  <a:pt x="633254" y="54543"/>
                </a:lnTo>
                <a:lnTo>
                  <a:pt x="633273" y="53720"/>
                </a:lnTo>
                <a:lnTo>
                  <a:pt x="633306" y="52917"/>
                </a:lnTo>
                <a:lnTo>
                  <a:pt x="633352" y="52135"/>
                </a:lnTo>
                <a:lnTo>
                  <a:pt x="633411" y="51373"/>
                </a:lnTo>
                <a:lnTo>
                  <a:pt x="633483" y="50631"/>
                </a:lnTo>
                <a:lnTo>
                  <a:pt x="633569" y="49910"/>
                </a:lnTo>
                <a:lnTo>
                  <a:pt x="633667" y="49209"/>
                </a:lnTo>
                <a:lnTo>
                  <a:pt x="633779" y="48528"/>
                </a:lnTo>
                <a:lnTo>
                  <a:pt x="633903" y="47868"/>
                </a:lnTo>
                <a:lnTo>
                  <a:pt x="634041" y="47229"/>
                </a:lnTo>
                <a:lnTo>
                  <a:pt x="634192" y="46609"/>
                </a:lnTo>
                <a:lnTo>
                  <a:pt x="634356" y="46011"/>
                </a:lnTo>
                <a:lnTo>
                  <a:pt x="634533" y="45432"/>
                </a:lnTo>
                <a:lnTo>
                  <a:pt x="634723" y="44874"/>
                </a:lnTo>
                <a:lnTo>
                  <a:pt x="634927" y="44336"/>
                </a:lnTo>
                <a:lnTo>
                  <a:pt x="635143" y="43819"/>
                </a:lnTo>
                <a:lnTo>
                  <a:pt x="635373" y="43322"/>
                </a:lnTo>
                <a:lnTo>
                  <a:pt x="635616" y="42846"/>
                </a:lnTo>
                <a:lnTo>
                  <a:pt x="635871" y="42390"/>
                </a:lnTo>
                <a:lnTo>
                  <a:pt x="636140" y="41954"/>
                </a:lnTo>
                <a:lnTo>
                  <a:pt x="636423" y="41539"/>
                </a:lnTo>
                <a:lnTo>
                  <a:pt x="636718" y="41144"/>
                </a:lnTo>
                <a:lnTo>
                  <a:pt x="637026" y="40770"/>
                </a:lnTo>
                <a:lnTo>
                  <a:pt x="637346" y="40413"/>
                </a:lnTo>
                <a:lnTo>
                  <a:pt x="637674" y="40072"/>
                </a:lnTo>
                <a:lnTo>
                  <a:pt x="638011" y="39746"/>
                </a:lnTo>
                <a:lnTo>
                  <a:pt x="638357" y="39434"/>
                </a:lnTo>
                <a:lnTo>
                  <a:pt x="638712" y="39139"/>
                </a:lnTo>
                <a:lnTo>
                  <a:pt x="639076" y="38858"/>
                </a:lnTo>
                <a:lnTo>
                  <a:pt x="639449" y="38592"/>
                </a:lnTo>
                <a:lnTo>
                  <a:pt x="639831" y="38342"/>
                </a:lnTo>
                <a:lnTo>
                  <a:pt x="640222" y="38107"/>
                </a:lnTo>
                <a:lnTo>
                  <a:pt x="640621" y="37887"/>
                </a:lnTo>
                <a:lnTo>
                  <a:pt x="641030" y="37682"/>
                </a:lnTo>
                <a:lnTo>
                  <a:pt x="641448" y="37492"/>
                </a:lnTo>
                <a:lnTo>
                  <a:pt x="641874" y="37318"/>
                </a:lnTo>
                <a:lnTo>
                  <a:pt x="642309" y="37158"/>
                </a:lnTo>
                <a:lnTo>
                  <a:pt x="642754" y="37014"/>
                </a:lnTo>
                <a:lnTo>
                  <a:pt x="643207" y="36885"/>
                </a:lnTo>
                <a:lnTo>
                  <a:pt x="643669" y="36771"/>
                </a:lnTo>
                <a:lnTo>
                  <a:pt x="644140" y="36673"/>
                </a:lnTo>
                <a:lnTo>
                  <a:pt x="644620" y="36589"/>
                </a:lnTo>
                <a:lnTo>
                  <a:pt x="645109" y="36521"/>
                </a:lnTo>
                <a:lnTo>
                  <a:pt x="645607" y="36468"/>
                </a:lnTo>
                <a:lnTo>
                  <a:pt x="646114" y="36430"/>
                </a:lnTo>
                <a:lnTo>
                  <a:pt x="646629" y="36407"/>
                </a:lnTo>
                <a:lnTo>
                  <a:pt x="647154" y="36399"/>
                </a:lnTo>
                <a:lnTo>
                  <a:pt x="647549" y="36404"/>
                </a:lnTo>
                <a:lnTo>
                  <a:pt x="647938" y="36417"/>
                </a:lnTo>
                <a:lnTo>
                  <a:pt x="648320" y="36439"/>
                </a:lnTo>
                <a:lnTo>
                  <a:pt x="648697" y="36470"/>
                </a:lnTo>
                <a:lnTo>
                  <a:pt x="649067" y="36509"/>
                </a:lnTo>
                <a:lnTo>
                  <a:pt x="649431" y="36557"/>
                </a:lnTo>
                <a:lnTo>
                  <a:pt x="649789" y="36614"/>
                </a:lnTo>
                <a:lnTo>
                  <a:pt x="650140" y="36680"/>
                </a:lnTo>
                <a:lnTo>
                  <a:pt x="650486" y="36754"/>
                </a:lnTo>
                <a:lnTo>
                  <a:pt x="650825" y="36838"/>
                </a:lnTo>
                <a:lnTo>
                  <a:pt x="651158" y="36930"/>
                </a:lnTo>
                <a:lnTo>
                  <a:pt x="651485" y="37031"/>
                </a:lnTo>
                <a:lnTo>
                  <a:pt x="651805" y="37140"/>
                </a:lnTo>
                <a:lnTo>
                  <a:pt x="652120" y="37258"/>
                </a:lnTo>
                <a:lnTo>
                  <a:pt x="652428" y="37386"/>
                </a:lnTo>
                <a:lnTo>
                  <a:pt x="652730" y="37521"/>
                </a:lnTo>
                <a:lnTo>
                  <a:pt x="653026" y="37666"/>
                </a:lnTo>
                <a:lnTo>
                  <a:pt x="653316" y="37819"/>
                </a:lnTo>
                <a:lnTo>
                  <a:pt x="653599" y="37982"/>
                </a:lnTo>
                <a:lnTo>
                  <a:pt x="653876" y="38152"/>
                </a:lnTo>
                <a:lnTo>
                  <a:pt x="654147" y="38332"/>
                </a:lnTo>
                <a:lnTo>
                  <a:pt x="654412" y="38521"/>
                </a:lnTo>
                <a:lnTo>
                  <a:pt x="654671" y="38718"/>
                </a:lnTo>
                <a:lnTo>
                  <a:pt x="654924" y="38924"/>
                </a:lnTo>
                <a:lnTo>
                  <a:pt x="655169" y="39138"/>
                </a:lnTo>
                <a:lnTo>
                  <a:pt x="655407" y="39362"/>
                </a:lnTo>
                <a:lnTo>
                  <a:pt x="655638" y="39593"/>
                </a:lnTo>
                <a:lnTo>
                  <a:pt x="655862" y="39834"/>
                </a:lnTo>
                <a:lnTo>
                  <a:pt x="656077" y="40083"/>
                </a:lnTo>
                <a:lnTo>
                  <a:pt x="656286" y="40340"/>
                </a:lnTo>
                <a:lnTo>
                  <a:pt x="656487" y="40606"/>
                </a:lnTo>
                <a:lnTo>
                  <a:pt x="656680" y="40880"/>
                </a:lnTo>
                <a:lnTo>
                  <a:pt x="656866" y="41164"/>
                </a:lnTo>
                <a:lnTo>
                  <a:pt x="657045" y="41455"/>
                </a:lnTo>
                <a:lnTo>
                  <a:pt x="657216" y="41755"/>
                </a:lnTo>
                <a:lnTo>
                  <a:pt x="657380" y="42064"/>
                </a:lnTo>
                <a:lnTo>
                  <a:pt x="657536" y="42381"/>
                </a:lnTo>
                <a:lnTo>
                  <a:pt x="657685" y="42707"/>
                </a:lnTo>
                <a:lnTo>
                  <a:pt x="657826" y="43042"/>
                </a:lnTo>
                <a:lnTo>
                  <a:pt x="657960" y="43385"/>
                </a:lnTo>
                <a:lnTo>
                  <a:pt x="658087" y="43736"/>
                </a:lnTo>
                <a:lnTo>
                  <a:pt x="658206" y="44096"/>
                </a:lnTo>
                <a:lnTo>
                  <a:pt x="658317" y="44465"/>
                </a:lnTo>
                <a:lnTo>
                  <a:pt x="658421" y="44842"/>
                </a:lnTo>
                <a:lnTo>
                  <a:pt x="658518" y="45228"/>
                </a:lnTo>
                <a:lnTo>
                  <a:pt x="658607" y="45622"/>
                </a:lnTo>
                <a:lnTo>
                  <a:pt x="658689" y="46025"/>
                </a:lnTo>
                <a:lnTo>
                  <a:pt x="658763" y="46436"/>
                </a:lnTo>
                <a:lnTo>
                  <a:pt x="675512" y="43413"/>
                </a:lnTo>
                <a:lnTo>
                  <a:pt x="675253" y="42561"/>
                </a:lnTo>
                <a:lnTo>
                  <a:pt x="674981" y="41727"/>
                </a:lnTo>
                <a:lnTo>
                  <a:pt x="674695" y="40911"/>
                </a:lnTo>
                <a:lnTo>
                  <a:pt x="674396" y="40114"/>
                </a:lnTo>
                <a:close/>
                <a:moveTo>
                  <a:pt x="725056" y="69742"/>
                </a:moveTo>
                <a:lnTo>
                  <a:pt x="724920" y="70104"/>
                </a:lnTo>
                <a:lnTo>
                  <a:pt x="724779" y="70456"/>
                </a:lnTo>
                <a:lnTo>
                  <a:pt x="724633" y="70799"/>
                </a:lnTo>
                <a:lnTo>
                  <a:pt x="724482" y="71133"/>
                </a:lnTo>
                <a:lnTo>
                  <a:pt x="724327" y="71457"/>
                </a:lnTo>
                <a:lnTo>
                  <a:pt x="724167" y="71773"/>
                </a:lnTo>
                <a:lnTo>
                  <a:pt x="724003" y="72079"/>
                </a:lnTo>
                <a:lnTo>
                  <a:pt x="723834" y="72376"/>
                </a:lnTo>
                <a:lnTo>
                  <a:pt x="723660" y="72663"/>
                </a:lnTo>
                <a:lnTo>
                  <a:pt x="723482" y="72942"/>
                </a:lnTo>
                <a:lnTo>
                  <a:pt x="723299" y="73211"/>
                </a:lnTo>
                <a:lnTo>
                  <a:pt x="723112" y="73471"/>
                </a:lnTo>
                <a:lnTo>
                  <a:pt x="722919" y="73721"/>
                </a:lnTo>
                <a:lnTo>
                  <a:pt x="722723" y="73963"/>
                </a:lnTo>
                <a:lnTo>
                  <a:pt x="722521" y="74195"/>
                </a:lnTo>
                <a:lnTo>
                  <a:pt x="722315" y="74418"/>
                </a:lnTo>
                <a:lnTo>
                  <a:pt x="722105" y="74632"/>
                </a:lnTo>
                <a:lnTo>
                  <a:pt x="721890" y="74836"/>
                </a:lnTo>
                <a:lnTo>
                  <a:pt x="721670" y="75031"/>
                </a:lnTo>
                <a:lnTo>
                  <a:pt x="721445" y="75217"/>
                </a:lnTo>
                <a:lnTo>
                  <a:pt x="721216" y="75395"/>
                </a:lnTo>
                <a:lnTo>
                  <a:pt x="720983" y="75565"/>
                </a:lnTo>
                <a:lnTo>
                  <a:pt x="720745" y="75728"/>
                </a:lnTo>
                <a:lnTo>
                  <a:pt x="720503" y="75883"/>
                </a:lnTo>
                <a:lnTo>
                  <a:pt x="720257" y="76030"/>
                </a:lnTo>
                <a:lnTo>
                  <a:pt x="720006" y="76170"/>
                </a:lnTo>
                <a:lnTo>
                  <a:pt x="719750" y="76302"/>
                </a:lnTo>
                <a:lnTo>
                  <a:pt x="719490" y="76427"/>
                </a:lnTo>
                <a:lnTo>
                  <a:pt x="719226" y="76544"/>
                </a:lnTo>
                <a:lnTo>
                  <a:pt x="718958" y="76653"/>
                </a:lnTo>
                <a:lnTo>
                  <a:pt x="718685" y="76755"/>
                </a:lnTo>
                <a:lnTo>
                  <a:pt x="718407" y="76850"/>
                </a:lnTo>
                <a:lnTo>
                  <a:pt x="718125" y="76937"/>
                </a:lnTo>
                <a:lnTo>
                  <a:pt x="717839" y="77016"/>
                </a:lnTo>
                <a:lnTo>
                  <a:pt x="717548" y="77088"/>
                </a:lnTo>
                <a:lnTo>
                  <a:pt x="717253" y="77152"/>
                </a:lnTo>
                <a:lnTo>
                  <a:pt x="716954" y="77209"/>
                </a:lnTo>
                <a:lnTo>
                  <a:pt x="716650" y="77258"/>
                </a:lnTo>
                <a:lnTo>
                  <a:pt x="716342" y="77300"/>
                </a:lnTo>
                <a:lnTo>
                  <a:pt x="716029" y="77334"/>
                </a:lnTo>
                <a:lnTo>
                  <a:pt x="715712" y="77360"/>
                </a:lnTo>
                <a:lnTo>
                  <a:pt x="715390" y="77379"/>
                </a:lnTo>
                <a:lnTo>
                  <a:pt x="715064" y="77390"/>
                </a:lnTo>
                <a:lnTo>
                  <a:pt x="714734" y="77394"/>
                </a:lnTo>
                <a:lnTo>
                  <a:pt x="714249" y="77387"/>
                </a:lnTo>
                <a:lnTo>
                  <a:pt x="713770" y="77365"/>
                </a:lnTo>
                <a:lnTo>
                  <a:pt x="713298" y="77328"/>
                </a:lnTo>
                <a:lnTo>
                  <a:pt x="712833" y="77277"/>
                </a:lnTo>
                <a:lnTo>
                  <a:pt x="712374" y="77212"/>
                </a:lnTo>
                <a:lnTo>
                  <a:pt x="711922" y="77132"/>
                </a:lnTo>
                <a:lnTo>
                  <a:pt x="711477" y="77037"/>
                </a:lnTo>
                <a:lnTo>
                  <a:pt x="711039" y="76927"/>
                </a:lnTo>
                <a:lnTo>
                  <a:pt x="710607" y="76803"/>
                </a:lnTo>
                <a:lnTo>
                  <a:pt x="710182" y="76665"/>
                </a:lnTo>
                <a:lnTo>
                  <a:pt x="709764" y="76511"/>
                </a:lnTo>
                <a:lnTo>
                  <a:pt x="709353" y="76344"/>
                </a:lnTo>
                <a:lnTo>
                  <a:pt x="708948" y="76161"/>
                </a:lnTo>
                <a:lnTo>
                  <a:pt x="708550" y="75964"/>
                </a:lnTo>
                <a:lnTo>
                  <a:pt x="708158" y="75753"/>
                </a:lnTo>
                <a:lnTo>
                  <a:pt x="707774" y="75526"/>
                </a:lnTo>
                <a:lnTo>
                  <a:pt x="707396" y="75286"/>
                </a:lnTo>
                <a:lnTo>
                  <a:pt x="707025" y="75030"/>
                </a:lnTo>
                <a:lnTo>
                  <a:pt x="706660" y="74760"/>
                </a:lnTo>
                <a:lnTo>
                  <a:pt x="706303" y="74476"/>
                </a:lnTo>
                <a:lnTo>
                  <a:pt x="705951" y="74177"/>
                </a:lnTo>
                <a:lnTo>
                  <a:pt x="705607" y="73863"/>
                </a:lnTo>
                <a:lnTo>
                  <a:pt x="705270" y="73535"/>
                </a:lnTo>
                <a:lnTo>
                  <a:pt x="704939" y="73192"/>
                </a:lnTo>
                <a:lnTo>
                  <a:pt x="704618" y="72836"/>
                </a:lnTo>
                <a:lnTo>
                  <a:pt x="704310" y="72468"/>
                </a:lnTo>
                <a:lnTo>
                  <a:pt x="704015" y="72089"/>
                </a:lnTo>
                <a:lnTo>
                  <a:pt x="703733" y="71698"/>
                </a:lnTo>
                <a:lnTo>
                  <a:pt x="703464" y="71295"/>
                </a:lnTo>
                <a:lnTo>
                  <a:pt x="703208" y="70881"/>
                </a:lnTo>
                <a:lnTo>
                  <a:pt x="702965" y="70455"/>
                </a:lnTo>
                <a:lnTo>
                  <a:pt x="702735" y="70018"/>
                </a:lnTo>
                <a:lnTo>
                  <a:pt x="702518" y="69568"/>
                </a:lnTo>
                <a:lnTo>
                  <a:pt x="702314" y="69107"/>
                </a:lnTo>
                <a:lnTo>
                  <a:pt x="702124" y="68635"/>
                </a:lnTo>
                <a:lnTo>
                  <a:pt x="701946" y="68151"/>
                </a:lnTo>
                <a:lnTo>
                  <a:pt x="701781" y="67655"/>
                </a:lnTo>
                <a:lnTo>
                  <a:pt x="701629" y="67147"/>
                </a:lnTo>
                <a:lnTo>
                  <a:pt x="701490" y="66628"/>
                </a:lnTo>
                <a:lnTo>
                  <a:pt x="701365" y="66097"/>
                </a:lnTo>
                <a:lnTo>
                  <a:pt x="701252" y="65555"/>
                </a:lnTo>
                <a:lnTo>
                  <a:pt x="701152" y="65001"/>
                </a:lnTo>
                <a:lnTo>
                  <a:pt x="701065" y="64435"/>
                </a:lnTo>
                <a:lnTo>
                  <a:pt x="700992" y="63858"/>
                </a:lnTo>
                <a:lnTo>
                  <a:pt x="700931" y="63269"/>
                </a:lnTo>
                <a:lnTo>
                  <a:pt x="700883" y="62668"/>
                </a:lnTo>
                <a:lnTo>
                  <a:pt x="700849" y="62056"/>
                </a:lnTo>
                <a:lnTo>
                  <a:pt x="700827" y="61432"/>
                </a:lnTo>
                <a:lnTo>
                  <a:pt x="743394" y="61432"/>
                </a:lnTo>
                <a:lnTo>
                  <a:pt x="743409" y="59822"/>
                </a:lnTo>
                <a:lnTo>
                  <a:pt x="743394" y="58247"/>
                </a:lnTo>
                <a:lnTo>
                  <a:pt x="743350" y="56706"/>
                </a:lnTo>
                <a:lnTo>
                  <a:pt x="743275" y="55201"/>
                </a:lnTo>
                <a:lnTo>
                  <a:pt x="743170" y="53731"/>
                </a:lnTo>
                <a:lnTo>
                  <a:pt x="743035" y="52296"/>
                </a:lnTo>
                <a:lnTo>
                  <a:pt x="742870" y="50896"/>
                </a:lnTo>
                <a:lnTo>
                  <a:pt x="742675" y="49530"/>
                </a:lnTo>
                <a:lnTo>
                  <a:pt x="742450" y="48200"/>
                </a:lnTo>
                <a:lnTo>
                  <a:pt x="742195" y="46904"/>
                </a:lnTo>
                <a:lnTo>
                  <a:pt x="741910" y="45644"/>
                </a:lnTo>
                <a:lnTo>
                  <a:pt x="741595" y="44418"/>
                </a:lnTo>
                <a:lnTo>
                  <a:pt x="741250" y="43228"/>
                </a:lnTo>
                <a:lnTo>
                  <a:pt x="740875" y="42072"/>
                </a:lnTo>
                <a:lnTo>
                  <a:pt x="740470" y="40952"/>
                </a:lnTo>
                <a:lnTo>
                  <a:pt x="740035" y="39866"/>
                </a:lnTo>
                <a:lnTo>
                  <a:pt x="739570" y="38815"/>
                </a:lnTo>
                <a:lnTo>
                  <a:pt x="739075" y="37800"/>
                </a:lnTo>
                <a:lnTo>
                  <a:pt x="738549" y="36819"/>
                </a:lnTo>
                <a:lnTo>
                  <a:pt x="737994" y="35873"/>
                </a:lnTo>
                <a:lnTo>
                  <a:pt x="737409" y="34962"/>
                </a:lnTo>
                <a:lnTo>
                  <a:pt x="736794" y="34086"/>
                </a:lnTo>
                <a:lnTo>
                  <a:pt x="736148" y="33245"/>
                </a:lnTo>
                <a:lnTo>
                  <a:pt x="735473" y="32439"/>
                </a:lnTo>
                <a:lnTo>
                  <a:pt x="734772" y="31667"/>
                </a:lnTo>
                <a:lnTo>
                  <a:pt x="734051" y="30928"/>
                </a:lnTo>
                <a:lnTo>
                  <a:pt x="733308" y="30221"/>
                </a:lnTo>
                <a:lnTo>
                  <a:pt x="732544" y="29548"/>
                </a:lnTo>
                <a:lnTo>
                  <a:pt x="731759" y="28907"/>
                </a:lnTo>
                <a:lnTo>
                  <a:pt x="730953" y="28299"/>
                </a:lnTo>
                <a:lnTo>
                  <a:pt x="730127" y="27724"/>
                </a:lnTo>
                <a:lnTo>
                  <a:pt x="729279" y="27182"/>
                </a:lnTo>
                <a:lnTo>
                  <a:pt x="728410" y="26673"/>
                </a:lnTo>
                <a:lnTo>
                  <a:pt x="727520" y="26196"/>
                </a:lnTo>
                <a:lnTo>
                  <a:pt x="726610" y="25753"/>
                </a:lnTo>
                <a:lnTo>
                  <a:pt x="725678" y="25342"/>
                </a:lnTo>
                <a:lnTo>
                  <a:pt x="724725" y="24964"/>
                </a:lnTo>
                <a:lnTo>
                  <a:pt x="723751" y="24619"/>
                </a:lnTo>
                <a:lnTo>
                  <a:pt x="722757" y="24307"/>
                </a:lnTo>
                <a:lnTo>
                  <a:pt x="721741" y="24028"/>
                </a:lnTo>
                <a:lnTo>
                  <a:pt x="720704" y="23781"/>
                </a:lnTo>
                <a:lnTo>
                  <a:pt x="719647" y="23568"/>
                </a:lnTo>
                <a:lnTo>
                  <a:pt x="718568" y="23387"/>
                </a:lnTo>
                <a:lnTo>
                  <a:pt x="717468" y="23239"/>
                </a:lnTo>
                <a:lnTo>
                  <a:pt x="716348" y="23124"/>
                </a:lnTo>
                <a:lnTo>
                  <a:pt x="715206" y="23042"/>
                </a:lnTo>
                <a:lnTo>
                  <a:pt x="714043" y="22993"/>
                </a:lnTo>
                <a:lnTo>
                  <a:pt x="712860" y="22976"/>
                </a:lnTo>
                <a:lnTo>
                  <a:pt x="711804" y="22992"/>
                </a:lnTo>
                <a:lnTo>
                  <a:pt x="710764" y="23039"/>
                </a:lnTo>
                <a:lnTo>
                  <a:pt x="709739" y="23118"/>
                </a:lnTo>
                <a:lnTo>
                  <a:pt x="708729" y="23227"/>
                </a:lnTo>
                <a:lnTo>
                  <a:pt x="707735" y="23369"/>
                </a:lnTo>
                <a:lnTo>
                  <a:pt x="706756" y="23541"/>
                </a:lnTo>
                <a:lnTo>
                  <a:pt x="705793" y="23745"/>
                </a:lnTo>
                <a:lnTo>
                  <a:pt x="704845" y="23981"/>
                </a:lnTo>
                <a:lnTo>
                  <a:pt x="703912" y="24248"/>
                </a:lnTo>
                <a:lnTo>
                  <a:pt x="702994" y="24546"/>
                </a:lnTo>
                <a:lnTo>
                  <a:pt x="702092" y="24875"/>
                </a:lnTo>
                <a:lnTo>
                  <a:pt x="701205" y="25236"/>
                </a:lnTo>
                <a:lnTo>
                  <a:pt x="700333" y="25629"/>
                </a:lnTo>
                <a:lnTo>
                  <a:pt x="699477" y="26052"/>
                </a:lnTo>
                <a:lnTo>
                  <a:pt x="698636" y="26507"/>
                </a:lnTo>
                <a:lnTo>
                  <a:pt x="697811" y="26994"/>
                </a:lnTo>
                <a:lnTo>
                  <a:pt x="697000" y="27512"/>
                </a:lnTo>
                <a:lnTo>
                  <a:pt x="696205" y="28061"/>
                </a:lnTo>
                <a:lnTo>
                  <a:pt x="695426" y="28642"/>
                </a:lnTo>
                <a:lnTo>
                  <a:pt x="694661" y="29254"/>
                </a:lnTo>
                <a:lnTo>
                  <a:pt x="693912" y="29897"/>
                </a:lnTo>
                <a:lnTo>
                  <a:pt x="693179" y="30572"/>
                </a:lnTo>
                <a:lnTo>
                  <a:pt x="692461" y="31278"/>
                </a:lnTo>
                <a:lnTo>
                  <a:pt x="691758" y="32016"/>
                </a:lnTo>
                <a:lnTo>
                  <a:pt x="691077" y="32781"/>
                </a:lnTo>
                <a:lnTo>
                  <a:pt x="690425" y="33570"/>
                </a:lnTo>
                <a:lnTo>
                  <a:pt x="689802" y="34384"/>
                </a:lnTo>
                <a:lnTo>
                  <a:pt x="689208" y="35221"/>
                </a:lnTo>
                <a:lnTo>
                  <a:pt x="688643" y="36083"/>
                </a:lnTo>
                <a:lnTo>
                  <a:pt x="688107" y="36968"/>
                </a:lnTo>
                <a:lnTo>
                  <a:pt x="687600" y="37878"/>
                </a:lnTo>
                <a:lnTo>
                  <a:pt x="687122" y="38811"/>
                </a:lnTo>
                <a:lnTo>
                  <a:pt x="686673" y="39769"/>
                </a:lnTo>
                <a:lnTo>
                  <a:pt x="686253" y="40751"/>
                </a:lnTo>
                <a:lnTo>
                  <a:pt x="685862" y="41756"/>
                </a:lnTo>
                <a:lnTo>
                  <a:pt x="685499" y="42786"/>
                </a:lnTo>
                <a:lnTo>
                  <a:pt x="685166" y="43840"/>
                </a:lnTo>
                <a:lnTo>
                  <a:pt x="684862" y="44918"/>
                </a:lnTo>
                <a:lnTo>
                  <a:pt x="684587" y="46019"/>
                </a:lnTo>
                <a:lnTo>
                  <a:pt x="684341" y="47145"/>
                </a:lnTo>
                <a:lnTo>
                  <a:pt x="684123" y="48295"/>
                </a:lnTo>
                <a:lnTo>
                  <a:pt x="683935" y="49469"/>
                </a:lnTo>
                <a:lnTo>
                  <a:pt x="683776" y="50667"/>
                </a:lnTo>
                <a:lnTo>
                  <a:pt x="683645" y="51889"/>
                </a:lnTo>
                <a:lnTo>
                  <a:pt x="683544" y="53135"/>
                </a:lnTo>
                <a:lnTo>
                  <a:pt x="683471" y="54405"/>
                </a:lnTo>
                <a:lnTo>
                  <a:pt x="683428" y="55700"/>
                </a:lnTo>
                <a:lnTo>
                  <a:pt x="683413" y="57018"/>
                </a:lnTo>
                <a:lnTo>
                  <a:pt x="683424" y="58123"/>
                </a:lnTo>
                <a:lnTo>
                  <a:pt x="683458" y="59213"/>
                </a:lnTo>
                <a:lnTo>
                  <a:pt x="683513" y="60287"/>
                </a:lnTo>
                <a:lnTo>
                  <a:pt x="683590" y="61344"/>
                </a:lnTo>
                <a:lnTo>
                  <a:pt x="683689" y="62386"/>
                </a:lnTo>
                <a:lnTo>
                  <a:pt x="683810" y="63412"/>
                </a:lnTo>
                <a:lnTo>
                  <a:pt x="683954" y="64422"/>
                </a:lnTo>
                <a:lnTo>
                  <a:pt x="684119" y="65416"/>
                </a:lnTo>
                <a:lnTo>
                  <a:pt x="684306" y="66393"/>
                </a:lnTo>
                <a:lnTo>
                  <a:pt x="684516" y="67355"/>
                </a:lnTo>
                <a:lnTo>
                  <a:pt x="684747" y="68301"/>
                </a:lnTo>
                <a:lnTo>
                  <a:pt x="685001" y="69231"/>
                </a:lnTo>
                <a:lnTo>
                  <a:pt x="685276" y="70146"/>
                </a:lnTo>
                <a:lnTo>
                  <a:pt x="685574" y="71044"/>
                </a:lnTo>
                <a:lnTo>
                  <a:pt x="685893" y="71926"/>
                </a:lnTo>
                <a:lnTo>
                  <a:pt x="686235" y="72792"/>
                </a:lnTo>
                <a:lnTo>
                  <a:pt x="686599" y="73642"/>
                </a:lnTo>
                <a:lnTo>
                  <a:pt x="686985" y="74477"/>
                </a:lnTo>
                <a:lnTo>
                  <a:pt x="687392" y="75295"/>
                </a:lnTo>
                <a:lnTo>
                  <a:pt x="687822" y="76098"/>
                </a:lnTo>
                <a:lnTo>
                  <a:pt x="688274" y="76884"/>
                </a:lnTo>
                <a:lnTo>
                  <a:pt x="688748" y="77654"/>
                </a:lnTo>
                <a:lnTo>
                  <a:pt x="689244" y="78409"/>
                </a:lnTo>
                <a:lnTo>
                  <a:pt x="689762" y="79148"/>
                </a:lnTo>
                <a:lnTo>
                  <a:pt x="690447" y="80041"/>
                </a:lnTo>
                <a:lnTo>
                  <a:pt x="691163" y="80896"/>
                </a:lnTo>
                <a:lnTo>
                  <a:pt x="691909" y="81713"/>
                </a:lnTo>
                <a:lnTo>
                  <a:pt x="692685" y="82492"/>
                </a:lnTo>
                <a:lnTo>
                  <a:pt x="693491" y="83233"/>
                </a:lnTo>
                <a:lnTo>
                  <a:pt x="694327" y="83936"/>
                </a:lnTo>
                <a:lnTo>
                  <a:pt x="695194" y="84601"/>
                </a:lnTo>
                <a:lnTo>
                  <a:pt x="696091" y="85228"/>
                </a:lnTo>
                <a:lnTo>
                  <a:pt x="697018" y="85817"/>
                </a:lnTo>
                <a:lnTo>
                  <a:pt x="697975" y="86368"/>
                </a:lnTo>
                <a:lnTo>
                  <a:pt x="698963" y="86881"/>
                </a:lnTo>
                <a:lnTo>
                  <a:pt x="699981" y="87356"/>
                </a:lnTo>
                <a:lnTo>
                  <a:pt x="701029" y="87793"/>
                </a:lnTo>
                <a:lnTo>
                  <a:pt x="702107" y="88192"/>
                </a:lnTo>
                <a:lnTo>
                  <a:pt x="703215" y="88553"/>
                </a:lnTo>
                <a:lnTo>
                  <a:pt x="704354" y="88876"/>
                </a:lnTo>
                <a:lnTo>
                  <a:pt x="705523" y="89161"/>
                </a:lnTo>
                <a:lnTo>
                  <a:pt x="706722" y="89408"/>
                </a:lnTo>
                <a:lnTo>
                  <a:pt x="707952" y="89617"/>
                </a:lnTo>
                <a:lnTo>
                  <a:pt x="709212" y="89788"/>
                </a:lnTo>
                <a:lnTo>
                  <a:pt x="710501" y="89921"/>
                </a:lnTo>
                <a:lnTo>
                  <a:pt x="711822" y="90016"/>
                </a:lnTo>
                <a:lnTo>
                  <a:pt x="713172" y="90073"/>
                </a:lnTo>
                <a:lnTo>
                  <a:pt x="714553" y="90092"/>
                </a:lnTo>
                <a:lnTo>
                  <a:pt x="715428" y="90083"/>
                </a:lnTo>
                <a:lnTo>
                  <a:pt x="716291" y="90058"/>
                </a:lnTo>
                <a:lnTo>
                  <a:pt x="717143" y="90016"/>
                </a:lnTo>
                <a:lnTo>
                  <a:pt x="717981" y="89957"/>
                </a:lnTo>
                <a:lnTo>
                  <a:pt x="718808" y="89881"/>
                </a:lnTo>
                <a:lnTo>
                  <a:pt x="719622" y="89788"/>
                </a:lnTo>
                <a:lnTo>
                  <a:pt x="720424" y="89679"/>
                </a:lnTo>
                <a:lnTo>
                  <a:pt x="721214" y="89552"/>
                </a:lnTo>
                <a:lnTo>
                  <a:pt x="721991" y="89409"/>
                </a:lnTo>
                <a:lnTo>
                  <a:pt x="722756" y="89249"/>
                </a:lnTo>
                <a:lnTo>
                  <a:pt x="723509" y="89072"/>
                </a:lnTo>
                <a:lnTo>
                  <a:pt x="724249" y="88879"/>
                </a:lnTo>
                <a:lnTo>
                  <a:pt x="724978" y="88668"/>
                </a:lnTo>
                <a:lnTo>
                  <a:pt x="725694" y="88441"/>
                </a:lnTo>
                <a:lnTo>
                  <a:pt x="726397" y="88196"/>
                </a:lnTo>
                <a:lnTo>
                  <a:pt x="727089" y="87935"/>
                </a:lnTo>
                <a:lnTo>
                  <a:pt x="727768" y="87657"/>
                </a:lnTo>
                <a:lnTo>
                  <a:pt x="728435" y="87362"/>
                </a:lnTo>
                <a:lnTo>
                  <a:pt x="729089" y="87051"/>
                </a:lnTo>
                <a:lnTo>
                  <a:pt x="729732" y="86722"/>
                </a:lnTo>
                <a:lnTo>
                  <a:pt x="730362" y="86377"/>
                </a:lnTo>
                <a:lnTo>
                  <a:pt x="730979" y="86014"/>
                </a:lnTo>
                <a:lnTo>
                  <a:pt x="731585" y="85635"/>
                </a:lnTo>
                <a:lnTo>
                  <a:pt x="732178" y="85239"/>
                </a:lnTo>
                <a:lnTo>
                  <a:pt x="732758" y="84827"/>
                </a:lnTo>
                <a:lnTo>
                  <a:pt x="733326" y="84400"/>
                </a:lnTo>
                <a:lnTo>
                  <a:pt x="733880" y="83957"/>
                </a:lnTo>
                <a:lnTo>
                  <a:pt x="734421" y="83499"/>
                </a:lnTo>
                <a:lnTo>
                  <a:pt x="734949" y="83025"/>
                </a:lnTo>
                <a:lnTo>
                  <a:pt x="735464" y="82536"/>
                </a:lnTo>
                <a:lnTo>
                  <a:pt x="735965" y="82032"/>
                </a:lnTo>
                <a:lnTo>
                  <a:pt x="736454" y="81512"/>
                </a:lnTo>
                <a:lnTo>
                  <a:pt x="736929" y="80977"/>
                </a:lnTo>
                <a:lnTo>
                  <a:pt x="737392" y="80427"/>
                </a:lnTo>
                <a:lnTo>
                  <a:pt x="737841" y="79861"/>
                </a:lnTo>
                <a:lnTo>
                  <a:pt x="738277" y="79280"/>
                </a:lnTo>
                <a:lnTo>
                  <a:pt x="738700" y="78683"/>
                </a:lnTo>
                <a:lnTo>
                  <a:pt x="739110" y="78071"/>
                </a:lnTo>
                <a:lnTo>
                  <a:pt x="739507" y="77444"/>
                </a:lnTo>
                <a:lnTo>
                  <a:pt x="739890" y="76801"/>
                </a:lnTo>
                <a:lnTo>
                  <a:pt x="740261" y="76143"/>
                </a:lnTo>
                <a:lnTo>
                  <a:pt x="740618" y="75470"/>
                </a:lnTo>
                <a:lnTo>
                  <a:pt x="740962" y="74781"/>
                </a:lnTo>
                <a:lnTo>
                  <a:pt x="741294" y="74077"/>
                </a:lnTo>
                <a:lnTo>
                  <a:pt x="741612" y="73357"/>
                </a:lnTo>
                <a:lnTo>
                  <a:pt x="741917" y="72622"/>
                </a:lnTo>
                <a:lnTo>
                  <a:pt x="742208" y="71872"/>
                </a:lnTo>
                <a:lnTo>
                  <a:pt x="742487" y="71106"/>
                </a:lnTo>
                <a:lnTo>
                  <a:pt x="725557" y="68204"/>
                </a:lnTo>
                <a:lnTo>
                  <a:pt x="725439" y="68602"/>
                </a:lnTo>
                <a:lnTo>
                  <a:pt x="725316" y="68991"/>
                </a:lnTo>
                <a:lnTo>
                  <a:pt x="725189" y="69371"/>
                </a:lnTo>
                <a:lnTo>
                  <a:pt x="725056" y="69742"/>
                </a:lnTo>
                <a:close/>
                <a:moveTo>
                  <a:pt x="701172" y="49346"/>
                </a:moveTo>
                <a:lnTo>
                  <a:pt x="701212" y="48804"/>
                </a:lnTo>
                <a:lnTo>
                  <a:pt x="701264" y="48272"/>
                </a:lnTo>
                <a:lnTo>
                  <a:pt x="701330" y="47750"/>
                </a:lnTo>
                <a:lnTo>
                  <a:pt x="701408" y="47238"/>
                </a:lnTo>
                <a:lnTo>
                  <a:pt x="701499" y="46736"/>
                </a:lnTo>
                <a:lnTo>
                  <a:pt x="701603" y="46244"/>
                </a:lnTo>
                <a:lnTo>
                  <a:pt x="701719" y="45762"/>
                </a:lnTo>
                <a:lnTo>
                  <a:pt x="701849" y="45291"/>
                </a:lnTo>
                <a:lnTo>
                  <a:pt x="701991" y="44829"/>
                </a:lnTo>
                <a:lnTo>
                  <a:pt x="702146" y="44377"/>
                </a:lnTo>
                <a:lnTo>
                  <a:pt x="702314" y="43936"/>
                </a:lnTo>
                <a:lnTo>
                  <a:pt x="702495" y="43504"/>
                </a:lnTo>
                <a:lnTo>
                  <a:pt x="702688" y="43082"/>
                </a:lnTo>
                <a:lnTo>
                  <a:pt x="702894" y="42671"/>
                </a:lnTo>
                <a:lnTo>
                  <a:pt x="703113" y="42269"/>
                </a:lnTo>
                <a:lnTo>
                  <a:pt x="703345" y="41878"/>
                </a:lnTo>
                <a:lnTo>
                  <a:pt x="703590" y="41496"/>
                </a:lnTo>
                <a:lnTo>
                  <a:pt x="703848" y="41125"/>
                </a:lnTo>
                <a:lnTo>
                  <a:pt x="704118" y="40763"/>
                </a:lnTo>
                <a:lnTo>
                  <a:pt x="704401" y="40412"/>
                </a:lnTo>
                <a:lnTo>
                  <a:pt x="704697" y="40071"/>
                </a:lnTo>
                <a:lnTo>
                  <a:pt x="705003" y="39742"/>
                </a:lnTo>
                <a:lnTo>
                  <a:pt x="705315" y="39426"/>
                </a:lnTo>
                <a:lnTo>
                  <a:pt x="705634" y="39125"/>
                </a:lnTo>
                <a:lnTo>
                  <a:pt x="705960" y="38838"/>
                </a:lnTo>
                <a:lnTo>
                  <a:pt x="706292" y="38565"/>
                </a:lnTo>
                <a:lnTo>
                  <a:pt x="706632" y="38306"/>
                </a:lnTo>
                <a:lnTo>
                  <a:pt x="706978" y="38061"/>
                </a:lnTo>
                <a:lnTo>
                  <a:pt x="707330" y="37830"/>
                </a:lnTo>
                <a:lnTo>
                  <a:pt x="707690" y="37612"/>
                </a:lnTo>
                <a:lnTo>
                  <a:pt x="708056" y="37409"/>
                </a:lnTo>
                <a:lnTo>
                  <a:pt x="708429" y="37220"/>
                </a:lnTo>
                <a:lnTo>
                  <a:pt x="708808" y="37045"/>
                </a:lnTo>
                <a:lnTo>
                  <a:pt x="709195" y="36884"/>
                </a:lnTo>
                <a:lnTo>
                  <a:pt x="709588" y="36737"/>
                </a:lnTo>
                <a:lnTo>
                  <a:pt x="709987" y="36604"/>
                </a:lnTo>
                <a:lnTo>
                  <a:pt x="710394" y="36485"/>
                </a:lnTo>
                <a:lnTo>
                  <a:pt x="710807" y="36380"/>
                </a:lnTo>
                <a:lnTo>
                  <a:pt x="711227" y="36289"/>
                </a:lnTo>
                <a:lnTo>
                  <a:pt x="711654" y="36212"/>
                </a:lnTo>
                <a:lnTo>
                  <a:pt x="712087" y="36149"/>
                </a:lnTo>
                <a:lnTo>
                  <a:pt x="712527" y="36100"/>
                </a:lnTo>
                <a:lnTo>
                  <a:pt x="712974" y="36065"/>
                </a:lnTo>
                <a:lnTo>
                  <a:pt x="713427" y="36044"/>
                </a:lnTo>
                <a:lnTo>
                  <a:pt x="713887" y="36037"/>
                </a:lnTo>
                <a:lnTo>
                  <a:pt x="714318" y="36043"/>
                </a:lnTo>
                <a:lnTo>
                  <a:pt x="714743" y="36063"/>
                </a:lnTo>
                <a:lnTo>
                  <a:pt x="715163" y="36096"/>
                </a:lnTo>
                <a:lnTo>
                  <a:pt x="715577" y="36143"/>
                </a:lnTo>
                <a:lnTo>
                  <a:pt x="715986" y="36203"/>
                </a:lnTo>
                <a:lnTo>
                  <a:pt x="716389" y="36276"/>
                </a:lnTo>
                <a:lnTo>
                  <a:pt x="716787" y="36362"/>
                </a:lnTo>
                <a:lnTo>
                  <a:pt x="717179" y="36462"/>
                </a:lnTo>
                <a:lnTo>
                  <a:pt x="717566" y="36574"/>
                </a:lnTo>
                <a:lnTo>
                  <a:pt x="717948" y="36701"/>
                </a:lnTo>
                <a:lnTo>
                  <a:pt x="718324" y="36840"/>
                </a:lnTo>
                <a:lnTo>
                  <a:pt x="718694" y="36993"/>
                </a:lnTo>
                <a:lnTo>
                  <a:pt x="719059" y="37159"/>
                </a:lnTo>
                <a:lnTo>
                  <a:pt x="719419" y="37338"/>
                </a:lnTo>
                <a:lnTo>
                  <a:pt x="719773" y="37531"/>
                </a:lnTo>
                <a:lnTo>
                  <a:pt x="720122" y="37736"/>
                </a:lnTo>
                <a:lnTo>
                  <a:pt x="720465" y="37955"/>
                </a:lnTo>
                <a:lnTo>
                  <a:pt x="720803" y="38188"/>
                </a:lnTo>
                <a:lnTo>
                  <a:pt x="721135" y="38434"/>
                </a:lnTo>
                <a:lnTo>
                  <a:pt x="721462" y="38692"/>
                </a:lnTo>
                <a:lnTo>
                  <a:pt x="721784" y="38965"/>
                </a:lnTo>
                <a:lnTo>
                  <a:pt x="722100" y="39250"/>
                </a:lnTo>
                <a:lnTo>
                  <a:pt x="722410" y="39549"/>
                </a:lnTo>
                <a:lnTo>
                  <a:pt x="722715" y="39861"/>
                </a:lnTo>
                <a:lnTo>
                  <a:pt x="723012" y="40186"/>
                </a:lnTo>
                <a:lnTo>
                  <a:pt x="723296" y="40523"/>
                </a:lnTo>
                <a:lnTo>
                  <a:pt x="723568" y="40872"/>
                </a:lnTo>
                <a:lnTo>
                  <a:pt x="723829" y="41234"/>
                </a:lnTo>
                <a:lnTo>
                  <a:pt x="724077" y="41607"/>
                </a:lnTo>
                <a:lnTo>
                  <a:pt x="724314" y="41993"/>
                </a:lnTo>
                <a:lnTo>
                  <a:pt x="724538" y="42392"/>
                </a:lnTo>
                <a:lnTo>
                  <a:pt x="724751" y="42802"/>
                </a:lnTo>
                <a:lnTo>
                  <a:pt x="724951" y="43225"/>
                </a:lnTo>
                <a:lnTo>
                  <a:pt x="725140" y="43659"/>
                </a:lnTo>
                <a:lnTo>
                  <a:pt x="725317" y="44107"/>
                </a:lnTo>
                <a:lnTo>
                  <a:pt x="725481" y="44566"/>
                </a:lnTo>
                <a:lnTo>
                  <a:pt x="725634" y="45037"/>
                </a:lnTo>
                <a:lnTo>
                  <a:pt x="725775" y="45521"/>
                </a:lnTo>
                <a:lnTo>
                  <a:pt x="725904" y="46017"/>
                </a:lnTo>
                <a:lnTo>
                  <a:pt x="726021" y="46526"/>
                </a:lnTo>
                <a:lnTo>
                  <a:pt x="726125" y="47046"/>
                </a:lnTo>
                <a:lnTo>
                  <a:pt x="726218" y="47579"/>
                </a:lnTo>
                <a:lnTo>
                  <a:pt x="726299" y="48124"/>
                </a:lnTo>
                <a:lnTo>
                  <a:pt x="726368" y="48681"/>
                </a:lnTo>
                <a:lnTo>
                  <a:pt x="726425" y="49250"/>
                </a:lnTo>
                <a:lnTo>
                  <a:pt x="726470" y="49832"/>
                </a:lnTo>
                <a:lnTo>
                  <a:pt x="726503" y="50426"/>
                </a:lnTo>
                <a:lnTo>
                  <a:pt x="726524" y="51032"/>
                </a:lnTo>
                <a:lnTo>
                  <a:pt x="701129" y="51032"/>
                </a:lnTo>
                <a:lnTo>
                  <a:pt x="701131" y="50460"/>
                </a:lnTo>
                <a:lnTo>
                  <a:pt x="701145" y="49898"/>
                </a:lnTo>
                <a:lnTo>
                  <a:pt x="701172" y="49346"/>
                </a:lnTo>
                <a:close/>
                <a:moveTo>
                  <a:pt x="602087" y="88640"/>
                </a:moveTo>
                <a:lnTo>
                  <a:pt x="602087" y="24428"/>
                </a:lnTo>
                <a:lnTo>
                  <a:pt x="585097" y="24428"/>
                </a:lnTo>
                <a:lnTo>
                  <a:pt x="585097" y="88640"/>
                </a:lnTo>
                <a:lnTo>
                  <a:pt x="602087" y="88640"/>
                </a:lnTo>
                <a:close/>
                <a:moveTo>
                  <a:pt x="817806" y="113189"/>
                </a:moveTo>
                <a:lnTo>
                  <a:pt x="817806" y="102064"/>
                </a:lnTo>
                <a:lnTo>
                  <a:pt x="747184" y="102064"/>
                </a:lnTo>
                <a:lnTo>
                  <a:pt x="747184" y="113189"/>
                </a:lnTo>
                <a:lnTo>
                  <a:pt x="817806" y="113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F8556-6E60-453D-B0BA-DFD35F43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032" y="265990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CEC76-E64D-4EA3-8086-90EC28F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032" y="265990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27977-8F6A-407B-BDC0-0C42A8C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101" y="268597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887CF-C457-4BFF-986D-738D059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10" y="2633832"/>
            <a:ext cx="2435358" cy="1701042"/>
          </a:xfrm>
          <a:custGeom xmlns:a="http://schemas.openxmlformats.org/drawingml/2006/main">
            <a:pathLst>
              <a:path w="2435358" h="1701042">
                <a:moveTo>
                  <a:pt x="0" y="0"/>
                </a:moveTo>
                <a:lnTo>
                  <a:pt x="2435358" y="0"/>
                </a:lnTo>
                <a:lnTo>
                  <a:pt x="2435358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7880C-AB24-4E7B-AEB0-9A67D66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10" y="2633832"/>
            <a:ext cx="2435358" cy="1701042"/>
          </a:xfrm>
          <a:custGeom xmlns:a="http://schemas.openxmlformats.org/drawingml/2006/main">
            <a:pathLst>
              <a:path w="2435358" h="1701042" fill="none">
                <a:moveTo>
                  <a:pt x="0" y="0"/>
                </a:moveTo>
                <a:lnTo>
                  <a:pt x="2435358" y="0"/>
                </a:lnTo>
                <a:lnTo>
                  <a:pt x="2435358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F4035-16BB-4628-9452-04D2831E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332" y="3031394"/>
            <a:ext cx="2430991" cy="6517"/>
          </a:xfrm>
          <a:custGeom xmlns:a="http://schemas.openxmlformats.org/drawingml/2006/main">
            <a:pathLst>
              <a:path w="2430991" h="6517" fill="none">
                <a:moveTo>
                  <a:pt x="0" y="0"/>
                </a:moveTo>
                <a:lnTo>
                  <a:pt x="2430991" y="0"/>
                </a:lnTo>
                <a:lnTo>
                  <a:pt x="2430991" y="6517"/>
                </a:lnTo>
                <a:lnTo>
                  <a:pt x="0" y="65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78" name="Text &lt;&lt;subsystem&gt;&gt;">
            <a:extLst xmlns:a="http://schemas.openxmlformats.org/drawingml/2006/main">
              <a:ext uri="{FF2B5EF4-FFF2-40B4-BE49-F238E27FC236}">
                <a16:creationId xmlns:a16="http://schemas.microsoft.com/office/drawing/2014/main" id="{9F356EE3-80EB-486E-888F-41EB05E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962" y="2691833"/>
            <a:ext cx="867450" cy="114761"/>
          </a:xfrm>
          <a:custGeom xmlns:a="http://schemas.openxmlformats.org/drawingml/2006/main">
            <a:pathLst>
              <a:path w="867450" h="114761">
                <a:moveTo>
                  <a:pt x="0" y="49822"/>
                </a:moveTo>
                <a:lnTo>
                  <a:pt x="0" y="39665"/>
                </a:lnTo>
                <a:lnTo>
                  <a:pt x="58711" y="14874"/>
                </a:lnTo>
                <a:lnTo>
                  <a:pt x="58711" y="25758"/>
                </a:lnTo>
                <a:lnTo>
                  <a:pt x="12153" y="44804"/>
                </a:lnTo>
                <a:lnTo>
                  <a:pt x="58711" y="64092"/>
                </a:lnTo>
                <a:lnTo>
                  <a:pt x="58711" y="74976"/>
                </a:lnTo>
                <a:lnTo>
                  <a:pt x="0" y="49822"/>
                </a:lnTo>
                <a:close/>
                <a:moveTo>
                  <a:pt x="72317" y="49822"/>
                </a:moveTo>
                <a:lnTo>
                  <a:pt x="72317" y="39665"/>
                </a:lnTo>
                <a:lnTo>
                  <a:pt x="131028" y="14874"/>
                </a:lnTo>
                <a:lnTo>
                  <a:pt x="131028" y="25758"/>
                </a:lnTo>
                <a:lnTo>
                  <a:pt x="84471" y="44804"/>
                </a:lnTo>
                <a:lnTo>
                  <a:pt x="131028" y="64092"/>
                </a:lnTo>
                <a:lnTo>
                  <a:pt x="131028" y="74976"/>
                </a:lnTo>
                <a:lnTo>
                  <a:pt x="72317" y="49822"/>
                </a:lnTo>
                <a:close/>
                <a:moveTo>
                  <a:pt x="141672" y="69413"/>
                </a:moveTo>
                <a:lnTo>
                  <a:pt x="152435" y="67720"/>
                </a:lnTo>
                <a:cubicBezTo>
                  <a:pt x="153039" y="72014"/>
                  <a:pt x="154722" y="75305"/>
                  <a:pt x="157483" y="77593"/>
                </a:cubicBezTo>
                <a:cubicBezTo>
                  <a:pt x="160244" y="79879"/>
                  <a:pt x="164104" y="81022"/>
                  <a:pt x="169062" y="81022"/>
                </a:cubicBezTo>
                <a:cubicBezTo>
                  <a:pt x="174061" y="81022"/>
                  <a:pt x="177769" y="80012"/>
                  <a:pt x="180188" y="77993"/>
                </a:cubicBezTo>
                <a:cubicBezTo>
                  <a:pt x="182606" y="75973"/>
                  <a:pt x="183815" y="73603"/>
                  <a:pt x="183815" y="70885"/>
                </a:cubicBezTo>
                <a:cubicBezTo>
                  <a:pt x="183815" y="68445"/>
                  <a:pt x="182747" y="66525"/>
                  <a:pt x="180611" y="65126"/>
                </a:cubicBezTo>
                <a:cubicBezTo>
                  <a:pt x="179119" y="64166"/>
                  <a:pt x="175411" y="62946"/>
                  <a:pt x="169485" y="61466"/>
                </a:cubicBezTo>
                <a:cubicBezTo>
                  <a:pt x="161504" y="59449"/>
                  <a:pt x="155972" y="57704"/>
                  <a:pt x="152888" y="56232"/>
                </a:cubicBezTo>
                <a:cubicBezTo>
                  <a:pt x="149804" y="54759"/>
                  <a:pt x="147466" y="52722"/>
                  <a:pt x="145874" y="50119"/>
                </a:cubicBezTo>
                <a:cubicBezTo>
                  <a:pt x="144282" y="47517"/>
                  <a:pt x="143486" y="44642"/>
                  <a:pt x="143486" y="41495"/>
                </a:cubicBezTo>
                <a:cubicBezTo>
                  <a:pt x="143486" y="38631"/>
                  <a:pt x="144141" y="35978"/>
                  <a:pt x="145451" y="33537"/>
                </a:cubicBezTo>
                <a:cubicBezTo>
                  <a:pt x="146761" y="31096"/>
                  <a:pt x="148545" y="29068"/>
                  <a:pt x="150802" y="27455"/>
                </a:cubicBezTo>
                <a:cubicBezTo>
                  <a:pt x="152495" y="26204"/>
                  <a:pt x="154803" y="25145"/>
                  <a:pt x="157725" y="24278"/>
                </a:cubicBezTo>
                <a:cubicBezTo>
                  <a:pt x="160648" y="23410"/>
                  <a:pt x="163782" y="22976"/>
                  <a:pt x="167127" y="22976"/>
                </a:cubicBezTo>
                <a:cubicBezTo>
                  <a:pt x="172166" y="22976"/>
                  <a:pt x="176590" y="23707"/>
                  <a:pt x="180399" y="25168"/>
                </a:cubicBezTo>
                <a:cubicBezTo>
                  <a:pt x="184208" y="26628"/>
                  <a:pt x="187020" y="28606"/>
                  <a:pt x="188834" y="31103"/>
                </a:cubicBezTo>
                <a:cubicBezTo>
                  <a:pt x="190648" y="33599"/>
                  <a:pt x="191897" y="36936"/>
                  <a:pt x="192583" y="41116"/>
                </a:cubicBezTo>
                <a:lnTo>
                  <a:pt x="181941" y="42567"/>
                </a:lnTo>
                <a:cubicBezTo>
                  <a:pt x="181457" y="39261"/>
                  <a:pt x="180057" y="36682"/>
                  <a:pt x="177739" y="34827"/>
                </a:cubicBezTo>
                <a:cubicBezTo>
                  <a:pt x="175421" y="32973"/>
                  <a:pt x="172146" y="32046"/>
                  <a:pt x="167913" y="32046"/>
                </a:cubicBezTo>
                <a:cubicBezTo>
                  <a:pt x="162915" y="32046"/>
                  <a:pt x="159348" y="32869"/>
                  <a:pt x="157211" y="34514"/>
                </a:cubicBezTo>
                <a:cubicBezTo>
                  <a:pt x="155075" y="36158"/>
                  <a:pt x="154007" y="38083"/>
                  <a:pt x="154007" y="40290"/>
                </a:cubicBezTo>
                <a:cubicBezTo>
                  <a:pt x="154007" y="41693"/>
                  <a:pt x="154450" y="42957"/>
                  <a:pt x="155337" y="44080"/>
                </a:cubicBezTo>
                <a:cubicBezTo>
                  <a:pt x="156224" y="45243"/>
                  <a:pt x="157614" y="46205"/>
                  <a:pt x="159509" y="46967"/>
                </a:cubicBezTo>
                <a:cubicBezTo>
                  <a:pt x="160597" y="47369"/>
                  <a:pt x="163802" y="48292"/>
                  <a:pt x="169123" y="49736"/>
                </a:cubicBezTo>
                <a:cubicBezTo>
                  <a:pt x="176822" y="51790"/>
                  <a:pt x="182193" y="53472"/>
                  <a:pt x="185236" y="54781"/>
                </a:cubicBezTo>
                <a:cubicBezTo>
                  <a:pt x="188280" y="56089"/>
                  <a:pt x="190668" y="57993"/>
                  <a:pt x="192401" y="60491"/>
                </a:cubicBezTo>
                <a:cubicBezTo>
                  <a:pt x="194135" y="62987"/>
                  <a:pt x="195001" y="66088"/>
                  <a:pt x="195001" y="69793"/>
                </a:cubicBezTo>
                <a:cubicBezTo>
                  <a:pt x="195001" y="73418"/>
                  <a:pt x="193943" y="76832"/>
                  <a:pt x="191827" y="80034"/>
                </a:cubicBezTo>
                <a:cubicBezTo>
                  <a:pt x="189711" y="83235"/>
                  <a:pt x="186657" y="85711"/>
                  <a:pt x="182667" y="87463"/>
                </a:cubicBezTo>
                <a:cubicBezTo>
                  <a:pt x="178676" y="89216"/>
                  <a:pt x="174161" y="90092"/>
                  <a:pt x="169123" y="90092"/>
                </a:cubicBezTo>
                <a:cubicBezTo>
                  <a:pt x="160779" y="90092"/>
                  <a:pt x="154420" y="88353"/>
                  <a:pt x="150046" y="84877"/>
                </a:cubicBezTo>
                <a:cubicBezTo>
                  <a:pt x="145673" y="81400"/>
                  <a:pt x="142881" y="76245"/>
                  <a:pt x="141672" y="69413"/>
                </a:cubicBezTo>
                <a:close/>
                <a:moveTo>
                  <a:pt x="250024" y="88640"/>
                </a:moveTo>
                <a:lnTo>
                  <a:pt x="250024" y="79208"/>
                </a:lnTo>
                <a:cubicBezTo>
                  <a:pt x="245025" y="86464"/>
                  <a:pt x="238233" y="90092"/>
                  <a:pt x="229647" y="90092"/>
                </a:cubicBezTo>
                <a:cubicBezTo>
                  <a:pt x="225858" y="90092"/>
                  <a:pt x="222321" y="89366"/>
                  <a:pt x="219036" y="87915"/>
                </a:cubicBezTo>
                <a:cubicBezTo>
                  <a:pt x="215750" y="86464"/>
                  <a:pt x="213312" y="84640"/>
                  <a:pt x="211720" y="82443"/>
                </a:cubicBezTo>
                <a:cubicBezTo>
                  <a:pt x="210127" y="80246"/>
                  <a:pt x="209009" y="77555"/>
                  <a:pt x="208364" y="74371"/>
                </a:cubicBezTo>
                <a:cubicBezTo>
                  <a:pt x="207920" y="72235"/>
                  <a:pt x="207699" y="68849"/>
                  <a:pt x="207699" y="64213"/>
                </a:cubicBezTo>
                <a:lnTo>
                  <a:pt x="207699" y="24428"/>
                </a:lnTo>
                <a:lnTo>
                  <a:pt x="218582" y="24428"/>
                </a:lnTo>
                <a:lnTo>
                  <a:pt x="218582" y="60041"/>
                </a:lnTo>
                <a:cubicBezTo>
                  <a:pt x="218582" y="65725"/>
                  <a:pt x="218804" y="69554"/>
                  <a:pt x="219247" y="71529"/>
                </a:cubicBezTo>
                <a:cubicBezTo>
                  <a:pt x="219933" y="74391"/>
                  <a:pt x="221384" y="76638"/>
                  <a:pt x="223601" y="78271"/>
                </a:cubicBezTo>
                <a:cubicBezTo>
                  <a:pt x="225818" y="79903"/>
                  <a:pt x="228559" y="80720"/>
                  <a:pt x="231824" y="80720"/>
                </a:cubicBezTo>
                <a:cubicBezTo>
                  <a:pt x="235089" y="80720"/>
                  <a:pt x="238152" y="79883"/>
                  <a:pt x="241014" y="78210"/>
                </a:cubicBezTo>
                <a:cubicBezTo>
                  <a:pt x="243876" y="76538"/>
                  <a:pt x="245902" y="74260"/>
                  <a:pt x="247091" y="71378"/>
                </a:cubicBezTo>
                <a:cubicBezTo>
                  <a:pt x="248280" y="68496"/>
                  <a:pt x="248875" y="64314"/>
                  <a:pt x="248875" y="58832"/>
                </a:cubicBezTo>
                <a:lnTo>
                  <a:pt x="248875" y="24428"/>
                </a:lnTo>
                <a:lnTo>
                  <a:pt x="259758" y="24428"/>
                </a:lnTo>
                <a:lnTo>
                  <a:pt x="259758" y="88640"/>
                </a:lnTo>
                <a:lnTo>
                  <a:pt x="250024" y="88640"/>
                </a:lnTo>
                <a:close/>
                <a:moveTo>
                  <a:pt x="286827" y="88640"/>
                </a:moveTo>
                <a:lnTo>
                  <a:pt x="276730" y="88640"/>
                </a:lnTo>
                <a:lnTo>
                  <a:pt x="276730" y="0"/>
                </a:lnTo>
                <a:lnTo>
                  <a:pt x="287613" y="0"/>
                </a:lnTo>
                <a:lnTo>
                  <a:pt x="287613" y="31740"/>
                </a:lnTo>
                <a:cubicBezTo>
                  <a:pt x="292209" y="25898"/>
                  <a:pt x="298074" y="22976"/>
                  <a:pt x="305208" y="22976"/>
                </a:cubicBezTo>
                <a:cubicBezTo>
                  <a:pt x="309159" y="22976"/>
                  <a:pt x="312897" y="23772"/>
                  <a:pt x="316425" y="25365"/>
                </a:cubicBezTo>
                <a:cubicBezTo>
                  <a:pt x="319952" y="26957"/>
                  <a:pt x="322854" y="29194"/>
                  <a:pt x="325131" y="32076"/>
                </a:cubicBezTo>
                <a:cubicBezTo>
                  <a:pt x="327409" y="34958"/>
                  <a:pt x="329193" y="38435"/>
                  <a:pt x="330482" y="42506"/>
                </a:cubicBezTo>
                <a:cubicBezTo>
                  <a:pt x="331772" y="46578"/>
                  <a:pt x="332417" y="50931"/>
                  <a:pt x="332417" y="55567"/>
                </a:cubicBezTo>
                <a:cubicBezTo>
                  <a:pt x="332417" y="66571"/>
                  <a:pt x="329696" y="75076"/>
                  <a:pt x="324255" y="81082"/>
                </a:cubicBezTo>
                <a:cubicBezTo>
                  <a:pt x="318813" y="87089"/>
                  <a:pt x="312283" y="90092"/>
                  <a:pt x="304664" y="90092"/>
                </a:cubicBezTo>
                <a:cubicBezTo>
                  <a:pt x="297086" y="90092"/>
                  <a:pt x="291140" y="86887"/>
                  <a:pt x="286827" y="80478"/>
                </a:cubicBezTo>
                <a:lnTo>
                  <a:pt x="286827" y="88640"/>
                </a:lnTo>
                <a:moveTo>
                  <a:pt x="286706" y="56052"/>
                </a:moveTo>
                <a:cubicBezTo>
                  <a:pt x="286706" y="63713"/>
                  <a:pt x="287754" y="69249"/>
                  <a:pt x="289851" y="72659"/>
                </a:cubicBezTo>
                <a:cubicBezTo>
                  <a:pt x="293277" y="78234"/>
                  <a:pt x="297912" y="81022"/>
                  <a:pt x="303757" y="81022"/>
                </a:cubicBezTo>
                <a:cubicBezTo>
                  <a:pt x="308514" y="81022"/>
                  <a:pt x="312625" y="78966"/>
                  <a:pt x="316092" y="74855"/>
                </a:cubicBezTo>
                <a:cubicBezTo>
                  <a:pt x="319559" y="70743"/>
                  <a:pt x="321292" y="64616"/>
                  <a:pt x="321292" y="56474"/>
                </a:cubicBezTo>
                <a:cubicBezTo>
                  <a:pt x="321292" y="48131"/>
                  <a:pt x="319629" y="41974"/>
                  <a:pt x="316304" y="38004"/>
                </a:cubicBezTo>
                <a:cubicBezTo>
                  <a:pt x="312978" y="34032"/>
                  <a:pt x="308957" y="32046"/>
                  <a:pt x="304241" y="32046"/>
                </a:cubicBezTo>
                <a:cubicBezTo>
                  <a:pt x="299484" y="32046"/>
                  <a:pt x="295373" y="34102"/>
                  <a:pt x="291906" y="38213"/>
                </a:cubicBezTo>
                <a:cubicBezTo>
                  <a:pt x="288440" y="42325"/>
                  <a:pt x="286706" y="48271"/>
                  <a:pt x="286706" y="56052"/>
                </a:cubicBezTo>
                <a:close/>
                <a:moveTo>
                  <a:pt x="341287" y="69413"/>
                </a:moveTo>
                <a:lnTo>
                  <a:pt x="352049" y="67720"/>
                </a:lnTo>
                <a:cubicBezTo>
                  <a:pt x="352654" y="72014"/>
                  <a:pt x="354337" y="75305"/>
                  <a:pt x="357098" y="77593"/>
                </a:cubicBezTo>
                <a:cubicBezTo>
                  <a:pt x="359859" y="79879"/>
                  <a:pt x="363719" y="81022"/>
                  <a:pt x="368677" y="81022"/>
                </a:cubicBezTo>
                <a:cubicBezTo>
                  <a:pt x="373675" y="81022"/>
                  <a:pt x="377384" y="80012"/>
                  <a:pt x="379803" y="77993"/>
                </a:cubicBezTo>
                <a:cubicBezTo>
                  <a:pt x="382221" y="75973"/>
                  <a:pt x="383430" y="73603"/>
                  <a:pt x="383430" y="70885"/>
                </a:cubicBezTo>
                <a:cubicBezTo>
                  <a:pt x="383430" y="68445"/>
                  <a:pt x="382362" y="66525"/>
                  <a:pt x="380226" y="65126"/>
                </a:cubicBezTo>
                <a:cubicBezTo>
                  <a:pt x="378734" y="64166"/>
                  <a:pt x="375026" y="62946"/>
                  <a:pt x="369100" y="61466"/>
                </a:cubicBezTo>
                <a:cubicBezTo>
                  <a:pt x="361119" y="59449"/>
                  <a:pt x="355587" y="57704"/>
                  <a:pt x="352503" y="56232"/>
                </a:cubicBezTo>
                <a:cubicBezTo>
                  <a:pt x="349419" y="54759"/>
                  <a:pt x="347081" y="52722"/>
                  <a:pt x="345489" y="50119"/>
                </a:cubicBezTo>
                <a:cubicBezTo>
                  <a:pt x="343897" y="47517"/>
                  <a:pt x="343101" y="44642"/>
                  <a:pt x="343101" y="41495"/>
                </a:cubicBezTo>
                <a:cubicBezTo>
                  <a:pt x="343101" y="38631"/>
                  <a:pt x="343756" y="35978"/>
                  <a:pt x="345066" y="33537"/>
                </a:cubicBezTo>
                <a:cubicBezTo>
                  <a:pt x="346376" y="31096"/>
                  <a:pt x="348160" y="29068"/>
                  <a:pt x="350417" y="27455"/>
                </a:cubicBezTo>
                <a:cubicBezTo>
                  <a:pt x="352110" y="26204"/>
                  <a:pt x="354418" y="25145"/>
                  <a:pt x="357340" y="24278"/>
                </a:cubicBezTo>
                <a:cubicBezTo>
                  <a:pt x="360263" y="23410"/>
                  <a:pt x="363397" y="22976"/>
                  <a:pt x="366742" y="22976"/>
                </a:cubicBezTo>
                <a:cubicBezTo>
                  <a:pt x="371781" y="22976"/>
                  <a:pt x="376205" y="23707"/>
                  <a:pt x="380014" y="25168"/>
                </a:cubicBezTo>
                <a:cubicBezTo>
                  <a:pt x="383823" y="26628"/>
                  <a:pt x="386635" y="28606"/>
                  <a:pt x="388449" y="31103"/>
                </a:cubicBezTo>
                <a:cubicBezTo>
                  <a:pt x="390263" y="33599"/>
                  <a:pt x="391512" y="36936"/>
                  <a:pt x="392198" y="41116"/>
                </a:cubicBezTo>
                <a:lnTo>
                  <a:pt x="381556" y="42567"/>
                </a:lnTo>
                <a:cubicBezTo>
                  <a:pt x="381072" y="39261"/>
                  <a:pt x="379672" y="36682"/>
                  <a:pt x="377354" y="34827"/>
                </a:cubicBezTo>
                <a:cubicBezTo>
                  <a:pt x="375036" y="32973"/>
                  <a:pt x="371761" y="32046"/>
                  <a:pt x="367528" y="32046"/>
                </a:cubicBezTo>
                <a:cubicBezTo>
                  <a:pt x="362530" y="32046"/>
                  <a:pt x="358963" y="32869"/>
                  <a:pt x="356826" y="34514"/>
                </a:cubicBezTo>
                <a:cubicBezTo>
                  <a:pt x="354690" y="36158"/>
                  <a:pt x="353622" y="38083"/>
                  <a:pt x="353622" y="40290"/>
                </a:cubicBezTo>
                <a:cubicBezTo>
                  <a:pt x="353622" y="41693"/>
                  <a:pt x="354065" y="42957"/>
                  <a:pt x="354952" y="44080"/>
                </a:cubicBezTo>
                <a:cubicBezTo>
                  <a:pt x="355839" y="45243"/>
                  <a:pt x="357229" y="46205"/>
                  <a:pt x="359124" y="46967"/>
                </a:cubicBezTo>
                <a:cubicBezTo>
                  <a:pt x="360212" y="47369"/>
                  <a:pt x="363417" y="48292"/>
                  <a:pt x="368738" y="49736"/>
                </a:cubicBezTo>
                <a:cubicBezTo>
                  <a:pt x="376437" y="51790"/>
                  <a:pt x="381808" y="53472"/>
                  <a:pt x="384851" y="54781"/>
                </a:cubicBezTo>
                <a:cubicBezTo>
                  <a:pt x="387895" y="56089"/>
                  <a:pt x="390283" y="57993"/>
                  <a:pt x="392016" y="60491"/>
                </a:cubicBezTo>
                <a:cubicBezTo>
                  <a:pt x="393750" y="62987"/>
                  <a:pt x="394616" y="66088"/>
                  <a:pt x="394616" y="69793"/>
                </a:cubicBezTo>
                <a:cubicBezTo>
                  <a:pt x="394616" y="73418"/>
                  <a:pt x="393558" y="76832"/>
                  <a:pt x="391442" y="80034"/>
                </a:cubicBezTo>
                <a:cubicBezTo>
                  <a:pt x="389326" y="83235"/>
                  <a:pt x="386272" y="85711"/>
                  <a:pt x="382282" y="87463"/>
                </a:cubicBezTo>
                <a:cubicBezTo>
                  <a:pt x="378291" y="89216"/>
                  <a:pt x="373776" y="90092"/>
                  <a:pt x="368738" y="90092"/>
                </a:cubicBezTo>
                <a:cubicBezTo>
                  <a:pt x="360394" y="90092"/>
                  <a:pt x="354035" y="88353"/>
                  <a:pt x="349661" y="84877"/>
                </a:cubicBezTo>
                <a:cubicBezTo>
                  <a:pt x="345288" y="81400"/>
                  <a:pt x="342496" y="76245"/>
                  <a:pt x="341287" y="69413"/>
                </a:cubicBezTo>
                <a:close/>
                <a:moveTo>
                  <a:pt x="407072" y="113431"/>
                </a:moveTo>
                <a:lnTo>
                  <a:pt x="405863" y="103212"/>
                </a:lnTo>
                <a:cubicBezTo>
                  <a:pt x="408241" y="103857"/>
                  <a:pt x="410317" y="104180"/>
                  <a:pt x="412091" y="104180"/>
                </a:cubicBezTo>
                <a:cubicBezTo>
                  <a:pt x="414509" y="104180"/>
                  <a:pt x="416444" y="103772"/>
                  <a:pt x="417895" y="102955"/>
                </a:cubicBezTo>
                <a:cubicBezTo>
                  <a:pt x="419346" y="102140"/>
                  <a:pt x="420535" y="100998"/>
                  <a:pt x="421462" y="99530"/>
                </a:cubicBezTo>
                <a:cubicBezTo>
                  <a:pt x="422148" y="98429"/>
                  <a:pt x="423256" y="95697"/>
                  <a:pt x="424788" y="91333"/>
                </a:cubicBezTo>
                <a:cubicBezTo>
                  <a:pt x="424990" y="90721"/>
                  <a:pt x="425312" y="89823"/>
                  <a:pt x="425755" y="88640"/>
                </a:cubicBezTo>
                <a:lnTo>
                  <a:pt x="401388" y="24428"/>
                </a:lnTo>
                <a:lnTo>
                  <a:pt x="413118" y="24428"/>
                </a:lnTo>
                <a:lnTo>
                  <a:pt x="426481" y="61526"/>
                </a:lnTo>
                <a:cubicBezTo>
                  <a:pt x="428214" y="66232"/>
                  <a:pt x="429766" y="71179"/>
                  <a:pt x="431137" y="76366"/>
                </a:cubicBezTo>
                <a:cubicBezTo>
                  <a:pt x="432386" y="71379"/>
                  <a:pt x="433878" y="66513"/>
                  <a:pt x="435611" y="61768"/>
                </a:cubicBezTo>
                <a:lnTo>
                  <a:pt x="449336" y="24428"/>
                </a:lnTo>
                <a:lnTo>
                  <a:pt x="460220" y="24428"/>
                </a:lnTo>
                <a:lnTo>
                  <a:pt x="435792" y="89772"/>
                </a:lnTo>
                <a:cubicBezTo>
                  <a:pt x="433172" y="96831"/>
                  <a:pt x="431137" y="101692"/>
                  <a:pt x="429686" y="104354"/>
                </a:cubicBezTo>
                <a:cubicBezTo>
                  <a:pt x="427751" y="107944"/>
                  <a:pt x="425534" y="110576"/>
                  <a:pt x="423035" y="112250"/>
                </a:cubicBezTo>
                <a:cubicBezTo>
                  <a:pt x="420535" y="113924"/>
                  <a:pt x="417552" y="114761"/>
                  <a:pt x="414086" y="114761"/>
                </a:cubicBezTo>
                <a:cubicBezTo>
                  <a:pt x="411990" y="114761"/>
                  <a:pt x="409652" y="114318"/>
                  <a:pt x="407072" y="113431"/>
                </a:cubicBezTo>
                <a:close/>
                <a:moveTo>
                  <a:pt x="465117" y="69413"/>
                </a:moveTo>
                <a:lnTo>
                  <a:pt x="475880" y="67720"/>
                </a:lnTo>
                <a:cubicBezTo>
                  <a:pt x="476485" y="72014"/>
                  <a:pt x="478168" y="75305"/>
                  <a:pt x="480929" y="77593"/>
                </a:cubicBezTo>
                <a:cubicBezTo>
                  <a:pt x="483690" y="79879"/>
                  <a:pt x="487550" y="81022"/>
                  <a:pt x="492508" y="81022"/>
                </a:cubicBezTo>
                <a:cubicBezTo>
                  <a:pt x="497506" y="81022"/>
                  <a:pt x="501215" y="80012"/>
                  <a:pt x="503633" y="77993"/>
                </a:cubicBezTo>
                <a:cubicBezTo>
                  <a:pt x="506052" y="75973"/>
                  <a:pt x="507261" y="73603"/>
                  <a:pt x="507261" y="70885"/>
                </a:cubicBezTo>
                <a:cubicBezTo>
                  <a:pt x="507261" y="68445"/>
                  <a:pt x="506193" y="66525"/>
                  <a:pt x="504056" y="65126"/>
                </a:cubicBezTo>
                <a:cubicBezTo>
                  <a:pt x="502565" y="64166"/>
                  <a:pt x="498856" y="62946"/>
                  <a:pt x="492931" y="61466"/>
                </a:cubicBezTo>
                <a:cubicBezTo>
                  <a:pt x="484950" y="59449"/>
                  <a:pt x="479417" y="57704"/>
                  <a:pt x="476334" y="56232"/>
                </a:cubicBezTo>
                <a:cubicBezTo>
                  <a:pt x="473250" y="54759"/>
                  <a:pt x="470912" y="52722"/>
                  <a:pt x="469320" y="50119"/>
                </a:cubicBezTo>
                <a:cubicBezTo>
                  <a:pt x="467728" y="47517"/>
                  <a:pt x="466931" y="44642"/>
                  <a:pt x="466931" y="41495"/>
                </a:cubicBezTo>
                <a:cubicBezTo>
                  <a:pt x="466931" y="38631"/>
                  <a:pt x="467586" y="35978"/>
                  <a:pt x="468896" y="33537"/>
                </a:cubicBezTo>
                <a:cubicBezTo>
                  <a:pt x="470207" y="31096"/>
                  <a:pt x="471990" y="29068"/>
                  <a:pt x="474248" y="27455"/>
                </a:cubicBezTo>
                <a:cubicBezTo>
                  <a:pt x="475941" y="26204"/>
                  <a:pt x="478248" y="25145"/>
                  <a:pt x="481171" y="24278"/>
                </a:cubicBezTo>
                <a:cubicBezTo>
                  <a:pt x="484093" y="23410"/>
                  <a:pt x="487227" y="22976"/>
                  <a:pt x="490573" y="22976"/>
                </a:cubicBezTo>
                <a:cubicBezTo>
                  <a:pt x="495612" y="22976"/>
                  <a:pt x="500036" y="23707"/>
                  <a:pt x="503845" y="25168"/>
                </a:cubicBezTo>
                <a:cubicBezTo>
                  <a:pt x="507654" y="26628"/>
                  <a:pt x="510466" y="28606"/>
                  <a:pt x="512280" y="31103"/>
                </a:cubicBezTo>
                <a:cubicBezTo>
                  <a:pt x="514093" y="33599"/>
                  <a:pt x="515343" y="36936"/>
                  <a:pt x="516028" y="41116"/>
                </a:cubicBezTo>
                <a:lnTo>
                  <a:pt x="505387" y="42567"/>
                </a:lnTo>
                <a:cubicBezTo>
                  <a:pt x="504903" y="39261"/>
                  <a:pt x="503502" y="36682"/>
                  <a:pt x="501184" y="34827"/>
                </a:cubicBezTo>
                <a:cubicBezTo>
                  <a:pt x="498867" y="32973"/>
                  <a:pt x="495591" y="32046"/>
                  <a:pt x="491359" y="32046"/>
                </a:cubicBezTo>
                <a:cubicBezTo>
                  <a:pt x="486361" y="32046"/>
                  <a:pt x="482793" y="32869"/>
                  <a:pt x="480657" y="34514"/>
                </a:cubicBezTo>
                <a:cubicBezTo>
                  <a:pt x="478520" y="36158"/>
                  <a:pt x="477452" y="38083"/>
                  <a:pt x="477452" y="40290"/>
                </a:cubicBezTo>
                <a:cubicBezTo>
                  <a:pt x="477452" y="41693"/>
                  <a:pt x="477896" y="42957"/>
                  <a:pt x="478782" y="44080"/>
                </a:cubicBezTo>
                <a:cubicBezTo>
                  <a:pt x="479669" y="45243"/>
                  <a:pt x="481060" y="46205"/>
                  <a:pt x="482954" y="46967"/>
                </a:cubicBezTo>
                <a:cubicBezTo>
                  <a:pt x="484043" y="47369"/>
                  <a:pt x="487247" y="48292"/>
                  <a:pt x="492568" y="49736"/>
                </a:cubicBezTo>
                <a:cubicBezTo>
                  <a:pt x="500267" y="51790"/>
                  <a:pt x="505639" y="53472"/>
                  <a:pt x="508682" y="54781"/>
                </a:cubicBezTo>
                <a:cubicBezTo>
                  <a:pt x="511725" y="56089"/>
                  <a:pt x="514114" y="57993"/>
                  <a:pt x="515847" y="60491"/>
                </a:cubicBezTo>
                <a:cubicBezTo>
                  <a:pt x="517580" y="62987"/>
                  <a:pt x="518447" y="66088"/>
                  <a:pt x="518447" y="69793"/>
                </a:cubicBezTo>
                <a:cubicBezTo>
                  <a:pt x="518447" y="73418"/>
                  <a:pt x="517389" y="76832"/>
                  <a:pt x="515273" y="80034"/>
                </a:cubicBezTo>
                <a:cubicBezTo>
                  <a:pt x="513156" y="83235"/>
                  <a:pt x="510103" y="85711"/>
                  <a:pt x="506112" y="87463"/>
                </a:cubicBezTo>
                <a:cubicBezTo>
                  <a:pt x="502122" y="89216"/>
                  <a:pt x="497607" y="90092"/>
                  <a:pt x="492568" y="90092"/>
                </a:cubicBezTo>
                <a:cubicBezTo>
                  <a:pt x="484224" y="90092"/>
                  <a:pt x="477865" y="88353"/>
                  <a:pt x="473492" y="84877"/>
                </a:cubicBezTo>
                <a:cubicBezTo>
                  <a:pt x="469118" y="81400"/>
                  <a:pt x="466327" y="76245"/>
                  <a:pt x="465117" y="69413"/>
                </a:cubicBezTo>
                <a:close/>
                <a:moveTo>
                  <a:pt x="555148" y="79027"/>
                </a:moveTo>
                <a:lnTo>
                  <a:pt x="556721" y="88640"/>
                </a:lnTo>
                <a:cubicBezTo>
                  <a:pt x="553657" y="89205"/>
                  <a:pt x="550916" y="89487"/>
                  <a:pt x="548497" y="89487"/>
                </a:cubicBezTo>
                <a:cubicBezTo>
                  <a:pt x="544547" y="89487"/>
                  <a:pt x="541484" y="88862"/>
                  <a:pt x="539307" y="87613"/>
                </a:cubicBezTo>
                <a:cubicBezTo>
                  <a:pt x="537130" y="86363"/>
                  <a:pt x="535598" y="84720"/>
                  <a:pt x="534712" y="82685"/>
                </a:cubicBezTo>
                <a:cubicBezTo>
                  <a:pt x="533825" y="80649"/>
                  <a:pt x="533381" y="76366"/>
                  <a:pt x="533381" y="69836"/>
                </a:cubicBezTo>
                <a:lnTo>
                  <a:pt x="533381" y="32893"/>
                </a:lnTo>
                <a:lnTo>
                  <a:pt x="525400" y="32893"/>
                </a:lnTo>
                <a:lnTo>
                  <a:pt x="525400" y="24428"/>
                </a:lnTo>
                <a:lnTo>
                  <a:pt x="533381" y="24428"/>
                </a:lnTo>
                <a:lnTo>
                  <a:pt x="533381" y="8482"/>
                </a:lnTo>
                <a:lnTo>
                  <a:pt x="544204" y="1935"/>
                </a:lnTo>
                <a:lnTo>
                  <a:pt x="544204" y="24428"/>
                </a:lnTo>
                <a:lnTo>
                  <a:pt x="555148" y="24428"/>
                </a:lnTo>
                <a:lnTo>
                  <a:pt x="555148" y="32893"/>
                </a:lnTo>
                <a:lnTo>
                  <a:pt x="544204" y="32893"/>
                </a:lnTo>
                <a:lnTo>
                  <a:pt x="544204" y="70441"/>
                </a:lnTo>
                <a:cubicBezTo>
                  <a:pt x="544204" y="73545"/>
                  <a:pt x="544396" y="75540"/>
                  <a:pt x="544779" y="76427"/>
                </a:cubicBezTo>
                <a:cubicBezTo>
                  <a:pt x="545162" y="77314"/>
                  <a:pt x="545787" y="78019"/>
                  <a:pt x="546653" y="78543"/>
                </a:cubicBezTo>
                <a:cubicBezTo>
                  <a:pt x="547520" y="79067"/>
                  <a:pt x="548759" y="79329"/>
                  <a:pt x="550372" y="79329"/>
                </a:cubicBezTo>
                <a:cubicBezTo>
                  <a:pt x="551581" y="79329"/>
                  <a:pt x="553173" y="79228"/>
                  <a:pt x="555148" y="79027"/>
                </a:cubicBezTo>
                <a:close/>
                <a:moveTo>
                  <a:pt x="609769" y="67962"/>
                </a:moveTo>
                <a:lnTo>
                  <a:pt x="621015" y="69352"/>
                </a:lnTo>
                <a:cubicBezTo>
                  <a:pt x="619241" y="75923"/>
                  <a:pt x="615956" y="81022"/>
                  <a:pt x="611159" y="84650"/>
                </a:cubicBezTo>
                <a:cubicBezTo>
                  <a:pt x="606363" y="88278"/>
                  <a:pt x="600235" y="90092"/>
                  <a:pt x="592778" y="90092"/>
                </a:cubicBezTo>
                <a:cubicBezTo>
                  <a:pt x="583386" y="90092"/>
                  <a:pt x="575939" y="87199"/>
                  <a:pt x="570437" y="81415"/>
                </a:cubicBezTo>
                <a:cubicBezTo>
                  <a:pt x="564934" y="75631"/>
                  <a:pt x="562183" y="67518"/>
                  <a:pt x="562183" y="57078"/>
                </a:cubicBezTo>
                <a:cubicBezTo>
                  <a:pt x="562183" y="46275"/>
                  <a:pt x="564965" y="37891"/>
                  <a:pt x="570527" y="31925"/>
                </a:cubicBezTo>
                <a:cubicBezTo>
                  <a:pt x="576090" y="25959"/>
                  <a:pt x="583306" y="22976"/>
                  <a:pt x="592174" y="22976"/>
                </a:cubicBezTo>
                <a:cubicBezTo>
                  <a:pt x="600760" y="22976"/>
                  <a:pt x="607773" y="25894"/>
                  <a:pt x="613215" y="31730"/>
                </a:cubicBezTo>
                <a:cubicBezTo>
                  <a:pt x="618657" y="37565"/>
                  <a:pt x="621378" y="45775"/>
                  <a:pt x="621378" y="56358"/>
                </a:cubicBezTo>
                <a:cubicBezTo>
                  <a:pt x="621378" y="57002"/>
                  <a:pt x="621358" y="57968"/>
                  <a:pt x="621317" y="59255"/>
                </a:cubicBezTo>
                <a:lnTo>
                  <a:pt x="573430" y="59255"/>
                </a:lnTo>
                <a:cubicBezTo>
                  <a:pt x="573833" y="66289"/>
                  <a:pt x="575828" y="71675"/>
                  <a:pt x="579416" y="75414"/>
                </a:cubicBezTo>
                <a:cubicBezTo>
                  <a:pt x="583003" y="79153"/>
                  <a:pt x="587478" y="81022"/>
                  <a:pt x="592839" y="81022"/>
                </a:cubicBezTo>
                <a:cubicBezTo>
                  <a:pt x="596829" y="81022"/>
                  <a:pt x="600235" y="79984"/>
                  <a:pt x="603057" y="77908"/>
                </a:cubicBezTo>
                <a:cubicBezTo>
                  <a:pt x="605879" y="75831"/>
                  <a:pt x="608116" y="72515"/>
                  <a:pt x="609769" y="67962"/>
                </a:cubicBezTo>
                <a:moveTo>
                  <a:pt x="574034" y="50185"/>
                </a:moveTo>
                <a:lnTo>
                  <a:pt x="609890" y="50185"/>
                </a:lnTo>
                <a:cubicBezTo>
                  <a:pt x="609406" y="44872"/>
                  <a:pt x="608035" y="40887"/>
                  <a:pt x="605778" y="38230"/>
                </a:cubicBezTo>
                <a:cubicBezTo>
                  <a:pt x="602311" y="34107"/>
                  <a:pt x="597817" y="32046"/>
                  <a:pt x="592295" y="32046"/>
                </a:cubicBezTo>
                <a:cubicBezTo>
                  <a:pt x="587296" y="32046"/>
                  <a:pt x="583094" y="33692"/>
                  <a:pt x="579688" y="36983"/>
                </a:cubicBezTo>
                <a:cubicBezTo>
                  <a:pt x="576282" y="40274"/>
                  <a:pt x="574397" y="44674"/>
                  <a:pt x="574034" y="50185"/>
                </a:cubicBezTo>
                <a:close/>
                <a:moveTo>
                  <a:pt x="634661" y="88640"/>
                </a:moveTo>
                <a:lnTo>
                  <a:pt x="634661" y="24428"/>
                </a:lnTo>
                <a:lnTo>
                  <a:pt x="644396" y="24428"/>
                </a:lnTo>
                <a:lnTo>
                  <a:pt x="644396" y="33376"/>
                </a:lnTo>
                <a:cubicBezTo>
                  <a:pt x="646411" y="30250"/>
                  <a:pt x="649092" y="27735"/>
                  <a:pt x="652437" y="25831"/>
                </a:cubicBezTo>
                <a:cubicBezTo>
                  <a:pt x="655783" y="23928"/>
                  <a:pt x="659592" y="22976"/>
                  <a:pt x="663865" y="22976"/>
                </a:cubicBezTo>
                <a:cubicBezTo>
                  <a:pt x="668622" y="22976"/>
                  <a:pt x="672522" y="23959"/>
                  <a:pt x="675565" y="25924"/>
                </a:cubicBezTo>
                <a:cubicBezTo>
                  <a:pt x="678608" y="27888"/>
                  <a:pt x="680755" y="30634"/>
                  <a:pt x="682004" y="34162"/>
                </a:cubicBezTo>
                <a:cubicBezTo>
                  <a:pt x="687083" y="26705"/>
                  <a:pt x="693694" y="22976"/>
                  <a:pt x="701837" y="22976"/>
                </a:cubicBezTo>
                <a:cubicBezTo>
                  <a:pt x="708206" y="22976"/>
                  <a:pt x="713103" y="24740"/>
                  <a:pt x="716529" y="28267"/>
                </a:cubicBezTo>
                <a:cubicBezTo>
                  <a:pt x="719956" y="31794"/>
                  <a:pt x="721669" y="37226"/>
                  <a:pt x="721669" y="44562"/>
                </a:cubicBezTo>
                <a:lnTo>
                  <a:pt x="721669" y="88640"/>
                </a:lnTo>
                <a:lnTo>
                  <a:pt x="710846" y="88640"/>
                </a:lnTo>
                <a:lnTo>
                  <a:pt x="710846" y="48146"/>
                </a:lnTo>
                <a:cubicBezTo>
                  <a:pt x="710846" y="43788"/>
                  <a:pt x="710493" y="40651"/>
                  <a:pt x="709788" y="38735"/>
                </a:cubicBezTo>
                <a:cubicBezTo>
                  <a:pt x="709082" y="36818"/>
                  <a:pt x="707802" y="35274"/>
                  <a:pt x="705948" y="34104"/>
                </a:cubicBezTo>
                <a:cubicBezTo>
                  <a:pt x="704094" y="32933"/>
                  <a:pt x="701917" y="32348"/>
                  <a:pt x="699418" y="32348"/>
                </a:cubicBezTo>
                <a:cubicBezTo>
                  <a:pt x="694903" y="32348"/>
                  <a:pt x="691155" y="33852"/>
                  <a:pt x="688172" y="36859"/>
                </a:cubicBezTo>
                <a:cubicBezTo>
                  <a:pt x="685189" y="39864"/>
                  <a:pt x="683697" y="44676"/>
                  <a:pt x="683697" y="51294"/>
                </a:cubicBezTo>
                <a:lnTo>
                  <a:pt x="683697" y="88640"/>
                </a:lnTo>
                <a:lnTo>
                  <a:pt x="672814" y="88640"/>
                </a:lnTo>
                <a:lnTo>
                  <a:pt x="672814" y="46875"/>
                </a:lnTo>
                <a:cubicBezTo>
                  <a:pt x="672814" y="42033"/>
                  <a:pt x="671927" y="38401"/>
                  <a:pt x="670153" y="35980"/>
                </a:cubicBezTo>
                <a:cubicBezTo>
                  <a:pt x="668380" y="33559"/>
                  <a:pt x="665478" y="32348"/>
                  <a:pt x="661447" y="32348"/>
                </a:cubicBezTo>
                <a:cubicBezTo>
                  <a:pt x="658383" y="32348"/>
                  <a:pt x="655551" y="33156"/>
                  <a:pt x="652951" y="34771"/>
                </a:cubicBezTo>
                <a:cubicBezTo>
                  <a:pt x="650351" y="36384"/>
                  <a:pt x="648467" y="38745"/>
                  <a:pt x="647298" y="41853"/>
                </a:cubicBezTo>
                <a:cubicBezTo>
                  <a:pt x="646129" y="44959"/>
                  <a:pt x="645545" y="49438"/>
                  <a:pt x="645545" y="55289"/>
                </a:cubicBezTo>
                <a:lnTo>
                  <a:pt x="645545" y="88640"/>
                </a:lnTo>
                <a:lnTo>
                  <a:pt x="634661" y="88640"/>
                </a:lnTo>
                <a:close/>
                <a:moveTo>
                  <a:pt x="795132" y="49822"/>
                </a:moveTo>
                <a:lnTo>
                  <a:pt x="736422" y="74976"/>
                </a:lnTo>
                <a:lnTo>
                  <a:pt x="736422" y="64092"/>
                </a:lnTo>
                <a:lnTo>
                  <a:pt x="782919" y="44804"/>
                </a:lnTo>
                <a:lnTo>
                  <a:pt x="736422" y="25758"/>
                </a:lnTo>
                <a:lnTo>
                  <a:pt x="736422" y="14874"/>
                </a:lnTo>
                <a:lnTo>
                  <a:pt x="795132" y="39665"/>
                </a:lnTo>
                <a:lnTo>
                  <a:pt x="795132" y="49822"/>
                </a:lnTo>
                <a:close/>
                <a:moveTo>
                  <a:pt x="867450" y="49822"/>
                </a:moveTo>
                <a:lnTo>
                  <a:pt x="808739" y="74976"/>
                </a:lnTo>
                <a:lnTo>
                  <a:pt x="808739" y="64092"/>
                </a:lnTo>
                <a:lnTo>
                  <a:pt x="855236" y="44804"/>
                </a:lnTo>
                <a:lnTo>
                  <a:pt x="808739" y="25758"/>
                </a:lnTo>
                <a:lnTo>
                  <a:pt x="808739" y="14874"/>
                </a:lnTo>
                <a:lnTo>
                  <a:pt x="867450" y="39665"/>
                </a:lnTo>
                <a:lnTo>
                  <a:pt x="867450" y="49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Microservice_B">
            <a:extLst xmlns:a="http://schemas.openxmlformats.org/drawingml/2006/main">
              <a:ext uri="{FF2B5EF4-FFF2-40B4-BE49-F238E27FC236}">
                <a16:creationId xmlns:a16="http://schemas.microsoft.com/office/drawing/2014/main" id="{5E6671A5-8963-4B05-B053-CD537F1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850" y="2841734"/>
            <a:ext cx="900504" cy="113189"/>
          </a:xfrm>
          <a:custGeom xmlns:a="http://schemas.openxmlformats.org/drawingml/2006/main">
            <a:pathLst>
              <a:path w="900504" h="113189">
                <a:moveTo>
                  <a:pt x="103272" y="15721"/>
                </a:moveTo>
                <a:lnTo>
                  <a:pt x="120262" y="15721"/>
                </a:lnTo>
                <a:lnTo>
                  <a:pt x="120262" y="0"/>
                </a:lnTo>
                <a:lnTo>
                  <a:pt x="103272" y="0"/>
                </a:lnTo>
                <a:lnTo>
                  <a:pt x="103272" y="15721"/>
                </a:lnTo>
                <a:close/>
                <a:moveTo>
                  <a:pt x="51395" y="88640"/>
                </a:moveTo>
                <a:lnTo>
                  <a:pt x="68990" y="18865"/>
                </a:lnTo>
                <a:lnTo>
                  <a:pt x="68990" y="88640"/>
                </a:lnTo>
                <a:lnTo>
                  <a:pt x="85617" y="88640"/>
                </a:lnTo>
                <a:lnTo>
                  <a:pt x="85617" y="0"/>
                </a:lnTo>
                <a:lnTo>
                  <a:pt x="58771" y="0"/>
                </a:lnTo>
                <a:lnTo>
                  <a:pt x="42869" y="60464"/>
                </a:lnTo>
                <a:lnTo>
                  <a:pt x="26786" y="0"/>
                </a:lnTo>
                <a:lnTo>
                  <a:pt x="0" y="0"/>
                </a:lnTo>
                <a:lnTo>
                  <a:pt x="0" y="88640"/>
                </a:lnTo>
                <a:lnTo>
                  <a:pt x="16628" y="88640"/>
                </a:lnTo>
                <a:lnTo>
                  <a:pt x="16628" y="18865"/>
                </a:lnTo>
                <a:lnTo>
                  <a:pt x="34162" y="88640"/>
                </a:lnTo>
                <a:lnTo>
                  <a:pt x="51395" y="88640"/>
                </a:lnTo>
                <a:close/>
                <a:moveTo>
                  <a:pt x="222834" y="64888"/>
                </a:moveTo>
                <a:lnTo>
                  <a:pt x="222851" y="63659"/>
                </a:lnTo>
                <a:lnTo>
                  <a:pt x="222873" y="62469"/>
                </a:lnTo>
                <a:lnTo>
                  <a:pt x="222900" y="61318"/>
                </a:lnTo>
                <a:lnTo>
                  <a:pt x="222932" y="60207"/>
                </a:lnTo>
                <a:lnTo>
                  <a:pt x="222969" y="59134"/>
                </a:lnTo>
                <a:lnTo>
                  <a:pt x="223011" y="58100"/>
                </a:lnTo>
                <a:lnTo>
                  <a:pt x="223058" y="57106"/>
                </a:lnTo>
                <a:lnTo>
                  <a:pt x="223110" y="56150"/>
                </a:lnTo>
                <a:lnTo>
                  <a:pt x="223167" y="55234"/>
                </a:lnTo>
                <a:lnTo>
                  <a:pt x="223228" y="54357"/>
                </a:lnTo>
                <a:lnTo>
                  <a:pt x="223295" y="53518"/>
                </a:lnTo>
                <a:lnTo>
                  <a:pt x="223367" y="52719"/>
                </a:lnTo>
                <a:lnTo>
                  <a:pt x="223443" y="51959"/>
                </a:lnTo>
                <a:lnTo>
                  <a:pt x="223525" y="51238"/>
                </a:lnTo>
                <a:lnTo>
                  <a:pt x="223611" y="50556"/>
                </a:lnTo>
                <a:lnTo>
                  <a:pt x="223702" y="49913"/>
                </a:lnTo>
                <a:lnTo>
                  <a:pt x="223798" y="49309"/>
                </a:lnTo>
                <a:lnTo>
                  <a:pt x="223899" y="48744"/>
                </a:lnTo>
                <a:lnTo>
                  <a:pt x="224006" y="48218"/>
                </a:lnTo>
                <a:lnTo>
                  <a:pt x="224117" y="47731"/>
                </a:lnTo>
                <a:lnTo>
                  <a:pt x="224233" y="47283"/>
                </a:lnTo>
                <a:lnTo>
                  <a:pt x="224353" y="46860"/>
                </a:lnTo>
                <a:lnTo>
                  <a:pt x="224477" y="46448"/>
                </a:lnTo>
                <a:lnTo>
                  <a:pt x="224604" y="46048"/>
                </a:lnTo>
                <a:lnTo>
                  <a:pt x="224736" y="45658"/>
                </a:lnTo>
                <a:lnTo>
                  <a:pt x="224870" y="45279"/>
                </a:lnTo>
                <a:lnTo>
                  <a:pt x="225009" y="44912"/>
                </a:lnTo>
                <a:lnTo>
                  <a:pt x="225151" y="44555"/>
                </a:lnTo>
                <a:lnTo>
                  <a:pt x="225297" y="44209"/>
                </a:lnTo>
                <a:lnTo>
                  <a:pt x="225447" y="43875"/>
                </a:lnTo>
                <a:lnTo>
                  <a:pt x="225600" y="43551"/>
                </a:lnTo>
                <a:lnTo>
                  <a:pt x="225757" y="43239"/>
                </a:lnTo>
                <a:lnTo>
                  <a:pt x="225918" y="42937"/>
                </a:lnTo>
                <a:lnTo>
                  <a:pt x="226082" y="42647"/>
                </a:lnTo>
                <a:lnTo>
                  <a:pt x="226250" y="42367"/>
                </a:lnTo>
                <a:lnTo>
                  <a:pt x="226422" y="42099"/>
                </a:lnTo>
                <a:lnTo>
                  <a:pt x="226597" y="41841"/>
                </a:lnTo>
                <a:lnTo>
                  <a:pt x="226776" y="41595"/>
                </a:lnTo>
                <a:lnTo>
                  <a:pt x="226959" y="41359"/>
                </a:lnTo>
                <a:lnTo>
                  <a:pt x="227145" y="41135"/>
                </a:lnTo>
                <a:lnTo>
                  <a:pt x="227335" y="40922"/>
                </a:lnTo>
                <a:lnTo>
                  <a:pt x="227529" y="40719"/>
                </a:lnTo>
                <a:lnTo>
                  <a:pt x="227727" y="40528"/>
                </a:lnTo>
                <a:lnTo>
                  <a:pt x="227928" y="40348"/>
                </a:lnTo>
                <a:lnTo>
                  <a:pt x="228132" y="40178"/>
                </a:lnTo>
                <a:lnTo>
                  <a:pt x="228341" y="40018"/>
                </a:lnTo>
                <a:lnTo>
                  <a:pt x="228553" y="39865"/>
                </a:lnTo>
                <a:lnTo>
                  <a:pt x="228769" y="39718"/>
                </a:lnTo>
                <a:lnTo>
                  <a:pt x="228989" y="39578"/>
                </a:lnTo>
                <a:lnTo>
                  <a:pt x="229213" y="39445"/>
                </a:lnTo>
                <a:lnTo>
                  <a:pt x="229440" y="39319"/>
                </a:lnTo>
                <a:lnTo>
                  <a:pt x="229671" y="39199"/>
                </a:lnTo>
                <a:lnTo>
                  <a:pt x="229906" y="39087"/>
                </a:lnTo>
                <a:lnTo>
                  <a:pt x="230145" y="38981"/>
                </a:lnTo>
                <a:lnTo>
                  <a:pt x="230387" y="38882"/>
                </a:lnTo>
                <a:lnTo>
                  <a:pt x="230634" y="38790"/>
                </a:lnTo>
                <a:lnTo>
                  <a:pt x="230884" y="38705"/>
                </a:lnTo>
                <a:lnTo>
                  <a:pt x="231137" y="38626"/>
                </a:lnTo>
                <a:lnTo>
                  <a:pt x="231395" y="38555"/>
                </a:lnTo>
                <a:lnTo>
                  <a:pt x="231656" y="38490"/>
                </a:lnTo>
                <a:lnTo>
                  <a:pt x="231922" y="38432"/>
                </a:lnTo>
                <a:lnTo>
                  <a:pt x="232190" y="38381"/>
                </a:lnTo>
                <a:lnTo>
                  <a:pt x="232463" y="38336"/>
                </a:lnTo>
                <a:lnTo>
                  <a:pt x="232740" y="38299"/>
                </a:lnTo>
                <a:lnTo>
                  <a:pt x="233020" y="38268"/>
                </a:lnTo>
                <a:lnTo>
                  <a:pt x="233304" y="38244"/>
                </a:lnTo>
                <a:lnTo>
                  <a:pt x="233592" y="38227"/>
                </a:lnTo>
                <a:lnTo>
                  <a:pt x="233883" y="38217"/>
                </a:lnTo>
                <a:lnTo>
                  <a:pt x="234179" y="38213"/>
                </a:lnTo>
                <a:lnTo>
                  <a:pt x="234487" y="38218"/>
                </a:lnTo>
                <a:lnTo>
                  <a:pt x="234798" y="38233"/>
                </a:lnTo>
                <a:lnTo>
                  <a:pt x="235110" y="38257"/>
                </a:lnTo>
                <a:lnTo>
                  <a:pt x="235425" y="38291"/>
                </a:lnTo>
                <a:lnTo>
                  <a:pt x="235742" y="38334"/>
                </a:lnTo>
                <a:lnTo>
                  <a:pt x="236061" y="38387"/>
                </a:lnTo>
                <a:lnTo>
                  <a:pt x="236382" y="38450"/>
                </a:lnTo>
                <a:lnTo>
                  <a:pt x="236705" y="38522"/>
                </a:lnTo>
                <a:lnTo>
                  <a:pt x="237030" y="38604"/>
                </a:lnTo>
                <a:lnTo>
                  <a:pt x="237357" y="38696"/>
                </a:lnTo>
                <a:lnTo>
                  <a:pt x="237687" y="38798"/>
                </a:lnTo>
                <a:lnTo>
                  <a:pt x="238018" y="38909"/>
                </a:lnTo>
                <a:lnTo>
                  <a:pt x="238352" y="39029"/>
                </a:lnTo>
                <a:lnTo>
                  <a:pt x="238688" y="39160"/>
                </a:lnTo>
                <a:lnTo>
                  <a:pt x="239025" y="39300"/>
                </a:lnTo>
                <a:lnTo>
                  <a:pt x="239365" y="39450"/>
                </a:lnTo>
                <a:lnTo>
                  <a:pt x="239707" y="39609"/>
                </a:lnTo>
                <a:lnTo>
                  <a:pt x="240051" y="39778"/>
                </a:lnTo>
                <a:lnTo>
                  <a:pt x="240398" y="39957"/>
                </a:lnTo>
                <a:lnTo>
                  <a:pt x="240746" y="40145"/>
                </a:lnTo>
                <a:lnTo>
                  <a:pt x="241096" y="40343"/>
                </a:lnTo>
                <a:lnTo>
                  <a:pt x="241449" y="40550"/>
                </a:lnTo>
                <a:lnTo>
                  <a:pt x="241803" y="40768"/>
                </a:lnTo>
                <a:lnTo>
                  <a:pt x="242160" y="40995"/>
                </a:lnTo>
                <a:lnTo>
                  <a:pt x="247421" y="26181"/>
                </a:lnTo>
                <a:lnTo>
                  <a:pt x="246971" y="25919"/>
                </a:lnTo>
                <a:lnTo>
                  <a:pt x="246521" y="25669"/>
                </a:lnTo>
                <a:lnTo>
                  <a:pt x="246069" y="25430"/>
                </a:lnTo>
                <a:lnTo>
                  <a:pt x="245615" y="25202"/>
                </a:lnTo>
                <a:lnTo>
                  <a:pt x="245160" y="24985"/>
                </a:lnTo>
                <a:lnTo>
                  <a:pt x="244703" y="24779"/>
                </a:lnTo>
                <a:lnTo>
                  <a:pt x="244245" y="24584"/>
                </a:lnTo>
                <a:lnTo>
                  <a:pt x="243786" y="24401"/>
                </a:lnTo>
                <a:lnTo>
                  <a:pt x="243325" y="24228"/>
                </a:lnTo>
                <a:lnTo>
                  <a:pt x="242863" y="24067"/>
                </a:lnTo>
                <a:lnTo>
                  <a:pt x="242399" y="23917"/>
                </a:lnTo>
                <a:lnTo>
                  <a:pt x="241933" y="23778"/>
                </a:lnTo>
                <a:lnTo>
                  <a:pt x="241467" y="23650"/>
                </a:lnTo>
                <a:lnTo>
                  <a:pt x="240998" y="23533"/>
                </a:lnTo>
                <a:lnTo>
                  <a:pt x="240529" y="23427"/>
                </a:lnTo>
                <a:lnTo>
                  <a:pt x="240057" y="23332"/>
                </a:lnTo>
                <a:lnTo>
                  <a:pt x="239585" y="23249"/>
                </a:lnTo>
                <a:lnTo>
                  <a:pt x="239110" y="23177"/>
                </a:lnTo>
                <a:lnTo>
                  <a:pt x="238635" y="23115"/>
                </a:lnTo>
                <a:lnTo>
                  <a:pt x="238158" y="23065"/>
                </a:lnTo>
                <a:lnTo>
                  <a:pt x="237679" y="23026"/>
                </a:lnTo>
                <a:lnTo>
                  <a:pt x="237199" y="22999"/>
                </a:lnTo>
                <a:lnTo>
                  <a:pt x="236718" y="22982"/>
                </a:lnTo>
                <a:lnTo>
                  <a:pt x="236235" y="22976"/>
                </a:lnTo>
                <a:lnTo>
                  <a:pt x="235894" y="22980"/>
                </a:lnTo>
                <a:lnTo>
                  <a:pt x="235555" y="22991"/>
                </a:lnTo>
                <a:lnTo>
                  <a:pt x="235220" y="23009"/>
                </a:lnTo>
                <a:lnTo>
                  <a:pt x="234888" y="23033"/>
                </a:lnTo>
                <a:lnTo>
                  <a:pt x="234560" y="23066"/>
                </a:lnTo>
                <a:lnTo>
                  <a:pt x="234234" y="23105"/>
                </a:lnTo>
                <a:lnTo>
                  <a:pt x="233911" y="23151"/>
                </a:lnTo>
                <a:lnTo>
                  <a:pt x="233591" y="23205"/>
                </a:lnTo>
                <a:lnTo>
                  <a:pt x="233274" y="23265"/>
                </a:lnTo>
                <a:lnTo>
                  <a:pt x="232961" y="23333"/>
                </a:lnTo>
                <a:lnTo>
                  <a:pt x="232650" y="23408"/>
                </a:lnTo>
                <a:lnTo>
                  <a:pt x="232342" y="23490"/>
                </a:lnTo>
                <a:lnTo>
                  <a:pt x="232038" y="23580"/>
                </a:lnTo>
                <a:lnTo>
                  <a:pt x="231736" y="23676"/>
                </a:lnTo>
                <a:lnTo>
                  <a:pt x="231438" y="23779"/>
                </a:lnTo>
                <a:lnTo>
                  <a:pt x="231142" y="23890"/>
                </a:lnTo>
                <a:lnTo>
                  <a:pt x="230850" y="24008"/>
                </a:lnTo>
                <a:lnTo>
                  <a:pt x="230560" y="24133"/>
                </a:lnTo>
                <a:lnTo>
                  <a:pt x="230274" y="24265"/>
                </a:lnTo>
                <a:lnTo>
                  <a:pt x="229991" y="24404"/>
                </a:lnTo>
                <a:lnTo>
                  <a:pt x="229711" y="24550"/>
                </a:lnTo>
                <a:lnTo>
                  <a:pt x="229433" y="24704"/>
                </a:lnTo>
                <a:lnTo>
                  <a:pt x="229159" y="24864"/>
                </a:lnTo>
                <a:lnTo>
                  <a:pt x="228888" y="25032"/>
                </a:lnTo>
                <a:lnTo>
                  <a:pt x="228617" y="25211"/>
                </a:lnTo>
                <a:lnTo>
                  <a:pt x="228343" y="25405"/>
                </a:lnTo>
                <a:lnTo>
                  <a:pt x="228067" y="25615"/>
                </a:lnTo>
                <a:lnTo>
                  <a:pt x="227787" y="25840"/>
                </a:lnTo>
                <a:lnTo>
                  <a:pt x="227505" y="26080"/>
                </a:lnTo>
                <a:lnTo>
                  <a:pt x="227220" y="26336"/>
                </a:lnTo>
                <a:lnTo>
                  <a:pt x="226932" y="26607"/>
                </a:lnTo>
                <a:lnTo>
                  <a:pt x="226641" y="26893"/>
                </a:lnTo>
                <a:lnTo>
                  <a:pt x="226347" y="27195"/>
                </a:lnTo>
                <a:lnTo>
                  <a:pt x="226051" y="27512"/>
                </a:lnTo>
                <a:lnTo>
                  <a:pt x="225752" y="27844"/>
                </a:lnTo>
                <a:lnTo>
                  <a:pt x="225449" y="28191"/>
                </a:lnTo>
                <a:lnTo>
                  <a:pt x="225144" y="28554"/>
                </a:lnTo>
                <a:lnTo>
                  <a:pt x="224837" y="28933"/>
                </a:lnTo>
                <a:lnTo>
                  <a:pt x="224526" y="29326"/>
                </a:lnTo>
                <a:lnTo>
                  <a:pt x="224212" y="29735"/>
                </a:lnTo>
                <a:lnTo>
                  <a:pt x="223896" y="30159"/>
                </a:lnTo>
                <a:lnTo>
                  <a:pt x="223577" y="30599"/>
                </a:lnTo>
                <a:lnTo>
                  <a:pt x="223255" y="31053"/>
                </a:lnTo>
                <a:lnTo>
                  <a:pt x="222930" y="31524"/>
                </a:lnTo>
                <a:lnTo>
                  <a:pt x="222602" y="32009"/>
                </a:lnTo>
                <a:lnTo>
                  <a:pt x="222272" y="32510"/>
                </a:lnTo>
                <a:lnTo>
                  <a:pt x="221938" y="33026"/>
                </a:lnTo>
                <a:lnTo>
                  <a:pt x="221602" y="33558"/>
                </a:lnTo>
                <a:lnTo>
                  <a:pt x="221602" y="24428"/>
                </a:lnTo>
                <a:lnTo>
                  <a:pt x="205821" y="24428"/>
                </a:lnTo>
                <a:lnTo>
                  <a:pt x="205821" y="88640"/>
                </a:lnTo>
                <a:lnTo>
                  <a:pt x="222812" y="88640"/>
                </a:lnTo>
                <a:lnTo>
                  <a:pt x="222812" y="68808"/>
                </a:lnTo>
                <a:lnTo>
                  <a:pt x="222814" y="67462"/>
                </a:lnTo>
                <a:lnTo>
                  <a:pt x="222821" y="66155"/>
                </a:lnTo>
                <a:lnTo>
                  <a:pt x="222834" y="64888"/>
                </a:lnTo>
                <a:close/>
                <a:moveTo>
                  <a:pt x="507145" y="25202"/>
                </a:moveTo>
                <a:lnTo>
                  <a:pt x="506690" y="24985"/>
                </a:lnTo>
                <a:lnTo>
                  <a:pt x="506234" y="24779"/>
                </a:lnTo>
                <a:lnTo>
                  <a:pt x="505776" y="24584"/>
                </a:lnTo>
                <a:lnTo>
                  <a:pt x="505316" y="24401"/>
                </a:lnTo>
                <a:lnTo>
                  <a:pt x="504855" y="24228"/>
                </a:lnTo>
                <a:lnTo>
                  <a:pt x="504393" y="24067"/>
                </a:lnTo>
                <a:lnTo>
                  <a:pt x="503929" y="23917"/>
                </a:lnTo>
                <a:lnTo>
                  <a:pt x="503464" y="23778"/>
                </a:lnTo>
                <a:lnTo>
                  <a:pt x="502997" y="23650"/>
                </a:lnTo>
                <a:lnTo>
                  <a:pt x="502529" y="23533"/>
                </a:lnTo>
                <a:lnTo>
                  <a:pt x="502059" y="23427"/>
                </a:lnTo>
                <a:lnTo>
                  <a:pt x="501588" y="23332"/>
                </a:lnTo>
                <a:lnTo>
                  <a:pt x="501115" y="23249"/>
                </a:lnTo>
                <a:lnTo>
                  <a:pt x="500641" y="23177"/>
                </a:lnTo>
                <a:lnTo>
                  <a:pt x="500165" y="23115"/>
                </a:lnTo>
                <a:lnTo>
                  <a:pt x="499688" y="23065"/>
                </a:lnTo>
                <a:lnTo>
                  <a:pt x="499210" y="23026"/>
                </a:lnTo>
                <a:lnTo>
                  <a:pt x="498730" y="22999"/>
                </a:lnTo>
                <a:lnTo>
                  <a:pt x="498248" y="22982"/>
                </a:lnTo>
                <a:lnTo>
                  <a:pt x="497765" y="22976"/>
                </a:lnTo>
                <a:lnTo>
                  <a:pt x="497424" y="22980"/>
                </a:lnTo>
                <a:lnTo>
                  <a:pt x="497086" y="22991"/>
                </a:lnTo>
                <a:lnTo>
                  <a:pt x="496751" y="23009"/>
                </a:lnTo>
                <a:lnTo>
                  <a:pt x="496419" y="23033"/>
                </a:lnTo>
                <a:lnTo>
                  <a:pt x="496090" y="23066"/>
                </a:lnTo>
                <a:lnTo>
                  <a:pt x="495764" y="23105"/>
                </a:lnTo>
                <a:lnTo>
                  <a:pt x="495441" y="23151"/>
                </a:lnTo>
                <a:lnTo>
                  <a:pt x="495121" y="23205"/>
                </a:lnTo>
                <a:lnTo>
                  <a:pt x="494805" y="23265"/>
                </a:lnTo>
                <a:lnTo>
                  <a:pt x="494491" y="23333"/>
                </a:lnTo>
                <a:lnTo>
                  <a:pt x="494180" y="23408"/>
                </a:lnTo>
                <a:lnTo>
                  <a:pt x="493873" y="23490"/>
                </a:lnTo>
                <a:lnTo>
                  <a:pt x="493568" y="23580"/>
                </a:lnTo>
                <a:lnTo>
                  <a:pt x="493267" y="23676"/>
                </a:lnTo>
                <a:lnTo>
                  <a:pt x="492968" y="23779"/>
                </a:lnTo>
                <a:lnTo>
                  <a:pt x="492673" y="23890"/>
                </a:lnTo>
                <a:lnTo>
                  <a:pt x="492380" y="24008"/>
                </a:lnTo>
                <a:lnTo>
                  <a:pt x="492091" y="24133"/>
                </a:lnTo>
                <a:lnTo>
                  <a:pt x="491805" y="24265"/>
                </a:lnTo>
                <a:lnTo>
                  <a:pt x="491521" y="24404"/>
                </a:lnTo>
                <a:lnTo>
                  <a:pt x="491241" y="24550"/>
                </a:lnTo>
                <a:lnTo>
                  <a:pt x="490964" y="24704"/>
                </a:lnTo>
                <a:lnTo>
                  <a:pt x="490690" y="24864"/>
                </a:lnTo>
                <a:lnTo>
                  <a:pt x="490419" y="25032"/>
                </a:lnTo>
                <a:lnTo>
                  <a:pt x="490148" y="25211"/>
                </a:lnTo>
                <a:lnTo>
                  <a:pt x="489874" y="25405"/>
                </a:lnTo>
                <a:lnTo>
                  <a:pt x="489597" y="25615"/>
                </a:lnTo>
                <a:lnTo>
                  <a:pt x="489318" y="25840"/>
                </a:lnTo>
                <a:lnTo>
                  <a:pt x="489035" y="26080"/>
                </a:lnTo>
                <a:lnTo>
                  <a:pt x="488750" y="26336"/>
                </a:lnTo>
                <a:lnTo>
                  <a:pt x="488462" y="26607"/>
                </a:lnTo>
                <a:lnTo>
                  <a:pt x="488171" y="26893"/>
                </a:lnTo>
                <a:lnTo>
                  <a:pt x="487878" y="27195"/>
                </a:lnTo>
                <a:lnTo>
                  <a:pt x="487581" y="27512"/>
                </a:lnTo>
                <a:lnTo>
                  <a:pt x="487282" y="27844"/>
                </a:lnTo>
                <a:lnTo>
                  <a:pt x="486980" y="28191"/>
                </a:lnTo>
                <a:lnTo>
                  <a:pt x="486675" y="28554"/>
                </a:lnTo>
                <a:lnTo>
                  <a:pt x="486367" y="28933"/>
                </a:lnTo>
                <a:lnTo>
                  <a:pt x="486056" y="29326"/>
                </a:lnTo>
                <a:lnTo>
                  <a:pt x="485743" y="29735"/>
                </a:lnTo>
                <a:lnTo>
                  <a:pt x="485426" y="30159"/>
                </a:lnTo>
                <a:lnTo>
                  <a:pt x="485107" y="30599"/>
                </a:lnTo>
                <a:lnTo>
                  <a:pt x="484785" y="31053"/>
                </a:lnTo>
                <a:lnTo>
                  <a:pt x="484460" y="31524"/>
                </a:lnTo>
                <a:lnTo>
                  <a:pt x="484133" y="32009"/>
                </a:lnTo>
                <a:lnTo>
                  <a:pt x="483802" y="32510"/>
                </a:lnTo>
                <a:lnTo>
                  <a:pt x="483469" y="33026"/>
                </a:lnTo>
                <a:lnTo>
                  <a:pt x="483133" y="33558"/>
                </a:lnTo>
                <a:lnTo>
                  <a:pt x="483133" y="24428"/>
                </a:lnTo>
                <a:lnTo>
                  <a:pt x="467352" y="24428"/>
                </a:lnTo>
                <a:lnTo>
                  <a:pt x="467352" y="88640"/>
                </a:lnTo>
                <a:lnTo>
                  <a:pt x="484342" y="88640"/>
                </a:lnTo>
                <a:lnTo>
                  <a:pt x="484342" y="68808"/>
                </a:lnTo>
                <a:lnTo>
                  <a:pt x="484344" y="67462"/>
                </a:lnTo>
                <a:lnTo>
                  <a:pt x="484352" y="66155"/>
                </a:lnTo>
                <a:lnTo>
                  <a:pt x="484364" y="64888"/>
                </a:lnTo>
                <a:lnTo>
                  <a:pt x="484381" y="63659"/>
                </a:lnTo>
                <a:lnTo>
                  <a:pt x="484404" y="62469"/>
                </a:lnTo>
                <a:lnTo>
                  <a:pt x="484431" y="61318"/>
                </a:lnTo>
                <a:lnTo>
                  <a:pt x="484463" y="60207"/>
                </a:lnTo>
                <a:lnTo>
                  <a:pt x="484500" y="59134"/>
                </a:lnTo>
                <a:lnTo>
                  <a:pt x="484542" y="58100"/>
                </a:lnTo>
                <a:lnTo>
                  <a:pt x="484589" y="57106"/>
                </a:lnTo>
                <a:lnTo>
                  <a:pt x="484640" y="56150"/>
                </a:lnTo>
                <a:lnTo>
                  <a:pt x="484697" y="55234"/>
                </a:lnTo>
                <a:lnTo>
                  <a:pt x="484759" y="54357"/>
                </a:lnTo>
                <a:lnTo>
                  <a:pt x="484825" y="53518"/>
                </a:lnTo>
                <a:lnTo>
                  <a:pt x="484897" y="52719"/>
                </a:lnTo>
                <a:lnTo>
                  <a:pt x="484974" y="51959"/>
                </a:lnTo>
                <a:lnTo>
                  <a:pt x="485055" y="51238"/>
                </a:lnTo>
                <a:lnTo>
                  <a:pt x="485141" y="50556"/>
                </a:lnTo>
                <a:lnTo>
                  <a:pt x="485233" y="49913"/>
                </a:lnTo>
                <a:lnTo>
                  <a:pt x="485329" y="49309"/>
                </a:lnTo>
                <a:lnTo>
                  <a:pt x="485430" y="48744"/>
                </a:lnTo>
                <a:lnTo>
                  <a:pt x="485536" y="48218"/>
                </a:lnTo>
                <a:lnTo>
                  <a:pt x="485647" y="47731"/>
                </a:lnTo>
                <a:lnTo>
                  <a:pt x="485763" y="47283"/>
                </a:lnTo>
                <a:lnTo>
                  <a:pt x="485883" y="46860"/>
                </a:lnTo>
                <a:lnTo>
                  <a:pt x="486007" y="46448"/>
                </a:lnTo>
                <a:lnTo>
                  <a:pt x="486135" y="46048"/>
                </a:lnTo>
                <a:lnTo>
                  <a:pt x="486266" y="45658"/>
                </a:lnTo>
                <a:lnTo>
                  <a:pt x="486401" y="45279"/>
                </a:lnTo>
                <a:lnTo>
                  <a:pt x="486539" y="44912"/>
                </a:lnTo>
                <a:lnTo>
                  <a:pt x="486682" y="44555"/>
                </a:lnTo>
                <a:lnTo>
                  <a:pt x="486828" y="44209"/>
                </a:lnTo>
                <a:lnTo>
                  <a:pt x="486977" y="43875"/>
                </a:lnTo>
                <a:lnTo>
                  <a:pt x="487131" y="43551"/>
                </a:lnTo>
                <a:lnTo>
                  <a:pt x="487288" y="43239"/>
                </a:lnTo>
                <a:lnTo>
                  <a:pt x="487448" y="42937"/>
                </a:lnTo>
                <a:lnTo>
                  <a:pt x="487613" y="42647"/>
                </a:lnTo>
                <a:lnTo>
                  <a:pt x="487781" y="42367"/>
                </a:lnTo>
                <a:lnTo>
                  <a:pt x="487952" y="42099"/>
                </a:lnTo>
                <a:lnTo>
                  <a:pt x="488128" y="41841"/>
                </a:lnTo>
                <a:lnTo>
                  <a:pt x="488307" y="41595"/>
                </a:lnTo>
                <a:lnTo>
                  <a:pt x="488489" y="41359"/>
                </a:lnTo>
                <a:lnTo>
                  <a:pt x="488676" y="41135"/>
                </a:lnTo>
                <a:lnTo>
                  <a:pt x="488866" y="40922"/>
                </a:lnTo>
                <a:lnTo>
                  <a:pt x="489060" y="40719"/>
                </a:lnTo>
                <a:lnTo>
                  <a:pt x="489257" y="40528"/>
                </a:lnTo>
                <a:lnTo>
                  <a:pt x="489458" y="40348"/>
                </a:lnTo>
                <a:lnTo>
                  <a:pt x="489663" y="40178"/>
                </a:lnTo>
                <a:lnTo>
                  <a:pt x="489871" y="40018"/>
                </a:lnTo>
                <a:lnTo>
                  <a:pt x="490084" y="39865"/>
                </a:lnTo>
                <a:lnTo>
                  <a:pt x="490300" y="39718"/>
                </a:lnTo>
                <a:lnTo>
                  <a:pt x="490519" y="39578"/>
                </a:lnTo>
                <a:lnTo>
                  <a:pt x="490743" y="39445"/>
                </a:lnTo>
                <a:lnTo>
                  <a:pt x="490970" y="39319"/>
                </a:lnTo>
                <a:lnTo>
                  <a:pt x="491202" y="39199"/>
                </a:lnTo>
                <a:lnTo>
                  <a:pt x="491436" y="39087"/>
                </a:lnTo>
                <a:lnTo>
                  <a:pt x="491675" y="38981"/>
                </a:lnTo>
                <a:lnTo>
                  <a:pt x="491918" y="38882"/>
                </a:lnTo>
                <a:lnTo>
                  <a:pt x="492164" y="38790"/>
                </a:lnTo>
                <a:lnTo>
                  <a:pt x="492414" y="38705"/>
                </a:lnTo>
                <a:lnTo>
                  <a:pt x="492668" y="38626"/>
                </a:lnTo>
                <a:lnTo>
                  <a:pt x="492925" y="38555"/>
                </a:lnTo>
                <a:lnTo>
                  <a:pt x="493187" y="38490"/>
                </a:lnTo>
                <a:lnTo>
                  <a:pt x="493452" y="38432"/>
                </a:lnTo>
                <a:lnTo>
                  <a:pt x="493721" y="38381"/>
                </a:lnTo>
                <a:lnTo>
                  <a:pt x="493994" y="38336"/>
                </a:lnTo>
                <a:lnTo>
                  <a:pt x="494270" y="38299"/>
                </a:lnTo>
                <a:lnTo>
                  <a:pt x="494550" y="38268"/>
                </a:lnTo>
                <a:lnTo>
                  <a:pt x="494834" y="38244"/>
                </a:lnTo>
                <a:lnTo>
                  <a:pt x="495122" y="38227"/>
                </a:lnTo>
                <a:lnTo>
                  <a:pt x="495414" y="38217"/>
                </a:lnTo>
                <a:lnTo>
                  <a:pt x="495709" y="38213"/>
                </a:lnTo>
                <a:lnTo>
                  <a:pt x="496018" y="38218"/>
                </a:lnTo>
                <a:lnTo>
                  <a:pt x="496328" y="38233"/>
                </a:lnTo>
                <a:lnTo>
                  <a:pt x="496641" y="38257"/>
                </a:lnTo>
                <a:lnTo>
                  <a:pt x="496955" y="38291"/>
                </a:lnTo>
                <a:lnTo>
                  <a:pt x="497272" y="38334"/>
                </a:lnTo>
                <a:lnTo>
                  <a:pt x="497591" y="38387"/>
                </a:lnTo>
                <a:lnTo>
                  <a:pt x="497912" y="38450"/>
                </a:lnTo>
                <a:lnTo>
                  <a:pt x="498235" y="38522"/>
                </a:lnTo>
                <a:lnTo>
                  <a:pt x="498561" y="38604"/>
                </a:lnTo>
                <a:lnTo>
                  <a:pt x="498888" y="38696"/>
                </a:lnTo>
                <a:lnTo>
                  <a:pt x="499217" y="38798"/>
                </a:lnTo>
                <a:lnTo>
                  <a:pt x="499549" y="38909"/>
                </a:lnTo>
                <a:lnTo>
                  <a:pt x="499882" y="39029"/>
                </a:lnTo>
                <a:lnTo>
                  <a:pt x="500218" y="39160"/>
                </a:lnTo>
                <a:lnTo>
                  <a:pt x="500556" y="39300"/>
                </a:lnTo>
                <a:lnTo>
                  <a:pt x="500896" y="39450"/>
                </a:lnTo>
                <a:lnTo>
                  <a:pt x="501238" y="39609"/>
                </a:lnTo>
                <a:lnTo>
                  <a:pt x="501582" y="39778"/>
                </a:lnTo>
                <a:lnTo>
                  <a:pt x="501928" y="39957"/>
                </a:lnTo>
                <a:lnTo>
                  <a:pt x="502276" y="40145"/>
                </a:lnTo>
                <a:lnTo>
                  <a:pt x="502627" y="40343"/>
                </a:lnTo>
                <a:lnTo>
                  <a:pt x="502979" y="40550"/>
                </a:lnTo>
                <a:lnTo>
                  <a:pt x="503334" y="40768"/>
                </a:lnTo>
                <a:lnTo>
                  <a:pt x="503691" y="40995"/>
                </a:lnTo>
                <a:lnTo>
                  <a:pt x="508848" y="26471"/>
                </a:lnTo>
                <a:lnTo>
                  <a:pt x="533903" y="88640"/>
                </a:lnTo>
                <a:lnTo>
                  <a:pt x="549200" y="88640"/>
                </a:lnTo>
                <a:lnTo>
                  <a:pt x="574716" y="24428"/>
                </a:lnTo>
                <a:lnTo>
                  <a:pt x="557242" y="24428"/>
                </a:lnTo>
                <a:lnTo>
                  <a:pt x="545028" y="57199"/>
                </a:lnTo>
                <a:lnTo>
                  <a:pt x="544948" y="57426"/>
                </a:lnTo>
                <a:lnTo>
                  <a:pt x="544868" y="57653"/>
                </a:lnTo>
                <a:lnTo>
                  <a:pt x="544788" y="57879"/>
                </a:lnTo>
                <a:lnTo>
                  <a:pt x="544709" y="58106"/>
                </a:lnTo>
                <a:lnTo>
                  <a:pt x="544630" y="58333"/>
                </a:lnTo>
                <a:lnTo>
                  <a:pt x="544552" y="58560"/>
                </a:lnTo>
                <a:lnTo>
                  <a:pt x="544474" y="58786"/>
                </a:lnTo>
                <a:lnTo>
                  <a:pt x="544397" y="59013"/>
                </a:lnTo>
                <a:lnTo>
                  <a:pt x="544320" y="59240"/>
                </a:lnTo>
                <a:lnTo>
                  <a:pt x="544243" y="59467"/>
                </a:lnTo>
                <a:lnTo>
                  <a:pt x="544167" y="59693"/>
                </a:lnTo>
                <a:lnTo>
                  <a:pt x="544091" y="59920"/>
                </a:lnTo>
                <a:lnTo>
                  <a:pt x="544016" y="60147"/>
                </a:lnTo>
                <a:lnTo>
                  <a:pt x="543941" y="60373"/>
                </a:lnTo>
                <a:lnTo>
                  <a:pt x="543866" y="60600"/>
                </a:lnTo>
                <a:lnTo>
                  <a:pt x="543792" y="60827"/>
                </a:lnTo>
                <a:lnTo>
                  <a:pt x="543718" y="61054"/>
                </a:lnTo>
                <a:lnTo>
                  <a:pt x="543645" y="61280"/>
                </a:lnTo>
                <a:lnTo>
                  <a:pt x="543572" y="61507"/>
                </a:lnTo>
                <a:lnTo>
                  <a:pt x="543500" y="61734"/>
                </a:lnTo>
                <a:lnTo>
                  <a:pt x="543428" y="61961"/>
                </a:lnTo>
                <a:lnTo>
                  <a:pt x="543356" y="62187"/>
                </a:lnTo>
                <a:lnTo>
                  <a:pt x="543285" y="62414"/>
                </a:lnTo>
                <a:lnTo>
                  <a:pt x="543214" y="62641"/>
                </a:lnTo>
                <a:lnTo>
                  <a:pt x="543182" y="62757"/>
                </a:lnTo>
                <a:lnTo>
                  <a:pt x="543147" y="62882"/>
                </a:lnTo>
                <a:lnTo>
                  <a:pt x="543107" y="63018"/>
                </a:lnTo>
                <a:lnTo>
                  <a:pt x="543065" y="63163"/>
                </a:lnTo>
                <a:lnTo>
                  <a:pt x="543018" y="63318"/>
                </a:lnTo>
                <a:lnTo>
                  <a:pt x="542969" y="63484"/>
                </a:lnTo>
                <a:lnTo>
                  <a:pt x="542915" y="63659"/>
                </a:lnTo>
                <a:lnTo>
                  <a:pt x="542858" y="63843"/>
                </a:lnTo>
                <a:lnTo>
                  <a:pt x="542798" y="64038"/>
                </a:lnTo>
                <a:lnTo>
                  <a:pt x="542733" y="64243"/>
                </a:lnTo>
                <a:lnTo>
                  <a:pt x="542666" y="64457"/>
                </a:lnTo>
                <a:lnTo>
                  <a:pt x="542594" y="64682"/>
                </a:lnTo>
                <a:lnTo>
                  <a:pt x="542520" y="64916"/>
                </a:lnTo>
                <a:lnTo>
                  <a:pt x="542441" y="65160"/>
                </a:lnTo>
                <a:lnTo>
                  <a:pt x="542359" y="65414"/>
                </a:lnTo>
                <a:lnTo>
                  <a:pt x="542274" y="65678"/>
                </a:lnTo>
                <a:lnTo>
                  <a:pt x="542184" y="65951"/>
                </a:lnTo>
                <a:lnTo>
                  <a:pt x="542092" y="66235"/>
                </a:lnTo>
                <a:lnTo>
                  <a:pt x="541996" y="66528"/>
                </a:lnTo>
                <a:lnTo>
                  <a:pt x="541896" y="66831"/>
                </a:lnTo>
                <a:lnTo>
                  <a:pt x="541792" y="67145"/>
                </a:lnTo>
                <a:lnTo>
                  <a:pt x="541685" y="67468"/>
                </a:lnTo>
                <a:lnTo>
                  <a:pt x="541575" y="67800"/>
                </a:lnTo>
                <a:lnTo>
                  <a:pt x="541461" y="68143"/>
                </a:lnTo>
                <a:lnTo>
                  <a:pt x="537954" y="57199"/>
                </a:lnTo>
                <a:lnTo>
                  <a:pt x="525861" y="24428"/>
                </a:lnTo>
                <a:lnTo>
                  <a:pt x="508024" y="24428"/>
                </a:lnTo>
                <a:lnTo>
                  <a:pt x="508663" y="26013"/>
                </a:lnTo>
                <a:lnTo>
                  <a:pt x="508502" y="25919"/>
                </a:lnTo>
                <a:lnTo>
                  <a:pt x="508051" y="25669"/>
                </a:lnTo>
                <a:lnTo>
                  <a:pt x="507599" y="25430"/>
                </a:lnTo>
                <a:lnTo>
                  <a:pt x="507145" y="25202"/>
                </a:lnTo>
                <a:close/>
                <a:moveTo>
                  <a:pt x="192570" y="40114"/>
                </a:moveTo>
                <a:lnTo>
                  <a:pt x="192257" y="39335"/>
                </a:lnTo>
                <a:lnTo>
                  <a:pt x="191931" y="38574"/>
                </a:lnTo>
                <a:lnTo>
                  <a:pt x="191591" y="37832"/>
                </a:lnTo>
                <a:lnTo>
                  <a:pt x="191237" y="37108"/>
                </a:lnTo>
                <a:lnTo>
                  <a:pt x="190870" y="36403"/>
                </a:lnTo>
                <a:lnTo>
                  <a:pt x="190490" y="35716"/>
                </a:lnTo>
                <a:lnTo>
                  <a:pt x="190096" y="35047"/>
                </a:lnTo>
                <a:lnTo>
                  <a:pt x="189688" y="34397"/>
                </a:lnTo>
                <a:lnTo>
                  <a:pt x="189267" y="33765"/>
                </a:lnTo>
                <a:lnTo>
                  <a:pt x="188832" y="33151"/>
                </a:lnTo>
                <a:lnTo>
                  <a:pt x="188384" y="32556"/>
                </a:lnTo>
                <a:lnTo>
                  <a:pt x="187922" y="31979"/>
                </a:lnTo>
                <a:lnTo>
                  <a:pt x="187447" y="31420"/>
                </a:lnTo>
                <a:lnTo>
                  <a:pt x="186958" y="30880"/>
                </a:lnTo>
                <a:lnTo>
                  <a:pt x="186455" y="30358"/>
                </a:lnTo>
                <a:lnTo>
                  <a:pt x="185939" y="29855"/>
                </a:lnTo>
                <a:lnTo>
                  <a:pt x="185410" y="29370"/>
                </a:lnTo>
                <a:lnTo>
                  <a:pt x="184867" y="28903"/>
                </a:lnTo>
                <a:lnTo>
                  <a:pt x="184310" y="28455"/>
                </a:lnTo>
                <a:lnTo>
                  <a:pt x="183740" y="28025"/>
                </a:lnTo>
                <a:lnTo>
                  <a:pt x="183155" y="27613"/>
                </a:lnTo>
                <a:lnTo>
                  <a:pt x="182553" y="27219"/>
                </a:lnTo>
                <a:lnTo>
                  <a:pt x="181934" y="26842"/>
                </a:lnTo>
                <a:lnTo>
                  <a:pt x="181299" y="26482"/>
                </a:lnTo>
                <a:lnTo>
                  <a:pt x="180647" y="26141"/>
                </a:lnTo>
                <a:lnTo>
                  <a:pt x="179978" y="25816"/>
                </a:lnTo>
                <a:lnTo>
                  <a:pt x="179292" y="25510"/>
                </a:lnTo>
                <a:lnTo>
                  <a:pt x="178590" y="25220"/>
                </a:lnTo>
                <a:lnTo>
                  <a:pt x="177872" y="24949"/>
                </a:lnTo>
                <a:lnTo>
                  <a:pt x="177136" y="24694"/>
                </a:lnTo>
                <a:lnTo>
                  <a:pt x="176384" y="24458"/>
                </a:lnTo>
                <a:lnTo>
                  <a:pt x="175615" y="24239"/>
                </a:lnTo>
                <a:lnTo>
                  <a:pt x="174829" y="24037"/>
                </a:lnTo>
                <a:lnTo>
                  <a:pt x="174027" y="23853"/>
                </a:lnTo>
                <a:lnTo>
                  <a:pt x="173208" y="23686"/>
                </a:lnTo>
                <a:lnTo>
                  <a:pt x="172373" y="23537"/>
                </a:lnTo>
                <a:lnTo>
                  <a:pt x="171520" y="23406"/>
                </a:lnTo>
                <a:lnTo>
                  <a:pt x="170651" y="23292"/>
                </a:lnTo>
                <a:lnTo>
                  <a:pt x="169766" y="23196"/>
                </a:lnTo>
                <a:lnTo>
                  <a:pt x="168863" y="23117"/>
                </a:lnTo>
                <a:lnTo>
                  <a:pt x="167944" y="23055"/>
                </a:lnTo>
                <a:lnTo>
                  <a:pt x="167008" y="23011"/>
                </a:lnTo>
                <a:lnTo>
                  <a:pt x="166056" y="22985"/>
                </a:lnTo>
                <a:lnTo>
                  <a:pt x="165087" y="22976"/>
                </a:lnTo>
                <a:lnTo>
                  <a:pt x="163903" y="22992"/>
                </a:lnTo>
                <a:lnTo>
                  <a:pt x="162739" y="23038"/>
                </a:lnTo>
                <a:lnTo>
                  <a:pt x="161597" y="23115"/>
                </a:lnTo>
                <a:lnTo>
                  <a:pt x="160475" y="23222"/>
                </a:lnTo>
                <a:lnTo>
                  <a:pt x="159373" y="23361"/>
                </a:lnTo>
                <a:lnTo>
                  <a:pt x="158292" y="23530"/>
                </a:lnTo>
                <a:lnTo>
                  <a:pt x="157232" y="23730"/>
                </a:lnTo>
                <a:lnTo>
                  <a:pt x="156192" y="23961"/>
                </a:lnTo>
                <a:lnTo>
                  <a:pt x="155172" y="24222"/>
                </a:lnTo>
                <a:lnTo>
                  <a:pt x="154174" y="24514"/>
                </a:lnTo>
                <a:lnTo>
                  <a:pt x="153196" y="24837"/>
                </a:lnTo>
                <a:lnTo>
                  <a:pt x="152238" y="25191"/>
                </a:lnTo>
                <a:lnTo>
                  <a:pt x="151301" y="25575"/>
                </a:lnTo>
                <a:lnTo>
                  <a:pt x="150385" y="25991"/>
                </a:lnTo>
                <a:lnTo>
                  <a:pt x="149489" y="26437"/>
                </a:lnTo>
                <a:lnTo>
                  <a:pt x="148614" y="26913"/>
                </a:lnTo>
                <a:lnTo>
                  <a:pt x="147759" y="27421"/>
                </a:lnTo>
                <a:lnTo>
                  <a:pt x="146925" y="27959"/>
                </a:lnTo>
                <a:lnTo>
                  <a:pt x="146111" y="28528"/>
                </a:lnTo>
                <a:lnTo>
                  <a:pt x="145318" y="29128"/>
                </a:lnTo>
                <a:lnTo>
                  <a:pt x="144546" y="29758"/>
                </a:lnTo>
                <a:lnTo>
                  <a:pt x="143794" y="30420"/>
                </a:lnTo>
                <a:lnTo>
                  <a:pt x="143063" y="31112"/>
                </a:lnTo>
                <a:lnTo>
                  <a:pt x="142352" y="31834"/>
                </a:lnTo>
                <a:lnTo>
                  <a:pt x="141666" y="32585"/>
                </a:lnTo>
                <a:lnTo>
                  <a:pt x="141010" y="33360"/>
                </a:lnTo>
                <a:lnTo>
                  <a:pt x="140382" y="34159"/>
                </a:lnTo>
                <a:lnTo>
                  <a:pt x="139784" y="34983"/>
                </a:lnTo>
                <a:lnTo>
                  <a:pt x="139215" y="35831"/>
                </a:lnTo>
                <a:lnTo>
                  <a:pt x="138675" y="36704"/>
                </a:lnTo>
                <a:lnTo>
                  <a:pt x="138164" y="37601"/>
                </a:lnTo>
                <a:lnTo>
                  <a:pt x="137683" y="38522"/>
                </a:lnTo>
                <a:lnTo>
                  <a:pt x="137231" y="39468"/>
                </a:lnTo>
                <a:lnTo>
                  <a:pt x="136808" y="40439"/>
                </a:lnTo>
                <a:lnTo>
                  <a:pt x="136414" y="41434"/>
                </a:lnTo>
                <a:lnTo>
                  <a:pt x="136049" y="42453"/>
                </a:lnTo>
                <a:lnTo>
                  <a:pt x="135713" y="43497"/>
                </a:lnTo>
                <a:lnTo>
                  <a:pt x="135407" y="44566"/>
                </a:lnTo>
                <a:lnTo>
                  <a:pt x="135130" y="45658"/>
                </a:lnTo>
                <a:lnTo>
                  <a:pt x="134881" y="46776"/>
                </a:lnTo>
                <a:lnTo>
                  <a:pt x="134663" y="47917"/>
                </a:lnTo>
                <a:lnTo>
                  <a:pt x="134473" y="49084"/>
                </a:lnTo>
                <a:lnTo>
                  <a:pt x="134312" y="50274"/>
                </a:lnTo>
                <a:lnTo>
                  <a:pt x="134181" y="51489"/>
                </a:lnTo>
                <a:lnTo>
                  <a:pt x="134079" y="52729"/>
                </a:lnTo>
                <a:lnTo>
                  <a:pt x="134006" y="53993"/>
                </a:lnTo>
                <a:lnTo>
                  <a:pt x="133962" y="55282"/>
                </a:lnTo>
                <a:lnTo>
                  <a:pt x="133948" y="56594"/>
                </a:lnTo>
                <a:lnTo>
                  <a:pt x="133962" y="57893"/>
                </a:lnTo>
                <a:lnTo>
                  <a:pt x="134006" y="59167"/>
                </a:lnTo>
                <a:lnTo>
                  <a:pt x="134078" y="60418"/>
                </a:lnTo>
                <a:lnTo>
                  <a:pt x="134180" y="61645"/>
                </a:lnTo>
                <a:lnTo>
                  <a:pt x="134311" y="62848"/>
                </a:lnTo>
                <a:lnTo>
                  <a:pt x="134471" y="64028"/>
                </a:lnTo>
                <a:lnTo>
                  <a:pt x="134660" y="65184"/>
                </a:lnTo>
                <a:lnTo>
                  <a:pt x="134878" y="66316"/>
                </a:lnTo>
                <a:lnTo>
                  <a:pt x="135125" y="67424"/>
                </a:lnTo>
                <a:lnTo>
                  <a:pt x="135401" y="68509"/>
                </a:lnTo>
                <a:lnTo>
                  <a:pt x="135707" y="69570"/>
                </a:lnTo>
                <a:lnTo>
                  <a:pt x="136041" y="70607"/>
                </a:lnTo>
                <a:lnTo>
                  <a:pt x="136405" y="71621"/>
                </a:lnTo>
                <a:lnTo>
                  <a:pt x="136797" y="72610"/>
                </a:lnTo>
                <a:lnTo>
                  <a:pt x="137219" y="73576"/>
                </a:lnTo>
                <a:lnTo>
                  <a:pt x="137670" y="74519"/>
                </a:lnTo>
                <a:lnTo>
                  <a:pt x="138149" y="75437"/>
                </a:lnTo>
                <a:lnTo>
                  <a:pt x="138658" y="76332"/>
                </a:lnTo>
                <a:lnTo>
                  <a:pt x="139196" y="77203"/>
                </a:lnTo>
                <a:lnTo>
                  <a:pt x="139763" y="78051"/>
                </a:lnTo>
                <a:lnTo>
                  <a:pt x="140359" y="78875"/>
                </a:lnTo>
                <a:lnTo>
                  <a:pt x="140984" y="79675"/>
                </a:lnTo>
                <a:lnTo>
                  <a:pt x="141639" y="80451"/>
                </a:lnTo>
                <a:lnTo>
                  <a:pt x="142322" y="81203"/>
                </a:lnTo>
                <a:lnTo>
                  <a:pt x="143030" y="81929"/>
                </a:lnTo>
                <a:lnTo>
                  <a:pt x="143757" y="82623"/>
                </a:lnTo>
                <a:lnTo>
                  <a:pt x="144505" y="83287"/>
                </a:lnTo>
                <a:lnTo>
                  <a:pt x="145272" y="83919"/>
                </a:lnTo>
                <a:lnTo>
                  <a:pt x="146059" y="84521"/>
                </a:lnTo>
                <a:lnTo>
                  <a:pt x="146866" y="85092"/>
                </a:lnTo>
                <a:lnTo>
                  <a:pt x="147693" y="85632"/>
                </a:lnTo>
                <a:lnTo>
                  <a:pt x="148540" y="86141"/>
                </a:lnTo>
                <a:lnTo>
                  <a:pt x="149406" y="86620"/>
                </a:lnTo>
                <a:lnTo>
                  <a:pt x="150292" y="87067"/>
                </a:lnTo>
                <a:lnTo>
                  <a:pt x="151199" y="87484"/>
                </a:lnTo>
                <a:lnTo>
                  <a:pt x="152125" y="87870"/>
                </a:lnTo>
                <a:lnTo>
                  <a:pt x="153071" y="88224"/>
                </a:lnTo>
                <a:lnTo>
                  <a:pt x="154036" y="88549"/>
                </a:lnTo>
                <a:lnTo>
                  <a:pt x="155022" y="88842"/>
                </a:lnTo>
                <a:lnTo>
                  <a:pt x="156027" y="89104"/>
                </a:lnTo>
                <a:lnTo>
                  <a:pt x="157052" y="89336"/>
                </a:lnTo>
                <a:lnTo>
                  <a:pt x="158097" y="89536"/>
                </a:lnTo>
                <a:lnTo>
                  <a:pt x="159162" y="89706"/>
                </a:lnTo>
                <a:lnTo>
                  <a:pt x="160247" y="89845"/>
                </a:lnTo>
                <a:lnTo>
                  <a:pt x="161352" y="89953"/>
                </a:lnTo>
                <a:lnTo>
                  <a:pt x="162476" y="90030"/>
                </a:lnTo>
                <a:lnTo>
                  <a:pt x="163620" y="90076"/>
                </a:lnTo>
                <a:lnTo>
                  <a:pt x="164784" y="90092"/>
                </a:lnTo>
                <a:lnTo>
                  <a:pt x="165809" y="90081"/>
                </a:lnTo>
                <a:lnTo>
                  <a:pt x="166815" y="90051"/>
                </a:lnTo>
                <a:lnTo>
                  <a:pt x="167805" y="90000"/>
                </a:lnTo>
                <a:lnTo>
                  <a:pt x="168777" y="89929"/>
                </a:lnTo>
                <a:lnTo>
                  <a:pt x="169731" y="89837"/>
                </a:lnTo>
                <a:lnTo>
                  <a:pt x="170668" y="89725"/>
                </a:lnTo>
                <a:lnTo>
                  <a:pt x="171588" y="89593"/>
                </a:lnTo>
                <a:lnTo>
                  <a:pt x="172490" y="89440"/>
                </a:lnTo>
                <a:lnTo>
                  <a:pt x="173375" y="89267"/>
                </a:lnTo>
                <a:lnTo>
                  <a:pt x="174242" y="89073"/>
                </a:lnTo>
                <a:lnTo>
                  <a:pt x="175092" y="88860"/>
                </a:lnTo>
                <a:lnTo>
                  <a:pt x="175925" y="88625"/>
                </a:lnTo>
                <a:lnTo>
                  <a:pt x="176740" y="88371"/>
                </a:lnTo>
                <a:lnTo>
                  <a:pt x="177538" y="88096"/>
                </a:lnTo>
                <a:lnTo>
                  <a:pt x="178318" y="87801"/>
                </a:lnTo>
                <a:lnTo>
                  <a:pt x="179081" y="87485"/>
                </a:lnTo>
                <a:lnTo>
                  <a:pt x="179826" y="87149"/>
                </a:lnTo>
                <a:lnTo>
                  <a:pt x="180554" y="86793"/>
                </a:lnTo>
                <a:lnTo>
                  <a:pt x="181265" y="86416"/>
                </a:lnTo>
                <a:lnTo>
                  <a:pt x="181958" y="86019"/>
                </a:lnTo>
                <a:lnTo>
                  <a:pt x="182634" y="85601"/>
                </a:lnTo>
                <a:lnTo>
                  <a:pt x="183292" y="85163"/>
                </a:lnTo>
                <a:lnTo>
                  <a:pt x="183933" y="84705"/>
                </a:lnTo>
                <a:lnTo>
                  <a:pt x="184556" y="84227"/>
                </a:lnTo>
                <a:lnTo>
                  <a:pt x="185163" y="83728"/>
                </a:lnTo>
                <a:lnTo>
                  <a:pt x="185752" y="83210"/>
                </a:lnTo>
                <a:lnTo>
                  <a:pt x="186326" y="82672"/>
                </a:lnTo>
                <a:lnTo>
                  <a:pt x="186882" y="82115"/>
                </a:lnTo>
                <a:lnTo>
                  <a:pt x="187422" y="81539"/>
                </a:lnTo>
                <a:lnTo>
                  <a:pt x="187946" y="80943"/>
                </a:lnTo>
                <a:lnTo>
                  <a:pt x="188453" y="80327"/>
                </a:lnTo>
                <a:lnTo>
                  <a:pt x="188943" y="79692"/>
                </a:lnTo>
                <a:lnTo>
                  <a:pt x="189417" y="79037"/>
                </a:lnTo>
                <a:lnTo>
                  <a:pt x="189874" y="78363"/>
                </a:lnTo>
                <a:lnTo>
                  <a:pt x="190315" y="77669"/>
                </a:lnTo>
                <a:lnTo>
                  <a:pt x="190739" y="76956"/>
                </a:lnTo>
                <a:lnTo>
                  <a:pt x="191146" y="76223"/>
                </a:lnTo>
                <a:lnTo>
                  <a:pt x="191537" y="75471"/>
                </a:lnTo>
                <a:lnTo>
                  <a:pt x="191911" y="74699"/>
                </a:lnTo>
                <a:lnTo>
                  <a:pt x="192269" y="73907"/>
                </a:lnTo>
                <a:lnTo>
                  <a:pt x="192610" y="73096"/>
                </a:lnTo>
                <a:lnTo>
                  <a:pt x="192934" y="72266"/>
                </a:lnTo>
                <a:lnTo>
                  <a:pt x="193242" y="71416"/>
                </a:lnTo>
                <a:lnTo>
                  <a:pt x="193533" y="70547"/>
                </a:lnTo>
                <a:lnTo>
                  <a:pt x="193808" y="69658"/>
                </a:lnTo>
                <a:lnTo>
                  <a:pt x="194066" y="68749"/>
                </a:lnTo>
                <a:lnTo>
                  <a:pt x="194308" y="67821"/>
                </a:lnTo>
                <a:lnTo>
                  <a:pt x="194533" y="66873"/>
                </a:lnTo>
                <a:lnTo>
                  <a:pt x="177845" y="63971"/>
                </a:lnTo>
                <a:lnTo>
                  <a:pt x="177736" y="64524"/>
                </a:lnTo>
                <a:lnTo>
                  <a:pt x="177620" y="65062"/>
                </a:lnTo>
                <a:lnTo>
                  <a:pt x="177499" y="65587"/>
                </a:lnTo>
                <a:lnTo>
                  <a:pt x="177371" y="66098"/>
                </a:lnTo>
                <a:lnTo>
                  <a:pt x="177237" y="66596"/>
                </a:lnTo>
                <a:lnTo>
                  <a:pt x="177096" y="67079"/>
                </a:lnTo>
                <a:lnTo>
                  <a:pt x="176950" y="67549"/>
                </a:lnTo>
                <a:lnTo>
                  <a:pt x="176797" y="68005"/>
                </a:lnTo>
                <a:lnTo>
                  <a:pt x="176637" y="68448"/>
                </a:lnTo>
                <a:lnTo>
                  <a:pt x="176472" y="68876"/>
                </a:lnTo>
                <a:lnTo>
                  <a:pt x="176300" y="69291"/>
                </a:lnTo>
                <a:lnTo>
                  <a:pt x="176121" y="69693"/>
                </a:lnTo>
                <a:lnTo>
                  <a:pt x="175937" y="70080"/>
                </a:lnTo>
                <a:lnTo>
                  <a:pt x="175746" y="70454"/>
                </a:lnTo>
                <a:lnTo>
                  <a:pt x="175549" y="70813"/>
                </a:lnTo>
                <a:lnTo>
                  <a:pt x="175345" y="71160"/>
                </a:lnTo>
                <a:lnTo>
                  <a:pt x="175136" y="71492"/>
                </a:lnTo>
                <a:lnTo>
                  <a:pt x="174920" y="71811"/>
                </a:lnTo>
                <a:lnTo>
                  <a:pt x="174697" y="72116"/>
                </a:lnTo>
                <a:lnTo>
                  <a:pt x="174469" y="72407"/>
                </a:lnTo>
                <a:lnTo>
                  <a:pt x="174234" y="72684"/>
                </a:lnTo>
                <a:lnTo>
                  <a:pt x="173993" y="72948"/>
                </a:lnTo>
                <a:lnTo>
                  <a:pt x="173745" y="73198"/>
                </a:lnTo>
                <a:lnTo>
                  <a:pt x="173491" y="73434"/>
                </a:lnTo>
                <a:lnTo>
                  <a:pt x="173231" y="73658"/>
                </a:lnTo>
                <a:lnTo>
                  <a:pt x="172965" y="73873"/>
                </a:lnTo>
                <a:lnTo>
                  <a:pt x="172693" y="74079"/>
                </a:lnTo>
                <a:lnTo>
                  <a:pt x="172415" y="74274"/>
                </a:lnTo>
                <a:lnTo>
                  <a:pt x="172130" y="74461"/>
                </a:lnTo>
                <a:lnTo>
                  <a:pt x="171840" y="74637"/>
                </a:lnTo>
                <a:lnTo>
                  <a:pt x="171543" y="74805"/>
                </a:lnTo>
                <a:lnTo>
                  <a:pt x="171241" y="74962"/>
                </a:lnTo>
                <a:lnTo>
                  <a:pt x="170932" y="75110"/>
                </a:lnTo>
                <a:lnTo>
                  <a:pt x="170617" y="75249"/>
                </a:lnTo>
                <a:lnTo>
                  <a:pt x="170296" y="75378"/>
                </a:lnTo>
                <a:lnTo>
                  <a:pt x="169969" y="75497"/>
                </a:lnTo>
                <a:lnTo>
                  <a:pt x="169636" y="75607"/>
                </a:lnTo>
                <a:lnTo>
                  <a:pt x="169297" y="75707"/>
                </a:lnTo>
                <a:lnTo>
                  <a:pt x="168952" y="75798"/>
                </a:lnTo>
                <a:lnTo>
                  <a:pt x="168600" y="75879"/>
                </a:lnTo>
                <a:lnTo>
                  <a:pt x="168243" y="75951"/>
                </a:lnTo>
                <a:lnTo>
                  <a:pt x="167879" y="76013"/>
                </a:lnTo>
                <a:lnTo>
                  <a:pt x="167510" y="76065"/>
                </a:lnTo>
                <a:lnTo>
                  <a:pt x="167134" y="76108"/>
                </a:lnTo>
                <a:lnTo>
                  <a:pt x="166752" y="76142"/>
                </a:lnTo>
                <a:lnTo>
                  <a:pt x="166364" y="76166"/>
                </a:lnTo>
                <a:lnTo>
                  <a:pt x="165970" y="76180"/>
                </a:lnTo>
                <a:lnTo>
                  <a:pt x="165570" y="76185"/>
                </a:lnTo>
                <a:lnTo>
                  <a:pt x="165036" y="76177"/>
                </a:lnTo>
                <a:lnTo>
                  <a:pt x="164510" y="76152"/>
                </a:lnTo>
                <a:lnTo>
                  <a:pt x="163994" y="76111"/>
                </a:lnTo>
                <a:lnTo>
                  <a:pt x="163487" y="76054"/>
                </a:lnTo>
                <a:lnTo>
                  <a:pt x="162989" y="75981"/>
                </a:lnTo>
                <a:lnTo>
                  <a:pt x="162500" y="75891"/>
                </a:lnTo>
                <a:lnTo>
                  <a:pt x="162020" y="75785"/>
                </a:lnTo>
                <a:lnTo>
                  <a:pt x="161550" y="75663"/>
                </a:lnTo>
                <a:lnTo>
                  <a:pt x="161088" y="75524"/>
                </a:lnTo>
                <a:lnTo>
                  <a:pt x="160636" y="75369"/>
                </a:lnTo>
                <a:lnTo>
                  <a:pt x="160192" y="75197"/>
                </a:lnTo>
                <a:lnTo>
                  <a:pt x="159758" y="75010"/>
                </a:lnTo>
                <a:lnTo>
                  <a:pt x="159333" y="74806"/>
                </a:lnTo>
                <a:lnTo>
                  <a:pt x="158917" y="74585"/>
                </a:lnTo>
                <a:lnTo>
                  <a:pt x="158511" y="74348"/>
                </a:lnTo>
                <a:lnTo>
                  <a:pt x="158113" y="74095"/>
                </a:lnTo>
                <a:lnTo>
                  <a:pt x="157725" y="73826"/>
                </a:lnTo>
                <a:lnTo>
                  <a:pt x="157345" y="73541"/>
                </a:lnTo>
                <a:lnTo>
                  <a:pt x="156975" y="73239"/>
                </a:lnTo>
                <a:lnTo>
                  <a:pt x="156614" y="72920"/>
                </a:lnTo>
                <a:lnTo>
                  <a:pt x="156262" y="72586"/>
                </a:lnTo>
                <a:lnTo>
                  <a:pt x="155919" y="72235"/>
                </a:lnTo>
                <a:lnTo>
                  <a:pt x="155586" y="71867"/>
                </a:lnTo>
                <a:lnTo>
                  <a:pt x="155261" y="71484"/>
                </a:lnTo>
                <a:lnTo>
                  <a:pt x="154948" y="71080"/>
                </a:lnTo>
                <a:lnTo>
                  <a:pt x="154648" y="70653"/>
                </a:lnTo>
                <a:lnTo>
                  <a:pt x="154361" y="70203"/>
                </a:lnTo>
                <a:lnTo>
                  <a:pt x="154088" y="69730"/>
                </a:lnTo>
                <a:lnTo>
                  <a:pt x="153828" y="69234"/>
                </a:lnTo>
                <a:lnTo>
                  <a:pt x="153581" y="68714"/>
                </a:lnTo>
                <a:lnTo>
                  <a:pt x="153348" y="68171"/>
                </a:lnTo>
                <a:lnTo>
                  <a:pt x="153128" y="67605"/>
                </a:lnTo>
                <a:lnTo>
                  <a:pt x="152922" y="67016"/>
                </a:lnTo>
                <a:lnTo>
                  <a:pt x="152728" y="66403"/>
                </a:lnTo>
                <a:lnTo>
                  <a:pt x="152548" y="65767"/>
                </a:lnTo>
                <a:lnTo>
                  <a:pt x="152382" y="65108"/>
                </a:lnTo>
                <a:lnTo>
                  <a:pt x="152228" y="64426"/>
                </a:lnTo>
                <a:lnTo>
                  <a:pt x="152088" y="63720"/>
                </a:lnTo>
                <a:lnTo>
                  <a:pt x="151962" y="62991"/>
                </a:lnTo>
                <a:lnTo>
                  <a:pt x="151848" y="62239"/>
                </a:lnTo>
                <a:lnTo>
                  <a:pt x="151748" y="61464"/>
                </a:lnTo>
                <a:lnTo>
                  <a:pt x="151662" y="60666"/>
                </a:lnTo>
                <a:lnTo>
                  <a:pt x="151588" y="59844"/>
                </a:lnTo>
                <a:lnTo>
                  <a:pt x="151528" y="58999"/>
                </a:lnTo>
                <a:lnTo>
                  <a:pt x="151482" y="58131"/>
                </a:lnTo>
                <a:lnTo>
                  <a:pt x="151448" y="57240"/>
                </a:lnTo>
                <a:lnTo>
                  <a:pt x="151428" y="56325"/>
                </a:lnTo>
                <a:lnTo>
                  <a:pt x="151422" y="55387"/>
                </a:lnTo>
                <a:lnTo>
                  <a:pt x="151428" y="54543"/>
                </a:lnTo>
                <a:lnTo>
                  <a:pt x="151448" y="53720"/>
                </a:lnTo>
                <a:lnTo>
                  <a:pt x="151481" y="52917"/>
                </a:lnTo>
                <a:lnTo>
                  <a:pt x="151527" y="52135"/>
                </a:lnTo>
                <a:lnTo>
                  <a:pt x="151586" y="51373"/>
                </a:lnTo>
                <a:lnTo>
                  <a:pt x="151658" y="50631"/>
                </a:lnTo>
                <a:lnTo>
                  <a:pt x="151743" y="49910"/>
                </a:lnTo>
                <a:lnTo>
                  <a:pt x="151842" y="49209"/>
                </a:lnTo>
                <a:lnTo>
                  <a:pt x="151953" y="48528"/>
                </a:lnTo>
                <a:lnTo>
                  <a:pt x="152078" y="47868"/>
                </a:lnTo>
                <a:lnTo>
                  <a:pt x="152216" y="47229"/>
                </a:lnTo>
                <a:lnTo>
                  <a:pt x="152367" y="46609"/>
                </a:lnTo>
                <a:lnTo>
                  <a:pt x="152531" y="46011"/>
                </a:lnTo>
                <a:lnTo>
                  <a:pt x="152708" y="45432"/>
                </a:lnTo>
                <a:lnTo>
                  <a:pt x="152898" y="44874"/>
                </a:lnTo>
                <a:lnTo>
                  <a:pt x="153101" y="44336"/>
                </a:lnTo>
                <a:lnTo>
                  <a:pt x="153318" y="43819"/>
                </a:lnTo>
                <a:lnTo>
                  <a:pt x="153547" y="43322"/>
                </a:lnTo>
                <a:lnTo>
                  <a:pt x="153790" y="42846"/>
                </a:lnTo>
                <a:lnTo>
                  <a:pt x="154046" y="42390"/>
                </a:lnTo>
                <a:lnTo>
                  <a:pt x="154315" y="41954"/>
                </a:lnTo>
                <a:lnTo>
                  <a:pt x="154597" y="41539"/>
                </a:lnTo>
                <a:lnTo>
                  <a:pt x="154892" y="41144"/>
                </a:lnTo>
                <a:lnTo>
                  <a:pt x="155201" y="40770"/>
                </a:lnTo>
                <a:lnTo>
                  <a:pt x="155520" y="40413"/>
                </a:lnTo>
                <a:lnTo>
                  <a:pt x="155848" y="40072"/>
                </a:lnTo>
                <a:lnTo>
                  <a:pt x="156186" y="39746"/>
                </a:lnTo>
                <a:lnTo>
                  <a:pt x="156532" y="39434"/>
                </a:lnTo>
                <a:lnTo>
                  <a:pt x="156887" y="39139"/>
                </a:lnTo>
                <a:lnTo>
                  <a:pt x="157251" y="38858"/>
                </a:lnTo>
                <a:lnTo>
                  <a:pt x="157624" y="38592"/>
                </a:lnTo>
                <a:lnTo>
                  <a:pt x="158006" y="38342"/>
                </a:lnTo>
                <a:lnTo>
                  <a:pt x="158396" y="38107"/>
                </a:lnTo>
                <a:lnTo>
                  <a:pt x="158796" y="37887"/>
                </a:lnTo>
                <a:lnTo>
                  <a:pt x="159205" y="37682"/>
                </a:lnTo>
                <a:lnTo>
                  <a:pt x="159622" y="37492"/>
                </a:lnTo>
                <a:lnTo>
                  <a:pt x="160049" y="37318"/>
                </a:lnTo>
                <a:lnTo>
                  <a:pt x="160484" y="37158"/>
                </a:lnTo>
                <a:lnTo>
                  <a:pt x="160928" y="37014"/>
                </a:lnTo>
                <a:lnTo>
                  <a:pt x="161382" y="36885"/>
                </a:lnTo>
                <a:lnTo>
                  <a:pt x="161844" y="36771"/>
                </a:lnTo>
                <a:lnTo>
                  <a:pt x="162315" y="36673"/>
                </a:lnTo>
                <a:lnTo>
                  <a:pt x="162795" y="36589"/>
                </a:lnTo>
                <a:lnTo>
                  <a:pt x="163284" y="36521"/>
                </a:lnTo>
                <a:lnTo>
                  <a:pt x="163782" y="36468"/>
                </a:lnTo>
                <a:lnTo>
                  <a:pt x="164288" y="36430"/>
                </a:lnTo>
                <a:lnTo>
                  <a:pt x="164804" y="36407"/>
                </a:lnTo>
                <a:lnTo>
                  <a:pt x="165329" y="36399"/>
                </a:lnTo>
                <a:lnTo>
                  <a:pt x="165723" y="36404"/>
                </a:lnTo>
                <a:lnTo>
                  <a:pt x="166112" y="36417"/>
                </a:lnTo>
                <a:lnTo>
                  <a:pt x="166495" y="36439"/>
                </a:lnTo>
                <a:lnTo>
                  <a:pt x="166871" y="36470"/>
                </a:lnTo>
                <a:lnTo>
                  <a:pt x="167241" y="36509"/>
                </a:lnTo>
                <a:lnTo>
                  <a:pt x="167605" y="36557"/>
                </a:lnTo>
                <a:lnTo>
                  <a:pt x="167963" y="36614"/>
                </a:lnTo>
                <a:lnTo>
                  <a:pt x="168315" y="36680"/>
                </a:lnTo>
                <a:lnTo>
                  <a:pt x="168660" y="36754"/>
                </a:lnTo>
                <a:lnTo>
                  <a:pt x="168999" y="36838"/>
                </a:lnTo>
                <a:lnTo>
                  <a:pt x="169332" y="36930"/>
                </a:lnTo>
                <a:lnTo>
                  <a:pt x="169659" y="37031"/>
                </a:lnTo>
                <a:lnTo>
                  <a:pt x="169980" y="37140"/>
                </a:lnTo>
                <a:lnTo>
                  <a:pt x="170294" y="37258"/>
                </a:lnTo>
                <a:lnTo>
                  <a:pt x="170603" y="37386"/>
                </a:lnTo>
                <a:lnTo>
                  <a:pt x="170905" y="37521"/>
                </a:lnTo>
                <a:lnTo>
                  <a:pt x="171201" y="37666"/>
                </a:lnTo>
                <a:lnTo>
                  <a:pt x="171490" y="37819"/>
                </a:lnTo>
                <a:lnTo>
                  <a:pt x="171774" y="37982"/>
                </a:lnTo>
                <a:lnTo>
                  <a:pt x="172051" y="38152"/>
                </a:lnTo>
                <a:lnTo>
                  <a:pt x="172322" y="38332"/>
                </a:lnTo>
                <a:lnTo>
                  <a:pt x="172587" y="38521"/>
                </a:lnTo>
                <a:lnTo>
                  <a:pt x="172846" y="38718"/>
                </a:lnTo>
                <a:lnTo>
                  <a:pt x="173098" y="38924"/>
                </a:lnTo>
                <a:lnTo>
                  <a:pt x="173344" y="39138"/>
                </a:lnTo>
                <a:lnTo>
                  <a:pt x="173582" y="39362"/>
                </a:lnTo>
                <a:lnTo>
                  <a:pt x="173813" y="39593"/>
                </a:lnTo>
                <a:lnTo>
                  <a:pt x="174036" y="39834"/>
                </a:lnTo>
                <a:lnTo>
                  <a:pt x="174252" y="40083"/>
                </a:lnTo>
                <a:lnTo>
                  <a:pt x="174461" y="40340"/>
                </a:lnTo>
                <a:lnTo>
                  <a:pt x="174661" y="40606"/>
                </a:lnTo>
                <a:lnTo>
                  <a:pt x="174855" y="40880"/>
                </a:lnTo>
                <a:lnTo>
                  <a:pt x="175041" y="41164"/>
                </a:lnTo>
                <a:lnTo>
                  <a:pt x="175220" y="41455"/>
                </a:lnTo>
                <a:lnTo>
                  <a:pt x="175391" y="41755"/>
                </a:lnTo>
                <a:lnTo>
                  <a:pt x="175555" y="42064"/>
                </a:lnTo>
                <a:lnTo>
                  <a:pt x="175711" y="42381"/>
                </a:lnTo>
                <a:lnTo>
                  <a:pt x="175860" y="42707"/>
                </a:lnTo>
                <a:lnTo>
                  <a:pt x="176001" y="43042"/>
                </a:lnTo>
                <a:lnTo>
                  <a:pt x="176135" y="43385"/>
                </a:lnTo>
                <a:lnTo>
                  <a:pt x="176261" y="43736"/>
                </a:lnTo>
                <a:lnTo>
                  <a:pt x="176380" y="44096"/>
                </a:lnTo>
                <a:lnTo>
                  <a:pt x="176492" y="44465"/>
                </a:lnTo>
                <a:lnTo>
                  <a:pt x="176596" y="44842"/>
                </a:lnTo>
                <a:lnTo>
                  <a:pt x="176692" y="45228"/>
                </a:lnTo>
                <a:lnTo>
                  <a:pt x="176782" y="45622"/>
                </a:lnTo>
                <a:lnTo>
                  <a:pt x="176863" y="46025"/>
                </a:lnTo>
                <a:lnTo>
                  <a:pt x="176938" y="46436"/>
                </a:lnTo>
                <a:lnTo>
                  <a:pt x="193686" y="43413"/>
                </a:lnTo>
                <a:lnTo>
                  <a:pt x="193428" y="42561"/>
                </a:lnTo>
                <a:lnTo>
                  <a:pt x="193155" y="41727"/>
                </a:lnTo>
                <a:lnTo>
                  <a:pt x="192869" y="40911"/>
                </a:lnTo>
                <a:lnTo>
                  <a:pt x="192570" y="40114"/>
                </a:lnTo>
                <a:close/>
                <a:moveTo>
                  <a:pt x="250902" y="59222"/>
                </a:moveTo>
                <a:lnTo>
                  <a:pt x="250968" y="60092"/>
                </a:lnTo>
                <a:lnTo>
                  <a:pt x="251047" y="60950"/>
                </a:lnTo>
                <a:lnTo>
                  <a:pt x="251141" y="61796"/>
                </a:lnTo>
                <a:lnTo>
                  <a:pt x="251250" y="62631"/>
                </a:lnTo>
                <a:lnTo>
                  <a:pt x="251373" y="63454"/>
                </a:lnTo>
                <a:lnTo>
                  <a:pt x="251511" y="64265"/>
                </a:lnTo>
                <a:lnTo>
                  <a:pt x="251663" y="65065"/>
                </a:lnTo>
                <a:lnTo>
                  <a:pt x="251830" y="65853"/>
                </a:lnTo>
                <a:lnTo>
                  <a:pt x="252011" y="66629"/>
                </a:lnTo>
                <a:lnTo>
                  <a:pt x="252206" y="67394"/>
                </a:lnTo>
                <a:lnTo>
                  <a:pt x="252416" y="68147"/>
                </a:lnTo>
                <a:lnTo>
                  <a:pt x="252641" y="68889"/>
                </a:lnTo>
                <a:lnTo>
                  <a:pt x="252880" y="69619"/>
                </a:lnTo>
                <a:lnTo>
                  <a:pt x="253133" y="70337"/>
                </a:lnTo>
                <a:lnTo>
                  <a:pt x="253401" y="71043"/>
                </a:lnTo>
                <a:lnTo>
                  <a:pt x="253684" y="71738"/>
                </a:lnTo>
                <a:lnTo>
                  <a:pt x="253981" y="72421"/>
                </a:lnTo>
                <a:lnTo>
                  <a:pt x="254292" y="73093"/>
                </a:lnTo>
                <a:lnTo>
                  <a:pt x="254618" y="73753"/>
                </a:lnTo>
                <a:lnTo>
                  <a:pt x="254959" y="74401"/>
                </a:lnTo>
                <a:lnTo>
                  <a:pt x="255313" y="75037"/>
                </a:lnTo>
                <a:lnTo>
                  <a:pt x="255681" y="75660"/>
                </a:lnTo>
                <a:lnTo>
                  <a:pt x="256062" y="76270"/>
                </a:lnTo>
                <a:lnTo>
                  <a:pt x="256456" y="76868"/>
                </a:lnTo>
                <a:lnTo>
                  <a:pt x="256864" y="77452"/>
                </a:lnTo>
                <a:lnTo>
                  <a:pt x="257285" y="78023"/>
                </a:lnTo>
                <a:lnTo>
                  <a:pt x="257719" y="78582"/>
                </a:lnTo>
                <a:lnTo>
                  <a:pt x="258167" y="79127"/>
                </a:lnTo>
                <a:lnTo>
                  <a:pt x="258628" y="79660"/>
                </a:lnTo>
                <a:lnTo>
                  <a:pt x="259102" y="80180"/>
                </a:lnTo>
                <a:lnTo>
                  <a:pt x="259590" y="80687"/>
                </a:lnTo>
                <a:lnTo>
                  <a:pt x="260091" y="81181"/>
                </a:lnTo>
                <a:lnTo>
                  <a:pt x="260605" y="81662"/>
                </a:lnTo>
                <a:lnTo>
                  <a:pt x="261132" y="82130"/>
                </a:lnTo>
                <a:lnTo>
                  <a:pt x="261673" y="82585"/>
                </a:lnTo>
                <a:lnTo>
                  <a:pt x="262228" y="83027"/>
                </a:lnTo>
                <a:lnTo>
                  <a:pt x="262795" y="83457"/>
                </a:lnTo>
                <a:lnTo>
                  <a:pt x="263376" y="83873"/>
                </a:lnTo>
                <a:lnTo>
                  <a:pt x="263971" y="84277"/>
                </a:lnTo>
                <a:lnTo>
                  <a:pt x="264578" y="84667"/>
                </a:lnTo>
                <a:lnTo>
                  <a:pt x="265199" y="85045"/>
                </a:lnTo>
                <a:lnTo>
                  <a:pt x="265834" y="85410"/>
                </a:lnTo>
                <a:lnTo>
                  <a:pt x="266481" y="85762"/>
                </a:lnTo>
                <a:lnTo>
                  <a:pt x="267142" y="86101"/>
                </a:lnTo>
                <a:lnTo>
                  <a:pt x="267811" y="86427"/>
                </a:lnTo>
                <a:lnTo>
                  <a:pt x="268483" y="86738"/>
                </a:lnTo>
                <a:lnTo>
                  <a:pt x="269158" y="87036"/>
                </a:lnTo>
                <a:lnTo>
                  <a:pt x="269835" y="87320"/>
                </a:lnTo>
                <a:lnTo>
                  <a:pt x="270516" y="87591"/>
                </a:lnTo>
                <a:lnTo>
                  <a:pt x="271199" y="87847"/>
                </a:lnTo>
                <a:lnTo>
                  <a:pt x="271885" y="88089"/>
                </a:lnTo>
                <a:lnTo>
                  <a:pt x="272574" y="88318"/>
                </a:lnTo>
                <a:lnTo>
                  <a:pt x="273266" y="88533"/>
                </a:lnTo>
                <a:lnTo>
                  <a:pt x="273960" y="88734"/>
                </a:lnTo>
                <a:lnTo>
                  <a:pt x="274657" y="88921"/>
                </a:lnTo>
                <a:lnTo>
                  <a:pt x="275358" y="89094"/>
                </a:lnTo>
                <a:lnTo>
                  <a:pt x="276061" y="89253"/>
                </a:lnTo>
                <a:lnTo>
                  <a:pt x="276767" y="89399"/>
                </a:lnTo>
                <a:lnTo>
                  <a:pt x="277475" y="89530"/>
                </a:lnTo>
                <a:lnTo>
                  <a:pt x="278187" y="89648"/>
                </a:lnTo>
                <a:lnTo>
                  <a:pt x="278901" y="89752"/>
                </a:lnTo>
                <a:lnTo>
                  <a:pt x="279619" y="89842"/>
                </a:lnTo>
                <a:lnTo>
                  <a:pt x="280339" y="89918"/>
                </a:lnTo>
                <a:lnTo>
                  <a:pt x="281061" y="89981"/>
                </a:lnTo>
                <a:lnTo>
                  <a:pt x="281787" y="90029"/>
                </a:lnTo>
                <a:lnTo>
                  <a:pt x="282516" y="90064"/>
                </a:lnTo>
                <a:lnTo>
                  <a:pt x="283247" y="90085"/>
                </a:lnTo>
                <a:lnTo>
                  <a:pt x="283981" y="90092"/>
                </a:lnTo>
                <a:lnTo>
                  <a:pt x="285162" y="90075"/>
                </a:lnTo>
                <a:lnTo>
                  <a:pt x="286326" y="90025"/>
                </a:lnTo>
                <a:lnTo>
                  <a:pt x="287473" y="89942"/>
                </a:lnTo>
                <a:lnTo>
                  <a:pt x="288603" y="89825"/>
                </a:lnTo>
                <a:lnTo>
                  <a:pt x="289716" y="89676"/>
                </a:lnTo>
                <a:lnTo>
                  <a:pt x="290812" y="89493"/>
                </a:lnTo>
                <a:lnTo>
                  <a:pt x="291891" y="89276"/>
                </a:lnTo>
                <a:lnTo>
                  <a:pt x="292954" y="89027"/>
                </a:lnTo>
                <a:lnTo>
                  <a:pt x="293999" y="88744"/>
                </a:lnTo>
                <a:lnTo>
                  <a:pt x="295028" y="88428"/>
                </a:lnTo>
                <a:lnTo>
                  <a:pt x="296039" y="88078"/>
                </a:lnTo>
                <a:lnTo>
                  <a:pt x="297034" y="87696"/>
                </a:lnTo>
                <a:lnTo>
                  <a:pt x="298012" y="87280"/>
                </a:lnTo>
                <a:lnTo>
                  <a:pt x="298973" y="86831"/>
                </a:lnTo>
                <a:lnTo>
                  <a:pt x="299917" y="86348"/>
                </a:lnTo>
                <a:lnTo>
                  <a:pt x="300844" y="85832"/>
                </a:lnTo>
                <a:lnTo>
                  <a:pt x="301754" y="85283"/>
                </a:lnTo>
                <a:lnTo>
                  <a:pt x="302648" y="84701"/>
                </a:lnTo>
                <a:lnTo>
                  <a:pt x="303524" y="84085"/>
                </a:lnTo>
                <a:lnTo>
                  <a:pt x="304384" y="83436"/>
                </a:lnTo>
                <a:lnTo>
                  <a:pt x="305227" y="82754"/>
                </a:lnTo>
                <a:lnTo>
                  <a:pt x="306052" y="82039"/>
                </a:lnTo>
                <a:lnTo>
                  <a:pt x="306861" y="81290"/>
                </a:lnTo>
                <a:lnTo>
                  <a:pt x="307653" y="80508"/>
                </a:lnTo>
                <a:lnTo>
                  <a:pt x="308420" y="79701"/>
                </a:lnTo>
                <a:lnTo>
                  <a:pt x="309155" y="78876"/>
                </a:lnTo>
                <a:lnTo>
                  <a:pt x="309857" y="78034"/>
                </a:lnTo>
                <a:lnTo>
                  <a:pt x="310526" y="77175"/>
                </a:lnTo>
                <a:lnTo>
                  <a:pt x="311163" y="76298"/>
                </a:lnTo>
                <a:lnTo>
                  <a:pt x="311767" y="75404"/>
                </a:lnTo>
                <a:lnTo>
                  <a:pt x="312338" y="74493"/>
                </a:lnTo>
                <a:lnTo>
                  <a:pt x="312877" y="73565"/>
                </a:lnTo>
                <a:lnTo>
                  <a:pt x="313383" y="72619"/>
                </a:lnTo>
                <a:lnTo>
                  <a:pt x="313856" y="71656"/>
                </a:lnTo>
                <a:lnTo>
                  <a:pt x="314297" y="70675"/>
                </a:lnTo>
                <a:lnTo>
                  <a:pt x="314705" y="69677"/>
                </a:lnTo>
                <a:lnTo>
                  <a:pt x="315080" y="68662"/>
                </a:lnTo>
                <a:lnTo>
                  <a:pt x="315423" y="67630"/>
                </a:lnTo>
                <a:lnTo>
                  <a:pt x="315733" y="66580"/>
                </a:lnTo>
                <a:lnTo>
                  <a:pt x="316011" y="65513"/>
                </a:lnTo>
                <a:lnTo>
                  <a:pt x="316255" y="64429"/>
                </a:lnTo>
                <a:lnTo>
                  <a:pt x="316468" y="63327"/>
                </a:lnTo>
                <a:lnTo>
                  <a:pt x="316647" y="62208"/>
                </a:lnTo>
                <a:lnTo>
                  <a:pt x="316794" y="61071"/>
                </a:lnTo>
                <a:lnTo>
                  <a:pt x="316908" y="59918"/>
                </a:lnTo>
                <a:lnTo>
                  <a:pt x="316990" y="58747"/>
                </a:lnTo>
                <a:lnTo>
                  <a:pt x="317039" y="57558"/>
                </a:lnTo>
                <a:lnTo>
                  <a:pt x="317055" y="56353"/>
                </a:lnTo>
                <a:lnTo>
                  <a:pt x="317039" y="55157"/>
                </a:lnTo>
                <a:lnTo>
                  <a:pt x="316991" y="53979"/>
                </a:lnTo>
                <a:lnTo>
                  <a:pt x="316910" y="52818"/>
                </a:lnTo>
                <a:lnTo>
                  <a:pt x="316797" y="51674"/>
                </a:lnTo>
                <a:lnTo>
                  <a:pt x="316651" y="50548"/>
                </a:lnTo>
                <a:lnTo>
                  <a:pt x="316473" y="49439"/>
                </a:lnTo>
                <a:lnTo>
                  <a:pt x="316263" y="48347"/>
                </a:lnTo>
                <a:lnTo>
                  <a:pt x="316021" y="47273"/>
                </a:lnTo>
                <a:lnTo>
                  <a:pt x="315746" y="46216"/>
                </a:lnTo>
                <a:lnTo>
                  <a:pt x="315439" y="45176"/>
                </a:lnTo>
                <a:lnTo>
                  <a:pt x="315099" y="44154"/>
                </a:lnTo>
                <a:lnTo>
                  <a:pt x="314727" y="43149"/>
                </a:lnTo>
                <a:lnTo>
                  <a:pt x="314323" y="42161"/>
                </a:lnTo>
                <a:lnTo>
                  <a:pt x="313887" y="41191"/>
                </a:lnTo>
                <a:lnTo>
                  <a:pt x="313418" y="40237"/>
                </a:lnTo>
                <a:lnTo>
                  <a:pt x="312917" y="39302"/>
                </a:lnTo>
                <a:lnTo>
                  <a:pt x="312383" y="38383"/>
                </a:lnTo>
                <a:lnTo>
                  <a:pt x="311818" y="37482"/>
                </a:lnTo>
                <a:lnTo>
                  <a:pt x="311219" y="36598"/>
                </a:lnTo>
                <a:lnTo>
                  <a:pt x="310589" y="35732"/>
                </a:lnTo>
                <a:lnTo>
                  <a:pt x="309926" y="34883"/>
                </a:lnTo>
                <a:lnTo>
                  <a:pt x="309231" y="34051"/>
                </a:lnTo>
                <a:lnTo>
                  <a:pt x="308504" y="33236"/>
                </a:lnTo>
                <a:lnTo>
                  <a:pt x="307744" y="32439"/>
                </a:lnTo>
                <a:lnTo>
                  <a:pt x="306959" y="31667"/>
                </a:lnTo>
                <a:lnTo>
                  <a:pt x="306155" y="30928"/>
                </a:lnTo>
                <a:lnTo>
                  <a:pt x="305334" y="30221"/>
                </a:lnTo>
                <a:lnTo>
                  <a:pt x="304494" y="29548"/>
                </a:lnTo>
                <a:lnTo>
                  <a:pt x="303636" y="28907"/>
                </a:lnTo>
                <a:lnTo>
                  <a:pt x="302759" y="28299"/>
                </a:lnTo>
                <a:lnTo>
                  <a:pt x="301865" y="27724"/>
                </a:lnTo>
                <a:lnTo>
                  <a:pt x="300952" y="27182"/>
                </a:lnTo>
                <a:lnTo>
                  <a:pt x="300020" y="26673"/>
                </a:lnTo>
                <a:lnTo>
                  <a:pt x="299071" y="26196"/>
                </a:lnTo>
                <a:lnTo>
                  <a:pt x="298103" y="25753"/>
                </a:lnTo>
                <a:lnTo>
                  <a:pt x="297117" y="25342"/>
                </a:lnTo>
                <a:lnTo>
                  <a:pt x="296113" y="24964"/>
                </a:lnTo>
                <a:lnTo>
                  <a:pt x="295090" y="24619"/>
                </a:lnTo>
                <a:lnTo>
                  <a:pt x="294050" y="24307"/>
                </a:lnTo>
                <a:lnTo>
                  <a:pt x="292991" y="24028"/>
                </a:lnTo>
                <a:lnTo>
                  <a:pt x="291913" y="23781"/>
                </a:lnTo>
                <a:lnTo>
                  <a:pt x="290818" y="23568"/>
                </a:lnTo>
                <a:lnTo>
                  <a:pt x="289704" y="23387"/>
                </a:lnTo>
                <a:lnTo>
                  <a:pt x="288572" y="23239"/>
                </a:lnTo>
                <a:lnTo>
                  <a:pt x="287421" y="23124"/>
                </a:lnTo>
                <a:lnTo>
                  <a:pt x="286253" y="23042"/>
                </a:lnTo>
                <a:lnTo>
                  <a:pt x="285066" y="22993"/>
                </a:lnTo>
                <a:lnTo>
                  <a:pt x="283860" y="22976"/>
                </a:lnTo>
                <a:lnTo>
                  <a:pt x="283078" y="22984"/>
                </a:lnTo>
                <a:lnTo>
                  <a:pt x="282301" y="23005"/>
                </a:lnTo>
                <a:lnTo>
                  <a:pt x="281530" y="23042"/>
                </a:lnTo>
                <a:lnTo>
                  <a:pt x="280766" y="23092"/>
                </a:lnTo>
                <a:lnTo>
                  <a:pt x="280008" y="23157"/>
                </a:lnTo>
                <a:lnTo>
                  <a:pt x="279256" y="23237"/>
                </a:lnTo>
                <a:lnTo>
                  <a:pt x="278510" y="23331"/>
                </a:lnTo>
                <a:lnTo>
                  <a:pt x="277770" y="23440"/>
                </a:lnTo>
                <a:lnTo>
                  <a:pt x="277037" y="23563"/>
                </a:lnTo>
                <a:lnTo>
                  <a:pt x="276310" y="23701"/>
                </a:lnTo>
                <a:lnTo>
                  <a:pt x="275589" y="23853"/>
                </a:lnTo>
                <a:lnTo>
                  <a:pt x="274874" y="24019"/>
                </a:lnTo>
                <a:lnTo>
                  <a:pt x="274165" y="24200"/>
                </a:lnTo>
                <a:lnTo>
                  <a:pt x="273463" y="24396"/>
                </a:lnTo>
                <a:lnTo>
                  <a:pt x="272767" y="24606"/>
                </a:lnTo>
                <a:lnTo>
                  <a:pt x="272077" y="24831"/>
                </a:lnTo>
                <a:lnTo>
                  <a:pt x="271393" y="25070"/>
                </a:lnTo>
                <a:lnTo>
                  <a:pt x="270715" y="25323"/>
                </a:lnTo>
                <a:lnTo>
                  <a:pt x="270044" y="25591"/>
                </a:lnTo>
                <a:lnTo>
                  <a:pt x="269378" y="25874"/>
                </a:lnTo>
                <a:lnTo>
                  <a:pt x="268719" y="26171"/>
                </a:lnTo>
                <a:lnTo>
                  <a:pt x="268067" y="26482"/>
                </a:lnTo>
                <a:lnTo>
                  <a:pt x="267420" y="26808"/>
                </a:lnTo>
                <a:lnTo>
                  <a:pt x="266779" y="27148"/>
                </a:lnTo>
                <a:lnTo>
                  <a:pt x="266148" y="27503"/>
                </a:lnTo>
                <a:lnTo>
                  <a:pt x="265529" y="27870"/>
                </a:lnTo>
                <a:lnTo>
                  <a:pt x="264921" y="28250"/>
                </a:lnTo>
                <a:lnTo>
                  <a:pt x="264326" y="28643"/>
                </a:lnTo>
                <a:lnTo>
                  <a:pt x="263743" y="29049"/>
                </a:lnTo>
                <a:lnTo>
                  <a:pt x="263172" y="29469"/>
                </a:lnTo>
                <a:lnTo>
                  <a:pt x="262613" y="29901"/>
                </a:lnTo>
                <a:lnTo>
                  <a:pt x="262067" y="30346"/>
                </a:lnTo>
                <a:lnTo>
                  <a:pt x="261532" y="30805"/>
                </a:lnTo>
                <a:lnTo>
                  <a:pt x="261009" y="31276"/>
                </a:lnTo>
                <a:lnTo>
                  <a:pt x="260498" y="31760"/>
                </a:lnTo>
                <a:lnTo>
                  <a:pt x="260000" y="32258"/>
                </a:lnTo>
                <a:lnTo>
                  <a:pt x="259513" y="32768"/>
                </a:lnTo>
                <a:lnTo>
                  <a:pt x="259039" y="33291"/>
                </a:lnTo>
                <a:lnTo>
                  <a:pt x="258577" y="33828"/>
                </a:lnTo>
                <a:lnTo>
                  <a:pt x="258126" y="34377"/>
                </a:lnTo>
                <a:lnTo>
                  <a:pt x="257688" y="34940"/>
                </a:lnTo>
                <a:lnTo>
                  <a:pt x="257262" y="35515"/>
                </a:lnTo>
                <a:lnTo>
                  <a:pt x="256848" y="36104"/>
                </a:lnTo>
                <a:lnTo>
                  <a:pt x="256446" y="36705"/>
                </a:lnTo>
                <a:lnTo>
                  <a:pt x="256056" y="37320"/>
                </a:lnTo>
                <a:lnTo>
                  <a:pt x="255678" y="37947"/>
                </a:lnTo>
                <a:lnTo>
                  <a:pt x="255312" y="38588"/>
                </a:lnTo>
                <a:lnTo>
                  <a:pt x="254959" y="39241"/>
                </a:lnTo>
                <a:lnTo>
                  <a:pt x="254618" y="39902"/>
                </a:lnTo>
                <a:lnTo>
                  <a:pt x="254292" y="40565"/>
                </a:lnTo>
                <a:lnTo>
                  <a:pt x="253981" y="41230"/>
                </a:lnTo>
                <a:lnTo>
                  <a:pt x="253684" y="41897"/>
                </a:lnTo>
                <a:lnTo>
                  <a:pt x="253401" y="42565"/>
                </a:lnTo>
                <a:lnTo>
                  <a:pt x="253133" y="43236"/>
                </a:lnTo>
                <a:lnTo>
                  <a:pt x="252880" y="43908"/>
                </a:lnTo>
                <a:lnTo>
                  <a:pt x="252641" y="44582"/>
                </a:lnTo>
                <a:lnTo>
                  <a:pt x="252416" y="45258"/>
                </a:lnTo>
                <a:lnTo>
                  <a:pt x="252206" y="45936"/>
                </a:lnTo>
                <a:lnTo>
                  <a:pt x="252011" y="46616"/>
                </a:lnTo>
                <a:lnTo>
                  <a:pt x="251830" y="47298"/>
                </a:lnTo>
                <a:lnTo>
                  <a:pt x="251663" y="47982"/>
                </a:lnTo>
                <a:lnTo>
                  <a:pt x="251511" y="48667"/>
                </a:lnTo>
                <a:lnTo>
                  <a:pt x="251373" y="49355"/>
                </a:lnTo>
                <a:lnTo>
                  <a:pt x="251250" y="50044"/>
                </a:lnTo>
                <a:lnTo>
                  <a:pt x="251141" y="50735"/>
                </a:lnTo>
                <a:lnTo>
                  <a:pt x="251047" y="51429"/>
                </a:lnTo>
                <a:lnTo>
                  <a:pt x="250968" y="52124"/>
                </a:lnTo>
                <a:lnTo>
                  <a:pt x="250902" y="52820"/>
                </a:lnTo>
                <a:lnTo>
                  <a:pt x="250852" y="53519"/>
                </a:lnTo>
                <a:lnTo>
                  <a:pt x="250816" y="54220"/>
                </a:lnTo>
                <a:lnTo>
                  <a:pt x="250794" y="54923"/>
                </a:lnTo>
                <a:lnTo>
                  <a:pt x="250787" y="55627"/>
                </a:lnTo>
                <a:lnTo>
                  <a:pt x="250794" y="56543"/>
                </a:lnTo>
                <a:lnTo>
                  <a:pt x="250816" y="57448"/>
                </a:lnTo>
                <a:lnTo>
                  <a:pt x="250852" y="58341"/>
                </a:lnTo>
                <a:lnTo>
                  <a:pt x="250902" y="59222"/>
                </a:lnTo>
                <a:close/>
                <a:moveTo>
                  <a:pt x="268326" y="53484"/>
                </a:moveTo>
                <a:lnTo>
                  <a:pt x="268397" y="52760"/>
                </a:lnTo>
                <a:lnTo>
                  <a:pt x="268484" y="52051"/>
                </a:lnTo>
                <a:lnTo>
                  <a:pt x="268586" y="51358"/>
                </a:lnTo>
                <a:lnTo>
                  <a:pt x="268704" y="50681"/>
                </a:lnTo>
                <a:lnTo>
                  <a:pt x="268838" y="50019"/>
                </a:lnTo>
                <a:lnTo>
                  <a:pt x="268988" y="49372"/>
                </a:lnTo>
                <a:lnTo>
                  <a:pt x="269153" y="48741"/>
                </a:lnTo>
                <a:lnTo>
                  <a:pt x="269334" y="48126"/>
                </a:lnTo>
                <a:lnTo>
                  <a:pt x="269531" y="47526"/>
                </a:lnTo>
                <a:lnTo>
                  <a:pt x="269743" y="46941"/>
                </a:lnTo>
                <a:lnTo>
                  <a:pt x="269972" y="46372"/>
                </a:lnTo>
                <a:lnTo>
                  <a:pt x="270216" y="45818"/>
                </a:lnTo>
                <a:lnTo>
                  <a:pt x="270476" y="45280"/>
                </a:lnTo>
                <a:lnTo>
                  <a:pt x="270751" y="44758"/>
                </a:lnTo>
                <a:lnTo>
                  <a:pt x="271042" y="44251"/>
                </a:lnTo>
                <a:lnTo>
                  <a:pt x="271349" y="43759"/>
                </a:lnTo>
                <a:lnTo>
                  <a:pt x="271672" y="43283"/>
                </a:lnTo>
                <a:lnTo>
                  <a:pt x="272011" y="42822"/>
                </a:lnTo>
                <a:lnTo>
                  <a:pt x="272365" y="42377"/>
                </a:lnTo>
                <a:lnTo>
                  <a:pt x="272735" y="41947"/>
                </a:lnTo>
                <a:lnTo>
                  <a:pt x="273117" y="41534"/>
                </a:lnTo>
                <a:lnTo>
                  <a:pt x="273506" y="41138"/>
                </a:lnTo>
                <a:lnTo>
                  <a:pt x="273902" y="40760"/>
                </a:lnTo>
                <a:lnTo>
                  <a:pt x="274305" y="40400"/>
                </a:lnTo>
                <a:lnTo>
                  <a:pt x="274716" y="40057"/>
                </a:lnTo>
                <a:lnTo>
                  <a:pt x="275135" y="39732"/>
                </a:lnTo>
                <a:lnTo>
                  <a:pt x="275560" y="39424"/>
                </a:lnTo>
                <a:lnTo>
                  <a:pt x="275993" y="39134"/>
                </a:lnTo>
                <a:lnTo>
                  <a:pt x="276434" y="38861"/>
                </a:lnTo>
                <a:lnTo>
                  <a:pt x="276881" y="38606"/>
                </a:lnTo>
                <a:lnTo>
                  <a:pt x="277337" y="38369"/>
                </a:lnTo>
                <a:lnTo>
                  <a:pt x="277799" y="38149"/>
                </a:lnTo>
                <a:lnTo>
                  <a:pt x="278269" y="37947"/>
                </a:lnTo>
                <a:lnTo>
                  <a:pt x="278746" y="37762"/>
                </a:lnTo>
                <a:lnTo>
                  <a:pt x="279230" y="37595"/>
                </a:lnTo>
                <a:lnTo>
                  <a:pt x="279722" y="37446"/>
                </a:lnTo>
                <a:lnTo>
                  <a:pt x="280221" y="37314"/>
                </a:lnTo>
                <a:lnTo>
                  <a:pt x="280728" y="37200"/>
                </a:lnTo>
                <a:lnTo>
                  <a:pt x="281242" y="37103"/>
                </a:lnTo>
                <a:lnTo>
                  <a:pt x="281763" y="37024"/>
                </a:lnTo>
                <a:lnTo>
                  <a:pt x="282291" y="36962"/>
                </a:lnTo>
                <a:lnTo>
                  <a:pt x="282827" y="36918"/>
                </a:lnTo>
                <a:lnTo>
                  <a:pt x="283370" y="36892"/>
                </a:lnTo>
                <a:lnTo>
                  <a:pt x="283921" y="36883"/>
                </a:lnTo>
                <a:lnTo>
                  <a:pt x="284471" y="36892"/>
                </a:lnTo>
                <a:lnTo>
                  <a:pt x="285015" y="36918"/>
                </a:lnTo>
                <a:lnTo>
                  <a:pt x="285550" y="36962"/>
                </a:lnTo>
                <a:lnTo>
                  <a:pt x="286078" y="37024"/>
                </a:lnTo>
                <a:lnTo>
                  <a:pt x="286599" y="37103"/>
                </a:lnTo>
                <a:lnTo>
                  <a:pt x="287112" y="37200"/>
                </a:lnTo>
                <a:lnTo>
                  <a:pt x="287618" y="37314"/>
                </a:lnTo>
                <a:lnTo>
                  <a:pt x="288116" y="37446"/>
                </a:lnTo>
                <a:lnTo>
                  <a:pt x="288607" y="37595"/>
                </a:lnTo>
                <a:lnTo>
                  <a:pt x="289091" y="37762"/>
                </a:lnTo>
                <a:lnTo>
                  <a:pt x="289567" y="37947"/>
                </a:lnTo>
                <a:lnTo>
                  <a:pt x="290035" y="38149"/>
                </a:lnTo>
                <a:lnTo>
                  <a:pt x="290496" y="38369"/>
                </a:lnTo>
                <a:lnTo>
                  <a:pt x="290950" y="38606"/>
                </a:lnTo>
                <a:lnTo>
                  <a:pt x="291396" y="38861"/>
                </a:lnTo>
                <a:lnTo>
                  <a:pt x="291835" y="39134"/>
                </a:lnTo>
                <a:lnTo>
                  <a:pt x="292266" y="39424"/>
                </a:lnTo>
                <a:lnTo>
                  <a:pt x="292690" y="39732"/>
                </a:lnTo>
                <a:lnTo>
                  <a:pt x="293107" y="40057"/>
                </a:lnTo>
                <a:lnTo>
                  <a:pt x="293515" y="40400"/>
                </a:lnTo>
                <a:lnTo>
                  <a:pt x="293917" y="40760"/>
                </a:lnTo>
                <a:lnTo>
                  <a:pt x="294311" y="41138"/>
                </a:lnTo>
                <a:lnTo>
                  <a:pt x="294697" y="41534"/>
                </a:lnTo>
                <a:lnTo>
                  <a:pt x="295077" y="41947"/>
                </a:lnTo>
                <a:lnTo>
                  <a:pt x="295444" y="42377"/>
                </a:lnTo>
                <a:lnTo>
                  <a:pt x="295796" y="42821"/>
                </a:lnTo>
                <a:lnTo>
                  <a:pt x="296132" y="43281"/>
                </a:lnTo>
                <a:lnTo>
                  <a:pt x="296453" y="43755"/>
                </a:lnTo>
                <a:lnTo>
                  <a:pt x="296758" y="44245"/>
                </a:lnTo>
                <a:lnTo>
                  <a:pt x="297047" y="44750"/>
                </a:lnTo>
                <a:lnTo>
                  <a:pt x="297321" y="45270"/>
                </a:lnTo>
                <a:lnTo>
                  <a:pt x="297579" y="45805"/>
                </a:lnTo>
                <a:lnTo>
                  <a:pt x="297822" y="46355"/>
                </a:lnTo>
                <a:lnTo>
                  <a:pt x="298048" y="46920"/>
                </a:lnTo>
                <a:lnTo>
                  <a:pt x="298260" y="47500"/>
                </a:lnTo>
                <a:lnTo>
                  <a:pt x="298455" y="48095"/>
                </a:lnTo>
                <a:lnTo>
                  <a:pt x="298635" y="48706"/>
                </a:lnTo>
                <a:lnTo>
                  <a:pt x="298799" y="49331"/>
                </a:lnTo>
                <a:lnTo>
                  <a:pt x="298948" y="49972"/>
                </a:lnTo>
                <a:lnTo>
                  <a:pt x="299081" y="50627"/>
                </a:lnTo>
                <a:lnTo>
                  <a:pt x="299198" y="51298"/>
                </a:lnTo>
                <a:lnTo>
                  <a:pt x="299300" y="51983"/>
                </a:lnTo>
                <a:lnTo>
                  <a:pt x="299386" y="52684"/>
                </a:lnTo>
                <a:lnTo>
                  <a:pt x="299456" y="53400"/>
                </a:lnTo>
                <a:lnTo>
                  <a:pt x="299511" y="54130"/>
                </a:lnTo>
                <a:lnTo>
                  <a:pt x="299550" y="54876"/>
                </a:lnTo>
                <a:lnTo>
                  <a:pt x="299573" y="55637"/>
                </a:lnTo>
                <a:lnTo>
                  <a:pt x="299581" y="56413"/>
                </a:lnTo>
                <a:lnTo>
                  <a:pt x="299573" y="57209"/>
                </a:lnTo>
                <a:lnTo>
                  <a:pt x="299550" y="57989"/>
                </a:lnTo>
                <a:lnTo>
                  <a:pt x="299511" y="58753"/>
                </a:lnTo>
                <a:lnTo>
                  <a:pt x="299456" y="59501"/>
                </a:lnTo>
                <a:lnTo>
                  <a:pt x="299386" y="60233"/>
                </a:lnTo>
                <a:lnTo>
                  <a:pt x="299300" y="60949"/>
                </a:lnTo>
                <a:lnTo>
                  <a:pt x="299198" y="61649"/>
                </a:lnTo>
                <a:lnTo>
                  <a:pt x="299081" y="62334"/>
                </a:lnTo>
                <a:lnTo>
                  <a:pt x="298948" y="63002"/>
                </a:lnTo>
                <a:lnTo>
                  <a:pt x="298799" y="63655"/>
                </a:lnTo>
                <a:lnTo>
                  <a:pt x="298635" y="64291"/>
                </a:lnTo>
                <a:lnTo>
                  <a:pt x="298455" y="64912"/>
                </a:lnTo>
                <a:lnTo>
                  <a:pt x="298260" y="65517"/>
                </a:lnTo>
                <a:lnTo>
                  <a:pt x="298048" y="66106"/>
                </a:lnTo>
                <a:lnTo>
                  <a:pt x="297822" y="66679"/>
                </a:lnTo>
                <a:lnTo>
                  <a:pt x="297579" y="67236"/>
                </a:lnTo>
                <a:lnTo>
                  <a:pt x="297321" y="67777"/>
                </a:lnTo>
                <a:lnTo>
                  <a:pt x="297047" y="68303"/>
                </a:lnTo>
                <a:lnTo>
                  <a:pt x="296758" y="68812"/>
                </a:lnTo>
                <a:lnTo>
                  <a:pt x="296453" y="69306"/>
                </a:lnTo>
                <a:lnTo>
                  <a:pt x="296132" y="69783"/>
                </a:lnTo>
                <a:lnTo>
                  <a:pt x="295796" y="70245"/>
                </a:lnTo>
                <a:lnTo>
                  <a:pt x="295444" y="70691"/>
                </a:lnTo>
                <a:lnTo>
                  <a:pt x="295077" y="71121"/>
                </a:lnTo>
                <a:lnTo>
                  <a:pt x="294697" y="71534"/>
                </a:lnTo>
                <a:lnTo>
                  <a:pt x="294311" y="71930"/>
                </a:lnTo>
                <a:lnTo>
                  <a:pt x="293917" y="72308"/>
                </a:lnTo>
                <a:lnTo>
                  <a:pt x="293515" y="72668"/>
                </a:lnTo>
                <a:lnTo>
                  <a:pt x="293107" y="73011"/>
                </a:lnTo>
                <a:lnTo>
                  <a:pt x="292690" y="73336"/>
                </a:lnTo>
                <a:lnTo>
                  <a:pt x="292266" y="73644"/>
                </a:lnTo>
                <a:lnTo>
                  <a:pt x="291835" y="73934"/>
                </a:lnTo>
                <a:lnTo>
                  <a:pt x="291396" y="74207"/>
                </a:lnTo>
                <a:lnTo>
                  <a:pt x="290950" y="74462"/>
                </a:lnTo>
                <a:lnTo>
                  <a:pt x="290496" y="74699"/>
                </a:lnTo>
                <a:lnTo>
                  <a:pt x="290035" y="74919"/>
                </a:lnTo>
                <a:lnTo>
                  <a:pt x="289567" y="75121"/>
                </a:lnTo>
                <a:lnTo>
                  <a:pt x="289091" y="75306"/>
                </a:lnTo>
                <a:lnTo>
                  <a:pt x="288607" y="75473"/>
                </a:lnTo>
                <a:lnTo>
                  <a:pt x="288116" y="75622"/>
                </a:lnTo>
                <a:lnTo>
                  <a:pt x="287618" y="75754"/>
                </a:lnTo>
                <a:lnTo>
                  <a:pt x="287112" y="75868"/>
                </a:lnTo>
                <a:lnTo>
                  <a:pt x="286599" y="75965"/>
                </a:lnTo>
                <a:lnTo>
                  <a:pt x="286078" y="76044"/>
                </a:lnTo>
                <a:lnTo>
                  <a:pt x="285550" y="76106"/>
                </a:lnTo>
                <a:lnTo>
                  <a:pt x="285015" y="76150"/>
                </a:lnTo>
                <a:lnTo>
                  <a:pt x="284471" y="76176"/>
                </a:lnTo>
                <a:lnTo>
                  <a:pt x="283921" y="76185"/>
                </a:lnTo>
                <a:lnTo>
                  <a:pt x="283370" y="76176"/>
                </a:lnTo>
                <a:lnTo>
                  <a:pt x="282827" y="76150"/>
                </a:lnTo>
                <a:lnTo>
                  <a:pt x="282291" y="76106"/>
                </a:lnTo>
                <a:lnTo>
                  <a:pt x="281763" y="76044"/>
                </a:lnTo>
                <a:lnTo>
                  <a:pt x="281242" y="75965"/>
                </a:lnTo>
                <a:lnTo>
                  <a:pt x="280728" y="75868"/>
                </a:lnTo>
                <a:lnTo>
                  <a:pt x="280221" y="75754"/>
                </a:lnTo>
                <a:lnTo>
                  <a:pt x="279722" y="75622"/>
                </a:lnTo>
                <a:lnTo>
                  <a:pt x="279230" y="75473"/>
                </a:lnTo>
                <a:lnTo>
                  <a:pt x="278746" y="75306"/>
                </a:lnTo>
                <a:lnTo>
                  <a:pt x="278269" y="75121"/>
                </a:lnTo>
                <a:lnTo>
                  <a:pt x="277799" y="74919"/>
                </a:lnTo>
                <a:lnTo>
                  <a:pt x="277337" y="74699"/>
                </a:lnTo>
                <a:lnTo>
                  <a:pt x="276881" y="74462"/>
                </a:lnTo>
                <a:lnTo>
                  <a:pt x="276434" y="74207"/>
                </a:lnTo>
                <a:lnTo>
                  <a:pt x="275993" y="73934"/>
                </a:lnTo>
                <a:lnTo>
                  <a:pt x="275560" y="73644"/>
                </a:lnTo>
                <a:lnTo>
                  <a:pt x="275135" y="73336"/>
                </a:lnTo>
                <a:lnTo>
                  <a:pt x="274716" y="73011"/>
                </a:lnTo>
                <a:lnTo>
                  <a:pt x="274305" y="72668"/>
                </a:lnTo>
                <a:lnTo>
                  <a:pt x="273902" y="72308"/>
                </a:lnTo>
                <a:lnTo>
                  <a:pt x="273506" y="71930"/>
                </a:lnTo>
                <a:lnTo>
                  <a:pt x="273117" y="71534"/>
                </a:lnTo>
                <a:lnTo>
                  <a:pt x="272735" y="71121"/>
                </a:lnTo>
                <a:lnTo>
                  <a:pt x="272365" y="70691"/>
                </a:lnTo>
                <a:lnTo>
                  <a:pt x="272011" y="70246"/>
                </a:lnTo>
                <a:lnTo>
                  <a:pt x="271672" y="69785"/>
                </a:lnTo>
                <a:lnTo>
                  <a:pt x="271349" y="69309"/>
                </a:lnTo>
                <a:lnTo>
                  <a:pt x="271042" y="68817"/>
                </a:lnTo>
                <a:lnTo>
                  <a:pt x="270751" y="68310"/>
                </a:lnTo>
                <a:lnTo>
                  <a:pt x="270476" y="67788"/>
                </a:lnTo>
                <a:lnTo>
                  <a:pt x="270216" y="67250"/>
                </a:lnTo>
                <a:lnTo>
                  <a:pt x="269972" y="66696"/>
                </a:lnTo>
                <a:lnTo>
                  <a:pt x="269743" y="66127"/>
                </a:lnTo>
                <a:lnTo>
                  <a:pt x="269531" y="65542"/>
                </a:lnTo>
                <a:lnTo>
                  <a:pt x="269334" y="64942"/>
                </a:lnTo>
                <a:lnTo>
                  <a:pt x="269153" y="64327"/>
                </a:lnTo>
                <a:lnTo>
                  <a:pt x="268988" y="63696"/>
                </a:lnTo>
                <a:lnTo>
                  <a:pt x="268838" y="63049"/>
                </a:lnTo>
                <a:lnTo>
                  <a:pt x="268704" y="62387"/>
                </a:lnTo>
                <a:lnTo>
                  <a:pt x="268586" y="61710"/>
                </a:lnTo>
                <a:lnTo>
                  <a:pt x="268484" y="61017"/>
                </a:lnTo>
                <a:lnTo>
                  <a:pt x="268397" y="60308"/>
                </a:lnTo>
                <a:lnTo>
                  <a:pt x="268326" y="59585"/>
                </a:lnTo>
                <a:lnTo>
                  <a:pt x="268271" y="58845"/>
                </a:lnTo>
                <a:lnTo>
                  <a:pt x="268232" y="58090"/>
                </a:lnTo>
                <a:lnTo>
                  <a:pt x="268208" y="57320"/>
                </a:lnTo>
                <a:lnTo>
                  <a:pt x="268200" y="56534"/>
                </a:lnTo>
                <a:lnTo>
                  <a:pt x="268208" y="55748"/>
                </a:lnTo>
                <a:lnTo>
                  <a:pt x="268232" y="54978"/>
                </a:lnTo>
                <a:lnTo>
                  <a:pt x="268271" y="54223"/>
                </a:lnTo>
                <a:lnTo>
                  <a:pt x="268326" y="53484"/>
                </a:lnTo>
                <a:close/>
                <a:moveTo>
                  <a:pt x="325324" y="73309"/>
                </a:moveTo>
                <a:lnTo>
                  <a:pt x="325604" y="74008"/>
                </a:lnTo>
                <a:lnTo>
                  <a:pt x="325901" y="74694"/>
                </a:lnTo>
                <a:lnTo>
                  <a:pt x="326217" y="75367"/>
                </a:lnTo>
                <a:lnTo>
                  <a:pt x="326551" y="76026"/>
                </a:lnTo>
                <a:lnTo>
                  <a:pt x="326904" y="76673"/>
                </a:lnTo>
                <a:lnTo>
                  <a:pt x="327275" y="77306"/>
                </a:lnTo>
                <a:lnTo>
                  <a:pt x="327664" y="77926"/>
                </a:lnTo>
                <a:lnTo>
                  <a:pt x="328072" y="78533"/>
                </a:lnTo>
                <a:lnTo>
                  <a:pt x="328498" y="79127"/>
                </a:lnTo>
                <a:lnTo>
                  <a:pt x="328943" y="79707"/>
                </a:lnTo>
                <a:lnTo>
                  <a:pt x="329406" y="80275"/>
                </a:lnTo>
                <a:lnTo>
                  <a:pt x="329887" y="80829"/>
                </a:lnTo>
                <a:lnTo>
                  <a:pt x="330387" y="81370"/>
                </a:lnTo>
                <a:lnTo>
                  <a:pt x="330905" y="81898"/>
                </a:lnTo>
                <a:lnTo>
                  <a:pt x="331441" y="82412"/>
                </a:lnTo>
                <a:lnTo>
                  <a:pt x="331996" y="82914"/>
                </a:lnTo>
                <a:lnTo>
                  <a:pt x="332569" y="83402"/>
                </a:lnTo>
                <a:lnTo>
                  <a:pt x="333160" y="83877"/>
                </a:lnTo>
                <a:lnTo>
                  <a:pt x="333770" y="84339"/>
                </a:lnTo>
                <a:lnTo>
                  <a:pt x="334398" y="84788"/>
                </a:lnTo>
                <a:lnTo>
                  <a:pt x="335045" y="85221"/>
                </a:lnTo>
                <a:lnTo>
                  <a:pt x="335711" y="85635"/>
                </a:lnTo>
                <a:lnTo>
                  <a:pt x="336396" y="86031"/>
                </a:lnTo>
                <a:lnTo>
                  <a:pt x="337100" y="86408"/>
                </a:lnTo>
                <a:lnTo>
                  <a:pt x="337823" y="86768"/>
                </a:lnTo>
                <a:lnTo>
                  <a:pt x="338565" y="87108"/>
                </a:lnTo>
                <a:lnTo>
                  <a:pt x="339325" y="87430"/>
                </a:lnTo>
                <a:lnTo>
                  <a:pt x="340105" y="87734"/>
                </a:lnTo>
                <a:lnTo>
                  <a:pt x="340904" y="88020"/>
                </a:lnTo>
                <a:lnTo>
                  <a:pt x="341722" y="88287"/>
                </a:lnTo>
                <a:lnTo>
                  <a:pt x="342559" y="88535"/>
                </a:lnTo>
                <a:lnTo>
                  <a:pt x="343415" y="88766"/>
                </a:lnTo>
                <a:lnTo>
                  <a:pt x="344290" y="88977"/>
                </a:lnTo>
                <a:lnTo>
                  <a:pt x="345184" y="89171"/>
                </a:lnTo>
                <a:lnTo>
                  <a:pt x="346097" y="89346"/>
                </a:lnTo>
                <a:lnTo>
                  <a:pt x="347029" y="89502"/>
                </a:lnTo>
                <a:lnTo>
                  <a:pt x="347979" y="89640"/>
                </a:lnTo>
                <a:lnTo>
                  <a:pt x="348949" y="89760"/>
                </a:lnTo>
                <a:lnTo>
                  <a:pt x="349938" y="89861"/>
                </a:lnTo>
                <a:lnTo>
                  <a:pt x="350946" y="89944"/>
                </a:lnTo>
                <a:lnTo>
                  <a:pt x="351973" y="90009"/>
                </a:lnTo>
                <a:lnTo>
                  <a:pt x="353019" y="90055"/>
                </a:lnTo>
                <a:lnTo>
                  <a:pt x="354084" y="90082"/>
                </a:lnTo>
                <a:lnTo>
                  <a:pt x="355168" y="90092"/>
                </a:lnTo>
                <a:lnTo>
                  <a:pt x="356360" y="90081"/>
                </a:lnTo>
                <a:lnTo>
                  <a:pt x="357527" y="90048"/>
                </a:lnTo>
                <a:lnTo>
                  <a:pt x="358670" y="89992"/>
                </a:lnTo>
                <a:lnTo>
                  <a:pt x="359788" y="89915"/>
                </a:lnTo>
                <a:lnTo>
                  <a:pt x="360882" y="89816"/>
                </a:lnTo>
                <a:lnTo>
                  <a:pt x="361951" y="89695"/>
                </a:lnTo>
                <a:lnTo>
                  <a:pt x="362996" y="89551"/>
                </a:lnTo>
                <a:lnTo>
                  <a:pt x="364016" y="89386"/>
                </a:lnTo>
                <a:lnTo>
                  <a:pt x="365011" y="89198"/>
                </a:lnTo>
                <a:lnTo>
                  <a:pt x="365982" y="88989"/>
                </a:lnTo>
                <a:lnTo>
                  <a:pt x="366928" y="88757"/>
                </a:lnTo>
                <a:lnTo>
                  <a:pt x="367850" y="88503"/>
                </a:lnTo>
                <a:lnTo>
                  <a:pt x="368747" y="88228"/>
                </a:lnTo>
                <a:lnTo>
                  <a:pt x="369620" y="87930"/>
                </a:lnTo>
                <a:lnTo>
                  <a:pt x="370468" y="87610"/>
                </a:lnTo>
                <a:lnTo>
                  <a:pt x="371291" y="87268"/>
                </a:lnTo>
                <a:lnTo>
                  <a:pt x="372090" y="86904"/>
                </a:lnTo>
                <a:lnTo>
                  <a:pt x="372865" y="86518"/>
                </a:lnTo>
                <a:lnTo>
                  <a:pt x="373615" y="86110"/>
                </a:lnTo>
                <a:lnTo>
                  <a:pt x="374340" y="85680"/>
                </a:lnTo>
                <a:lnTo>
                  <a:pt x="375041" y="85228"/>
                </a:lnTo>
                <a:lnTo>
                  <a:pt x="375717" y="84754"/>
                </a:lnTo>
                <a:lnTo>
                  <a:pt x="376368" y="84257"/>
                </a:lnTo>
                <a:lnTo>
                  <a:pt x="376995" y="83739"/>
                </a:lnTo>
                <a:lnTo>
                  <a:pt x="377597" y="83205"/>
                </a:lnTo>
                <a:lnTo>
                  <a:pt x="378173" y="82663"/>
                </a:lnTo>
                <a:lnTo>
                  <a:pt x="378724" y="82112"/>
                </a:lnTo>
                <a:lnTo>
                  <a:pt x="379249" y="81553"/>
                </a:lnTo>
                <a:lnTo>
                  <a:pt x="379749" y="80985"/>
                </a:lnTo>
                <a:lnTo>
                  <a:pt x="380223" y="80408"/>
                </a:lnTo>
                <a:lnTo>
                  <a:pt x="380671" y="79822"/>
                </a:lnTo>
                <a:lnTo>
                  <a:pt x="381093" y="79228"/>
                </a:lnTo>
                <a:lnTo>
                  <a:pt x="381490" y="78626"/>
                </a:lnTo>
                <a:lnTo>
                  <a:pt x="381862" y="78015"/>
                </a:lnTo>
                <a:lnTo>
                  <a:pt x="382208" y="77395"/>
                </a:lnTo>
                <a:lnTo>
                  <a:pt x="382528" y="76766"/>
                </a:lnTo>
                <a:lnTo>
                  <a:pt x="382822" y="76129"/>
                </a:lnTo>
                <a:lnTo>
                  <a:pt x="383091" y="75484"/>
                </a:lnTo>
                <a:lnTo>
                  <a:pt x="383335" y="74829"/>
                </a:lnTo>
                <a:lnTo>
                  <a:pt x="383552" y="74166"/>
                </a:lnTo>
                <a:lnTo>
                  <a:pt x="383744" y="73495"/>
                </a:lnTo>
                <a:lnTo>
                  <a:pt x="383911" y="72815"/>
                </a:lnTo>
                <a:lnTo>
                  <a:pt x="384052" y="72126"/>
                </a:lnTo>
                <a:lnTo>
                  <a:pt x="384167" y="71429"/>
                </a:lnTo>
                <a:lnTo>
                  <a:pt x="384257" y="70723"/>
                </a:lnTo>
                <a:lnTo>
                  <a:pt x="384321" y="70008"/>
                </a:lnTo>
                <a:lnTo>
                  <a:pt x="384359" y="69285"/>
                </a:lnTo>
                <a:lnTo>
                  <a:pt x="384372" y="68553"/>
                </a:lnTo>
                <a:lnTo>
                  <a:pt x="384363" y="67884"/>
                </a:lnTo>
                <a:lnTo>
                  <a:pt x="384335" y="67227"/>
                </a:lnTo>
                <a:lnTo>
                  <a:pt x="384289" y="66582"/>
                </a:lnTo>
                <a:lnTo>
                  <a:pt x="384224" y="65950"/>
                </a:lnTo>
                <a:lnTo>
                  <a:pt x="384141" y="65330"/>
                </a:lnTo>
                <a:lnTo>
                  <a:pt x="384039" y="64723"/>
                </a:lnTo>
                <a:lnTo>
                  <a:pt x="383919" y="64128"/>
                </a:lnTo>
                <a:lnTo>
                  <a:pt x="383781" y="63546"/>
                </a:lnTo>
                <a:lnTo>
                  <a:pt x="383624" y="62975"/>
                </a:lnTo>
                <a:lnTo>
                  <a:pt x="383448" y="62418"/>
                </a:lnTo>
                <a:lnTo>
                  <a:pt x="383254" y="61872"/>
                </a:lnTo>
                <a:lnTo>
                  <a:pt x="383042" y="61339"/>
                </a:lnTo>
                <a:lnTo>
                  <a:pt x="382811" y="60818"/>
                </a:lnTo>
                <a:lnTo>
                  <a:pt x="382561" y="60310"/>
                </a:lnTo>
                <a:lnTo>
                  <a:pt x="382293" y="59814"/>
                </a:lnTo>
                <a:lnTo>
                  <a:pt x="382007" y="59331"/>
                </a:lnTo>
                <a:lnTo>
                  <a:pt x="381702" y="58860"/>
                </a:lnTo>
                <a:lnTo>
                  <a:pt x="381379" y="58401"/>
                </a:lnTo>
                <a:lnTo>
                  <a:pt x="381037" y="57954"/>
                </a:lnTo>
                <a:lnTo>
                  <a:pt x="380677" y="57521"/>
                </a:lnTo>
                <a:lnTo>
                  <a:pt x="380298" y="57099"/>
                </a:lnTo>
                <a:lnTo>
                  <a:pt x="379901" y="56690"/>
                </a:lnTo>
                <a:lnTo>
                  <a:pt x="379485" y="56293"/>
                </a:lnTo>
                <a:lnTo>
                  <a:pt x="379051" y="55909"/>
                </a:lnTo>
                <a:lnTo>
                  <a:pt x="378588" y="55538"/>
                </a:lnTo>
                <a:lnTo>
                  <a:pt x="378097" y="55172"/>
                </a:lnTo>
                <a:lnTo>
                  <a:pt x="377578" y="54811"/>
                </a:lnTo>
                <a:lnTo>
                  <a:pt x="377030" y="54455"/>
                </a:lnTo>
                <a:lnTo>
                  <a:pt x="376453" y="54104"/>
                </a:lnTo>
                <a:lnTo>
                  <a:pt x="375848" y="53758"/>
                </a:lnTo>
                <a:lnTo>
                  <a:pt x="375215" y="53416"/>
                </a:lnTo>
                <a:lnTo>
                  <a:pt x="374553" y="53080"/>
                </a:lnTo>
                <a:lnTo>
                  <a:pt x="373863" y="52748"/>
                </a:lnTo>
                <a:lnTo>
                  <a:pt x="373144" y="52421"/>
                </a:lnTo>
                <a:lnTo>
                  <a:pt x="372397" y="52099"/>
                </a:lnTo>
                <a:lnTo>
                  <a:pt x="371621" y="51781"/>
                </a:lnTo>
                <a:lnTo>
                  <a:pt x="370817" y="51469"/>
                </a:lnTo>
                <a:lnTo>
                  <a:pt x="369985" y="51161"/>
                </a:lnTo>
                <a:lnTo>
                  <a:pt x="369124" y="50859"/>
                </a:lnTo>
                <a:lnTo>
                  <a:pt x="368235" y="50561"/>
                </a:lnTo>
                <a:lnTo>
                  <a:pt x="367317" y="50268"/>
                </a:lnTo>
                <a:lnTo>
                  <a:pt x="366371" y="49980"/>
                </a:lnTo>
                <a:lnTo>
                  <a:pt x="365396" y="49696"/>
                </a:lnTo>
                <a:lnTo>
                  <a:pt x="364393" y="49418"/>
                </a:lnTo>
                <a:lnTo>
                  <a:pt x="363361" y="49144"/>
                </a:lnTo>
                <a:lnTo>
                  <a:pt x="362301" y="48875"/>
                </a:lnTo>
                <a:lnTo>
                  <a:pt x="361212" y="48612"/>
                </a:lnTo>
                <a:lnTo>
                  <a:pt x="360095" y="48352"/>
                </a:lnTo>
                <a:lnTo>
                  <a:pt x="358984" y="48098"/>
                </a:lnTo>
                <a:lnTo>
                  <a:pt x="357911" y="47849"/>
                </a:lnTo>
                <a:lnTo>
                  <a:pt x="356878" y="47604"/>
                </a:lnTo>
                <a:lnTo>
                  <a:pt x="355884" y="47364"/>
                </a:lnTo>
                <a:lnTo>
                  <a:pt x="354929" y="47129"/>
                </a:lnTo>
                <a:lnTo>
                  <a:pt x="354013" y="46899"/>
                </a:lnTo>
                <a:lnTo>
                  <a:pt x="353136" y="46674"/>
                </a:lnTo>
                <a:lnTo>
                  <a:pt x="352299" y="46453"/>
                </a:lnTo>
                <a:lnTo>
                  <a:pt x="351501" y="46238"/>
                </a:lnTo>
                <a:lnTo>
                  <a:pt x="350741" y="46027"/>
                </a:lnTo>
                <a:lnTo>
                  <a:pt x="350021" y="45821"/>
                </a:lnTo>
                <a:lnTo>
                  <a:pt x="349340" y="45620"/>
                </a:lnTo>
                <a:lnTo>
                  <a:pt x="348699" y="45423"/>
                </a:lnTo>
                <a:lnTo>
                  <a:pt x="348096" y="45232"/>
                </a:lnTo>
                <a:lnTo>
                  <a:pt x="347533" y="45045"/>
                </a:lnTo>
                <a:lnTo>
                  <a:pt x="347008" y="44863"/>
                </a:lnTo>
                <a:lnTo>
                  <a:pt x="346523" y="44686"/>
                </a:lnTo>
                <a:lnTo>
                  <a:pt x="346077" y="44514"/>
                </a:lnTo>
                <a:lnTo>
                  <a:pt x="345670" y="44346"/>
                </a:lnTo>
                <a:lnTo>
                  <a:pt x="345303" y="44184"/>
                </a:lnTo>
                <a:lnTo>
                  <a:pt x="344974" y="44026"/>
                </a:lnTo>
                <a:lnTo>
                  <a:pt x="344685" y="43873"/>
                </a:lnTo>
                <a:lnTo>
                  <a:pt x="344435" y="43725"/>
                </a:lnTo>
                <a:lnTo>
                  <a:pt x="344224" y="43581"/>
                </a:lnTo>
                <a:lnTo>
                  <a:pt x="344086" y="43475"/>
                </a:lnTo>
                <a:lnTo>
                  <a:pt x="343953" y="43366"/>
                </a:lnTo>
                <a:lnTo>
                  <a:pt x="343827" y="43256"/>
                </a:lnTo>
                <a:lnTo>
                  <a:pt x="343706" y="43144"/>
                </a:lnTo>
                <a:lnTo>
                  <a:pt x="343592" y="43030"/>
                </a:lnTo>
                <a:lnTo>
                  <a:pt x="343483" y="42914"/>
                </a:lnTo>
                <a:lnTo>
                  <a:pt x="343380" y="42796"/>
                </a:lnTo>
                <a:lnTo>
                  <a:pt x="343283" y="42676"/>
                </a:lnTo>
                <a:lnTo>
                  <a:pt x="343192" y="42554"/>
                </a:lnTo>
                <a:lnTo>
                  <a:pt x="343107" y="42431"/>
                </a:lnTo>
                <a:lnTo>
                  <a:pt x="343027" y="42305"/>
                </a:lnTo>
                <a:lnTo>
                  <a:pt x="342954" y="42178"/>
                </a:lnTo>
                <a:lnTo>
                  <a:pt x="342886" y="42049"/>
                </a:lnTo>
                <a:lnTo>
                  <a:pt x="342825" y="41918"/>
                </a:lnTo>
                <a:lnTo>
                  <a:pt x="342769" y="41785"/>
                </a:lnTo>
                <a:lnTo>
                  <a:pt x="342719" y="41650"/>
                </a:lnTo>
                <a:lnTo>
                  <a:pt x="342675" y="41513"/>
                </a:lnTo>
                <a:lnTo>
                  <a:pt x="342636" y="41375"/>
                </a:lnTo>
                <a:lnTo>
                  <a:pt x="342604" y="41234"/>
                </a:lnTo>
                <a:lnTo>
                  <a:pt x="342578" y="41092"/>
                </a:lnTo>
                <a:lnTo>
                  <a:pt x="342557" y="40948"/>
                </a:lnTo>
                <a:lnTo>
                  <a:pt x="342542" y="40801"/>
                </a:lnTo>
                <a:lnTo>
                  <a:pt x="342534" y="40653"/>
                </a:lnTo>
                <a:lnTo>
                  <a:pt x="342531" y="40503"/>
                </a:lnTo>
                <a:lnTo>
                  <a:pt x="342534" y="40329"/>
                </a:lnTo>
                <a:lnTo>
                  <a:pt x="342544" y="40157"/>
                </a:lnTo>
                <a:lnTo>
                  <a:pt x="342561" y="39987"/>
                </a:lnTo>
                <a:lnTo>
                  <a:pt x="342584" y="39821"/>
                </a:lnTo>
                <a:lnTo>
                  <a:pt x="342615" y="39657"/>
                </a:lnTo>
                <a:lnTo>
                  <a:pt x="342652" y="39496"/>
                </a:lnTo>
                <a:lnTo>
                  <a:pt x="342695" y="39337"/>
                </a:lnTo>
                <a:lnTo>
                  <a:pt x="342746" y="39181"/>
                </a:lnTo>
                <a:lnTo>
                  <a:pt x="342803" y="39028"/>
                </a:lnTo>
                <a:lnTo>
                  <a:pt x="342867" y="38878"/>
                </a:lnTo>
                <a:lnTo>
                  <a:pt x="342937" y="38731"/>
                </a:lnTo>
                <a:lnTo>
                  <a:pt x="343014" y="38586"/>
                </a:lnTo>
                <a:lnTo>
                  <a:pt x="343098" y="38444"/>
                </a:lnTo>
                <a:lnTo>
                  <a:pt x="343189" y="38305"/>
                </a:lnTo>
                <a:lnTo>
                  <a:pt x="343286" y="38168"/>
                </a:lnTo>
                <a:lnTo>
                  <a:pt x="343391" y="38034"/>
                </a:lnTo>
                <a:lnTo>
                  <a:pt x="343501" y="37903"/>
                </a:lnTo>
                <a:lnTo>
                  <a:pt x="343619" y="37775"/>
                </a:lnTo>
                <a:lnTo>
                  <a:pt x="343743" y="37650"/>
                </a:lnTo>
                <a:lnTo>
                  <a:pt x="343874" y="37527"/>
                </a:lnTo>
                <a:lnTo>
                  <a:pt x="344012" y="37407"/>
                </a:lnTo>
                <a:lnTo>
                  <a:pt x="344156" y="37289"/>
                </a:lnTo>
                <a:lnTo>
                  <a:pt x="344308" y="37175"/>
                </a:lnTo>
                <a:lnTo>
                  <a:pt x="344466" y="37063"/>
                </a:lnTo>
                <a:lnTo>
                  <a:pt x="344714" y="36910"/>
                </a:lnTo>
                <a:lnTo>
                  <a:pt x="344976" y="36764"/>
                </a:lnTo>
                <a:lnTo>
                  <a:pt x="345251" y="36624"/>
                </a:lnTo>
                <a:lnTo>
                  <a:pt x="345539" y="36490"/>
                </a:lnTo>
                <a:lnTo>
                  <a:pt x="345840" y="36364"/>
                </a:lnTo>
                <a:lnTo>
                  <a:pt x="346155" y="36243"/>
                </a:lnTo>
                <a:lnTo>
                  <a:pt x="346483" y="36130"/>
                </a:lnTo>
                <a:lnTo>
                  <a:pt x="346824" y="36022"/>
                </a:lnTo>
                <a:lnTo>
                  <a:pt x="347178" y="35922"/>
                </a:lnTo>
                <a:lnTo>
                  <a:pt x="347545" y="35827"/>
                </a:lnTo>
                <a:lnTo>
                  <a:pt x="347926" y="35740"/>
                </a:lnTo>
                <a:lnTo>
                  <a:pt x="348320" y="35658"/>
                </a:lnTo>
                <a:lnTo>
                  <a:pt x="348727" y="35584"/>
                </a:lnTo>
                <a:lnTo>
                  <a:pt x="349148" y="35515"/>
                </a:lnTo>
                <a:lnTo>
                  <a:pt x="349581" y="35453"/>
                </a:lnTo>
                <a:lnTo>
                  <a:pt x="350028" y="35398"/>
                </a:lnTo>
                <a:lnTo>
                  <a:pt x="350488" y="35349"/>
                </a:lnTo>
                <a:lnTo>
                  <a:pt x="350962" y="35307"/>
                </a:lnTo>
                <a:lnTo>
                  <a:pt x="351448" y="35271"/>
                </a:lnTo>
                <a:lnTo>
                  <a:pt x="351948" y="35242"/>
                </a:lnTo>
                <a:lnTo>
                  <a:pt x="352461" y="35219"/>
                </a:lnTo>
                <a:lnTo>
                  <a:pt x="352987" y="35203"/>
                </a:lnTo>
                <a:lnTo>
                  <a:pt x="353527" y="35193"/>
                </a:lnTo>
                <a:lnTo>
                  <a:pt x="354079" y="35190"/>
                </a:lnTo>
                <a:lnTo>
                  <a:pt x="354518" y="35194"/>
                </a:lnTo>
                <a:lnTo>
                  <a:pt x="354949" y="35204"/>
                </a:lnTo>
                <a:lnTo>
                  <a:pt x="355371" y="35221"/>
                </a:lnTo>
                <a:lnTo>
                  <a:pt x="355785" y="35246"/>
                </a:lnTo>
                <a:lnTo>
                  <a:pt x="356190" y="35277"/>
                </a:lnTo>
                <a:lnTo>
                  <a:pt x="356587" y="35315"/>
                </a:lnTo>
                <a:lnTo>
                  <a:pt x="356975" y="35360"/>
                </a:lnTo>
                <a:lnTo>
                  <a:pt x="357354" y="35412"/>
                </a:lnTo>
                <a:lnTo>
                  <a:pt x="357726" y="35471"/>
                </a:lnTo>
                <a:lnTo>
                  <a:pt x="358088" y="35537"/>
                </a:lnTo>
                <a:lnTo>
                  <a:pt x="358442" y="35609"/>
                </a:lnTo>
                <a:lnTo>
                  <a:pt x="358788" y="35689"/>
                </a:lnTo>
                <a:lnTo>
                  <a:pt x="359125" y="35776"/>
                </a:lnTo>
                <a:lnTo>
                  <a:pt x="359454" y="35869"/>
                </a:lnTo>
                <a:lnTo>
                  <a:pt x="359774" y="35970"/>
                </a:lnTo>
                <a:lnTo>
                  <a:pt x="360085" y="36077"/>
                </a:lnTo>
                <a:lnTo>
                  <a:pt x="360389" y="36191"/>
                </a:lnTo>
                <a:lnTo>
                  <a:pt x="360683" y="36313"/>
                </a:lnTo>
                <a:lnTo>
                  <a:pt x="360969" y="36441"/>
                </a:lnTo>
                <a:lnTo>
                  <a:pt x="361247" y="36576"/>
                </a:lnTo>
                <a:lnTo>
                  <a:pt x="361516" y="36718"/>
                </a:lnTo>
                <a:lnTo>
                  <a:pt x="361777" y="36867"/>
                </a:lnTo>
                <a:lnTo>
                  <a:pt x="362029" y="37023"/>
                </a:lnTo>
                <a:lnTo>
                  <a:pt x="362272" y="37185"/>
                </a:lnTo>
                <a:lnTo>
                  <a:pt x="362508" y="37355"/>
                </a:lnTo>
                <a:lnTo>
                  <a:pt x="362738" y="37530"/>
                </a:lnTo>
                <a:lnTo>
                  <a:pt x="362961" y="37712"/>
                </a:lnTo>
                <a:lnTo>
                  <a:pt x="363178" y="37899"/>
                </a:lnTo>
                <a:lnTo>
                  <a:pt x="363389" y="38093"/>
                </a:lnTo>
                <a:lnTo>
                  <a:pt x="363593" y="38293"/>
                </a:lnTo>
                <a:lnTo>
                  <a:pt x="363791" y="38499"/>
                </a:lnTo>
                <a:lnTo>
                  <a:pt x="363982" y="38711"/>
                </a:lnTo>
                <a:lnTo>
                  <a:pt x="364167" y="38929"/>
                </a:lnTo>
                <a:lnTo>
                  <a:pt x="364345" y="39153"/>
                </a:lnTo>
                <a:lnTo>
                  <a:pt x="364518" y="39383"/>
                </a:lnTo>
                <a:lnTo>
                  <a:pt x="364683" y="39619"/>
                </a:lnTo>
                <a:lnTo>
                  <a:pt x="364843" y="39862"/>
                </a:lnTo>
                <a:lnTo>
                  <a:pt x="364995" y="40110"/>
                </a:lnTo>
                <a:lnTo>
                  <a:pt x="365142" y="40365"/>
                </a:lnTo>
                <a:lnTo>
                  <a:pt x="365282" y="40625"/>
                </a:lnTo>
                <a:lnTo>
                  <a:pt x="365416" y="40892"/>
                </a:lnTo>
                <a:lnTo>
                  <a:pt x="365543" y="41165"/>
                </a:lnTo>
                <a:lnTo>
                  <a:pt x="365664" y="41444"/>
                </a:lnTo>
                <a:lnTo>
                  <a:pt x="365778" y="41729"/>
                </a:lnTo>
                <a:lnTo>
                  <a:pt x="365886" y="42020"/>
                </a:lnTo>
                <a:lnTo>
                  <a:pt x="365988" y="42317"/>
                </a:lnTo>
                <a:lnTo>
                  <a:pt x="366083" y="42620"/>
                </a:lnTo>
                <a:lnTo>
                  <a:pt x="366172" y="42930"/>
                </a:lnTo>
                <a:lnTo>
                  <a:pt x="382195" y="39906"/>
                </a:lnTo>
                <a:lnTo>
                  <a:pt x="381987" y="39216"/>
                </a:lnTo>
                <a:lnTo>
                  <a:pt x="381764" y="38539"/>
                </a:lnTo>
                <a:lnTo>
                  <a:pt x="381528" y="37877"/>
                </a:lnTo>
                <a:lnTo>
                  <a:pt x="381278" y="37229"/>
                </a:lnTo>
                <a:lnTo>
                  <a:pt x="381014" y="36595"/>
                </a:lnTo>
                <a:lnTo>
                  <a:pt x="380736" y="35975"/>
                </a:lnTo>
                <a:lnTo>
                  <a:pt x="380445" y="35370"/>
                </a:lnTo>
                <a:lnTo>
                  <a:pt x="380139" y="34779"/>
                </a:lnTo>
                <a:lnTo>
                  <a:pt x="379820" y="34202"/>
                </a:lnTo>
                <a:lnTo>
                  <a:pt x="379487" y="33639"/>
                </a:lnTo>
                <a:lnTo>
                  <a:pt x="379140" y="33090"/>
                </a:lnTo>
                <a:lnTo>
                  <a:pt x="378779" y="32556"/>
                </a:lnTo>
                <a:lnTo>
                  <a:pt x="378404" y="32036"/>
                </a:lnTo>
                <a:lnTo>
                  <a:pt x="378016" y="31530"/>
                </a:lnTo>
                <a:lnTo>
                  <a:pt x="377613" y="31039"/>
                </a:lnTo>
                <a:lnTo>
                  <a:pt x="377197" y="30561"/>
                </a:lnTo>
                <a:lnTo>
                  <a:pt x="376767" y="30098"/>
                </a:lnTo>
                <a:lnTo>
                  <a:pt x="376323" y="29649"/>
                </a:lnTo>
                <a:lnTo>
                  <a:pt x="375865" y="29214"/>
                </a:lnTo>
                <a:lnTo>
                  <a:pt x="375393" y="28794"/>
                </a:lnTo>
                <a:lnTo>
                  <a:pt x="374907" y="28388"/>
                </a:lnTo>
                <a:lnTo>
                  <a:pt x="374408" y="27996"/>
                </a:lnTo>
                <a:lnTo>
                  <a:pt x="373895" y="27618"/>
                </a:lnTo>
                <a:lnTo>
                  <a:pt x="373367" y="27254"/>
                </a:lnTo>
                <a:lnTo>
                  <a:pt x="372822" y="26905"/>
                </a:lnTo>
                <a:lnTo>
                  <a:pt x="372252" y="26571"/>
                </a:lnTo>
                <a:lnTo>
                  <a:pt x="371659" y="26252"/>
                </a:lnTo>
                <a:lnTo>
                  <a:pt x="371043" y="25947"/>
                </a:lnTo>
                <a:lnTo>
                  <a:pt x="370403" y="25657"/>
                </a:lnTo>
                <a:lnTo>
                  <a:pt x="369740" y="25383"/>
                </a:lnTo>
                <a:lnTo>
                  <a:pt x="369053" y="25123"/>
                </a:lnTo>
                <a:lnTo>
                  <a:pt x="368342" y="24878"/>
                </a:lnTo>
                <a:lnTo>
                  <a:pt x="367608" y="24647"/>
                </a:lnTo>
                <a:lnTo>
                  <a:pt x="366851" y="24432"/>
                </a:lnTo>
                <a:lnTo>
                  <a:pt x="366070" y="24232"/>
                </a:lnTo>
                <a:lnTo>
                  <a:pt x="365265" y="24046"/>
                </a:lnTo>
                <a:lnTo>
                  <a:pt x="364437" y="23875"/>
                </a:lnTo>
                <a:lnTo>
                  <a:pt x="363586" y="23719"/>
                </a:lnTo>
                <a:lnTo>
                  <a:pt x="362711" y="23578"/>
                </a:lnTo>
                <a:lnTo>
                  <a:pt x="361812" y="23452"/>
                </a:lnTo>
                <a:lnTo>
                  <a:pt x="360890" y="23340"/>
                </a:lnTo>
                <a:lnTo>
                  <a:pt x="359944" y="23244"/>
                </a:lnTo>
                <a:lnTo>
                  <a:pt x="358975" y="23162"/>
                </a:lnTo>
                <a:lnTo>
                  <a:pt x="357983" y="23095"/>
                </a:lnTo>
                <a:lnTo>
                  <a:pt x="356966" y="23043"/>
                </a:lnTo>
                <a:lnTo>
                  <a:pt x="355927" y="23006"/>
                </a:lnTo>
                <a:lnTo>
                  <a:pt x="354864" y="22984"/>
                </a:lnTo>
                <a:lnTo>
                  <a:pt x="353777" y="22976"/>
                </a:lnTo>
                <a:lnTo>
                  <a:pt x="352636" y="22986"/>
                </a:lnTo>
                <a:lnTo>
                  <a:pt x="351520" y="23016"/>
                </a:lnTo>
                <a:lnTo>
                  <a:pt x="350429" y="23065"/>
                </a:lnTo>
                <a:lnTo>
                  <a:pt x="349363" y="23134"/>
                </a:lnTo>
                <a:lnTo>
                  <a:pt x="348323" y="23223"/>
                </a:lnTo>
                <a:lnTo>
                  <a:pt x="347307" y="23331"/>
                </a:lnTo>
                <a:lnTo>
                  <a:pt x="346317" y="23459"/>
                </a:lnTo>
                <a:lnTo>
                  <a:pt x="345352" y="23607"/>
                </a:lnTo>
                <a:lnTo>
                  <a:pt x="344413" y="23775"/>
                </a:lnTo>
                <a:lnTo>
                  <a:pt x="343498" y="23962"/>
                </a:lnTo>
                <a:lnTo>
                  <a:pt x="342609" y="24169"/>
                </a:lnTo>
                <a:lnTo>
                  <a:pt x="341745" y="24396"/>
                </a:lnTo>
                <a:lnTo>
                  <a:pt x="340906" y="24642"/>
                </a:lnTo>
                <a:lnTo>
                  <a:pt x="340092" y="24908"/>
                </a:lnTo>
                <a:lnTo>
                  <a:pt x="339303" y="25194"/>
                </a:lnTo>
                <a:lnTo>
                  <a:pt x="338540" y="25500"/>
                </a:lnTo>
                <a:lnTo>
                  <a:pt x="337802" y="25825"/>
                </a:lnTo>
                <a:lnTo>
                  <a:pt x="337089" y="26170"/>
                </a:lnTo>
                <a:lnTo>
                  <a:pt x="336401" y="26535"/>
                </a:lnTo>
                <a:lnTo>
                  <a:pt x="335739" y="26919"/>
                </a:lnTo>
                <a:lnTo>
                  <a:pt x="335101" y="27324"/>
                </a:lnTo>
                <a:lnTo>
                  <a:pt x="334489" y="27747"/>
                </a:lnTo>
                <a:lnTo>
                  <a:pt x="333902" y="28191"/>
                </a:lnTo>
                <a:lnTo>
                  <a:pt x="333340" y="28654"/>
                </a:lnTo>
                <a:lnTo>
                  <a:pt x="332802" y="29132"/>
                </a:lnTo>
                <a:lnTo>
                  <a:pt x="332287" y="29619"/>
                </a:lnTo>
                <a:lnTo>
                  <a:pt x="331795" y="30115"/>
                </a:lnTo>
                <a:lnTo>
                  <a:pt x="331326" y="30621"/>
                </a:lnTo>
                <a:lnTo>
                  <a:pt x="330880" y="31136"/>
                </a:lnTo>
                <a:lnTo>
                  <a:pt x="330457" y="31659"/>
                </a:lnTo>
                <a:lnTo>
                  <a:pt x="330056" y="32193"/>
                </a:lnTo>
                <a:lnTo>
                  <a:pt x="329679" y="32735"/>
                </a:lnTo>
                <a:lnTo>
                  <a:pt x="329324" y="33287"/>
                </a:lnTo>
                <a:lnTo>
                  <a:pt x="328992" y="33848"/>
                </a:lnTo>
                <a:lnTo>
                  <a:pt x="328683" y="34418"/>
                </a:lnTo>
                <a:lnTo>
                  <a:pt x="328397" y="34997"/>
                </a:lnTo>
                <a:lnTo>
                  <a:pt x="328134" y="35585"/>
                </a:lnTo>
                <a:lnTo>
                  <a:pt x="327894" y="36183"/>
                </a:lnTo>
                <a:lnTo>
                  <a:pt x="327676" y="36790"/>
                </a:lnTo>
                <a:lnTo>
                  <a:pt x="327482" y="37407"/>
                </a:lnTo>
                <a:lnTo>
                  <a:pt x="327310" y="38032"/>
                </a:lnTo>
                <a:lnTo>
                  <a:pt x="327161" y="38667"/>
                </a:lnTo>
                <a:lnTo>
                  <a:pt x="327036" y="39311"/>
                </a:lnTo>
                <a:lnTo>
                  <a:pt x="326933" y="39964"/>
                </a:lnTo>
                <a:lnTo>
                  <a:pt x="326852" y="40626"/>
                </a:lnTo>
                <a:lnTo>
                  <a:pt x="326795" y="41298"/>
                </a:lnTo>
                <a:lnTo>
                  <a:pt x="326761" y="41979"/>
                </a:lnTo>
                <a:lnTo>
                  <a:pt x="326749" y="42669"/>
                </a:lnTo>
                <a:lnTo>
                  <a:pt x="326763" y="43432"/>
                </a:lnTo>
                <a:lnTo>
                  <a:pt x="326802" y="44181"/>
                </a:lnTo>
                <a:lnTo>
                  <a:pt x="326869" y="44916"/>
                </a:lnTo>
                <a:lnTo>
                  <a:pt x="326961" y="45637"/>
                </a:lnTo>
                <a:lnTo>
                  <a:pt x="327080" y="46344"/>
                </a:lnTo>
                <a:lnTo>
                  <a:pt x="327226" y="47037"/>
                </a:lnTo>
                <a:lnTo>
                  <a:pt x="327398" y="47716"/>
                </a:lnTo>
                <a:lnTo>
                  <a:pt x="327596" y="48380"/>
                </a:lnTo>
                <a:lnTo>
                  <a:pt x="327821" y="49031"/>
                </a:lnTo>
                <a:lnTo>
                  <a:pt x="328072" y="49668"/>
                </a:lnTo>
                <a:lnTo>
                  <a:pt x="328350" y="50290"/>
                </a:lnTo>
                <a:lnTo>
                  <a:pt x="328654" y="50899"/>
                </a:lnTo>
                <a:lnTo>
                  <a:pt x="328985" y="51494"/>
                </a:lnTo>
                <a:lnTo>
                  <a:pt x="329342" y="52074"/>
                </a:lnTo>
                <a:lnTo>
                  <a:pt x="329725" y="52641"/>
                </a:lnTo>
                <a:lnTo>
                  <a:pt x="330135" y="53193"/>
                </a:lnTo>
                <a:lnTo>
                  <a:pt x="330572" y="53731"/>
                </a:lnTo>
                <a:lnTo>
                  <a:pt x="331035" y="54256"/>
                </a:lnTo>
                <a:lnTo>
                  <a:pt x="331524" y="54766"/>
                </a:lnTo>
                <a:lnTo>
                  <a:pt x="332040" y="55262"/>
                </a:lnTo>
                <a:lnTo>
                  <a:pt x="332582" y="55744"/>
                </a:lnTo>
                <a:lnTo>
                  <a:pt x="333151" y="56212"/>
                </a:lnTo>
                <a:lnTo>
                  <a:pt x="333746" y="56666"/>
                </a:lnTo>
                <a:lnTo>
                  <a:pt x="334368" y="57107"/>
                </a:lnTo>
                <a:lnTo>
                  <a:pt x="334853" y="57420"/>
                </a:lnTo>
                <a:lnTo>
                  <a:pt x="335390" y="57736"/>
                </a:lnTo>
                <a:lnTo>
                  <a:pt x="335979" y="58055"/>
                </a:lnTo>
                <a:lnTo>
                  <a:pt x="336620" y="58377"/>
                </a:lnTo>
                <a:lnTo>
                  <a:pt x="337314" y="58701"/>
                </a:lnTo>
                <a:lnTo>
                  <a:pt x="338060" y="59028"/>
                </a:lnTo>
                <a:lnTo>
                  <a:pt x="338858" y="59358"/>
                </a:lnTo>
                <a:lnTo>
                  <a:pt x="339709" y="59690"/>
                </a:lnTo>
                <a:lnTo>
                  <a:pt x="340612" y="60025"/>
                </a:lnTo>
                <a:lnTo>
                  <a:pt x="341567" y="60363"/>
                </a:lnTo>
                <a:lnTo>
                  <a:pt x="342574" y="60704"/>
                </a:lnTo>
                <a:lnTo>
                  <a:pt x="343634" y="61047"/>
                </a:lnTo>
                <a:lnTo>
                  <a:pt x="344746" y="61393"/>
                </a:lnTo>
                <a:lnTo>
                  <a:pt x="345910" y="61742"/>
                </a:lnTo>
                <a:lnTo>
                  <a:pt x="347127" y="62093"/>
                </a:lnTo>
                <a:lnTo>
                  <a:pt x="348396" y="62448"/>
                </a:lnTo>
                <a:lnTo>
                  <a:pt x="349717" y="62804"/>
                </a:lnTo>
                <a:lnTo>
                  <a:pt x="351090" y="63164"/>
                </a:lnTo>
                <a:lnTo>
                  <a:pt x="352516" y="63526"/>
                </a:lnTo>
                <a:lnTo>
                  <a:pt x="353994" y="63891"/>
                </a:lnTo>
                <a:lnTo>
                  <a:pt x="355524" y="64259"/>
                </a:lnTo>
                <a:lnTo>
                  <a:pt x="357106" y="64630"/>
                </a:lnTo>
                <a:lnTo>
                  <a:pt x="358741" y="65003"/>
                </a:lnTo>
                <a:lnTo>
                  <a:pt x="360428" y="65379"/>
                </a:lnTo>
                <a:lnTo>
                  <a:pt x="360790" y="65465"/>
                </a:lnTo>
                <a:lnTo>
                  <a:pt x="361142" y="65551"/>
                </a:lnTo>
                <a:lnTo>
                  <a:pt x="361482" y="65638"/>
                </a:lnTo>
                <a:lnTo>
                  <a:pt x="361812" y="65726"/>
                </a:lnTo>
                <a:lnTo>
                  <a:pt x="362131" y="65814"/>
                </a:lnTo>
                <a:lnTo>
                  <a:pt x="362438" y="65903"/>
                </a:lnTo>
                <a:lnTo>
                  <a:pt x="362735" y="65993"/>
                </a:lnTo>
                <a:lnTo>
                  <a:pt x="363021" y="66083"/>
                </a:lnTo>
                <a:lnTo>
                  <a:pt x="363296" y="66174"/>
                </a:lnTo>
                <a:lnTo>
                  <a:pt x="363560" y="66265"/>
                </a:lnTo>
                <a:lnTo>
                  <a:pt x="363814" y="66357"/>
                </a:lnTo>
                <a:lnTo>
                  <a:pt x="364056" y="66450"/>
                </a:lnTo>
                <a:lnTo>
                  <a:pt x="364287" y="66544"/>
                </a:lnTo>
                <a:lnTo>
                  <a:pt x="364508" y="66638"/>
                </a:lnTo>
                <a:lnTo>
                  <a:pt x="364717" y="66732"/>
                </a:lnTo>
                <a:lnTo>
                  <a:pt x="364916" y="66827"/>
                </a:lnTo>
                <a:lnTo>
                  <a:pt x="365104" y="66923"/>
                </a:lnTo>
                <a:lnTo>
                  <a:pt x="365280" y="67020"/>
                </a:lnTo>
                <a:lnTo>
                  <a:pt x="365446" y="67117"/>
                </a:lnTo>
                <a:lnTo>
                  <a:pt x="365601" y="67215"/>
                </a:lnTo>
                <a:lnTo>
                  <a:pt x="365745" y="67313"/>
                </a:lnTo>
                <a:lnTo>
                  <a:pt x="365878" y="67412"/>
                </a:lnTo>
                <a:lnTo>
                  <a:pt x="366000" y="67512"/>
                </a:lnTo>
                <a:lnTo>
                  <a:pt x="366112" y="67612"/>
                </a:lnTo>
                <a:lnTo>
                  <a:pt x="366210" y="67719"/>
                </a:lnTo>
                <a:lnTo>
                  <a:pt x="366305" y="67828"/>
                </a:lnTo>
                <a:lnTo>
                  <a:pt x="366395" y="67940"/>
                </a:lnTo>
                <a:lnTo>
                  <a:pt x="366481" y="68053"/>
                </a:lnTo>
                <a:lnTo>
                  <a:pt x="366563" y="68169"/>
                </a:lnTo>
                <a:lnTo>
                  <a:pt x="366641" y="68288"/>
                </a:lnTo>
                <a:lnTo>
                  <a:pt x="366714" y="68408"/>
                </a:lnTo>
                <a:lnTo>
                  <a:pt x="366784" y="68531"/>
                </a:lnTo>
                <a:lnTo>
                  <a:pt x="366849" y="68657"/>
                </a:lnTo>
                <a:lnTo>
                  <a:pt x="366909" y="68784"/>
                </a:lnTo>
                <a:lnTo>
                  <a:pt x="366966" y="68914"/>
                </a:lnTo>
                <a:lnTo>
                  <a:pt x="367019" y="69046"/>
                </a:lnTo>
                <a:lnTo>
                  <a:pt x="367067" y="69181"/>
                </a:lnTo>
                <a:lnTo>
                  <a:pt x="367111" y="69318"/>
                </a:lnTo>
                <a:lnTo>
                  <a:pt x="367151" y="69457"/>
                </a:lnTo>
                <a:lnTo>
                  <a:pt x="367187" y="69598"/>
                </a:lnTo>
                <a:lnTo>
                  <a:pt x="367218" y="69742"/>
                </a:lnTo>
                <a:lnTo>
                  <a:pt x="367245" y="69888"/>
                </a:lnTo>
                <a:lnTo>
                  <a:pt x="367268" y="70036"/>
                </a:lnTo>
                <a:lnTo>
                  <a:pt x="367287" y="70187"/>
                </a:lnTo>
                <a:lnTo>
                  <a:pt x="367302" y="70340"/>
                </a:lnTo>
                <a:lnTo>
                  <a:pt x="367313" y="70495"/>
                </a:lnTo>
                <a:lnTo>
                  <a:pt x="367319" y="70653"/>
                </a:lnTo>
                <a:lnTo>
                  <a:pt x="367321" y="70813"/>
                </a:lnTo>
                <a:lnTo>
                  <a:pt x="367317" y="71048"/>
                </a:lnTo>
                <a:lnTo>
                  <a:pt x="367305" y="71278"/>
                </a:lnTo>
                <a:lnTo>
                  <a:pt x="367286" y="71505"/>
                </a:lnTo>
                <a:lnTo>
                  <a:pt x="367259" y="71727"/>
                </a:lnTo>
                <a:lnTo>
                  <a:pt x="367224" y="71946"/>
                </a:lnTo>
                <a:lnTo>
                  <a:pt x="367181" y="72160"/>
                </a:lnTo>
                <a:lnTo>
                  <a:pt x="367131" y="72371"/>
                </a:lnTo>
                <a:lnTo>
                  <a:pt x="367072" y="72578"/>
                </a:lnTo>
                <a:lnTo>
                  <a:pt x="367006" y="72780"/>
                </a:lnTo>
                <a:lnTo>
                  <a:pt x="366933" y="72979"/>
                </a:lnTo>
                <a:lnTo>
                  <a:pt x="366851" y="73174"/>
                </a:lnTo>
                <a:lnTo>
                  <a:pt x="366762" y="73364"/>
                </a:lnTo>
                <a:lnTo>
                  <a:pt x="366665" y="73551"/>
                </a:lnTo>
                <a:lnTo>
                  <a:pt x="366560" y="73734"/>
                </a:lnTo>
                <a:lnTo>
                  <a:pt x="366447" y="73913"/>
                </a:lnTo>
                <a:lnTo>
                  <a:pt x="366327" y="74087"/>
                </a:lnTo>
                <a:lnTo>
                  <a:pt x="366198" y="74258"/>
                </a:lnTo>
                <a:lnTo>
                  <a:pt x="366063" y="74425"/>
                </a:lnTo>
                <a:lnTo>
                  <a:pt x="365919" y="74588"/>
                </a:lnTo>
                <a:lnTo>
                  <a:pt x="365767" y="74747"/>
                </a:lnTo>
                <a:lnTo>
                  <a:pt x="365608" y="74901"/>
                </a:lnTo>
                <a:lnTo>
                  <a:pt x="365441" y="75052"/>
                </a:lnTo>
                <a:lnTo>
                  <a:pt x="365266" y="75199"/>
                </a:lnTo>
                <a:lnTo>
                  <a:pt x="365084" y="75342"/>
                </a:lnTo>
                <a:lnTo>
                  <a:pt x="364801" y="75539"/>
                </a:lnTo>
                <a:lnTo>
                  <a:pt x="364507" y="75728"/>
                </a:lnTo>
                <a:lnTo>
                  <a:pt x="364201" y="75908"/>
                </a:lnTo>
                <a:lnTo>
                  <a:pt x="363885" y="76080"/>
                </a:lnTo>
                <a:lnTo>
                  <a:pt x="363556" y="76243"/>
                </a:lnTo>
                <a:lnTo>
                  <a:pt x="363217" y="76399"/>
                </a:lnTo>
                <a:lnTo>
                  <a:pt x="362866" y="76545"/>
                </a:lnTo>
                <a:lnTo>
                  <a:pt x="362504" y="76684"/>
                </a:lnTo>
                <a:lnTo>
                  <a:pt x="362130" y="76814"/>
                </a:lnTo>
                <a:lnTo>
                  <a:pt x="361746" y="76935"/>
                </a:lnTo>
                <a:lnTo>
                  <a:pt x="361349" y="77048"/>
                </a:lnTo>
                <a:lnTo>
                  <a:pt x="360942" y="77153"/>
                </a:lnTo>
                <a:lnTo>
                  <a:pt x="360523" y="77250"/>
                </a:lnTo>
                <a:lnTo>
                  <a:pt x="360093" y="77338"/>
                </a:lnTo>
                <a:lnTo>
                  <a:pt x="359651" y="77417"/>
                </a:lnTo>
                <a:lnTo>
                  <a:pt x="359199" y="77489"/>
                </a:lnTo>
                <a:lnTo>
                  <a:pt x="358734" y="77552"/>
                </a:lnTo>
                <a:lnTo>
                  <a:pt x="358259" y="77606"/>
                </a:lnTo>
                <a:lnTo>
                  <a:pt x="357772" y="77652"/>
                </a:lnTo>
                <a:lnTo>
                  <a:pt x="357274" y="77690"/>
                </a:lnTo>
                <a:lnTo>
                  <a:pt x="356764" y="77719"/>
                </a:lnTo>
                <a:lnTo>
                  <a:pt x="356243" y="77740"/>
                </a:lnTo>
                <a:lnTo>
                  <a:pt x="355711" y="77753"/>
                </a:lnTo>
                <a:lnTo>
                  <a:pt x="355168" y="77757"/>
                </a:lnTo>
                <a:lnTo>
                  <a:pt x="354673" y="77752"/>
                </a:lnTo>
                <a:lnTo>
                  <a:pt x="354188" y="77739"/>
                </a:lnTo>
                <a:lnTo>
                  <a:pt x="353713" y="77717"/>
                </a:lnTo>
                <a:lnTo>
                  <a:pt x="353246" y="77686"/>
                </a:lnTo>
                <a:lnTo>
                  <a:pt x="352789" y="77646"/>
                </a:lnTo>
                <a:lnTo>
                  <a:pt x="352341" y="77597"/>
                </a:lnTo>
                <a:lnTo>
                  <a:pt x="351902" y="77540"/>
                </a:lnTo>
                <a:lnTo>
                  <a:pt x="351473" y="77473"/>
                </a:lnTo>
                <a:lnTo>
                  <a:pt x="351052" y="77398"/>
                </a:lnTo>
                <a:lnTo>
                  <a:pt x="350641" y="77313"/>
                </a:lnTo>
                <a:lnTo>
                  <a:pt x="350239" y="77220"/>
                </a:lnTo>
                <a:lnTo>
                  <a:pt x="349847" y="77118"/>
                </a:lnTo>
                <a:lnTo>
                  <a:pt x="349463" y="77007"/>
                </a:lnTo>
                <a:lnTo>
                  <a:pt x="349089" y="76888"/>
                </a:lnTo>
                <a:lnTo>
                  <a:pt x="348724" y="76759"/>
                </a:lnTo>
                <a:lnTo>
                  <a:pt x="348369" y="76622"/>
                </a:lnTo>
                <a:lnTo>
                  <a:pt x="348022" y="76475"/>
                </a:lnTo>
                <a:lnTo>
                  <a:pt x="347685" y="76320"/>
                </a:lnTo>
                <a:lnTo>
                  <a:pt x="347357" y="76156"/>
                </a:lnTo>
                <a:lnTo>
                  <a:pt x="347039" y="75983"/>
                </a:lnTo>
                <a:lnTo>
                  <a:pt x="346729" y="75801"/>
                </a:lnTo>
                <a:lnTo>
                  <a:pt x="346429" y="75610"/>
                </a:lnTo>
                <a:lnTo>
                  <a:pt x="346138" y="75411"/>
                </a:lnTo>
                <a:lnTo>
                  <a:pt x="345856" y="75202"/>
                </a:lnTo>
                <a:lnTo>
                  <a:pt x="345583" y="74985"/>
                </a:lnTo>
                <a:lnTo>
                  <a:pt x="345317" y="74760"/>
                </a:lnTo>
                <a:lnTo>
                  <a:pt x="345060" y="74527"/>
                </a:lnTo>
                <a:lnTo>
                  <a:pt x="344810" y="74285"/>
                </a:lnTo>
                <a:lnTo>
                  <a:pt x="344568" y="74035"/>
                </a:lnTo>
                <a:lnTo>
                  <a:pt x="344333" y="73777"/>
                </a:lnTo>
                <a:lnTo>
                  <a:pt x="344107" y="73510"/>
                </a:lnTo>
                <a:lnTo>
                  <a:pt x="343888" y="73236"/>
                </a:lnTo>
                <a:lnTo>
                  <a:pt x="343677" y="72953"/>
                </a:lnTo>
                <a:lnTo>
                  <a:pt x="343473" y="72661"/>
                </a:lnTo>
                <a:lnTo>
                  <a:pt x="343278" y="72362"/>
                </a:lnTo>
                <a:lnTo>
                  <a:pt x="343090" y="72054"/>
                </a:lnTo>
                <a:lnTo>
                  <a:pt x="342910" y="71739"/>
                </a:lnTo>
                <a:lnTo>
                  <a:pt x="342738" y="71414"/>
                </a:lnTo>
                <a:lnTo>
                  <a:pt x="342573" y="71082"/>
                </a:lnTo>
                <a:lnTo>
                  <a:pt x="342416" y="70741"/>
                </a:lnTo>
                <a:lnTo>
                  <a:pt x="342267" y="70393"/>
                </a:lnTo>
                <a:lnTo>
                  <a:pt x="342126" y="70035"/>
                </a:lnTo>
                <a:lnTo>
                  <a:pt x="341993" y="69670"/>
                </a:lnTo>
                <a:lnTo>
                  <a:pt x="341867" y="69297"/>
                </a:lnTo>
                <a:lnTo>
                  <a:pt x="341749" y="68915"/>
                </a:lnTo>
                <a:lnTo>
                  <a:pt x="341639" y="68525"/>
                </a:lnTo>
                <a:lnTo>
                  <a:pt x="341537" y="68126"/>
                </a:lnTo>
                <a:lnTo>
                  <a:pt x="341442" y="67720"/>
                </a:lnTo>
                <a:lnTo>
                  <a:pt x="324391" y="70380"/>
                </a:lnTo>
                <a:lnTo>
                  <a:pt x="324597" y="71132"/>
                </a:lnTo>
                <a:lnTo>
                  <a:pt x="324821" y="71871"/>
                </a:lnTo>
                <a:lnTo>
                  <a:pt x="325064" y="72596"/>
                </a:lnTo>
                <a:lnTo>
                  <a:pt x="325324" y="73309"/>
                </a:lnTo>
                <a:close/>
                <a:moveTo>
                  <a:pt x="435912" y="69742"/>
                </a:moveTo>
                <a:lnTo>
                  <a:pt x="435776" y="70104"/>
                </a:lnTo>
                <a:lnTo>
                  <a:pt x="435634" y="70456"/>
                </a:lnTo>
                <a:lnTo>
                  <a:pt x="435488" y="70799"/>
                </a:lnTo>
                <a:lnTo>
                  <a:pt x="435338" y="71133"/>
                </a:lnTo>
                <a:lnTo>
                  <a:pt x="435183" y="71457"/>
                </a:lnTo>
                <a:lnTo>
                  <a:pt x="435023" y="71773"/>
                </a:lnTo>
                <a:lnTo>
                  <a:pt x="434859" y="72079"/>
                </a:lnTo>
                <a:lnTo>
                  <a:pt x="434690" y="72376"/>
                </a:lnTo>
                <a:lnTo>
                  <a:pt x="434516" y="72663"/>
                </a:lnTo>
                <a:lnTo>
                  <a:pt x="434338" y="72942"/>
                </a:lnTo>
                <a:lnTo>
                  <a:pt x="434155" y="73211"/>
                </a:lnTo>
                <a:lnTo>
                  <a:pt x="433967" y="73471"/>
                </a:lnTo>
                <a:lnTo>
                  <a:pt x="433775" y="73721"/>
                </a:lnTo>
                <a:lnTo>
                  <a:pt x="433579" y="73963"/>
                </a:lnTo>
                <a:lnTo>
                  <a:pt x="433377" y="74195"/>
                </a:lnTo>
                <a:lnTo>
                  <a:pt x="433171" y="74418"/>
                </a:lnTo>
                <a:lnTo>
                  <a:pt x="432961" y="74632"/>
                </a:lnTo>
                <a:lnTo>
                  <a:pt x="432746" y="74836"/>
                </a:lnTo>
                <a:lnTo>
                  <a:pt x="432526" y="75031"/>
                </a:lnTo>
                <a:lnTo>
                  <a:pt x="432301" y="75217"/>
                </a:lnTo>
                <a:lnTo>
                  <a:pt x="432072" y="75395"/>
                </a:lnTo>
                <a:lnTo>
                  <a:pt x="431839" y="75565"/>
                </a:lnTo>
                <a:lnTo>
                  <a:pt x="431601" y="75728"/>
                </a:lnTo>
                <a:lnTo>
                  <a:pt x="431359" y="75883"/>
                </a:lnTo>
                <a:lnTo>
                  <a:pt x="431112" y="76030"/>
                </a:lnTo>
                <a:lnTo>
                  <a:pt x="430861" y="76170"/>
                </a:lnTo>
                <a:lnTo>
                  <a:pt x="430606" y="76302"/>
                </a:lnTo>
                <a:lnTo>
                  <a:pt x="430346" y="76427"/>
                </a:lnTo>
                <a:lnTo>
                  <a:pt x="430082" y="76544"/>
                </a:lnTo>
                <a:lnTo>
                  <a:pt x="429813" y="76653"/>
                </a:lnTo>
                <a:lnTo>
                  <a:pt x="429540" y="76755"/>
                </a:lnTo>
                <a:lnTo>
                  <a:pt x="429263" y="76850"/>
                </a:lnTo>
                <a:lnTo>
                  <a:pt x="428981" y="76937"/>
                </a:lnTo>
                <a:lnTo>
                  <a:pt x="428695" y="77016"/>
                </a:lnTo>
                <a:lnTo>
                  <a:pt x="428404" y="77088"/>
                </a:lnTo>
                <a:lnTo>
                  <a:pt x="428109" y="77152"/>
                </a:lnTo>
                <a:lnTo>
                  <a:pt x="427810" y="77209"/>
                </a:lnTo>
                <a:lnTo>
                  <a:pt x="427506" y="77258"/>
                </a:lnTo>
                <a:lnTo>
                  <a:pt x="427197" y="77300"/>
                </a:lnTo>
                <a:lnTo>
                  <a:pt x="426885" y="77334"/>
                </a:lnTo>
                <a:lnTo>
                  <a:pt x="426568" y="77360"/>
                </a:lnTo>
                <a:lnTo>
                  <a:pt x="426246" y="77379"/>
                </a:lnTo>
                <a:lnTo>
                  <a:pt x="425920" y="77390"/>
                </a:lnTo>
                <a:lnTo>
                  <a:pt x="425590" y="77394"/>
                </a:lnTo>
                <a:lnTo>
                  <a:pt x="425104" y="77387"/>
                </a:lnTo>
                <a:lnTo>
                  <a:pt x="424626" y="77365"/>
                </a:lnTo>
                <a:lnTo>
                  <a:pt x="424154" y="77328"/>
                </a:lnTo>
                <a:lnTo>
                  <a:pt x="423689" y="77277"/>
                </a:lnTo>
                <a:lnTo>
                  <a:pt x="423230" y="77212"/>
                </a:lnTo>
                <a:lnTo>
                  <a:pt x="422778" y="77132"/>
                </a:lnTo>
                <a:lnTo>
                  <a:pt x="422333" y="77037"/>
                </a:lnTo>
                <a:lnTo>
                  <a:pt x="421895" y="76927"/>
                </a:lnTo>
                <a:lnTo>
                  <a:pt x="421463" y="76803"/>
                </a:lnTo>
                <a:lnTo>
                  <a:pt x="421038" y="76665"/>
                </a:lnTo>
                <a:lnTo>
                  <a:pt x="420620" y="76511"/>
                </a:lnTo>
                <a:lnTo>
                  <a:pt x="420208" y="76344"/>
                </a:lnTo>
                <a:lnTo>
                  <a:pt x="419804" y="76161"/>
                </a:lnTo>
                <a:lnTo>
                  <a:pt x="419406" y="75964"/>
                </a:lnTo>
                <a:lnTo>
                  <a:pt x="419014" y="75753"/>
                </a:lnTo>
                <a:lnTo>
                  <a:pt x="418630" y="75526"/>
                </a:lnTo>
                <a:lnTo>
                  <a:pt x="418252" y="75286"/>
                </a:lnTo>
                <a:lnTo>
                  <a:pt x="417881" y="75030"/>
                </a:lnTo>
                <a:lnTo>
                  <a:pt x="417516" y="74760"/>
                </a:lnTo>
                <a:lnTo>
                  <a:pt x="417158" y="74476"/>
                </a:lnTo>
                <a:lnTo>
                  <a:pt x="416807" y="74177"/>
                </a:lnTo>
                <a:lnTo>
                  <a:pt x="416463" y="73863"/>
                </a:lnTo>
                <a:lnTo>
                  <a:pt x="416125" y="73535"/>
                </a:lnTo>
                <a:lnTo>
                  <a:pt x="415795" y="73192"/>
                </a:lnTo>
                <a:lnTo>
                  <a:pt x="415474" y="72836"/>
                </a:lnTo>
                <a:lnTo>
                  <a:pt x="415166" y="72468"/>
                </a:lnTo>
                <a:lnTo>
                  <a:pt x="414871" y="72089"/>
                </a:lnTo>
                <a:lnTo>
                  <a:pt x="414589" y="71698"/>
                </a:lnTo>
                <a:lnTo>
                  <a:pt x="414320" y="71295"/>
                </a:lnTo>
                <a:lnTo>
                  <a:pt x="414064" y="70881"/>
                </a:lnTo>
                <a:lnTo>
                  <a:pt x="413821" y="70455"/>
                </a:lnTo>
                <a:lnTo>
                  <a:pt x="413591" y="70018"/>
                </a:lnTo>
                <a:lnTo>
                  <a:pt x="413374" y="69568"/>
                </a:lnTo>
                <a:lnTo>
                  <a:pt x="413170" y="69107"/>
                </a:lnTo>
                <a:lnTo>
                  <a:pt x="412979" y="68635"/>
                </a:lnTo>
                <a:lnTo>
                  <a:pt x="412802" y="68151"/>
                </a:lnTo>
                <a:lnTo>
                  <a:pt x="412637" y="67655"/>
                </a:lnTo>
                <a:lnTo>
                  <a:pt x="412485" y="67147"/>
                </a:lnTo>
                <a:lnTo>
                  <a:pt x="412346" y="66628"/>
                </a:lnTo>
                <a:lnTo>
                  <a:pt x="412220" y="66097"/>
                </a:lnTo>
                <a:lnTo>
                  <a:pt x="412108" y="65555"/>
                </a:lnTo>
                <a:lnTo>
                  <a:pt x="412008" y="65001"/>
                </a:lnTo>
                <a:lnTo>
                  <a:pt x="411921" y="64435"/>
                </a:lnTo>
                <a:lnTo>
                  <a:pt x="411848" y="63858"/>
                </a:lnTo>
                <a:lnTo>
                  <a:pt x="411787" y="63269"/>
                </a:lnTo>
                <a:lnTo>
                  <a:pt x="411739" y="62668"/>
                </a:lnTo>
                <a:lnTo>
                  <a:pt x="411705" y="62056"/>
                </a:lnTo>
                <a:lnTo>
                  <a:pt x="411683" y="61432"/>
                </a:lnTo>
                <a:lnTo>
                  <a:pt x="454250" y="61432"/>
                </a:lnTo>
                <a:lnTo>
                  <a:pt x="454265" y="59822"/>
                </a:lnTo>
                <a:lnTo>
                  <a:pt x="454250" y="58247"/>
                </a:lnTo>
                <a:lnTo>
                  <a:pt x="454205" y="56706"/>
                </a:lnTo>
                <a:lnTo>
                  <a:pt x="454131" y="55201"/>
                </a:lnTo>
                <a:lnTo>
                  <a:pt x="454026" y="53731"/>
                </a:lnTo>
                <a:lnTo>
                  <a:pt x="453891" y="52296"/>
                </a:lnTo>
                <a:lnTo>
                  <a:pt x="453726" y="50896"/>
                </a:lnTo>
                <a:lnTo>
                  <a:pt x="453531" y="49530"/>
                </a:lnTo>
                <a:lnTo>
                  <a:pt x="453306" y="48200"/>
                </a:lnTo>
                <a:lnTo>
                  <a:pt x="453051" y="46904"/>
                </a:lnTo>
                <a:lnTo>
                  <a:pt x="452766" y="45644"/>
                </a:lnTo>
                <a:lnTo>
                  <a:pt x="452451" y="44418"/>
                </a:lnTo>
                <a:lnTo>
                  <a:pt x="452106" y="43228"/>
                </a:lnTo>
                <a:lnTo>
                  <a:pt x="451731" y="42072"/>
                </a:lnTo>
                <a:lnTo>
                  <a:pt x="451326" y="40952"/>
                </a:lnTo>
                <a:lnTo>
                  <a:pt x="450891" y="39866"/>
                </a:lnTo>
                <a:lnTo>
                  <a:pt x="450426" y="38815"/>
                </a:lnTo>
                <a:lnTo>
                  <a:pt x="449930" y="37800"/>
                </a:lnTo>
                <a:lnTo>
                  <a:pt x="449405" y="36819"/>
                </a:lnTo>
                <a:lnTo>
                  <a:pt x="448850" y="35873"/>
                </a:lnTo>
                <a:lnTo>
                  <a:pt x="448265" y="34962"/>
                </a:lnTo>
                <a:lnTo>
                  <a:pt x="447650" y="34086"/>
                </a:lnTo>
                <a:lnTo>
                  <a:pt x="447004" y="33245"/>
                </a:lnTo>
                <a:lnTo>
                  <a:pt x="446329" y="32439"/>
                </a:lnTo>
                <a:lnTo>
                  <a:pt x="445628" y="31667"/>
                </a:lnTo>
                <a:lnTo>
                  <a:pt x="444906" y="30928"/>
                </a:lnTo>
                <a:lnTo>
                  <a:pt x="444164" y="30221"/>
                </a:lnTo>
                <a:lnTo>
                  <a:pt x="443400" y="29548"/>
                </a:lnTo>
                <a:lnTo>
                  <a:pt x="442615" y="28907"/>
                </a:lnTo>
                <a:lnTo>
                  <a:pt x="441809" y="28299"/>
                </a:lnTo>
                <a:lnTo>
                  <a:pt x="440983" y="27724"/>
                </a:lnTo>
                <a:lnTo>
                  <a:pt x="440135" y="27182"/>
                </a:lnTo>
                <a:lnTo>
                  <a:pt x="439266" y="26673"/>
                </a:lnTo>
                <a:lnTo>
                  <a:pt x="438376" y="26196"/>
                </a:lnTo>
                <a:lnTo>
                  <a:pt x="437466" y="25753"/>
                </a:lnTo>
                <a:lnTo>
                  <a:pt x="436534" y="25342"/>
                </a:lnTo>
                <a:lnTo>
                  <a:pt x="435581" y="24964"/>
                </a:lnTo>
                <a:lnTo>
                  <a:pt x="434607" y="24619"/>
                </a:lnTo>
                <a:lnTo>
                  <a:pt x="433613" y="24307"/>
                </a:lnTo>
                <a:lnTo>
                  <a:pt x="432597" y="24028"/>
                </a:lnTo>
                <a:lnTo>
                  <a:pt x="431560" y="23781"/>
                </a:lnTo>
                <a:lnTo>
                  <a:pt x="430502" y="23568"/>
                </a:lnTo>
                <a:lnTo>
                  <a:pt x="429424" y="23387"/>
                </a:lnTo>
                <a:lnTo>
                  <a:pt x="428324" y="23239"/>
                </a:lnTo>
                <a:lnTo>
                  <a:pt x="427203" y="23124"/>
                </a:lnTo>
                <a:lnTo>
                  <a:pt x="426062" y="23042"/>
                </a:lnTo>
                <a:lnTo>
                  <a:pt x="424899" y="22993"/>
                </a:lnTo>
                <a:lnTo>
                  <a:pt x="423715" y="22976"/>
                </a:lnTo>
                <a:lnTo>
                  <a:pt x="422660" y="22992"/>
                </a:lnTo>
                <a:lnTo>
                  <a:pt x="421620" y="23039"/>
                </a:lnTo>
                <a:lnTo>
                  <a:pt x="420595" y="23118"/>
                </a:lnTo>
                <a:lnTo>
                  <a:pt x="419585" y="23227"/>
                </a:lnTo>
                <a:lnTo>
                  <a:pt x="418591" y="23369"/>
                </a:lnTo>
                <a:lnTo>
                  <a:pt x="417612" y="23541"/>
                </a:lnTo>
                <a:lnTo>
                  <a:pt x="416649" y="23745"/>
                </a:lnTo>
                <a:lnTo>
                  <a:pt x="415701" y="23981"/>
                </a:lnTo>
                <a:lnTo>
                  <a:pt x="414768" y="24248"/>
                </a:lnTo>
                <a:lnTo>
                  <a:pt x="413850" y="24546"/>
                </a:lnTo>
                <a:lnTo>
                  <a:pt x="412948" y="24875"/>
                </a:lnTo>
                <a:lnTo>
                  <a:pt x="412061" y="25236"/>
                </a:lnTo>
                <a:lnTo>
                  <a:pt x="411189" y="25629"/>
                </a:lnTo>
                <a:lnTo>
                  <a:pt x="410333" y="26052"/>
                </a:lnTo>
                <a:lnTo>
                  <a:pt x="409492" y="26507"/>
                </a:lnTo>
                <a:lnTo>
                  <a:pt x="408667" y="26994"/>
                </a:lnTo>
                <a:lnTo>
                  <a:pt x="407856" y="27512"/>
                </a:lnTo>
                <a:lnTo>
                  <a:pt x="407061" y="28061"/>
                </a:lnTo>
                <a:lnTo>
                  <a:pt x="406282" y="28642"/>
                </a:lnTo>
                <a:lnTo>
                  <a:pt x="405517" y="29254"/>
                </a:lnTo>
                <a:lnTo>
                  <a:pt x="404768" y="29897"/>
                </a:lnTo>
                <a:lnTo>
                  <a:pt x="404035" y="30572"/>
                </a:lnTo>
                <a:lnTo>
                  <a:pt x="403316" y="31278"/>
                </a:lnTo>
                <a:lnTo>
                  <a:pt x="402613" y="32016"/>
                </a:lnTo>
                <a:lnTo>
                  <a:pt x="401933" y="32781"/>
                </a:lnTo>
                <a:lnTo>
                  <a:pt x="401281" y="33570"/>
                </a:lnTo>
                <a:lnTo>
                  <a:pt x="400658" y="34384"/>
                </a:lnTo>
                <a:lnTo>
                  <a:pt x="400064" y="35221"/>
                </a:lnTo>
                <a:lnTo>
                  <a:pt x="399499" y="36083"/>
                </a:lnTo>
                <a:lnTo>
                  <a:pt x="398963" y="36968"/>
                </a:lnTo>
                <a:lnTo>
                  <a:pt x="398456" y="37878"/>
                </a:lnTo>
                <a:lnTo>
                  <a:pt x="397978" y="38811"/>
                </a:lnTo>
                <a:lnTo>
                  <a:pt x="397529" y="39769"/>
                </a:lnTo>
                <a:lnTo>
                  <a:pt x="397109" y="40751"/>
                </a:lnTo>
                <a:lnTo>
                  <a:pt x="396717" y="41756"/>
                </a:lnTo>
                <a:lnTo>
                  <a:pt x="396355" y="42786"/>
                </a:lnTo>
                <a:lnTo>
                  <a:pt x="396022" y="43840"/>
                </a:lnTo>
                <a:lnTo>
                  <a:pt x="395718" y="44918"/>
                </a:lnTo>
                <a:lnTo>
                  <a:pt x="395443" y="46019"/>
                </a:lnTo>
                <a:lnTo>
                  <a:pt x="395196" y="47145"/>
                </a:lnTo>
                <a:lnTo>
                  <a:pt x="394979" y="48295"/>
                </a:lnTo>
                <a:lnTo>
                  <a:pt x="394791" y="49469"/>
                </a:lnTo>
                <a:lnTo>
                  <a:pt x="394631" y="50667"/>
                </a:lnTo>
                <a:lnTo>
                  <a:pt x="394501" y="51889"/>
                </a:lnTo>
                <a:lnTo>
                  <a:pt x="394400" y="53135"/>
                </a:lnTo>
                <a:lnTo>
                  <a:pt x="394327" y="54405"/>
                </a:lnTo>
                <a:lnTo>
                  <a:pt x="394284" y="55700"/>
                </a:lnTo>
                <a:lnTo>
                  <a:pt x="394269" y="57018"/>
                </a:lnTo>
                <a:lnTo>
                  <a:pt x="394280" y="58123"/>
                </a:lnTo>
                <a:lnTo>
                  <a:pt x="394313" y="59213"/>
                </a:lnTo>
                <a:lnTo>
                  <a:pt x="394369" y="60287"/>
                </a:lnTo>
                <a:lnTo>
                  <a:pt x="394446" y="61344"/>
                </a:lnTo>
                <a:lnTo>
                  <a:pt x="394545" y="62386"/>
                </a:lnTo>
                <a:lnTo>
                  <a:pt x="394666" y="63412"/>
                </a:lnTo>
                <a:lnTo>
                  <a:pt x="394809" y="64422"/>
                </a:lnTo>
                <a:lnTo>
                  <a:pt x="394975" y="65416"/>
                </a:lnTo>
                <a:lnTo>
                  <a:pt x="395162" y="66393"/>
                </a:lnTo>
                <a:lnTo>
                  <a:pt x="395372" y="67355"/>
                </a:lnTo>
                <a:lnTo>
                  <a:pt x="395603" y="68301"/>
                </a:lnTo>
                <a:lnTo>
                  <a:pt x="395857" y="69231"/>
                </a:lnTo>
                <a:lnTo>
                  <a:pt x="396132" y="70146"/>
                </a:lnTo>
                <a:lnTo>
                  <a:pt x="396430" y="71044"/>
                </a:lnTo>
                <a:lnTo>
                  <a:pt x="396749" y="71926"/>
                </a:lnTo>
                <a:lnTo>
                  <a:pt x="397091" y="72792"/>
                </a:lnTo>
                <a:lnTo>
                  <a:pt x="397455" y="73642"/>
                </a:lnTo>
                <a:lnTo>
                  <a:pt x="397840" y="74477"/>
                </a:lnTo>
                <a:lnTo>
                  <a:pt x="398248" y="75295"/>
                </a:lnTo>
                <a:lnTo>
                  <a:pt x="398678" y="76098"/>
                </a:lnTo>
                <a:lnTo>
                  <a:pt x="399130" y="76884"/>
                </a:lnTo>
                <a:lnTo>
                  <a:pt x="399604" y="77654"/>
                </a:lnTo>
                <a:lnTo>
                  <a:pt x="400100" y="78409"/>
                </a:lnTo>
                <a:lnTo>
                  <a:pt x="400618" y="79148"/>
                </a:lnTo>
                <a:lnTo>
                  <a:pt x="401303" y="80041"/>
                </a:lnTo>
                <a:lnTo>
                  <a:pt x="402019" y="80896"/>
                </a:lnTo>
                <a:lnTo>
                  <a:pt x="402765" y="81713"/>
                </a:lnTo>
                <a:lnTo>
                  <a:pt x="403540" y="82492"/>
                </a:lnTo>
                <a:lnTo>
                  <a:pt x="404347" y="83233"/>
                </a:lnTo>
                <a:lnTo>
                  <a:pt x="405183" y="83936"/>
                </a:lnTo>
                <a:lnTo>
                  <a:pt x="406050" y="84601"/>
                </a:lnTo>
                <a:lnTo>
                  <a:pt x="406947" y="85228"/>
                </a:lnTo>
                <a:lnTo>
                  <a:pt x="407874" y="85817"/>
                </a:lnTo>
                <a:lnTo>
                  <a:pt x="408831" y="86368"/>
                </a:lnTo>
                <a:lnTo>
                  <a:pt x="409819" y="86881"/>
                </a:lnTo>
                <a:lnTo>
                  <a:pt x="410837" y="87356"/>
                </a:lnTo>
                <a:lnTo>
                  <a:pt x="411885" y="87793"/>
                </a:lnTo>
                <a:lnTo>
                  <a:pt x="412963" y="88192"/>
                </a:lnTo>
                <a:lnTo>
                  <a:pt x="414071" y="88553"/>
                </a:lnTo>
                <a:lnTo>
                  <a:pt x="415210" y="88876"/>
                </a:lnTo>
                <a:lnTo>
                  <a:pt x="416379" y="89161"/>
                </a:lnTo>
                <a:lnTo>
                  <a:pt x="417578" y="89408"/>
                </a:lnTo>
                <a:lnTo>
                  <a:pt x="418808" y="89617"/>
                </a:lnTo>
                <a:lnTo>
                  <a:pt x="420067" y="89788"/>
                </a:lnTo>
                <a:lnTo>
                  <a:pt x="421357" y="89921"/>
                </a:lnTo>
                <a:lnTo>
                  <a:pt x="422677" y="90016"/>
                </a:lnTo>
                <a:lnTo>
                  <a:pt x="424028" y="90073"/>
                </a:lnTo>
                <a:lnTo>
                  <a:pt x="425408" y="90092"/>
                </a:lnTo>
                <a:lnTo>
                  <a:pt x="426284" y="90083"/>
                </a:lnTo>
                <a:lnTo>
                  <a:pt x="427147" y="90058"/>
                </a:lnTo>
                <a:lnTo>
                  <a:pt x="427998" y="90016"/>
                </a:lnTo>
                <a:lnTo>
                  <a:pt x="428837" y="89957"/>
                </a:lnTo>
                <a:lnTo>
                  <a:pt x="429664" y="89881"/>
                </a:lnTo>
                <a:lnTo>
                  <a:pt x="430478" y="89788"/>
                </a:lnTo>
                <a:lnTo>
                  <a:pt x="431280" y="89679"/>
                </a:lnTo>
                <a:lnTo>
                  <a:pt x="432070" y="89552"/>
                </a:lnTo>
                <a:lnTo>
                  <a:pt x="432847" y="89409"/>
                </a:lnTo>
                <a:lnTo>
                  <a:pt x="433612" y="89249"/>
                </a:lnTo>
                <a:lnTo>
                  <a:pt x="434365" y="89072"/>
                </a:lnTo>
                <a:lnTo>
                  <a:pt x="435105" y="88879"/>
                </a:lnTo>
                <a:lnTo>
                  <a:pt x="435834" y="88668"/>
                </a:lnTo>
                <a:lnTo>
                  <a:pt x="436550" y="88441"/>
                </a:lnTo>
                <a:lnTo>
                  <a:pt x="437253" y="88196"/>
                </a:lnTo>
                <a:lnTo>
                  <a:pt x="437945" y="87935"/>
                </a:lnTo>
                <a:lnTo>
                  <a:pt x="438624" y="87657"/>
                </a:lnTo>
                <a:lnTo>
                  <a:pt x="439291" y="87362"/>
                </a:lnTo>
                <a:lnTo>
                  <a:pt x="439945" y="87051"/>
                </a:lnTo>
                <a:lnTo>
                  <a:pt x="440587" y="86722"/>
                </a:lnTo>
                <a:lnTo>
                  <a:pt x="441217" y="86377"/>
                </a:lnTo>
                <a:lnTo>
                  <a:pt x="441835" y="86014"/>
                </a:lnTo>
                <a:lnTo>
                  <a:pt x="442441" y="85635"/>
                </a:lnTo>
                <a:lnTo>
                  <a:pt x="443034" y="85239"/>
                </a:lnTo>
                <a:lnTo>
                  <a:pt x="443614" y="84827"/>
                </a:lnTo>
                <a:lnTo>
                  <a:pt x="444181" y="84400"/>
                </a:lnTo>
                <a:lnTo>
                  <a:pt x="444736" y="83957"/>
                </a:lnTo>
                <a:lnTo>
                  <a:pt x="445277" y="83499"/>
                </a:lnTo>
                <a:lnTo>
                  <a:pt x="445805" y="83025"/>
                </a:lnTo>
                <a:lnTo>
                  <a:pt x="446320" y="82536"/>
                </a:lnTo>
                <a:lnTo>
                  <a:pt x="446821" y="82032"/>
                </a:lnTo>
                <a:lnTo>
                  <a:pt x="447310" y="81512"/>
                </a:lnTo>
                <a:lnTo>
                  <a:pt x="447785" y="80977"/>
                </a:lnTo>
                <a:lnTo>
                  <a:pt x="448248" y="80427"/>
                </a:lnTo>
                <a:lnTo>
                  <a:pt x="448697" y="79861"/>
                </a:lnTo>
                <a:lnTo>
                  <a:pt x="449133" y="79280"/>
                </a:lnTo>
                <a:lnTo>
                  <a:pt x="449556" y="78683"/>
                </a:lnTo>
                <a:lnTo>
                  <a:pt x="449966" y="78071"/>
                </a:lnTo>
                <a:lnTo>
                  <a:pt x="450363" y="77444"/>
                </a:lnTo>
                <a:lnTo>
                  <a:pt x="450746" y="76801"/>
                </a:lnTo>
                <a:lnTo>
                  <a:pt x="451117" y="76143"/>
                </a:lnTo>
                <a:lnTo>
                  <a:pt x="451474" y="75470"/>
                </a:lnTo>
                <a:lnTo>
                  <a:pt x="451818" y="74781"/>
                </a:lnTo>
                <a:lnTo>
                  <a:pt x="452149" y="74077"/>
                </a:lnTo>
                <a:lnTo>
                  <a:pt x="452468" y="73357"/>
                </a:lnTo>
                <a:lnTo>
                  <a:pt x="452772" y="72622"/>
                </a:lnTo>
                <a:lnTo>
                  <a:pt x="453064" y="71872"/>
                </a:lnTo>
                <a:lnTo>
                  <a:pt x="453343" y="71106"/>
                </a:lnTo>
                <a:lnTo>
                  <a:pt x="436413" y="68204"/>
                </a:lnTo>
                <a:lnTo>
                  <a:pt x="436295" y="68602"/>
                </a:lnTo>
                <a:lnTo>
                  <a:pt x="436172" y="68991"/>
                </a:lnTo>
                <a:lnTo>
                  <a:pt x="436044" y="69371"/>
                </a:lnTo>
                <a:lnTo>
                  <a:pt x="435912" y="69742"/>
                </a:lnTo>
                <a:close/>
                <a:moveTo>
                  <a:pt x="412028" y="49346"/>
                </a:moveTo>
                <a:lnTo>
                  <a:pt x="412068" y="48804"/>
                </a:lnTo>
                <a:lnTo>
                  <a:pt x="412120" y="48272"/>
                </a:lnTo>
                <a:lnTo>
                  <a:pt x="412186" y="47750"/>
                </a:lnTo>
                <a:lnTo>
                  <a:pt x="412264" y="47238"/>
                </a:lnTo>
                <a:lnTo>
                  <a:pt x="412355" y="46736"/>
                </a:lnTo>
                <a:lnTo>
                  <a:pt x="412459" y="46244"/>
                </a:lnTo>
                <a:lnTo>
                  <a:pt x="412575" y="45762"/>
                </a:lnTo>
                <a:lnTo>
                  <a:pt x="412705" y="45291"/>
                </a:lnTo>
                <a:lnTo>
                  <a:pt x="412847" y="44829"/>
                </a:lnTo>
                <a:lnTo>
                  <a:pt x="413002" y="44377"/>
                </a:lnTo>
                <a:lnTo>
                  <a:pt x="413170" y="43936"/>
                </a:lnTo>
                <a:lnTo>
                  <a:pt x="413350" y="43504"/>
                </a:lnTo>
                <a:lnTo>
                  <a:pt x="413544" y="43082"/>
                </a:lnTo>
                <a:lnTo>
                  <a:pt x="413750" y="42671"/>
                </a:lnTo>
                <a:lnTo>
                  <a:pt x="413969" y="42269"/>
                </a:lnTo>
                <a:lnTo>
                  <a:pt x="414201" y="41878"/>
                </a:lnTo>
                <a:lnTo>
                  <a:pt x="414446" y="41496"/>
                </a:lnTo>
                <a:lnTo>
                  <a:pt x="414703" y="41125"/>
                </a:lnTo>
                <a:lnTo>
                  <a:pt x="414974" y="40763"/>
                </a:lnTo>
                <a:lnTo>
                  <a:pt x="415257" y="40412"/>
                </a:lnTo>
                <a:lnTo>
                  <a:pt x="415553" y="40071"/>
                </a:lnTo>
                <a:lnTo>
                  <a:pt x="415858" y="39742"/>
                </a:lnTo>
                <a:lnTo>
                  <a:pt x="416171" y="39426"/>
                </a:lnTo>
                <a:lnTo>
                  <a:pt x="416490" y="39125"/>
                </a:lnTo>
                <a:lnTo>
                  <a:pt x="416816" y="38838"/>
                </a:lnTo>
                <a:lnTo>
                  <a:pt x="417148" y="38565"/>
                </a:lnTo>
                <a:lnTo>
                  <a:pt x="417488" y="38306"/>
                </a:lnTo>
                <a:lnTo>
                  <a:pt x="417834" y="38061"/>
                </a:lnTo>
                <a:lnTo>
                  <a:pt x="418186" y="37830"/>
                </a:lnTo>
                <a:lnTo>
                  <a:pt x="418546" y="37612"/>
                </a:lnTo>
                <a:lnTo>
                  <a:pt x="418912" y="37409"/>
                </a:lnTo>
                <a:lnTo>
                  <a:pt x="419285" y="37220"/>
                </a:lnTo>
                <a:lnTo>
                  <a:pt x="419664" y="37045"/>
                </a:lnTo>
                <a:lnTo>
                  <a:pt x="420051" y="36884"/>
                </a:lnTo>
                <a:lnTo>
                  <a:pt x="420444" y="36737"/>
                </a:lnTo>
                <a:lnTo>
                  <a:pt x="420843" y="36604"/>
                </a:lnTo>
                <a:lnTo>
                  <a:pt x="421250" y="36485"/>
                </a:lnTo>
                <a:lnTo>
                  <a:pt x="421663" y="36380"/>
                </a:lnTo>
                <a:lnTo>
                  <a:pt x="422083" y="36289"/>
                </a:lnTo>
                <a:lnTo>
                  <a:pt x="422509" y="36212"/>
                </a:lnTo>
                <a:lnTo>
                  <a:pt x="422943" y="36149"/>
                </a:lnTo>
                <a:lnTo>
                  <a:pt x="423383" y="36100"/>
                </a:lnTo>
                <a:lnTo>
                  <a:pt x="423830" y="36065"/>
                </a:lnTo>
                <a:lnTo>
                  <a:pt x="424283" y="36044"/>
                </a:lnTo>
                <a:lnTo>
                  <a:pt x="424743" y="36037"/>
                </a:lnTo>
                <a:lnTo>
                  <a:pt x="425174" y="36043"/>
                </a:lnTo>
                <a:lnTo>
                  <a:pt x="425599" y="36063"/>
                </a:lnTo>
                <a:lnTo>
                  <a:pt x="426019" y="36096"/>
                </a:lnTo>
                <a:lnTo>
                  <a:pt x="426433" y="36143"/>
                </a:lnTo>
                <a:lnTo>
                  <a:pt x="426842" y="36203"/>
                </a:lnTo>
                <a:lnTo>
                  <a:pt x="427245" y="36276"/>
                </a:lnTo>
                <a:lnTo>
                  <a:pt x="427643" y="36362"/>
                </a:lnTo>
                <a:lnTo>
                  <a:pt x="428035" y="36462"/>
                </a:lnTo>
                <a:lnTo>
                  <a:pt x="428422" y="36574"/>
                </a:lnTo>
                <a:lnTo>
                  <a:pt x="428804" y="36701"/>
                </a:lnTo>
                <a:lnTo>
                  <a:pt x="429180" y="36840"/>
                </a:lnTo>
                <a:lnTo>
                  <a:pt x="429550" y="36993"/>
                </a:lnTo>
                <a:lnTo>
                  <a:pt x="429915" y="37159"/>
                </a:lnTo>
                <a:lnTo>
                  <a:pt x="430275" y="37338"/>
                </a:lnTo>
                <a:lnTo>
                  <a:pt x="430629" y="37531"/>
                </a:lnTo>
                <a:lnTo>
                  <a:pt x="430978" y="37736"/>
                </a:lnTo>
                <a:lnTo>
                  <a:pt x="431321" y="37955"/>
                </a:lnTo>
                <a:lnTo>
                  <a:pt x="431659" y="38188"/>
                </a:lnTo>
                <a:lnTo>
                  <a:pt x="431991" y="38434"/>
                </a:lnTo>
                <a:lnTo>
                  <a:pt x="432318" y="38692"/>
                </a:lnTo>
                <a:lnTo>
                  <a:pt x="432640" y="38965"/>
                </a:lnTo>
                <a:lnTo>
                  <a:pt x="432955" y="39250"/>
                </a:lnTo>
                <a:lnTo>
                  <a:pt x="433266" y="39549"/>
                </a:lnTo>
                <a:lnTo>
                  <a:pt x="433571" y="39861"/>
                </a:lnTo>
                <a:lnTo>
                  <a:pt x="433867" y="40186"/>
                </a:lnTo>
                <a:lnTo>
                  <a:pt x="434152" y="40523"/>
                </a:lnTo>
                <a:lnTo>
                  <a:pt x="434424" y="40872"/>
                </a:lnTo>
                <a:lnTo>
                  <a:pt x="434685" y="41234"/>
                </a:lnTo>
                <a:lnTo>
                  <a:pt x="434933" y="41607"/>
                </a:lnTo>
                <a:lnTo>
                  <a:pt x="435170" y="41993"/>
                </a:lnTo>
                <a:lnTo>
                  <a:pt x="435394" y="42392"/>
                </a:lnTo>
                <a:lnTo>
                  <a:pt x="435607" y="42802"/>
                </a:lnTo>
                <a:lnTo>
                  <a:pt x="435807" y="43225"/>
                </a:lnTo>
                <a:lnTo>
                  <a:pt x="435996" y="43659"/>
                </a:lnTo>
                <a:lnTo>
                  <a:pt x="436173" y="44107"/>
                </a:lnTo>
                <a:lnTo>
                  <a:pt x="436337" y="44566"/>
                </a:lnTo>
                <a:lnTo>
                  <a:pt x="436490" y="45037"/>
                </a:lnTo>
                <a:lnTo>
                  <a:pt x="436631" y="45521"/>
                </a:lnTo>
                <a:lnTo>
                  <a:pt x="436760" y="46017"/>
                </a:lnTo>
                <a:lnTo>
                  <a:pt x="436876" y="46526"/>
                </a:lnTo>
                <a:lnTo>
                  <a:pt x="436981" y="47046"/>
                </a:lnTo>
                <a:lnTo>
                  <a:pt x="437074" y="47579"/>
                </a:lnTo>
                <a:lnTo>
                  <a:pt x="437155" y="48124"/>
                </a:lnTo>
                <a:lnTo>
                  <a:pt x="437224" y="48681"/>
                </a:lnTo>
                <a:lnTo>
                  <a:pt x="437281" y="49250"/>
                </a:lnTo>
                <a:lnTo>
                  <a:pt x="437326" y="49832"/>
                </a:lnTo>
                <a:lnTo>
                  <a:pt x="437359" y="50426"/>
                </a:lnTo>
                <a:lnTo>
                  <a:pt x="437380" y="51032"/>
                </a:lnTo>
                <a:lnTo>
                  <a:pt x="411985" y="51032"/>
                </a:lnTo>
                <a:lnTo>
                  <a:pt x="411987" y="50460"/>
                </a:lnTo>
                <a:lnTo>
                  <a:pt x="412001" y="49898"/>
                </a:lnTo>
                <a:lnTo>
                  <a:pt x="412028" y="49346"/>
                </a:lnTo>
                <a:close/>
                <a:moveTo>
                  <a:pt x="103272" y="88640"/>
                </a:moveTo>
                <a:lnTo>
                  <a:pt x="120262" y="88640"/>
                </a:lnTo>
                <a:lnTo>
                  <a:pt x="120262" y="24428"/>
                </a:lnTo>
                <a:lnTo>
                  <a:pt x="103272" y="24428"/>
                </a:lnTo>
                <a:lnTo>
                  <a:pt x="103272" y="88640"/>
                </a:lnTo>
                <a:close/>
                <a:moveTo>
                  <a:pt x="585097" y="15721"/>
                </a:moveTo>
                <a:lnTo>
                  <a:pt x="602088" y="15721"/>
                </a:lnTo>
                <a:lnTo>
                  <a:pt x="602088" y="0"/>
                </a:lnTo>
                <a:lnTo>
                  <a:pt x="585097" y="0"/>
                </a:lnTo>
                <a:lnTo>
                  <a:pt x="585097" y="15721"/>
                </a:lnTo>
                <a:close/>
                <a:moveTo>
                  <a:pt x="859189" y="88618"/>
                </a:moveTo>
                <a:lnTo>
                  <a:pt x="860506" y="88605"/>
                </a:lnTo>
                <a:lnTo>
                  <a:pt x="861778" y="88590"/>
                </a:lnTo>
                <a:lnTo>
                  <a:pt x="863006" y="88574"/>
                </a:lnTo>
                <a:lnTo>
                  <a:pt x="864191" y="88557"/>
                </a:lnTo>
                <a:lnTo>
                  <a:pt x="865332" y="88539"/>
                </a:lnTo>
                <a:lnTo>
                  <a:pt x="866429" y="88520"/>
                </a:lnTo>
                <a:lnTo>
                  <a:pt x="867482" y="88499"/>
                </a:lnTo>
                <a:lnTo>
                  <a:pt x="868491" y="88477"/>
                </a:lnTo>
                <a:lnTo>
                  <a:pt x="869456" y="88453"/>
                </a:lnTo>
                <a:lnTo>
                  <a:pt x="870377" y="88429"/>
                </a:lnTo>
                <a:lnTo>
                  <a:pt x="871255" y="88403"/>
                </a:lnTo>
                <a:lnTo>
                  <a:pt x="872088" y="88376"/>
                </a:lnTo>
                <a:lnTo>
                  <a:pt x="872878" y="88348"/>
                </a:lnTo>
                <a:lnTo>
                  <a:pt x="873624" y="88318"/>
                </a:lnTo>
                <a:lnTo>
                  <a:pt x="874326" y="88287"/>
                </a:lnTo>
                <a:lnTo>
                  <a:pt x="874984" y="88255"/>
                </a:lnTo>
                <a:lnTo>
                  <a:pt x="875598" y="88222"/>
                </a:lnTo>
                <a:lnTo>
                  <a:pt x="876168" y="88187"/>
                </a:lnTo>
                <a:lnTo>
                  <a:pt x="876695" y="88151"/>
                </a:lnTo>
                <a:lnTo>
                  <a:pt x="877177" y="88114"/>
                </a:lnTo>
                <a:lnTo>
                  <a:pt x="877616" y="88076"/>
                </a:lnTo>
                <a:lnTo>
                  <a:pt x="878011" y="88036"/>
                </a:lnTo>
                <a:lnTo>
                  <a:pt x="878602" y="87966"/>
                </a:lnTo>
                <a:lnTo>
                  <a:pt x="879184" y="87886"/>
                </a:lnTo>
                <a:lnTo>
                  <a:pt x="879759" y="87798"/>
                </a:lnTo>
                <a:lnTo>
                  <a:pt x="880326" y="87700"/>
                </a:lnTo>
                <a:lnTo>
                  <a:pt x="880885" y="87593"/>
                </a:lnTo>
                <a:lnTo>
                  <a:pt x="881437" y="87477"/>
                </a:lnTo>
                <a:lnTo>
                  <a:pt x="881980" y="87352"/>
                </a:lnTo>
                <a:lnTo>
                  <a:pt x="882515" y="87218"/>
                </a:lnTo>
                <a:lnTo>
                  <a:pt x="883043" y="87075"/>
                </a:lnTo>
                <a:lnTo>
                  <a:pt x="883563" y="86922"/>
                </a:lnTo>
                <a:lnTo>
                  <a:pt x="884075" y="86761"/>
                </a:lnTo>
                <a:lnTo>
                  <a:pt x="884579" y="86590"/>
                </a:lnTo>
                <a:lnTo>
                  <a:pt x="885075" y="86410"/>
                </a:lnTo>
                <a:lnTo>
                  <a:pt x="885563" y="86221"/>
                </a:lnTo>
                <a:lnTo>
                  <a:pt x="886044" y="86023"/>
                </a:lnTo>
                <a:lnTo>
                  <a:pt x="886516" y="85815"/>
                </a:lnTo>
                <a:lnTo>
                  <a:pt x="886981" y="85599"/>
                </a:lnTo>
                <a:lnTo>
                  <a:pt x="887438" y="85373"/>
                </a:lnTo>
                <a:lnTo>
                  <a:pt x="887887" y="85139"/>
                </a:lnTo>
                <a:lnTo>
                  <a:pt x="888328" y="84895"/>
                </a:lnTo>
                <a:lnTo>
                  <a:pt x="888761" y="84642"/>
                </a:lnTo>
                <a:lnTo>
                  <a:pt x="889186" y="84380"/>
                </a:lnTo>
                <a:lnTo>
                  <a:pt x="889603" y="84108"/>
                </a:lnTo>
                <a:lnTo>
                  <a:pt x="890013" y="83828"/>
                </a:lnTo>
                <a:lnTo>
                  <a:pt x="890415" y="83539"/>
                </a:lnTo>
                <a:lnTo>
                  <a:pt x="890810" y="83242"/>
                </a:lnTo>
                <a:lnTo>
                  <a:pt x="891198" y="82937"/>
                </a:lnTo>
                <a:lnTo>
                  <a:pt x="891578" y="82623"/>
                </a:lnTo>
                <a:lnTo>
                  <a:pt x="891952" y="82302"/>
                </a:lnTo>
                <a:lnTo>
                  <a:pt x="892318" y="81973"/>
                </a:lnTo>
                <a:lnTo>
                  <a:pt x="892677" y="81636"/>
                </a:lnTo>
                <a:lnTo>
                  <a:pt x="893030" y="81291"/>
                </a:lnTo>
                <a:lnTo>
                  <a:pt x="893374" y="80938"/>
                </a:lnTo>
                <a:lnTo>
                  <a:pt x="893712" y="80577"/>
                </a:lnTo>
                <a:lnTo>
                  <a:pt x="894043" y="80209"/>
                </a:lnTo>
                <a:lnTo>
                  <a:pt x="894366" y="79832"/>
                </a:lnTo>
                <a:lnTo>
                  <a:pt x="894683" y="79447"/>
                </a:lnTo>
                <a:lnTo>
                  <a:pt x="894992" y="79054"/>
                </a:lnTo>
                <a:lnTo>
                  <a:pt x="895294" y="78653"/>
                </a:lnTo>
                <a:lnTo>
                  <a:pt x="895589" y="78244"/>
                </a:lnTo>
                <a:lnTo>
                  <a:pt x="895877" y="77827"/>
                </a:lnTo>
                <a:lnTo>
                  <a:pt x="896158" y="77403"/>
                </a:lnTo>
                <a:lnTo>
                  <a:pt x="896431" y="76970"/>
                </a:lnTo>
                <a:lnTo>
                  <a:pt x="896698" y="76529"/>
                </a:lnTo>
                <a:lnTo>
                  <a:pt x="896957" y="76080"/>
                </a:lnTo>
                <a:lnTo>
                  <a:pt x="897209" y="75624"/>
                </a:lnTo>
                <a:lnTo>
                  <a:pt x="897454" y="75159"/>
                </a:lnTo>
                <a:lnTo>
                  <a:pt x="897692" y="74686"/>
                </a:lnTo>
                <a:lnTo>
                  <a:pt x="897921" y="74209"/>
                </a:lnTo>
                <a:lnTo>
                  <a:pt x="898141" y="73731"/>
                </a:lnTo>
                <a:lnTo>
                  <a:pt x="898351" y="73251"/>
                </a:lnTo>
                <a:lnTo>
                  <a:pt x="898551" y="72770"/>
                </a:lnTo>
                <a:lnTo>
                  <a:pt x="898741" y="72288"/>
                </a:lnTo>
                <a:lnTo>
                  <a:pt x="898922" y="71805"/>
                </a:lnTo>
                <a:lnTo>
                  <a:pt x="899093" y="71321"/>
                </a:lnTo>
                <a:lnTo>
                  <a:pt x="899254" y="70835"/>
                </a:lnTo>
                <a:lnTo>
                  <a:pt x="899405" y="70349"/>
                </a:lnTo>
                <a:lnTo>
                  <a:pt x="899547" y="69861"/>
                </a:lnTo>
                <a:lnTo>
                  <a:pt x="899679" y="69372"/>
                </a:lnTo>
                <a:lnTo>
                  <a:pt x="899801" y="68882"/>
                </a:lnTo>
                <a:lnTo>
                  <a:pt x="899913" y="68391"/>
                </a:lnTo>
                <a:lnTo>
                  <a:pt x="900015" y="67898"/>
                </a:lnTo>
                <a:lnTo>
                  <a:pt x="900108" y="67405"/>
                </a:lnTo>
                <a:lnTo>
                  <a:pt x="900191" y="66910"/>
                </a:lnTo>
                <a:lnTo>
                  <a:pt x="900264" y="66414"/>
                </a:lnTo>
                <a:lnTo>
                  <a:pt x="900328" y="65917"/>
                </a:lnTo>
                <a:lnTo>
                  <a:pt x="900382" y="65419"/>
                </a:lnTo>
                <a:lnTo>
                  <a:pt x="900425" y="64920"/>
                </a:lnTo>
                <a:lnTo>
                  <a:pt x="900460" y="64419"/>
                </a:lnTo>
                <a:lnTo>
                  <a:pt x="900484" y="63918"/>
                </a:lnTo>
                <a:lnTo>
                  <a:pt x="900499" y="63415"/>
                </a:lnTo>
                <a:lnTo>
                  <a:pt x="900504" y="62911"/>
                </a:lnTo>
                <a:lnTo>
                  <a:pt x="900496" y="62274"/>
                </a:lnTo>
                <a:lnTo>
                  <a:pt x="900473" y="61643"/>
                </a:lnTo>
                <a:lnTo>
                  <a:pt x="900436" y="61020"/>
                </a:lnTo>
                <a:lnTo>
                  <a:pt x="900383" y="60403"/>
                </a:lnTo>
                <a:lnTo>
                  <a:pt x="900315" y="59794"/>
                </a:lnTo>
                <a:lnTo>
                  <a:pt x="900231" y="59191"/>
                </a:lnTo>
                <a:lnTo>
                  <a:pt x="900133" y="58595"/>
                </a:lnTo>
                <a:lnTo>
                  <a:pt x="900020" y="58007"/>
                </a:lnTo>
                <a:lnTo>
                  <a:pt x="899891" y="57425"/>
                </a:lnTo>
                <a:lnTo>
                  <a:pt x="899748" y="56850"/>
                </a:lnTo>
                <a:lnTo>
                  <a:pt x="899589" y="56282"/>
                </a:lnTo>
                <a:lnTo>
                  <a:pt x="899415" y="55721"/>
                </a:lnTo>
                <a:lnTo>
                  <a:pt x="899226" y="55167"/>
                </a:lnTo>
                <a:lnTo>
                  <a:pt x="899022" y="54620"/>
                </a:lnTo>
                <a:lnTo>
                  <a:pt x="898803" y="54080"/>
                </a:lnTo>
                <a:lnTo>
                  <a:pt x="898569" y="53547"/>
                </a:lnTo>
                <a:lnTo>
                  <a:pt x="898319" y="53020"/>
                </a:lnTo>
                <a:lnTo>
                  <a:pt x="898055" y="52501"/>
                </a:lnTo>
                <a:lnTo>
                  <a:pt x="897775" y="51989"/>
                </a:lnTo>
                <a:lnTo>
                  <a:pt x="897480" y="51484"/>
                </a:lnTo>
                <a:lnTo>
                  <a:pt x="897170" y="50985"/>
                </a:lnTo>
                <a:lnTo>
                  <a:pt x="896845" y="50494"/>
                </a:lnTo>
                <a:lnTo>
                  <a:pt x="896505" y="50009"/>
                </a:lnTo>
                <a:lnTo>
                  <a:pt x="896150" y="49531"/>
                </a:lnTo>
                <a:lnTo>
                  <a:pt x="895781" y="49063"/>
                </a:lnTo>
                <a:lnTo>
                  <a:pt x="895399" y="48606"/>
                </a:lnTo>
                <a:lnTo>
                  <a:pt x="895003" y="48161"/>
                </a:lnTo>
                <a:lnTo>
                  <a:pt x="894595" y="47727"/>
                </a:lnTo>
                <a:lnTo>
                  <a:pt x="894174" y="47305"/>
                </a:lnTo>
                <a:lnTo>
                  <a:pt x="893739" y="46894"/>
                </a:lnTo>
                <a:lnTo>
                  <a:pt x="893292" y="46495"/>
                </a:lnTo>
                <a:lnTo>
                  <a:pt x="892831" y="46107"/>
                </a:lnTo>
                <a:lnTo>
                  <a:pt x="892358" y="45731"/>
                </a:lnTo>
                <a:lnTo>
                  <a:pt x="891871" y="45367"/>
                </a:lnTo>
                <a:lnTo>
                  <a:pt x="891372" y="45014"/>
                </a:lnTo>
                <a:lnTo>
                  <a:pt x="890860" y="44673"/>
                </a:lnTo>
                <a:lnTo>
                  <a:pt x="890334" y="44343"/>
                </a:lnTo>
                <a:lnTo>
                  <a:pt x="889796" y="44025"/>
                </a:lnTo>
                <a:lnTo>
                  <a:pt x="889244" y="43718"/>
                </a:lnTo>
                <a:lnTo>
                  <a:pt x="888679" y="43423"/>
                </a:lnTo>
                <a:lnTo>
                  <a:pt x="888102" y="43139"/>
                </a:lnTo>
                <a:lnTo>
                  <a:pt x="887511" y="42867"/>
                </a:lnTo>
                <a:lnTo>
                  <a:pt x="886908" y="42607"/>
                </a:lnTo>
                <a:lnTo>
                  <a:pt x="886291" y="42358"/>
                </a:lnTo>
                <a:lnTo>
                  <a:pt x="885661" y="42121"/>
                </a:lnTo>
                <a:lnTo>
                  <a:pt x="885019" y="41895"/>
                </a:lnTo>
                <a:lnTo>
                  <a:pt x="884363" y="41681"/>
                </a:lnTo>
                <a:lnTo>
                  <a:pt x="883695" y="41478"/>
                </a:lnTo>
                <a:lnTo>
                  <a:pt x="884169" y="41258"/>
                </a:lnTo>
                <a:lnTo>
                  <a:pt x="884635" y="41028"/>
                </a:lnTo>
                <a:lnTo>
                  <a:pt x="885093" y="40789"/>
                </a:lnTo>
                <a:lnTo>
                  <a:pt x="885543" y="40541"/>
                </a:lnTo>
                <a:lnTo>
                  <a:pt x="885984" y="40284"/>
                </a:lnTo>
                <a:lnTo>
                  <a:pt x="886417" y="40018"/>
                </a:lnTo>
                <a:lnTo>
                  <a:pt x="886842" y="39743"/>
                </a:lnTo>
                <a:lnTo>
                  <a:pt x="887259" y="39459"/>
                </a:lnTo>
                <a:lnTo>
                  <a:pt x="887667" y="39166"/>
                </a:lnTo>
                <a:lnTo>
                  <a:pt x="888067" y="38864"/>
                </a:lnTo>
                <a:lnTo>
                  <a:pt x="888458" y="38553"/>
                </a:lnTo>
                <a:lnTo>
                  <a:pt x="888842" y="38233"/>
                </a:lnTo>
                <a:lnTo>
                  <a:pt x="889217" y="37904"/>
                </a:lnTo>
                <a:lnTo>
                  <a:pt x="889583" y="37566"/>
                </a:lnTo>
                <a:lnTo>
                  <a:pt x="889942" y="37219"/>
                </a:lnTo>
                <a:lnTo>
                  <a:pt x="890292" y="36863"/>
                </a:lnTo>
                <a:lnTo>
                  <a:pt x="890634" y="36498"/>
                </a:lnTo>
                <a:lnTo>
                  <a:pt x="890967" y="36124"/>
                </a:lnTo>
                <a:lnTo>
                  <a:pt x="891292" y="35741"/>
                </a:lnTo>
                <a:lnTo>
                  <a:pt x="891609" y="35349"/>
                </a:lnTo>
                <a:lnTo>
                  <a:pt x="891918" y="34947"/>
                </a:lnTo>
                <a:lnTo>
                  <a:pt x="892219" y="34537"/>
                </a:lnTo>
                <a:lnTo>
                  <a:pt x="892511" y="34118"/>
                </a:lnTo>
                <a:lnTo>
                  <a:pt x="892794" y="33690"/>
                </a:lnTo>
                <a:lnTo>
                  <a:pt x="893068" y="33255"/>
                </a:lnTo>
                <a:lnTo>
                  <a:pt x="893330" y="32817"/>
                </a:lnTo>
                <a:lnTo>
                  <a:pt x="893581" y="32376"/>
                </a:lnTo>
                <a:lnTo>
                  <a:pt x="893820" y="31931"/>
                </a:lnTo>
                <a:lnTo>
                  <a:pt x="894047" y="31482"/>
                </a:lnTo>
                <a:lnTo>
                  <a:pt x="894263" y="31030"/>
                </a:lnTo>
                <a:lnTo>
                  <a:pt x="894466" y="30574"/>
                </a:lnTo>
                <a:lnTo>
                  <a:pt x="894659" y="30114"/>
                </a:lnTo>
                <a:lnTo>
                  <a:pt x="894839" y="29651"/>
                </a:lnTo>
                <a:lnTo>
                  <a:pt x="895008" y="29185"/>
                </a:lnTo>
                <a:lnTo>
                  <a:pt x="895166" y="28715"/>
                </a:lnTo>
                <a:lnTo>
                  <a:pt x="895311" y="28241"/>
                </a:lnTo>
                <a:lnTo>
                  <a:pt x="895445" y="27764"/>
                </a:lnTo>
                <a:lnTo>
                  <a:pt x="895568" y="27283"/>
                </a:lnTo>
                <a:lnTo>
                  <a:pt x="895678" y="26799"/>
                </a:lnTo>
                <a:lnTo>
                  <a:pt x="895777" y="26311"/>
                </a:lnTo>
                <a:lnTo>
                  <a:pt x="895865" y="25819"/>
                </a:lnTo>
                <a:lnTo>
                  <a:pt x="895940" y="25324"/>
                </a:lnTo>
                <a:lnTo>
                  <a:pt x="896004" y="24826"/>
                </a:lnTo>
                <a:lnTo>
                  <a:pt x="896057" y="24323"/>
                </a:lnTo>
                <a:lnTo>
                  <a:pt x="896098" y="23818"/>
                </a:lnTo>
                <a:lnTo>
                  <a:pt x="896127" y="23308"/>
                </a:lnTo>
                <a:lnTo>
                  <a:pt x="896144" y="22796"/>
                </a:lnTo>
                <a:lnTo>
                  <a:pt x="896150" y="22279"/>
                </a:lnTo>
                <a:lnTo>
                  <a:pt x="896145" y="21803"/>
                </a:lnTo>
                <a:lnTo>
                  <a:pt x="896131" y="21331"/>
                </a:lnTo>
                <a:lnTo>
                  <a:pt x="896108" y="20862"/>
                </a:lnTo>
                <a:lnTo>
                  <a:pt x="896075" y="20398"/>
                </a:lnTo>
                <a:lnTo>
                  <a:pt x="896032" y="19937"/>
                </a:lnTo>
                <a:lnTo>
                  <a:pt x="895980" y="19481"/>
                </a:lnTo>
                <a:lnTo>
                  <a:pt x="895919" y="19028"/>
                </a:lnTo>
                <a:lnTo>
                  <a:pt x="895848" y="18579"/>
                </a:lnTo>
                <a:lnTo>
                  <a:pt x="895768" y="18134"/>
                </a:lnTo>
                <a:lnTo>
                  <a:pt x="895678" y="17693"/>
                </a:lnTo>
                <a:lnTo>
                  <a:pt x="895579" y="17256"/>
                </a:lnTo>
                <a:lnTo>
                  <a:pt x="895470" y="16822"/>
                </a:lnTo>
                <a:lnTo>
                  <a:pt x="895352" y="16393"/>
                </a:lnTo>
                <a:lnTo>
                  <a:pt x="895224" y="15967"/>
                </a:lnTo>
                <a:lnTo>
                  <a:pt x="895087" y="15545"/>
                </a:lnTo>
                <a:lnTo>
                  <a:pt x="894941" y="15128"/>
                </a:lnTo>
                <a:lnTo>
                  <a:pt x="894785" y="14714"/>
                </a:lnTo>
                <a:lnTo>
                  <a:pt x="894620" y="14304"/>
                </a:lnTo>
                <a:lnTo>
                  <a:pt x="894445" y="13897"/>
                </a:lnTo>
                <a:lnTo>
                  <a:pt x="894261" y="13495"/>
                </a:lnTo>
                <a:lnTo>
                  <a:pt x="894067" y="13097"/>
                </a:lnTo>
                <a:lnTo>
                  <a:pt x="893864" y="12702"/>
                </a:lnTo>
                <a:lnTo>
                  <a:pt x="893651" y="12311"/>
                </a:lnTo>
                <a:lnTo>
                  <a:pt x="893429" y="11925"/>
                </a:lnTo>
                <a:lnTo>
                  <a:pt x="893200" y="11543"/>
                </a:lnTo>
                <a:lnTo>
                  <a:pt x="892966" y="11168"/>
                </a:lnTo>
                <a:lnTo>
                  <a:pt x="892728" y="10799"/>
                </a:lnTo>
                <a:lnTo>
                  <a:pt x="892485" y="10436"/>
                </a:lnTo>
                <a:lnTo>
                  <a:pt x="892237" y="10080"/>
                </a:lnTo>
                <a:lnTo>
                  <a:pt x="891984" y="9730"/>
                </a:lnTo>
                <a:lnTo>
                  <a:pt x="891726" y="9387"/>
                </a:lnTo>
                <a:lnTo>
                  <a:pt x="891464" y="9050"/>
                </a:lnTo>
                <a:lnTo>
                  <a:pt x="891197" y="8719"/>
                </a:lnTo>
                <a:lnTo>
                  <a:pt x="890926" y="8395"/>
                </a:lnTo>
                <a:lnTo>
                  <a:pt x="890649" y="8077"/>
                </a:lnTo>
                <a:lnTo>
                  <a:pt x="890368" y="7766"/>
                </a:lnTo>
                <a:lnTo>
                  <a:pt x="890082" y="7461"/>
                </a:lnTo>
                <a:lnTo>
                  <a:pt x="889792" y="7162"/>
                </a:lnTo>
                <a:lnTo>
                  <a:pt x="889497" y="6870"/>
                </a:lnTo>
                <a:lnTo>
                  <a:pt x="889197" y="6585"/>
                </a:lnTo>
                <a:lnTo>
                  <a:pt x="888892" y="6305"/>
                </a:lnTo>
                <a:lnTo>
                  <a:pt x="888583" y="6032"/>
                </a:lnTo>
                <a:lnTo>
                  <a:pt x="888269" y="5766"/>
                </a:lnTo>
                <a:lnTo>
                  <a:pt x="887950" y="5506"/>
                </a:lnTo>
                <a:lnTo>
                  <a:pt x="887626" y="5252"/>
                </a:lnTo>
                <a:lnTo>
                  <a:pt x="887298" y="5005"/>
                </a:lnTo>
                <a:lnTo>
                  <a:pt x="886965" y="4764"/>
                </a:lnTo>
                <a:lnTo>
                  <a:pt x="886627" y="4529"/>
                </a:lnTo>
                <a:lnTo>
                  <a:pt x="886285" y="4301"/>
                </a:lnTo>
                <a:lnTo>
                  <a:pt x="885939" y="4079"/>
                </a:lnTo>
                <a:lnTo>
                  <a:pt x="885590" y="3864"/>
                </a:lnTo>
                <a:lnTo>
                  <a:pt x="885236" y="3656"/>
                </a:lnTo>
                <a:lnTo>
                  <a:pt x="884879" y="3454"/>
                </a:lnTo>
                <a:lnTo>
                  <a:pt x="884518" y="3259"/>
                </a:lnTo>
                <a:lnTo>
                  <a:pt x="884154" y="3071"/>
                </a:lnTo>
                <a:lnTo>
                  <a:pt x="883785" y="2889"/>
                </a:lnTo>
                <a:lnTo>
                  <a:pt x="883413" y="2714"/>
                </a:lnTo>
                <a:lnTo>
                  <a:pt x="883037" y="2545"/>
                </a:lnTo>
                <a:lnTo>
                  <a:pt x="882657" y="2383"/>
                </a:lnTo>
                <a:lnTo>
                  <a:pt x="882274" y="2227"/>
                </a:lnTo>
                <a:lnTo>
                  <a:pt x="881886" y="2078"/>
                </a:lnTo>
                <a:lnTo>
                  <a:pt x="881495" y="1936"/>
                </a:lnTo>
                <a:lnTo>
                  <a:pt x="881100" y="1800"/>
                </a:lnTo>
                <a:lnTo>
                  <a:pt x="880702" y="1671"/>
                </a:lnTo>
                <a:lnTo>
                  <a:pt x="880299" y="1549"/>
                </a:lnTo>
                <a:lnTo>
                  <a:pt x="879893" y="1433"/>
                </a:lnTo>
                <a:lnTo>
                  <a:pt x="879483" y="1324"/>
                </a:lnTo>
                <a:lnTo>
                  <a:pt x="879069" y="1221"/>
                </a:lnTo>
                <a:lnTo>
                  <a:pt x="878651" y="1125"/>
                </a:lnTo>
                <a:lnTo>
                  <a:pt x="878230" y="1036"/>
                </a:lnTo>
                <a:lnTo>
                  <a:pt x="877805" y="953"/>
                </a:lnTo>
                <a:lnTo>
                  <a:pt x="877376" y="877"/>
                </a:lnTo>
                <a:lnTo>
                  <a:pt x="876936" y="805"/>
                </a:lnTo>
                <a:lnTo>
                  <a:pt x="876477" y="737"/>
                </a:lnTo>
                <a:lnTo>
                  <a:pt x="876000" y="671"/>
                </a:lnTo>
                <a:lnTo>
                  <a:pt x="875504" y="609"/>
                </a:lnTo>
                <a:lnTo>
                  <a:pt x="874990" y="549"/>
                </a:lnTo>
                <a:lnTo>
                  <a:pt x="874457" y="493"/>
                </a:lnTo>
                <a:lnTo>
                  <a:pt x="873905" y="440"/>
                </a:lnTo>
                <a:lnTo>
                  <a:pt x="873335" y="390"/>
                </a:lnTo>
                <a:lnTo>
                  <a:pt x="872746" y="342"/>
                </a:lnTo>
                <a:lnTo>
                  <a:pt x="872139" y="298"/>
                </a:lnTo>
                <a:lnTo>
                  <a:pt x="871513" y="257"/>
                </a:lnTo>
                <a:lnTo>
                  <a:pt x="870869" y="219"/>
                </a:lnTo>
                <a:lnTo>
                  <a:pt x="870205" y="184"/>
                </a:lnTo>
                <a:lnTo>
                  <a:pt x="869524" y="152"/>
                </a:lnTo>
                <a:lnTo>
                  <a:pt x="868824" y="123"/>
                </a:lnTo>
                <a:lnTo>
                  <a:pt x="868105" y="97"/>
                </a:lnTo>
                <a:lnTo>
                  <a:pt x="867367" y="75"/>
                </a:lnTo>
                <a:lnTo>
                  <a:pt x="866612" y="55"/>
                </a:lnTo>
                <a:lnTo>
                  <a:pt x="865837" y="38"/>
                </a:lnTo>
                <a:lnTo>
                  <a:pt x="865044" y="24"/>
                </a:lnTo>
                <a:lnTo>
                  <a:pt x="864232" y="14"/>
                </a:lnTo>
                <a:lnTo>
                  <a:pt x="863402" y="6"/>
                </a:lnTo>
                <a:lnTo>
                  <a:pt x="862553" y="2"/>
                </a:lnTo>
                <a:lnTo>
                  <a:pt x="861686" y="0"/>
                </a:lnTo>
                <a:lnTo>
                  <a:pt x="826254" y="0"/>
                </a:lnTo>
                <a:lnTo>
                  <a:pt x="826254" y="88640"/>
                </a:lnTo>
                <a:lnTo>
                  <a:pt x="856425" y="88640"/>
                </a:lnTo>
                <a:lnTo>
                  <a:pt x="857829" y="88630"/>
                </a:lnTo>
                <a:lnTo>
                  <a:pt x="859189" y="88618"/>
                </a:lnTo>
                <a:close/>
                <a:moveTo>
                  <a:pt x="857433" y="14758"/>
                </a:moveTo>
                <a:lnTo>
                  <a:pt x="858365" y="14762"/>
                </a:lnTo>
                <a:lnTo>
                  <a:pt x="859262" y="14766"/>
                </a:lnTo>
                <a:lnTo>
                  <a:pt x="860125" y="14772"/>
                </a:lnTo>
                <a:lnTo>
                  <a:pt x="860953" y="14779"/>
                </a:lnTo>
                <a:lnTo>
                  <a:pt x="861746" y="14787"/>
                </a:lnTo>
                <a:lnTo>
                  <a:pt x="862505" y="14796"/>
                </a:lnTo>
                <a:lnTo>
                  <a:pt x="863229" y="14806"/>
                </a:lnTo>
                <a:lnTo>
                  <a:pt x="863918" y="14817"/>
                </a:lnTo>
                <a:lnTo>
                  <a:pt x="864573" y="14829"/>
                </a:lnTo>
                <a:lnTo>
                  <a:pt x="865193" y="14842"/>
                </a:lnTo>
                <a:lnTo>
                  <a:pt x="865778" y="14856"/>
                </a:lnTo>
                <a:lnTo>
                  <a:pt x="866329" y="14871"/>
                </a:lnTo>
                <a:lnTo>
                  <a:pt x="866845" y="14888"/>
                </a:lnTo>
                <a:lnTo>
                  <a:pt x="867327" y="14905"/>
                </a:lnTo>
                <a:lnTo>
                  <a:pt x="867774" y="14923"/>
                </a:lnTo>
                <a:lnTo>
                  <a:pt x="868186" y="14943"/>
                </a:lnTo>
                <a:lnTo>
                  <a:pt x="868563" y="14963"/>
                </a:lnTo>
                <a:lnTo>
                  <a:pt x="868906" y="14985"/>
                </a:lnTo>
                <a:lnTo>
                  <a:pt x="869215" y="15007"/>
                </a:lnTo>
                <a:lnTo>
                  <a:pt x="869488" y="15031"/>
                </a:lnTo>
                <a:lnTo>
                  <a:pt x="869727" y="15056"/>
                </a:lnTo>
                <a:lnTo>
                  <a:pt x="870096" y="15104"/>
                </a:lnTo>
                <a:lnTo>
                  <a:pt x="870458" y="15160"/>
                </a:lnTo>
                <a:lnTo>
                  <a:pt x="870811" y="15223"/>
                </a:lnTo>
                <a:lnTo>
                  <a:pt x="871157" y="15292"/>
                </a:lnTo>
                <a:lnTo>
                  <a:pt x="871496" y="15369"/>
                </a:lnTo>
                <a:lnTo>
                  <a:pt x="871827" y="15453"/>
                </a:lnTo>
                <a:lnTo>
                  <a:pt x="872150" y="15544"/>
                </a:lnTo>
                <a:lnTo>
                  <a:pt x="872465" y="15642"/>
                </a:lnTo>
                <a:lnTo>
                  <a:pt x="872773" y="15746"/>
                </a:lnTo>
                <a:lnTo>
                  <a:pt x="873073" y="15858"/>
                </a:lnTo>
                <a:lnTo>
                  <a:pt x="873365" y="15977"/>
                </a:lnTo>
                <a:lnTo>
                  <a:pt x="873650" y="16103"/>
                </a:lnTo>
                <a:lnTo>
                  <a:pt x="873927" y="16236"/>
                </a:lnTo>
                <a:lnTo>
                  <a:pt x="874196" y="16376"/>
                </a:lnTo>
                <a:lnTo>
                  <a:pt x="874458" y="16522"/>
                </a:lnTo>
                <a:lnTo>
                  <a:pt x="874712" y="16676"/>
                </a:lnTo>
                <a:lnTo>
                  <a:pt x="874959" y="16837"/>
                </a:lnTo>
                <a:lnTo>
                  <a:pt x="875197" y="17005"/>
                </a:lnTo>
                <a:lnTo>
                  <a:pt x="875429" y="17180"/>
                </a:lnTo>
                <a:lnTo>
                  <a:pt x="875652" y="17362"/>
                </a:lnTo>
                <a:lnTo>
                  <a:pt x="875868" y="17551"/>
                </a:lnTo>
                <a:lnTo>
                  <a:pt x="876076" y="17747"/>
                </a:lnTo>
                <a:lnTo>
                  <a:pt x="876276" y="17950"/>
                </a:lnTo>
                <a:lnTo>
                  <a:pt x="876469" y="18160"/>
                </a:lnTo>
                <a:lnTo>
                  <a:pt x="876654" y="18376"/>
                </a:lnTo>
                <a:lnTo>
                  <a:pt x="876831" y="18598"/>
                </a:lnTo>
                <a:lnTo>
                  <a:pt x="877000" y="18825"/>
                </a:lnTo>
                <a:lnTo>
                  <a:pt x="877162" y="19057"/>
                </a:lnTo>
                <a:lnTo>
                  <a:pt x="877315" y="19294"/>
                </a:lnTo>
                <a:lnTo>
                  <a:pt x="877461" y="19537"/>
                </a:lnTo>
                <a:lnTo>
                  <a:pt x="877599" y="19785"/>
                </a:lnTo>
                <a:lnTo>
                  <a:pt x="877729" y="20039"/>
                </a:lnTo>
                <a:lnTo>
                  <a:pt x="877851" y="20298"/>
                </a:lnTo>
                <a:lnTo>
                  <a:pt x="877965" y="20562"/>
                </a:lnTo>
                <a:lnTo>
                  <a:pt x="878071" y="20831"/>
                </a:lnTo>
                <a:lnTo>
                  <a:pt x="878170" y="21106"/>
                </a:lnTo>
                <a:lnTo>
                  <a:pt x="878260" y="21386"/>
                </a:lnTo>
                <a:lnTo>
                  <a:pt x="878343" y="21672"/>
                </a:lnTo>
                <a:lnTo>
                  <a:pt x="878418" y="21963"/>
                </a:lnTo>
                <a:lnTo>
                  <a:pt x="878485" y="22259"/>
                </a:lnTo>
                <a:lnTo>
                  <a:pt x="878544" y="22561"/>
                </a:lnTo>
                <a:lnTo>
                  <a:pt x="878595" y="22867"/>
                </a:lnTo>
                <a:lnTo>
                  <a:pt x="878638" y="23180"/>
                </a:lnTo>
                <a:lnTo>
                  <a:pt x="878673" y="23497"/>
                </a:lnTo>
                <a:lnTo>
                  <a:pt x="878701" y="23820"/>
                </a:lnTo>
                <a:lnTo>
                  <a:pt x="878721" y="24148"/>
                </a:lnTo>
                <a:lnTo>
                  <a:pt x="878733" y="24482"/>
                </a:lnTo>
                <a:lnTo>
                  <a:pt x="878736" y="24821"/>
                </a:lnTo>
                <a:lnTo>
                  <a:pt x="878732" y="25174"/>
                </a:lnTo>
                <a:lnTo>
                  <a:pt x="878718" y="25523"/>
                </a:lnTo>
                <a:lnTo>
                  <a:pt x="878695" y="25865"/>
                </a:lnTo>
                <a:lnTo>
                  <a:pt x="878663" y="26202"/>
                </a:lnTo>
                <a:lnTo>
                  <a:pt x="878622" y="26533"/>
                </a:lnTo>
                <a:lnTo>
                  <a:pt x="878572" y="26858"/>
                </a:lnTo>
                <a:lnTo>
                  <a:pt x="878513" y="27177"/>
                </a:lnTo>
                <a:lnTo>
                  <a:pt x="878444" y="27491"/>
                </a:lnTo>
                <a:lnTo>
                  <a:pt x="878367" y="27798"/>
                </a:lnTo>
                <a:lnTo>
                  <a:pt x="878280" y="28101"/>
                </a:lnTo>
                <a:lnTo>
                  <a:pt x="878184" y="28397"/>
                </a:lnTo>
                <a:lnTo>
                  <a:pt x="878079" y="28687"/>
                </a:lnTo>
                <a:lnTo>
                  <a:pt x="877965" y="28972"/>
                </a:lnTo>
                <a:lnTo>
                  <a:pt x="877841" y="29251"/>
                </a:lnTo>
                <a:lnTo>
                  <a:pt x="877709" y="29525"/>
                </a:lnTo>
                <a:lnTo>
                  <a:pt x="877567" y="29792"/>
                </a:lnTo>
                <a:lnTo>
                  <a:pt x="877417" y="30054"/>
                </a:lnTo>
                <a:lnTo>
                  <a:pt x="877257" y="30310"/>
                </a:lnTo>
                <a:lnTo>
                  <a:pt x="877088" y="30560"/>
                </a:lnTo>
                <a:lnTo>
                  <a:pt x="876910" y="30805"/>
                </a:lnTo>
                <a:lnTo>
                  <a:pt x="876723" y="31043"/>
                </a:lnTo>
                <a:lnTo>
                  <a:pt x="876526" y="31276"/>
                </a:lnTo>
                <a:lnTo>
                  <a:pt x="876321" y="31503"/>
                </a:lnTo>
                <a:lnTo>
                  <a:pt x="876106" y="31725"/>
                </a:lnTo>
                <a:lnTo>
                  <a:pt x="875884" y="31940"/>
                </a:lnTo>
                <a:lnTo>
                  <a:pt x="875654" y="32147"/>
                </a:lnTo>
                <a:lnTo>
                  <a:pt x="875418" y="32348"/>
                </a:lnTo>
                <a:lnTo>
                  <a:pt x="875175" y="32541"/>
                </a:lnTo>
                <a:lnTo>
                  <a:pt x="874925" y="32727"/>
                </a:lnTo>
                <a:lnTo>
                  <a:pt x="874668" y="32905"/>
                </a:lnTo>
                <a:lnTo>
                  <a:pt x="874405" y="33077"/>
                </a:lnTo>
                <a:lnTo>
                  <a:pt x="874134" y="33241"/>
                </a:lnTo>
                <a:lnTo>
                  <a:pt x="873857" y="33398"/>
                </a:lnTo>
                <a:lnTo>
                  <a:pt x="873573" y="33548"/>
                </a:lnTo>
                <a:lnTo>
                  <a:pt x="873282" y="33691"/>
                </a:lnTo>
                <a:lnTo>
                  <a:pt x="872985" y="33826"/>
                </a:lnTo>
                <a:lnTo>
                  <a:pt x="872680" y="33954"/>
                </a:lnTo>
                <a:lnTo>
                  <a:pt x="872369" y="34075"/>
                </a:lnTo>
                <a:lnTo>
                  <a:pt x="872051" y="34189"/>
                </a:lnTo>
                <a:lnTo>
                  <a:pt x="871726" y="34295"/>
                </a:lnTo>
                <a:lnTo>
                  <a:pt x="871394" y="34395"/>
                </a:lnTo>
                <a:lnTo>
                  <a:pt x="871056" y="34487"/>
                </a:lnTo>
                <a:lnTo>
                  <a:pt x="870710" y="34572"/>
                </a:lnTo>
                <a:lnTo>
                  <a:pt x="870358" y="34649"/>
                </a:lnTo>
                <a:lnTo>
                  <a:pt x="869999" y="34720"/>
                </a:lnTo>
                <a:lnTo>
                  <a:pt x="869633" y="34783"/>
                </a:lnTo>
                <a:lnTo>
                  <a:pt x="869260" y="34839"/>
                </a:lnTo>
                <a:lnTo>
                  <a:pt x="868881" y="34888"/>
                </a:lnTo>
                <a:lnTo>
                  <a:pt x="868655" y="34912"/>
                </a:lnTo>
                <a:lnTo>
                  <a:pt x="868403" y="34936"/>
                </a:lnTo>
                <a:lnTo>
                  <a:pt x="868122" y="34959"/>
                </a:lnTo>
                <a:lnTo>
                  <a:pt x="867814" y="34980"/>
                </a:lnTo>
                <a:lnTo>
                  <a:pt x="867479" y="35001"/>
                </a:lnTo>
                <a:lnTo>
                  <a:pt x="867116" y="35020"/>
                </a:lnTo>
                <a:lnTo>
                  <a:pt x="866726" y="35038"/>
                </a:lnTo>
                <a:lnTo>
                  <a:pt x="866308" y="35056"/>
                </a:lnTo>
                <a:lnTo>
                  <a:pt x="865862" y="35072"/>
                </a:lnTo>
                <a:lnTo>
                  <a:pt x="865389" y="35087"/>
                </a:lnTo>
                <a:lnTo>
                  <a:pt x="864889" y="35101"/>
                </a:lnTo>
                <a:lnTo>
                  <a:pt x="864361" y="35115"/>
                </a:lnTo>
                <a:lnTo>
                  <a:pt x="863806" y="35127"/>
                </a:lnTo>
                <a:lnTo>
                  <a:pt x="863223" y="35138"/>
                </a:lnTo>
                <a:lnTo>
                  <a:pt x="862612" y="35148"/>
                </a:lnTo>
                <a:lnTo>
                  <a:pt x="861974" y="35157"/>
                </a:lnTo>
                <a:lnTo>
                  <a:pt x="861309" y="35164"/>
                </a:lnTo>
                <a:lnTo>
                  <a:pt x="860616" y="35171"/>
                </a:lnTo>
                <a:lnTo>
                  <a:pt x="859896" y="35177"/>
                </a:lnTo>
                <a:lnTo>
                  <a:pt x="859148" y="35182"/>
                </a:lnTo>
                <a:lnTo>
                  <a:pt x="858372" y="35185"/>
                </a:lnTo>
                <a:lnTo>
                  <a:pt x="857569" y="35188"/>
                </a:lnTo>
                <a:lnTo>
                  <a:pt x="856739" y="35190"/>
                </a:lnTo>
                <a:lnTo>
                  <a:pt x="855881" y="35190"/>
                </a:lnTo>
                <a:lnTo>
                  <a:pt x="844151" y="35190"/>
                </a:lnTo>
                <a:lnTo>
                  <a:pt x="844151" y="14753"/>
                </a:lnTo>
                <a:lnTo>
                  <a:pt x="854430" y="14753"/>
                </a:lnTo>
                <a:lnTo>
                  <a:pt x="855466" y="14754"/>
                </a:lnTo>
                <a:lnTo>
                  <a:pt x="856467" y="14755"/>
                </a:lnTo>
                <a:lnTo>
                  <a:pt x="857433" y="14758"/>
                </a:lnTo>
                <a:close/>
                <a:moveTo>
                  <a:pt x="861522" y="49963"/>
                </a:moveTo>
                <a:lnTo>
                  <a:pt x="862435" y="49979"/>
                </a:lnTo>
                <a:lnTo>
                  <a:pt x="863320" y="49999"/>
                </a:lnTo>
                <a:lnTo>
                  <a:pt x="864174" y="50023"/>
                </a:lnTo>
                <a:lnTo>
                  <a:pt x="864999" y="50051"/>
                </a:lnTo>
                <a:lnTo>
                  <a:pt x="865794" y="50084"/>
                </a:lnTo>
                <a:lnTo>
                  <a:pt x="866559" y="50122"/>
                </a:lnTo>
                <a:lnTo>
                  <a:pt x="867295" y="50164"/>
                </a:lnTo>
                <a:lnTo>
                  <a:pt x="868001" y="50210"/>
                </a:lnTo>
                <a:lnTo>
                  <a:pt x="868677" y="50261"/>
                </a:lnTo>
                <a:lnTo>
                  <a:pt x="869323" y="50316"/>
                </a:lnTo>
                <a:lnTo>
                  <a:pt x="869940" y="50375"/>
                </a:lnTo>
                <a:lnTo>
                  <a:pt x="870527" y="50439"/>
                </a:lnTo>
                <a:lnTo>
                  <a:pt x="871084" y="50508"/>
                </a:lnTo>
                <a:lnTo>
                  <a:pt x="871612" y="50580"/>
                </a:lnTo>
                <a:lnTo>
                  <a:pt x="872110" y="50658"/>
                </a:lnTo>
                <a:lnTo>
                  <a:pt x="872578" y="50739"/>
                </a:lnTo>
                <a:lnTo>
                  <a:pt x="873017" y="50825"/>
                </a:lnTo>
                <a:lnTo>
                  <a:pt x="873426" y="50916"/>
                </a:lnTo>
                <a:lnTo>
                  <a:pt x="873805" y="51010"/>
                </a:lnTo>
                <a:lnTo>
                  <a:pt x="874154" y="51110"/>
                </a:lnTo>
                <a:lnTo>
                  <a:pt x="874474" y="51213"/>
                </a:lnTo>
                <a:lnTo>
                  <a:pt x="874776" y="51322"/>
                </a:lnTo>
                <a:lnTo>
                  <a:pt x="875071" y="51435"/>
                </a:lnTo>
                <a:lnTo>
                  <a:pt x="875361" y="51554"/>
                </a:lnTo>
                <a:lnTo>
                  <a:pt x="875645" y="51678"/>
                </a:lnTo>
                <a:lnTo>
                  <a:pt x="875923" y="51808"/>
                </a:lnTo>
                <a:lnTo>
                  <a:pt x="876195" y="51943"/>
                </a:lnTo>
                <a:lnTo>
                  <a:pt x="876461" y="52082"/>
                </a:lnTo>
                <a:lnTo>
                  <a:pt x="876721" y="52228"/>
                </a:lnTo>
                <a:lnTo>
                  <a:pt x="876975" y="52378"/>
                </a:lnTo>
                <a:lnTo>
                  <a:pt x="877223" y="52534"/>
                </a:lnTo>
                <a:lnTo>
                  <a:pt x="877465" y="52695"/>
                </a:lnTo>
                <a:lnTo>
                  <a:pt x="877701" y="52861"/>
                </a:lnTo>
                <a:lnTo>
                  <a:pt x="877931" y="53032"/>
                </a:lnTo>
                <a:lnTo>
                  <a:pt x="878155" y="53209"/>
                </a:lnTo>
                <a:lnTo>
                  <a:pt x="878373" y="53391"/>
                </a:lnTo>
                <a:lnTo>
                  <a:pt x="878585" y="53578"/>
                </a:lnTo>
                <a:lnTo>
                  <a:pt x="878791" y="53770"/>
                </a:lnTo>
                <a:lnTo>
                  <a:pt x="878992" y="53968"/>
                </a:lnTo>
                <a:lnTo>
                  <a:pt x="879186" y="54171"/>
                </a:lnTo>
                <a:lnTo>
                  <a:pt x="879374" y="54379"/>
                </a:lnTo>
                <a:lnTo>
                  <a:pt x="879556" y="54593"/>
                </a:lnTo>
                <a:lnTo>
                  <a:pt x="879732" y="54811"/>
                </a:lnTo>
                <a:lnTo>
                  <a:pt x="879902" y="55035"/>
                </a:lnTo>
                <a:lnTo>
                  <a:pt x="880067" y="55264"/>
                </a:lnTo>
                <a:lnTo>
                  <a:pt x="880225" y="55498"/>
                </a:lnTo>
                <a:lnTo>
                  <a:pt x="880376" y="55736"/>
                </a:lnTo>
                <a:lnTo>
                  <a:pt x="880520" y="55978"/>
                </a:lnTo>
                <a:lnTo>
                  <a:pt x="880658" y="56225"/>
                </a:lnTo>
                <a:lnTo>
                  <a:pt x="880789" y="56476"/>
                </a:lnTo>
                <a:lnTo>
                  <a:pt x="880913" y="56731"/>
                </a:lnTo>
                <a:lnTo>
                  <a:pt x="881031" y="56990"/>
                </a:lnTo>
                <a:lnTo>
                  <a:pt x="881142" y="57253"/>
                </a:lnTo>
                <a:lnTo>
                  <a:pt x="881246" y="57520"/>
                </a:lnTo>
                <a:lnTo>
                  <a:pt x="881343" y="57792"/>
                </a:lnTo>
                <a:lnTo>
                  <a:pt x="881434" y="58068"/>
                </a:lnTo>
                <a:lnTo>
                  <a:pt x="881518" y="58348"/>
                </a:lnTo>
                <a:lnTo>
                  <a:pt x="881595" y="58632"/>
                </a:lnTo>
                <a:lnTo>
                  <a:pt x="881666" y="58921"/>
                </a:lnTo>
                <a:lnTo>
                  <a:pt x="881729" y="59213"/>
                </a:lnTo>
                <a:lnTo>
                  <a:pt x="881787" y="59510"/>
                </a:lnTo>
                <a:lnTo>
                  <a:pt x="881837" y="59811"/>
                </a:lnTo>
                <a:lnTo>
                  <a:pt x="881881" y="60117"/>
                </a:lnTo>
                <a:lnTo>
                  <a:pt x="881918" y="60426"/>
                </a:lnTo>
                <a:lnTo>
                  <a:pt x="881948" y="60740"/>
                </a:lnTo>
                <a:lnTo>
                  <a:pt x="881971" y="61057"/>
                </a:lnTo>
                <a:lnTo>
                  <a:pt x="881988" y="61380"/>
                </a:lnTo>
                <a:lnTo>
                  <a:pt x="881998" y="61706"/>
                </a:lnTo>
                <a:lnTo>
                  <a:pt x="882002" y="62036"/>
                </a:lnTo>
                <a:lnTo>
                  <a:pt x="881997" y="62426"/>
                </a:lnTo>
                <a:lnTo>
                  <a:pt x="881984" y="62809"/>
                </a:lnTo>
                <a:lnTo>
                  <a:pt x="881962" y="63186"/>
                </a:lnTo>
                <a:lnTo>
                  <a:pt x="881932" y="63555"/>
                </a:lnTo>
                <a:lnTo>
                  <a:pt x="881893" y="63919"/>
                </a:lnTo>
                <a:lnTo>
                  <a:pt x="881845" y="64275"/>
                </a:lnTo>
                <a:lnTo>
                  <a:pt x="881788" y="64625"/>
                </a:lnTo>
                <a:lnTo>
                  <a:pt x="881723" y="64969"/>
                </a:lnTo>
                <a:lnTo>
                  <a:pt x="881649" y="65306"/>
                </a:lnTo>
                <a:lnTo>
                  <a:pt x="881566" y="65636"/>
                </a:lnTo>
                <a:lnTo>
                  <a:pt x="881474" y="65959"/>
                </a:lnTo>
                <a:lnTo>
                  <a:pt x="881374" y="66276"/>
                </a:lnTo>
                <a:lnTo>
                  <a:pt x="881265" y="66587"/>
                </a:lnTo>
                <a:lnTo>
                  <a:pt x="881148" y="66890"/>
                </a:lnTo>
                <a:lnTo>
                  <a:pt x="881021" y="67188"/>
                </a:lnTo>
                <a:lnTo>
                  <a:pt x="880886" y="67478"/>
                </a:lnTo>
                <a:lnTo>
                  <a:pt x="880743" y="67762"/>
                </a:lnTo>
                <a:lnTo>
                  <a:pt x="880590" y="68039"/>
                </a:lnTo>
                <a:lnTo>
                  <a:pt x="880429" y="68310"/>
                </a:lnTo>
                <a:lnTo>
                  <a:pt x="880259" y="68574"/>
                </a:lnTo>
                <a:lnTo>
                  <a:pt x="880080" y="68831"/>
                </a:lnTo>
                <a:lnTo>
                  <a:pt x="879893" y="69082"/>
                </a:lnTo>
                <a:lnTo>
                  <a:pt x="879697" y="69326"/>
                </a:lnTo>
                <a:lnTo>
                  <a:pt x="879492" y="69564"/>
                </a:lnTo>
                <a:lnTo>
                  <a:pt x="879281" y="69795"/>
                </a:lnTo>
                <a:lnTo>
                  <a:pt x="879064" y="70018"/>
                </a:lnTo>
                <a:lnTo>
                  <a:pt x="878842" y="70234"/>
                </a:lnTo>
                <a:lnTo>
                  <a:pt x="878615" y="70443"/>
                </a:lnTo>
                <a:lnTo>
                  <a:pt x="878382" y="70645"/>
                </a:lnTo>
                <a:lnTo>
                  <a:pt x="878145" y="70839"/>
                </a:lnTo>
                <a:lnTo>
                  <a:pt x="877903" y="71027"/>
                </a:lnTo>
                <a:lnTo>
                  <a:pt x="877655" y="71207"/>
                </a:lnTo>
                <a:lnTo>
                  <a:pt x="877402" y="71379"/>
                </a:lnTo>
                <a:lnTo>
                  <a:pt x="877144" y="71545"/>
                </a:lnTo>
                <a:lnTo>
                  <a:pt x="876881" y="71703"/>
                </a:lnTo>
                <a:lnTo>
                  <a:pt x="876613" y="71854"/>
                </a:lnTo>
                <a:lnTo>
                  <a:pt x="876339" y="71998"/>
                </a:lnTo>
                <a:lnTo>
                  <a:pt x="876061" y="72134"/>
                </a:lnTo>
                <a:lnTo>
                  <a:pt x="875777" y="72264"/>
                </a:lnTo>
                <a:lnTo>
                  <a:pt x="875488" y="72386"/>
                </a:lnTo>
                <a:lnTo>
                  <a:pt x="875194" y="72500"/>
                </a:lnTo>
                <a:lnTo>
                  <a:pt x="874895" y="72608"/>
                </a:lnTo>
                <a:lnTo>
                  <a:pt x="874591" y="72708"/>
                </a:lnTo>
                <a:lnTo>
                  <a:pt x="874281" y="72801"/>
                </a:lnTo>
                <a:lnTo>
                  <a:pt x="873967" y="72887"/>
                </a:lnTo>
                <a:lnTo>
                  <a:pt x="873647" y="72966"/>
                </a:lnTo>
                <a:lnTo>
                  <a:pt x="873322" y="73037"/>
                </a:lnTo>
                <a:lnTo>
                  <a:pt x="872992" y="73101"/>
                </a:lnTo>
                <a:lnTo>
                  <a:pt x="872763" y="73146"/>
                </a:lnTo>
                <a:lnTo>
                  <a:pt x="872510" y="73188"/>
                </a:lnTo>
                <a:lnTo>
                  <a:pt x="872232" y="73229"/>
                </a:lnTo>
                <a:lnTo>
                  <a:pt x="871929" y="73267"/>
                </a:lnTo>
                <a:lnTo>
                  <a:pt x="871602" y="73304"/>
                </a:lnTo>
                <a:lnTo>
                  <a:pt x="871250" y="73339"/>
                </a:lnTo>
                <a:lnTo>
                  <a:pt x="870874" y="73372"/>
                </a:lnTo>
                <a:lnTo>
                  <a:pt x="870473" y="73404"/>
                </a:lnTo>
                <a:lnTo>
                  <a:pt x="870048" y="73433"/>
                </a:lnTo>
                <a:lnTo>
                  <a:pt x="869598" y="73460"/>
                </a:lnTo>
                <a:lnTo>
                  <a:pt x="869123" y="73486"/>
                </a:lnTo>
                <a:lnTo>
                  <a:pt x="868624" y="73509"/>
                </a:lnTo>
                <a:lnTo>
                  <a:pt x="868100" y="73531"/>
                </a:lnTo>
                <a:lnTo>
                  <a:pt x="867552" y="73551"/>
                </a:lnTo>
                <a:lnTo>
                  <a:pt x="866979" y="73569"/>
                </a:lnTo>
                <a:lnTo>
                  <a:pt x="866382" y="73585"/>
                </a:lnTo>
                <a:lnTo>
                  <a:pt x="865760" y="73599"/>
                </a:lnTo>
                <a:lnTo>
                  <a:pt x="865113" y="73611"/>
                </a:lnTo>
                <a:lnTo>
                  <a:pt x="864442" y="73622"/>
                </a:lnTo>
                <a:lnTo>
                  <a:pt x="863746" y="73630"/>
                </a:lnTo>
                <a:lnTo>
                  <a:pt x="863026" y="73637"/>
                </a:lnTo>
                <a:lnTo>
                  <a:pt x="862281" y="73642"/>
                </a:lnTo>
                <a:lnTo>
                  <a:pt x="861512" y="73644"/>
                </a:lnTo>
                <a:lnTo>
                  <a:pt x="860718" y="73645"/>
                </a:lnTo>
                <a:lnTo>
                  <a:pt x="844151" y="73645"/>
                </a:lnTo>
                <a:lnTo>
                  <a:pt x="844151" y="49943"/>
                </a:lnTo>
                <a:lnTo>
                  <a:pt x="858602" y="49943"/>
                </a:lnTo>
                <a:lnTo>
                  <a:pt x="859605" y="49946"/>
                </a:lnTo>
                <a:lnTo>
                  <a:pt x="860578" y="49952"/>
                </a:lnTo>
                <a:lnTo>
                  <a:pt x="861522" y="49963"/>
                </a:lnTo>
                <a:close/>
                <a:moveTo>
                  <a:pt x="674396" y="40114"/>
                </a:moveTo>
                <a:lnTo>
                  <a:pt x="674083" y="39335"/>
                </a:lnTo>
                <a:lnTo>
                  <a:pt x="673757" y="38574"/>
                </a:lnTo>
                <a:lnTo>
                  <a:pt x="673417" y="37832"/>
                </a:lnTo>
                <a:lnTo>
                  <a:pt x="673063" y="37108"/>
                </a:lnTo>
                <a:lnTo>
                  <a:pt x="672696" y="36403"/>
                </a:lnTo>
                <a:lnTo>
                  <a:pt x="672315" y="35716"/>
                </a:lnTo>
                <a:lnTo>
                  <a:pt x="671921" y="35047"/>
                </a:lnTo>
                <a:lnTo>
                  <a:pt x="671514" y="34397"/>
                </a:lnTo>
                <a:lnTo>
                  <a:pt x="671092" y="33765"/>
                </a:lnTo>
                <a:lnTo>
                  <a:pt x="670658" y="33151"/>
                </a:lnTo>
                <a:lnTo>
                  <a:pt x="670209" y="32556"/>
                </a:lnTo>
                <a:lnTo>
                  <a:pt x="669748" y="31979"/>
                </a:lnTo>
                <a:lnTo>
                  <a:pt x="669272" y="31420"/>
                </a:lnTo>
                <a:lnTo>
                  <a:pt x="668783" y="30880"/>
                </a:lnTo>
                <a:lnTo>
                  <a:pt x="668281" y="30358"/>
                </a:lnTo>
                <a:lnTo>
                  <a:pt x="667765" y="29855"/>
                </a:lnTo>
                <a:lnTo>
                  <a:pt x="667235" y="29370"/>
                </a:lnTo>
                <a:lnTo>
                  <a:pt x="666692" y="28903"/>
                </a:lnTo>
                <a:lnTo>
                  <a:pt x="666136" y="28455"/>
                </a:lnTo>
                <a:lnTo>
                  <a:pt x="665566" y="28025"/>
                </a:lnTo>
                <a:lnTo>
                  <a:pt x="664980" y="27613"/>
                </a:lnTo>
                <a:lnTo>
                  <a:pt x="664378" y="27219"/>
                </a:lnTo>
                <a:lnTo>
                  <a:pt x="663760" y="26842"/>
                </a:lnTo>
                <a:lnTo>
                  <a:pt x="663124" y="26482"/>
                </a:lnTo>
                <a:lnTo>
                  <a:pt x="662472" y="26141"/>
                </a:lnTo>
                <a:lnTo>
                  <a:pt x="661804" y="25816"/>
                </a:lnTo>
                <a:lnTo>
                  <a:pt x="661118" y="25510"/>
                </a:lnTo>
                <a:lnTo>
                  <a:pt x="660416" y="25220"/>
                </a:lnTo>
                <a:lnTo>
                  <a:pt x="659697" y="24949"/>
                </a:lnTo>
                <a:lnTo>
                  <a:pt x="658962" y="24694"/>
                </a:lnTo>
                <a:lnTo>
                  <a:pt x="658210" y="24458"/>
                </a:lnTo>
                <a:lnTo>
                  <a:pt x="657441" y="24239"/>
                </a:lnTo>
                <a:lnTo>
                  <a:pt x="656655" y="24037"/>
                </a:lnTo>
                <a:lnTo>
                  <a:pt x="655853" y="23853"/>
                </a:lnTo>
                <a:lnTo>
                  <a:pt x="655034" y="23686"/>
                </a:lnTo>
                <a:lnTo>
                  <a:pt x="654198" y="23537"/>
                </a:lnTo>
                <a:lnTo>
                  <a:pt x="653346" y="23406"/>
                </a:lnTo>
                <a:lnTo>
                  <a:pt x="652477" y="23292"/>
                </a:lnTo>
                <a:lnTo>
                  <a:pt x="651591" y="23196"/>
                </a:lnTo>
                <a:lnTo>
                  <a:pt x="650689" y="23117"/>
                </a:lnTo>
                <a:lnTo>
                  <a:pt x="649770" y="23055"/>
                </a:lnTo>
                <a:lnTo>
                  <a:pt x="648834" y="23011"/>
                </a:lnTo>
                <a:lnTo>
                  <a:pt x="647881" y="22985"/>
                </a:lnTo>
                <a:lnTo>
                  <a:pt x="646912" y="22976"/>
                </a:lnTo>
                <a:lnTo>
                  <a:pt x="645728" y="22992"/>
                </a:lnTo>
                <a:lnTo>
                  <a:pt x="644565" y="23038"/>
                </a:lnTo>
                <a:lnTo>
                  <a:pt x="643422" y="23115"/>
                </a:lnTo>
                <a:lnTo>
                  <a:pt x="642300" y="23222"/>
                </a:lnTo>
                <a:lnTo>
                  <a:pt x="641199" y="23361"/>
                </a:lnTo>
                <a:lnTo>
                  <a:pt x="640118" y="23530"/>
                </a:lnTo>
                <a:lnTo>
                  <a:pt x="639057" y="23730"/>
                </a:lnTo>
                <a:lnTo>
                  <a:pt x="638017" y="23961"/>
                </a:lnTo>
                <a:lnTo>
                  <a:pt x="636998" y="24222"/>
                </a:lnTo>
                <a:lnTo>
                  <a:pt x="635999" y="24514"/>
                </a:lnTo>
                <a:lnTo>
                  <a:pt x="635021" y="24837"/>
                </a:lnTo>
                <a:lnTo>
                  <a:pt x="634064" y="25191"/>
                </a:lnTo>
                <a:lnTo>
                  <a:pt x="633127" y="25575"/>
                </a:lnTo>
                <a:lnTo>
                  <a:pt x="632210" y="25991"/>
                </a:lnTo>
                <a:lnTo>
                  <a:pt x="631314" y="26437"/>
                </a:lnTo>
                <a:lnTo>
                  <a:pt x="630439" y="26913"/>
                </a:lnTo>
                <a:lnTo>
                  <a:pt x="629585" y="27421"/>
                </a:lnTo>
                <a:lnTo>
                  <a:pt x="628750" y="27959"/>
                </a:lnTo>
                <a:lnTo>
                  <a:pt x="627937" y="28528"/>
                </a:lnTo>
                <a:lnTo>
                  <a:pt x="627144" y="29128"/>
                </a:lnTo>
                <a:lnTo>
                  <a:pt x="626372" y="29758"/>
                </a:lnTo>
                <a:lnTo>
                  <a:pt x="625620" y="30420"/>
                </a:lnTo>
                <a:lnTo>
                  <a:pt x="624888" y="31112"/>
                </a:lnTo>
                <a:lnTo>
                  <a:pt x="624178" y="31834"/>
                </a:lnTo>
                <a:lnTo>
                  <a:pt x="623492" y="32585"/>
                </a:lnTo>
                <a:lnTo>
                  <a:pt x="622835" y="33360"/>
                </a:lnTo>
                <a:lnTo>
                  <a:pt x="622208" y="34159"/>
                </a:lnTo>
                <a:lnTo>
                  <a:pt x="621610" y="34983"/>
                </a:lnTo>
                <a:lnTo>
                  <a:pt x="621041" y="35831"/>
                </a:lnTo>
                <a:lnTo>
                  <a:pt x="620501" y="36704"/>
                </a:lnTo>
                <a:lnTo>
                  <a:pt x="619990" y="37601"/>
                </a:lnTo>
                <a:lnTo>
                  <a:pt x="619509" y="38522"/>
                </a:lnTo>
                <a:lnTo>
                  <a:pt x="619056" y="39468"/>
                </a:lnTo>
                <a:lnTo>
                  <a:pt x="618633" y="40439"/>
                </a:lnTo>
                <a:lnTo>
                  <a:pt x="618239" y="41434"/>
                </a:lnTo>
                <a:lnTo>
                  <a:pt x="617874" y="42453"/>
                </a:lnTo>
                <a:lnTo>
                  <a:pt x="617539" y="43497"/>
                </a:lnTo>
                <a:lnTo>
                  <a:pt x="617232" y="44566"/>
                </a:lnTo>
                <a:lnTo>
                  <a:pt x="616955" y="45658"/>
                </a:lnTo>
                <a:lnTo>
                  <a:pt x="616707" y="46776"/>
                </a:lnTo>
                <a:lnTo>
                  <a:pt x="616488" y="47917"/>
                </a:lnTo>
                <a:lnTo>
                  <a:pt x="616299" y="49084"/>
                </a:lnTo>
                <a:lnTo>
                  <a:pt x="616138" y="50274"/>
                </a:lnTo>
                <a:lnTo>
                  <a:pt x="616007" y="51489"/>
                </a:lnTo>
                <a:lnTo>
                  <a:pt x="615905" y="52729"/>
                </a:lnTo>
                <a:lnTo>
                  <a:pt x="615832" y="53993"/>
                </a:lnTo>
                <a:lnTo>
                  <a:pt x="615788" y="55282"/>
                </a:lnTo>
                <a:lnTo>
                  <a:pt x="615773" y="56594"/>
                </a:lnTo>
                <a:lnTo>
                  <a:pt x="615788" y="57893"/>
                </a:lnTo>
                <a:lnTo>
                  <a:pt x="615831" y="59167"/>
                </a:lnTo>
                <a:lnTo>
                  <a:pt x="615904" y="60418"/>
                </a:lnTo>
                <a:lnTo>
                  <a:pt x="616006" y="61645"/>
                </a:lnTo>
                <a:lnTo>
                  <a:pt x="616137" y="62848"/>
                </a:lnTo>
                <a:lnTo>
                  <a:pt x="616297" y="64028"/>
                </a:lnTo>
                <a:lnTo>
                  <a:pt x="616486" y="65184"/>
                </a:lnTo>
                <a:lnTo>
                  <a:pt x="616704" y="66316"/>
                </a:lnTo>
                <a:lnTo>
                  <a:pt x="616951" y="67424"/>
                </a:lnTo>
                <a:lnTo>
                  <a:pt x="617227" y="68509"/>
                </a:lnTo>
                <a:lnTo>
                  <a:pt x="617532" y="69570"/>
                </a:lnTo>
                <a:lnTo>
                  <a:pt x="617867" y="70607"/>
                </a:lnTo>
                <a:lnTo>
                  <a:pt x="618230" y="71621"/>
                </a:lnTo>
                <a:lnTo>
                  <a:pt x="618623" y="72610"/>
                </a:lnTo>
                <a:lnTo>
                  <a:pt x="619044" y="73576"/>
                </a:lnTo>
                <a:lnTo>
                  <a:pt x="619495" y="74519"/>
                </a:lnTo>
                <a:lnTo>
                  <a:pt x="619975" y="75437"/>
                </a:lnTo>
                <a:lnTo>
                  <a:pt x="620484" y="76332"/>
                </a:lnTo>
                <a:lnTo>
                  <a:pt x="621022" y="77203"/>
                </a:lnTo>
                <a:lnTo>
                  <a:pt x="621589" y="78051"/>
                </a:lnTo>
                <a:lnTo>
                  <a:pt x="622185" y="78875"/>
                </a:lnTo>
                <a:lnTo>
                  <a:pt x="622810" y="79675"/>
                </a:lnTo>
                <a:lnTo>
                  <a:pt x="623464" y="80451"/>
                </a:lnTo>
                <a:lnTo>
                  <a:pt x="624148" y="81203"/>
                </a:lnTo>
                <a:lnTo>
                  <a:pt x="624855" y="81929"/>
                </a:lnTo>
                <a:lnTo>
                  <a:pt x="625583" y="82623"/>
                </a:lnTo>
                <a:lnTo>
                  <a:pt x="626330" y="83287"/>
                </a:lnTo>
                <a:lnTo>
                  <a:pt x="627098" y="83919"/>
                </a:lnTo>
                <a:lnTo>
                  <a:pt x="627885" y="84521"/>
                </a:lnTo>
                <a:lnTo>
                  <a:pt x="628692" y="85092"/>
                </a:lnTo>
                <a:lnTo>
                  <a:pt x="629519" y="85632"/>
                </a:lnTo>
                <a:lnTo>
                  <a:pt x="630365" y="86141"/>
                </a:lnTo>
                <a:lnTo>
                  <a:pt x="631232" y="86620"/>
                </a:lnTo>
                <a:lnTo>
                  <a:pt x="632118" y="87067"/>
                </a:lnTo>
                <a:lnTo>
                  <a:pt x="633024" y="87484"/>
                </a:lnTo>
                <a:lnTo>
                  <a:pt x="633950" y="87870"/>
                </a:lnTo>
                <a:lnTo>
                  <a:pt x="634896" y="88224"/>
                </a:lnTo>
                <a:lnTo>
                  <a:pt x="635862" y="88549"/>
                </a:lnTo>
                <a:lnTo>
                  <a:pt x="636847" y="88842"/>
                </a:lnTo>
                <a:lnTo>
                  <a:pt x="637853" y="89104"/>
                </a:lnTo>
                <a:lnTo>
                  <a:pt x="638878" y="89336"/>
                </a:lnTo>
                <a:lnTo>
                  <a:pt x="639923" y="89536"/>
                </a:lnTo>
                <a:lnTo>
                  <a:pt x="640988" y="89706"/>
                </a:lnTo>
                <a:lnTo>
                  <a:pt x="642073" y="89845"/>
                </a:lnTo>
                <a:lnTo>
                  <a:pt x="643177" y="89953"/>
                </a:lnTo>
                <a:lnTo>
                  <a:pt x="644302" y="90030"/>
                </a:lnTo>
                <a:lnTo>
                  <a:pt x="645446" y="90076"/>
                </a:lnTo>
                <a:lnTo>
                  <a:pt x="646610" y="90092"/>
                </a:lnTo>
                <a:lnTo>
                  <a:pt x="647634" y="90081"/>
                </a:lnTo>
                <a:lnTo>
                  <a:pt x="648641" y="90051"/>
                </a:lnTo>
                <a:lnTo>
                  <a:pt x="649630" y="90000"/>
                </a:lnTo>
                <a:lnTo>
                  <a:pt x="650602" y="89929"/>
                </a:lnTo>
                <a:lnTo>
                  <a:pt x="651557" y="89837"/>
                </a:lnTo>
                <a:lnTo>
                  <a:pt x="652494" y="89725"/>
                </a:lnTo>
                <a:lnTo>
                  <a:pt x="653414" y="89593"/>
                </a:lnTo>
                <a:lnTo>
                  <a:pt x="654316" y="89440"/>
                </a:lnTo>
                <a:lnTo>
                  <a:pt x="655201" y="89267"/>
                </a:lnTo>
                <a:lnTo>
                  <a:pt x="656068" y="89073"/>
                </a:lnTo>
                <a:lnTo>
                  <a:pt x="656918" y="88860"/>
                </a:lnTo>
                <a:lnTo>
                  <a:pt x="657751" y="88625"/>
                </a:lnTo>
                <a:lnTo>
                  <a:pt x="658566" y="88371"/>
                </a:lnTo>
                <a:lnTo>
                  <a:pt x="659363" y="88096"/>
                </a:lnTo>
                <a:lnTo>
                  <a:pt x="660144" y="87801"/>
                </a:lnTo>
                <a:lnTo>
                  <a:pt x="660906" y="87485"/>
                </a:lnTo>
                <a:lnTo>
                  <a:pt x="661652" y="87149"/>
                </a:lnTo>
                <a:lnTo>
                  <a:pt x="662380" y="86793"/>
                </a:lnTo>
                <a:lnTo>
                  <a:pt x="663090" y="86416"/>
                </a:lnTo>
                <a:lnTo>
                  <a:pt x="663784" y="86019"/>
                </a:lnTo>
                <a:lnTo>
                  <a:pt x="664459" y="85601"/>
                </a:lnTo>
                <a:lnTo>
                  <a:pt x="665118" y="85163"/>
                </a:lnTo>
                <a:lnTo>
                  <a:pt x="665758" y="84705"/>
                </a:lnTo>
                <a:lnTo>
                  <a:pt x="666382" y="84227"/>
                </a:lnTo>
                <a:lnTo>
                  <a:pt x="666988" y="83728"/>
                </a:lnTo>
                <a:lnTo>
                  <a:pt x="667578" y="83210"/>
                </a:lnTo>
                <a:lnTo>
                  <a:pt x="668151" y="82672"/>
                </a:lnTo>
                <a:lnTo>
                  <a:pt x="668708" y="82115"/>
                </a:lnTo>
                <a:lnTo>
                  <a:pt x="669248" y="81539"/>
                </a:lnTo>
                <a:lnTo>
                  <a:pt x="669772" y="80943"/>
                </a:lnTo>
                <a:lnTo>
                  <a:pt x="670278" y="80327"/>
                </a:lnTo>
                <a:lnTo>
                  <a:pt x="670769" y="79692"/>
                </a:lnTo>
                <a:lnTo>
                  <a:pt x="671243" y="79037"/>
                </a:lnTo>
                <a:lnTo>
                  <a:pt x="671700" y="78363"/>
                </a:lnTo>
                <a:lnTo>
                  <a:pt x="672140" y="77669"/>
                </a:lnTo>
                <a:lnTo>
                  <a:pt x="672564" y="76956"/>
                </a:lnTo>
                <a:lnTo>
                  <a:pt x="672972" y="76223"/>
                </a:lnTo>
                <a:lnTo>
                  <a:pt x="673362" y="75471"/>
                </a:lnTo>
                <a:lnTo>
                  <a:pt x="673737" y="74699"/>
                </a:lnTo>
                <a:lnTo>
                  <a:pt x="674094" y="73907"/>
                </a:lnTo>
                <a:lnTo>
                  <a:pt x="674435" y="73096"/>
                </a:lnTo>
                <a:lnTo>
                  <a:pt x="674760" y="72266"/>
                </a:lnTo>
                <a:lnTo>
                  <a:pt x="675068" y="71416"/>
                </a:lnTo>
                <a:lnTo>
                  <a:pt x="675359" y="70547"/>
                </a:lnTo>
                <a:lnTo>
                  <a:pt x="675634" y="69658"/>
                </a:lnTo>
                <a:lnTo>
                  <a:pt x="675892" y="68749"/>
                </a:lnTo>
                <a:lnTo>
                  <a:pt x="676133" y="67821"/>
                </a:lnTo>
                <a:lnTo>
                  <a:pt x="676358" y="66873"/>
                </a:lnTo>
                <a:lnTo>
                  <a:pt x="659670" y="63971"/>
                </a:lnTo>
                <a:lnTo>
                  <a:pt x="659561" y="64524"/>
                </a:lnTo>
                <a:lnTo>
                  <a:pt x="659446" y="65062"/>
                </a:lnTo>
                <a:lnTo>
                  <a:pt x="659324" y="65587"/>
                </a:lnTo>
                <a:lnTo>
                  <a:pt x="659197" y="66098"/>
                </a:lnTo>
                <a:lnTo>
                  <a:pt x="659062" y="66596"/>
                </a:lnTo>
                <a:lnTo>
                  <a:pt x="658922" y="67079"/>
                </a:lnTo>
                <a:lnTo>
                  <a:pt x="658775" y="67549"/>
                </a:lnTo>
                <a:lnTo>
                  <a:pt x="658622" y="68005"/>
                </a:lnTo>
                <a:lnTo>
                  <a:pt x="658463" y="68448"/>
                </a:lnTo>
                <a:lnTo>
                  <a:pt x="658297" y="68876"/>
                </a:lnTo>
                <a:lnTo>
                  <a:pt x="658125" y="69291"/>
                </a:lnTo>
                <a:lnTo>
                  <a:pt x="657947" y="69693"/>
                </a:lnTo>
                <a:lnTo>
                  <a:pt x="657763" y="70080"/>
                </a:lnTo>
                <a:lnTo>
                  <a:pt x="657572" y="70454"/>
                </a:lnTo>
                <a:lnTo>
                  <a:pt x="657375" y="70813"/>
                </a:lnTo>
                <a:lnTo>
                  <a:pt x="657171" y="71160"/>
                </a:lnTo>
                <a:lnTo>
                  <a:pt x="656961" y="71492"/>
                </a:lnTo>
                <a:lnTo>
                  <a:pt x="656745" y="71811"/>
                </a:lnTo>
                <a:lnTo>
                  <a:pt x="656523" y="72116"/>
                </a:lnTo>
                <a:lnTo>
                  <a:pt x="656294" y="72407"/>
                </a:lnTo>
                <a:lnTo>
                  <a:pt x="656059" y="72684"/>
                </a:lnTo>
                <a:lnTo>
                  <a:pt x="655818" y="72948"/>
                </a:lnTo>
                <a:lnTo>
                  <a:pt x="655571" y="73198"/>
                </a:lnTo>
                <a:lnTo>
                  <a:pt x="655317" y="73434"/>
                </a:lnTo>
                <a:lnTo>
                  <a:pt x="655057" y="73658"/>
                </a:lnTo>
                <a:lnTo>
                  <a:pt x="654791" y="73873"/>
                </a:lnTo>
                <a:lnTo>
                  <a:pt x="654519" y="74079"/>
                </a:lnTo>
                <a:lnTo>
                  <a:pt x="654240" y="74274"/>
                </a:lnTo>
                <a:lnTo>
                  <a:pt x="653956" y="74461"/>
                </a:lnTo>
                <a:lnTo>
                  <a:pt x="653665" y="74637"/>
                </a:lnTo>
                <a:lnTo>
                  <a:pt x="653369" y="74805"/>
                </a:lnTo>
                <a:lnTo>
                  <a:pt x="653066" y="74962"/>
                </a:lnTo>
                <a:lnTo>
                  <a:pt x="652758" y="75110"/>
                </a:lnTo>
                <a:lnTo>
                  <a:pt x="652443" y="75249"/>
                </a:lnTo>
                <a:lnTo>
                  <a:pt x="652122" y="75378"/>
                </a:lnTo>
                <a:lnTo>
                  <a:pt x="651795" y="75497"/>
                </a:lnTo>
                <a:lnTo>
                  <a:pt x="651462" y="75607"/>
                </a:lnTo>
                <a:lnTo>
                  <a:pt x="651123" y="75707"/>
                </a:lnTo>
                <a:lnTo>
                  <a:pt x="650777" y="75798"/>
                </a:lnTo>
                <a:lnTo>
                  <a:pt x="650426" y="75879"/>
                </a:lnTo>
                <a:lnTo>
                  <a:pt x="650069" y="75951"/>
                </a:lnTo>
                <a:lnTo>
                  <a:pt x="649705" y="76013"/>
                </a:lnTo>
                <a:lnTo>
                  <a:pt x="649335" y="76065"/>
                </a:lnTo>
                <a:lnTo>
                  <a:pt x="648960" y="76108"/>
                </a:lnTo>
                <a:lnTo>
                  <a:pt x="648578" y="76142"/>
                </a:lnTo>
                <a:lnTo>
                  <a:pt x="648190" y="76166"/>
                </a:lnTo>
                <a:lnTo>
                  <a:pt x="647796" y="76180"/>
                </a:lnTo>
                <a:lnTo>
                  <a:pt x="647396" y="76185"/>
                </a:lnTo>
                <a:lnTo>
                  <a:pt x="646861" y="76177"/>
                </a:lnTo>
                <a:lnTo>
                  <a:pt x="646336" y="76152"/>
                </a:lnTo>
                <a:lnTo>
                  <a:pt x="645820" y="76111"/>
                </a:lnTo>
                <a:lnTo>
                  <a:pt x="645313" y="76054"/>
                </a:lnTo>
                <a:lnTo>
                  <a:pt x="644815" y="75981"/>
                </a:lnTo>
                <a:lnTo>
                  <a:pt x="644326" y="75891"/>
                </a:lnTo>
                <a:lnTo>
                  <a:pt x="643846" y="75785"/>
                </a:lnTo>
                <a:lnTo>
                  <a:pt x="643375" y="75663"/>
                </a:lnTo>
                <a:lnTo>
                  <a:pt x="642914" y="75524"/>
                </a:lnTo>
                <a:lnTo>
                  <a:pt x="642461" y="75369"/>
                </a:lnTo>
                <a:lnTo>
                  <a:pt x="642018" y="75197"/>
                </a:lnTo>
                <a:lnTo>
                  <a:pt x="641584" y="75010"/>
                </a:lnTo>
                <a:lnTo>
                  <a:pt x="641159" y="74806"/>
                </a:lnTo>
                <a:lnTo>
                  <a:pt x="640743" y="74585"/>
                </a:lnTo>
                <a:lnTo>
                  <a:pt x="640336" y="74348"/>
                </a:lnTo>
                <a:lnTo>
                  <a:pt x="639939" y="74095"/>
                </a:lnTo>
                <a:lnTo>
                  <a:pt x="639550" y="73826"/>
                </a:lnTo>
                <a:lnTo>
                  <a:pt x="639171" y="73541"/>
                </a:lnTo>
                <a:lnTo>
                  <a:pt x="638801" y="73239"/>
                </a:lnTo>
                <a:lnTo>
                  <a:pt x="638440" y="72920"/>
                </a:lnTo>
                <a:lnTo>
                  <a:pt x="638088" y="72586"/>
                </a:lnTo>
                <a:lnTo>
                  <a:pt x="637745" y="72235"/>
                </a:lnTo>
                <a:lnTo>
                  <a:pt x="637411" y="71867"/>
                </a:lnTo>
                <a:lnTo>
                  <a:pt x="637087" y="71484"/>
                </a:lnTo>
                <a:lnTo>
                  <a:pt x="636774" y="71080"/>
                </a:lnTo>
                <a:lnTo>
                  <a:pt x="636474" y="70653"/>
                </a:lnTo>
                <a:lnTo>
                  <a:pt x="636187" y="70203"/>
                </a:lnTo>
                <a:lnTo>
                  <a:pt x="635914" y="69730"/>
                </a:lnTo>
                <a:lnTo>
                  <a:pt x="635654" y="69234"/>
                </a:lnTo>
                <a:lnTo>
                  <a:pt x="635407" y="68714"/>
                </a:lnTo>
                <a:lnTo>
                  <a:pt x="635174" y="68171"/>
                </a:lnTo>
                <a:lnTo>
                  <a:pt x="634954" y="67605"/>
                </a:lnTo>
                <a:lnTo>
                  <a:pt x="634747" y="67016"/>
                </a:lnTo>
                <a:lnTo>
                  <a:pt x="634554" y="66403"/>
                </a:lnTo>
                <a:lnTo>
                  <a:pt x="634374" y="65767"/>
                </a:lnTo>
                <a:lnTo>
                  <a:pt x="634207" y="65108"/>
                </a:lnTo>
                <a:lnTo>
                  <a:pt x="634054" y="64426"/>
                </a:lnTo>
                <a:lnTo>
                  <a:pt x="633914" y="63720"/>
                </a:lnTo>
                <a:lnTo>
                  <a:pt x="633787" y="62991"/>
                </a:lnTo>
                <a:lnTo>
                  <a:pt x="633674" y="62239"/>
                </a:lnTo>
                <a:lnTo>
                  <a:pt x="633574" y="61464"/>
                </a:lnTo>
                <a:lnTo>
                  <a:pt x="633487" y="60666"/>
                </a:lnTo>
                <a:lnTo>
                  <a:pt x="633414" y="59844"/>
                </a:lnTo>
                <a:lnTo>
                  <a:pt x="633354" y="58999"/>
                </a:lnTo>
                <a:lnTo>
                  <a:pt x="633307" y="58131"/>
                </a:lnTo>
                <a:lnTo>
                  <a:pt x="633274" y="57240"/>
                </a:lnTo>
                <a:lnTo>
                  <a:pt x="633254" y="56325"/>
                </a:lnTo>
                <a:lnTo>
                  <a:pt x="633247" y="55387"/>
                </a:lnTo>
                <a:lnTo>
                  <a:pt x="633254" y="54543"/>
                </a:lnTo>
                <a:lnTo>
                  <a:pt x="633274" y="53720"/>
                </a:lnTo>
                <a:lnTo>
                  <a:pt x="633306" y="52917"/>
                </a:lnTo>
                <a:lnTo>
                  <a:pt x="633352" y="52135"/>
                </a:lnTo>
                <a:lnTo>
                  <a:pt x="633411" y="51373"/>
                </a:lnTo>
                <a:lnTo>
                  <a:pt x="633484" y="50631"/>
                </a:lnTo>
                <a:lnTo>
                  <a:pt x="633569" y="49910"/>
                </a:lnTo>
                <a:lnTo>
                  <a:pt x="633667" y="49209"/>
                </a:lnTo>
                <a:lnTo>
                  <a:pt x="633779" y="48528"/>
                </a:lnTo>
                <a:lnTo>
                  <a:pt x="633904" y="47868"/>
                </a:lnTo>
                <a:lnTo>
                  <a:pt x="634041" y="47229"/>
                </a:lnTo>
                <a:lnTo>
                  <a:pt x="634192" y="46609"/>
                </a:lnTo>
                <a:lnTo>
                  <a:pt x="634356" y="46011"/>
                </a:lnTo>
                <a:lnTo>
                  <a:pt x="634533" y="45432"/>
                </a:lnTo>
                <a:lnTo>
                  <a:pt x="634724" y="44874"/>
                </a:lnTo>
                <a:lnTo>
                  <a:pt x="634927" y="44336"/>
                </a:lnTo>
                <a:lnTo>
                  <a:pt x="635143" y="43819"/>
                </a:lnTo>
                <a:lnTo>
                  <a:pt x="635373" y="43322"/>
                </a:lnTo>
                <a:lnTo>
                  <a:pt x="635616" y="42846"/>
                </a:lnTo>
                <a:lnTo>
                  <a:pt x="635872" y="42390"/>
                </a:lnTo>
                <a:lnTo>
                  <a:pt x="636141" y="41954"/>
                </a:lnTo>
                <a:lnTo>
                  <a:pt x="636423" y="41539"/>
                </a:lnTo>
                <a:lnTo>
                  <a:pt x="636718" y="41144"/>
                </a:lnTo>
                <a:lnTo>
                  <a:pt x="637026" y="40770"/>
                </a:lnTo>
                <a:lnTo>
                  <a:pt x="637346" y="40413"/>
                </a:lnTo>
                <a:lnTo>
                  <a:pt x="637674" y="40072"/>
                </a:lnTo>
                <a:lnTo>
                  <a:pt x="638011" y="39746"/>
                </a:lnTo>
                <a:lnTo>
                  <a:pt x="638357" y="39434"/>
                </a:lnTo>
                <a:lnTo>
                  <a:pt x="638713" y="39139"/>
                </a:lnTo>
                <a:lnTo>
                  <a:pt x="639077" y="38858"/>
                </a:lnTo>
                <a:lnTo>
                  <a:pt x="639449" y="38592"/>
                </a:lnTo>
                <a:lnTo>
                  <a:pt x="639831" y="38342"/>
                </a:lnTo>
                <a:lnTo>
                  <a:pt x="640222" y="38107"/>
                </a:lnTo>
                <a:lnTo>
                  <a:pt x="640622" y="37887"/>
                </a:lnTo>
                <a:lnTo>
                  <a:pt x="641030" y="37682"/>
                </a:lnTo>
                <a:lnTo>
                  <a:pt x="641448" y="37492"/>
                </a:lnTo>
                <a:lnTo>
                  <a:pt x="641874" y="37318"/>
                </a:lnTo>
                <a:lnTo>
                  <a:pt x="642310" y="37158"/>
                </a:lnTo>
                <a:lnTo>
                  <a:pt x="642754" y="37014"/>
                </a:lnTo>
                <a:lnTo>
                  <a:pt x="643207" y="36885"/>
                </a:lnTo>
                <a:lnTo>
                  <a:pt x="643669" y="36771"/>
                </a:lnTo>
                <a:lnTo>
                  <a:pt x="644140" y="36673"/>
                </a:lnTo>
                <a:lnTo>
                  <a:pt x="644620" y="36589"/>
                </a:lnTo>
                <a:lnTo>
                  <a:pt x="645109" y="36521"/>
                </a:lnTo>
                <a:lnTo>
                  <a:pt x="645607" y="36468"/>
                </a:lnTo>
                <a:lnTo>
                  <a:pt x="646114" y="36430"/>
                </a:lnTo>
                <a:lnTo>
                  <a:pt x="646630" y="36407"/>
                </a:lnTo>
                <a:lnTo>
                  <a:pt x="647154" y="36399"/>
                </a:lnTo>
                <a:lnTo>
                  <a:pt x="647549" y="36404"/>
                </a:lnTo>
                <a:lnTo>
                  <a:pt x="647938" y="36417"/>
                </a:lnTo>
                <a:lnTo>
                  <a:pt x="648320" y="36439"/>
                </a:lnTo>
                <a:lnTo>
                  <a:pt x="648697" y="36470"/>
                </a:lnTo>
                <a:lnTo>
                  <a:pt x="649067" y="36509"/>
                </a:lnTo>
                <a:lnTo>
                  <a:pt x="649431" y="36557"/>
                </a:lnTo>
                <a:lnTo>
                  <a:pt x="649789" y="36614"/>
                </a:lnTo>
                <a:lnTo>
                  <a:pt x="650140" y="36680"/>
                </a:lnTo>
                <a:lnTo>
                  <a:pt x="650486" y="36754"/>
                </a:lnTo>
                <a:lnTo>
                  <a:pt x="650825" y="36838"/>
                </a:lnTo>
                <a:lnTo>
                  <a:pt x="651158" y="36930"/>
                </a:lnTo>
                <a:lnTo>
                  <a:pt x="651485" y="37031"/>
                </a:lnTo>
                <a:lnTo>
                  <a:pt x="651806" y="37140"/>
                </a:lnTo>
                <a:lnTo>
                  <a:pt x="652120" y="37258"/>
                </a:lnTo>
                <a:lnTo>
                  <a:pt x="652428" y="37386"/>
                </a:lnTo>
                <a:lnTo>
                  <a:pt x="652730" y="37521"/>
                </a:lnTo>
                <a:lnTo>
                  <a:pt x="653026" y="37666"/>
                </a:lnTo>
                <a:lnTo>
                  <a:pt x="653316" y="37819"/>
                </a:lnTo>
                <a:lnTo>
                  <a:pt x="653599" y="37982"/>
                </a:lnTo>
                <a:lnTo>
                  <a:pt x="653877" y="38152"/>
                </a:lnTo>
                <a:lnTo>
                  <a:pt x="654148" y="38332"/>
                </a:lnTo>
                <a:lnTo>
                  <a:pt x="654413" y="38521"/>
                </a:lnTo>
                <a:lnTo>
                  <a:pt x="654671" y="38718"/>
                </a:lnTo>
                <a:lnTo>
                  <a:pt x="654924" y="38924"/>
                </a:lnTo>
                <a:lnTo>
                  <a:pt x="655170" y="39138"/>
                </a:lnTo>
                <a:lnTo>
                  <a:pt x="655408" y="39362"/>
                </a:lnTo>
                <a:lnTo>
                  <a:pt x="655639" y="39593"/>
                </a:lnTo>
                <a:lnTo>
                  <a:pt x="655862" y="39834"/>
                </a:lnTo>
                <a:lnTo>
                  <a:pt x="656078" y="40083"/>
                </a:lnTo>
                <a:lnTo>
                  <a:pt x="656286" y="40340"/>
                </a:lnTo>
                <a:lnTo>
                  <a:pt x="656487" y="40606"/>
                </a:lnTo>
                <a:lnTo>
                  <a:pt x="656681" y="40880"/>
                </a:lnTo>
                <a:lnTo>
                  <a:pt x="656867" y="41164"/>
                </a:lnTo>
                <a:lnTo>
                  <a:pt x="657045" y="41455"/>
                </a:lnTo>
                <a:lnTo>
                  <a:pt x="657216" y="41755"/>
                </a:lnTo>
                <a:lnTo>
                  <a:pt x="657380" y="42064"/>
                </a:lnTo>
                <a:lnTo>
                  <a:pt x="657536" y="42381"/>
                </a:lnTo>
                <a:lnTo>
                  <a:pt x="657685" y="42707"/>
                </a:lnTo>
                <a:lnTo>
                  <a:pt x="657827" y="43042"/>
                </a:lnTo>
                <a:lnTo>
                  <a:pt x="657960" y="43385"/>
                </a:lnTo>
                <a:lnTo>
                  <a:pt x="658087" y="43736"/>
                </a:lnTo>
                <a:lnTo>
                  <a:pt x="658206" y="44096"/>
                </a:lnTo>
                <a:lnTo>
                  <a:pt x="658317" y="44465"/>
                </a:lnTo>
                <a:lnTo>
                  <a:pt x="658422" y="44842"/>
                </a:lnTo>
                <a:lnTo>
                  <a:pt x="658518" y="45228"/>
                </a:lnTo>
                <a:lnTo>
                  <a:pt x="658607" y="45622"/>
                </a:lnTo>
                <a:lnTo>
                  <a:pt x="658689" y="46025"/>
                </a:lnTo>
                <a:lnTo>
                  <a:pt x="658763" y="46436"/>
                </a:lnTo>
                <a:lnTo>
                  <a:pt x="675512" y="43413"/>
                </a:lnTo>
                <a:lnTo>
                  <a:pt x="675253" y="42561"/>
                </a:lnTo>
                <a:lnTo>
                  <a:pt x="674981" y="41727"/>
                </a:lnTo>
                <a:lnTo>
                  <a:pt x="674695" y="40911"/>
                </a:lnTo>
                <a:lnTo>
                  <a:pt x="674396" y="40114"/>
                </a:lnTo>
                <a:close/>
                <a:moveTo>
                  <a:pt x="725057" y="69742"/>
                </a:moveTo>
                <a:lnTo>
                  <a:pt x="724920" y="70104"/>
                </a:lnTo>
                <a:lnTo>
                  <a:pt x="724779" y="70456"/>
                </a:lnTo>
                <a:lnTo>
                  <a:pt x="724633" y="70799"/>
                </a:lnTo>
                <a:lnTo>
                  <a:pt x="724483" y="71133"/>
                </a:lnTo>
                <a:lnTo>
                  <a:pt x="724327" y="71457"/>
                </a:lnTo>
                <a:lnTo>
                  <a:pt x="724168" y="71773"/>
                </a:lnTo>
                <a:lnTo>
                  <a:pt x="724003" y="72079"/>
                </a:lnTo>
                <a:lnTo>
                  <a:pt x="723834" y="72376"/>
                </a:lnTo>
                <a:lnTo>
                  <a:pt x="723661" y="72663"/>
                </a:lnTo>
                <a:lnTo>
                  <a:pt x="723482" y="72942"/>
                </a:lnTo>
                <a:lnTo>
                  <a:pt x="723300" y="73211"/>
                </a:lnTo>
                <a:lnTo>
                  <a:pt x="723112" y="73471"/>
                </a:lnTo>
                <a:lnTo>
                  <a:pt x="722920" y="73721"/>
                </a:lnTo>
                <a:lnTo>
                  <a:pt x="722723" y="73963"/>
                </a:lnTo>
                <a:lnTo>
                  <a:pt x="722522" y="74195"/>
                </a:lnTo>
                <a:lnTo>
                  <a:pt x="722316" y="74418"/>
                </a:lnTo>
                <a:lnTo>
                  <a:pt x="722105" y="74632"/>
                </a:lnTo>
                <a:lnTo>
                  <a:pt x="721890" y="74836"/>
                </a:lnTo>
                <a:lnTo>
                  <a:pt x="721670" y="75031"/>
                </a:lnTo>
                <a:lnTo>
                  <a:pt x="721446" y="75217"/>
                </a:lnTo>
                <a:lnTo>
                  <a:pt x="721217" y="75395"/>
                </a:lnTo>
                <a:lnTo>
                  <a:pt x="720984" y="75565"/>
                </a:lnTo>
                <a:lnTo>
                  <a:pt x="720746" y="75728"/>
                </a:lnTo>
                <a:lnTo>
                  <a:pt x="720504" y="75883"/>
                </a:lnTo>
                <a:lnTo>
                  <a:pt x="720257" y="76030"/>
                </a:lnTo>
                <a:lnTo>
                  <a:pt x="720006" y="76170"/>
                </a:lnTo>
                <a:lnTo>
                  <a:pt x="719751" y="76302"/>
                </a:lnTo>
                <a:lnTo>
                  <a:pt x="719491" y="76427"/>
                </a:lnTo>
                <a:lnTo>
                  <a:pt x="719227" y="76544"/>
                </a:lnTo>
                <a:lnTo>
                  <a:pt x="718958" y="76653"/>
                </a:lnTo>
                <a:lnTo>
                  <a:pt x="718685" y="76755"/>
                </a:lnTo>
                <a:lnTo>
                  <a:pt x="718408" y="76850"/>
                </a:lnTo>
                <a:lnTo>
                  <a:pt x="718126" y="76937"/>
                </a:lnTo>
                <a:lnTo>
                  <a:pt x="717840" y="77016"/>
                </a:lnTo>
                <a:lnTo>
                  <a:pt x="717549" y="77088"/>
                </a:lnTo>
                <a:lnTo>
                  <a:pt x="717254" y="77152"/>
                </a:lnTo>
                <a:lnTo>
                  <a:pt x="716954" y="77209"/>
                </a:lnTo>
                <a:lnTo>
                  <a:pt x="716650" y="77258"/>
                </a:lnTo>
                <a:lnTo>
                  <a:pt x="716342" y="77300"/>
                </a:lnTo>
                <a:lnTo>
                  <a:pt x="716029" y="77334"/>
                </a:lnTo>
                <a:lnTo>
                  <a:pt x="715712" y="77360"/>
                </a:lnTo>
                <a:lnTo>
                  <a:pt x="715391" y="77379"/>
                </a:lnTo>
                <a:lnTo>
                  <a:pt x="715065" y="77390"/>
                </a:lnTo>
                <a:lnTo>
                  <a:pt x="714734" y="77394"/>
                </a:lnTo>
                <a:lnTo>
                  <a:pt x="714249" y="77387"/>
                </a:lnTo>
                <a:lnTo>
                  <a:pt x="713770" y="77365"/>
                </a:lnTo>
                <a:lnTo>
                  <a:pt x="713298" y="77328"/>
                </a:lnTo>
                <a:lnTo>
                  <a:pt x="712833" y="77277"/>
                </a:lnTo>
                <a:lnTo>
                  <a:pt x="712375" y="77212"/>
                </a:lnTo>
                <a:lnTo>
                  <a:pt x="711923" y="77132"/>
                </a:lnTo>
                <a:lnTo>
                  <a:pt x="711478" y="77037"/>
                </a:lnTo>
                <a:lnTo>
                  <a:pt x="711039" y="76927"/>
                </a:lnTo>
                <a:lnTo>
                  <a:pt x="710608" y="76803"/>
                </a:lnTo>
                <a:lnTo>
                  <a:pt x="710183" y="76665"/>
                </a:lnTo>
                <a:lnTo>
                  <a:pt x="709765" y="76511"/>
                </a:lnTo>
                <a:lnTo>
                  <a:pt x="709353" y="76344"/>
                </a:lnTo>
                <a:lnTo>
                  <a:pt x="708948" y="76161"/>
                </a:lnTo>
                <a:lnTo>
                  <a:pt x="708550" y="75964"/>
                </a:lnTo>
                <a:lnTo>
                  <a:pt x="708159" y="75753"/>
                </a:lnTo>
                <a:lnTo>
                  <a:pt x="707774" y="75526"/>
                </a:lnTo>
                <a:lnTo>
                  <a:pt x="707396" y="75286"/>
                </a:lnTo>
                <a:lnTo>
                  <a:pt x="707025" y="75030"/>
                </a:lnTo>
                <a:lnTo>
                  <a:pt x="706661" y="74760"/>
                </a:lnTo>
                <a:lnTo>
                  <a:pt x="706303" y="74476"/>
                </a:lnTo>
                <a:lnTo>
                  <a:pt x="705952" y="74177"/>
                </a:lnTo>
                <a:lnTo>
                  <a:pt x="705608" y="73863"/>
                </a:lnTo>
                <a:lnTo>
                  <a:pt x="705270" y="73535"/>
                </a:lnTo>
                <a:lnTo>
                  <a:pt x="704939" y="73192"/>
                </a:lnTo>
                <a:lnTo>
                  <a:pt x="704618" y="72836"/>
                </a:lnTo>
                <a:lnTo>
                  <a:pt x="704310" y="72468"/>
                </a:lnTo>
                <a:lnTo>
                  <a:pt x="704015" y="72089"/>
                </a:lnTo>
                <a:lnTo>
                  <a:pt x="703733" y="71698"/>
                </a:lnTo>
                <a:lnTo>
                  <a:pt x="703464" y="71295"/>
                </a:lnTo>
                <a:lnTo>
                  <a:pt x="703208" y="70881"/>
                </a:lnTo>
                <a:lnTo>
                  <a:pt x="702966" y="70455"/>
                </a:lnTo>
                <a:lnTo>
                  <a:pt x="702736" y="70018"/>
                </a:lnTo>
                <a:lnTo>
                  <a:pt x="702519" y="69568"/>
                </a:lnTo>
                <a:lnTo>
                  <a:pt x="702315" y="69107"/>
                </a:lnTo>
                <a:lnTo>
                  <a:pt x="702124" y="68635"/>
                </a:lnTo>
                <a:lnTo>
                  <a:pt x="701946" y="68151"/>
                </a:lnTo>
                <a:lnTo>
                  <a:pt x="701781" y="67655"/>
                </a:lnTo>
                <a:lnTo>
                  <a:pt x="701630" y="67147"/>
                </a:lnTo>
                <a:lnTo>
                  <a:pt x="701491" y="66628"/>
                </a:lnTo>
                <a:lnTo>
                  <a:pt x="701365" y="66097"/>
                </a:lnTo>
                <a:lnTo>
                  <a:pt x="701252" y="65555"/>
                </a:lnTo>
                <a:lnTo>
                  <a:pt x="701153" y="65001"/>
                </a:lnTo>
                <a:lnTo>
                  <a:pt x="701066" y="64435"/>
                </a:lnTo>
                <a:lnTo>
                  <a:pt x="700992" y="63858"/>
                </a:lnTo>
                <a:lnTo>
                  <a:pt x="700932" y="63269"/>
                </a:lnTo>
                <a:lnTo>
                  <a:pt x="700884" y="62668"/>
                </a:lnTo>
                <a:lnTo>
                  <a:pt x="700849" y="62056"/>
                </a:lnTo>
                <a:lnTo>
                  <a:pt x="700828" y="61432"/>
                </a:lnTo>
                <a:lnTo>
                  <a:pt x="743394" y="61432"/>
                </a:lnTo>
                <a:lnTo>
                  <a:pt x="743410" y="59822"/>
                </a:lnTo>
                <a:lnTo>
                  <a:pt x="743395" y="58247"/>
                </a:lnTo>
                <a:lnTo>
                  <a:pt x="743350" y="56706"/>
                </a:lnTo>
                <a:lnTo>
                  <a:pt x="743275" y="55201"/>
                </a:lnTo>
                <a:lnTo>
                  <a:pt x="743170" y="53731"/>
                </a:lnTo>
                <a:lnTo>
                  <a:pt x="743035" y="52296"/>
                </a:lnTo>
                <a:lnTo>
                  <a:pt x="742871" y="50896"/>
                </a:lnTo>
                <a:lnTo>
                  <a:pt x="742676" y="49530"/>
                </a:lnTo>
                <a:lnTo>
                  <a:pt x="742451" y="48200"/>
                </a:lnTo>
                <a:lnTo>
                  <a:pt x="742196" y="46904"/>
                </a:lnTo>
                <a:lnTo>
                  <a:pt x="741911" y="45644"/>
                </a:lnTo>
                <a:lnTo>
                  <a:pt x="741596" y="44418"/>
                </a:lnTo>
                <a:lnTo>
                  <a:pt x="741251" y="43228"/>
                </a:lnTo>
                <a:lnTo>
                  <a:pt x="740876" y="42072"/>
                </a:lnTo>
                <a:lnTo>
                  <a:pt x="740470" y="40952"/>
                </a:lnTo>
                <a:lnTo>
                  <a:pt x="740035" y="39866"/>
                </a:lnTo>
                <a:lnTo>
                  <a:pt x="739570" y="38815"/>
                </a:lnTo>
                <a:lnTo>
                  <a:pt x="739075" y="37800"/>
                </a:lnTo>
                <a:lnTo>
                  <a:pt x="738550" y="36819"/>
                </a:lnTo>
                <a:lnTo>
                  <a:pt x="737995" y="35873"/>
                </a:lnTo>
                <a:lnTo>
                  <a:pt x="737409" y="34962"/>
                </a:lnTo>
                <a:lnTo>
                  <a:pt x="736794" y="34086"/>
                </a:lnTo>
                <a:lnTo>
                  <a:pt x="736149" y="33245"/>
                </a:lnTo>
                <a:lnTo>
                  <a:pt x="735474" y="32439"/>
                </a:lnTo>
                <a:lnTo>
                  <a:pt x="734773" y="31667"/>
                </a:lnTo>
                <a:lnTo>
                  <a:pt x="734051" y="30928"/>
                </a:lnTo>
                <a:lnTo>
                  <a:pt x="733308" y="30221"/>
                </a:lnTo>
                <a:lnTo>
                  <a:pt x="732545" y="29548"/>
                </a:lnTo>
                <a:lnTo>
                  <a:pt x="731760" y="28907"/>
                </a:lnTo>
                <a:lnTo>
                  <a:pt x="730954" y="28299"/>
                </a:lnTo>
                <a:lnTo>
                  <a:pt x="730127" y="27724"/>
                </a:lnTo>
                <a:lnTo>
                  <a:pt x="729279" y="27182"/>
                </a:lnTo>
                <a:lnTo>
                  <a:pt x="728411" y="26673"/>
                </a:lnTo>
                <a:lnTo>
                  <a:pt x="727521" y="26196"/>
                </a:lnTo>
                <a:lnTo>
                  <a:pt x="726610" y="25753"/>
                </a:lnTo>
                <a:lnTo>
                  <a:pt x="725678" y="25342"/>
                </a:lnTo>
                <a:lnTo>
                  <a:pt x="724726" y="24964"/>
                </a:lnTo>
                <a:lnTo>
                  <a:pt x="723752" y="24619"/>
                </a:lnTo>
                <a:lnTo>
                  <a:pt x="722757" y="24307"/>
                </a:lnTo>
                <a:lnTo>
                  <a:pt x="721742" y="24028"/>
                </a:lnTo>
                <a:lnTo>
                  <a:pt x="720705" y="23781"/>
                </a:lnTo>
                <a:lnTo>
                  <a:pt x="719647" y="23568"/>
                </a:lnTo>
                <a:lnTo>
                  <a:pt x="718568" y="23387"/>
                </a:lnTo>
                <a:lnTo>
                  <a:pt x="717469" y="23239"/>
                </a:lnTo>
                <a:lnTo>
                  <a:pt x="716348" y="23124"/>
                </a:lnTo>
                <a:lnTo>
                  <a:pt x="715206" y="23042"/>
                </a:lnTo>
                <a:lnTo>
                  <a:pt x="714044" y="22993"/>
                </a:lnTo>
                <a:lnTo>
                  <a:pt x="712860" y="22976"/>
                </a:lnTo>
                <a:lnTo>
                  <a:pt x="711805" y="22992"/>
                </a:lnTo>
                <a:lnTo>
                  <a:pt x="710764" y="23039"/>
                </a:lnTo>
                <a:lnTo>
                  <a:pt x="709740" y="23118"/>
                </a:lnTo>
                <a:lnTo>
                  <a:pt x="708730" y="23227"/>
                </a:lnTo>
                <a:lnTo>
                  <a:pt x="707736" y="23369"/>
                </a:lnTo>
                <a:lnTo>
                  <a:pt x="706757" y="23541"/>
                </a:lnTo>
                <a:lnTo>
                  <a:pt x="705793" y="23745"/>
                </a:lnTo>
                <a:lnTo>
                  <a:pt x="704845" y="23981"/>
                </a:lnTo>
                <a:lnTo>
                  <a:pt x="703912" y="24248"/>
                </a:lnTo>
                <a:lnTo>
                  <a:pt x="702995" y="24546"/>
                </a:lnTo>
                <a:lnTo>
                  <a:pt x="702093" y="24875"/>
                </a:lnTo>
                <a:lnTo>
                  <a:pt x="701206" y="25236"/>
                </a:lnTo>
                <a:lnTo>
                  <a:pt x="700334" y="25629"/>
                </a:lnTo>
                <a:lnTo>
                  <a:pt x="699478" y="26052"/>
                </a:lnTo>
                <a:lnTo>
                  <a:pt x="698637" y="26507"/>
                </a:lnTo>
                <a:lnTo>
                  <a:pt x="697811" y="26994"/>
                </a:lnTo>
                <a:lnTo>
                  <a:pt x="697001" y="27512"/>
                </a:lnTo>
                <a:lnTo>
                  <a:pt x="696206" y="28061"/>
                </a:lnTo>
                <a:lnTo>
                  <a:pt x="695426" y="28642"/>
                </a:lnTo>
                <a:lnTo>
                  <a:pt x="694662" y="29254"/>
                </a:lnTo>
                <a:lnTo>
                  <a:pt x="693913" y="29897"/>
                </a:lnTo>
                <a:lnTo>
                  <a:pt x="693179" y="30572"/>
                </a:lnTo>
                <a:lnTo>
                  <a:pt x="692461" y="31278"/>
                </a:lnTo>
                <a:lnTo>
                  <a:pt x="691758" y="32016"/>
                </a:lnTo>
                <a:lnTo>
                  <a:pt x="691077" y="32781"/>
                </a:lnTo>
                <a:lnTo>
                  <a:pt x="690425" y="33570"/>
                </a:lnTo>
                <a:lnTo>
                  <a:pt x="689802" y="34384"/>
                </a:lnTo>
                <a:lnTo>
                  <a:pt x="689209" y="35221"/>
                </a:lnTo>
                <a:lnTo>
                  <a:pt x="688644" y="36083"/>
                </a:lnTo>
                <a:lnTo>
                  <a:pt x="688108" y="36968"/>
                </a:lnTo>
                <a:lnTo>
                  <a:pt x="687601" y="37878"/>
                </a:lnTo>
                <a:lnTo>
                  <a:pt x="687122" y="38811"/>
                </a:lnTo>
                <a:lnTo>
                  <a:pt x="686673" y="39769"/>
                </a:lnTo>
                <a:lnTo>
                  <a:pt x="686253" y="40751"/>
                </a:lnTo>
                <a:lnTo>
                  <a:pt x="685862" y="41756"/>
                </a:lnTo>
                <a:lnTo>
                  <a:pt x="685500" y="42786"/>
                </a:lnTo>
                <a:lnTo>
                  <a:pt x="685167" y="43840"/>
                </a:lnTo>
                <a:lnTo>
                  <a:pt x="684863" y="44918"/>
                </a:lnTo>
                <a:lnTo>
                  <a:pt x="684587" y="46019"/>
                </a:lnTo>
                <a:lnTo>
                  <a:pt x="684341" y="47145"/>
                </a:lnTo>
                <a:lnTo>
                  <a:pt x="684124" y="48295"/>
                </a:lnTo>
                <a:lnTo>
                  <a:pt x="683936" y="49469"/>
                </a:lnTo>
                <a:lnTo>
                  <a:pt x="683776" y="50667"/>
                </a:lnTo>
                <a:lnTo>
                  <a:pt x="683646" y="51889"/>
                </a:lnTo>
                <a:lnTo>
                  <a:pt x="683544" y="53135"/>
                </a:lnTo>
                <a:lnTo>
                  <a:pt x="683472" y="54405"/>
                </a:lnTo>
                <a:lnTo>
                  <a:pt x="683429" y="55700"/>
                </a:lnTo>
                <a:lnTo>
                  <a:pt x="683414" y="57018"/>
                </a:lnTo>
                <a:lnTo>
                  <a:pt x="683425" y="58123"/>
                </a:lnTo>
                <a:lnTo>
                  <a:pt x="683458" y="59213"/>
                </a:lnTo>
                <a:lnTo>
                  <a:pt x="683513" y="60287"/>
                </a:lnTo>
                <a:lnTo>
                  <a:pt x="683590" y="61344"/>
                </a:lnTo>
                <a:lnTo>
                  <a:pt x="683690" y="62386"/>
                </a:lnTo>
                <a:lnTo>
                  <a:pt x="683811" y="63412"/>
                </a:lnTo>
                <a:lnTo>
                  <a:pt x="683954" y="64422"/>
                </a:lnTo>
                <a:lnTo>
                  <a:pt x="684119" y="65416"/>
                </a:lnTo>
                <a:lnTo>
                  <a:pt x="684307" y="66393"/>
                </a:lnTo>
                <a:lnTo>
                  <a:pt x="684516" y="67355"/>
                </a:lnTo>
                <a:lnTo>
                  <a:pt x="684748" y="68301"/>
                </a:lnTo>
                <a:lnTo>
                  <a:pt x="685001" y="69231"/>
                </a:lnTo>
                <a:lnTo>
                  <a:pt x="685277" y="70146"/>
                </a:lnTo>
                <a:lnTo>
                  <a:pt x="685574" y="71044"/>
                </a:lnTo>
                <a:lnTo>
                  <a:pt x="685894" y="71926"/>
                </a:lnTo>
                <a:lnTo>
                  <a:pt x="686236" y="72792"/>
                </a:lnTo>
                <a:lnTo>
                  <a:pt x="686599" y="73642"/>
                </a:lnTo>
                <a:lnTo>
                  <a:pt x="686985" y="74477"/>
                </a:lnTo>
                <a:lnTo>
                  <a:pt x="687393" y="75295"/>
                </a:lnTo>
                <a:lnTo>
                  <a:pt x="687823" y="76098"/>
                </a:lnTo>
                <a:lnTo>
                  <a:pt x="688275" y="76884"/>
                </a:lnTo>
                <a:lnTo>
                  <a:pt x="688749" y="77654"/>
                </a:lnTo>
                <a:lnTo>
                  <a:pt x="689245" y="78409"/>
                </a:lnTo>
                <a:lnTo>
                  <a:pt x="689763" y="79148"/>
                </a:lnTo>
                <a:lnTo>
                  <a:pt x="690448" y="80041"/>
                </a:lnTo>
                <a:lnTo>
                  <a:pt x="691164" y="80896"/>
                </a:lnTo>
                <a:lnTo>
                  <a:pt x="691909" y="81713"/>
                </a:lnTo>
                <a:lnTo>
                  <a:pt x="692685" y="82492"/>
                </a:lnTo>
                <a:lnTo>
                  <a:pt x="693491" y="83233"/>
                </a:lnTo>
                <a:lnTo>
                  <a:pt x="694328" y="83936"/>
                </a:lnTo>
                <a:lnTo>
                  <a:pt x="695194" y="84601"/>
                </a:lnTo>
                <a:lnTo>
                  <a:pt x="696091" y="85228"/>
                </a:lnTo>
                <a:lnTo>
                  <a:pt x="697018" y="85817"/>
                </a:lnTo>
                <a:lnTo>
                  <a:pt x="697976" y="86368"/>
                </a:lnTo>
                <a:lnTo>
                  <a:pt x="698963" y="86881"/>
                </a:lnTo>
                <a:lnTo>
                  <a:pt x="699981" y="87356"/>
                </a:lnTo>
                <a:lnTo>
                  <a:pt x="701029" y="87793"/>
                </a:lnTo>
                <a:lnTo>
                  <a:pt x="702108" y="88192"/>
                </a:lnTo>
                <a:lnTo>
                  <a:pt x="703216" y="88553"/>
                </a:lnTo>
                <a:lnTo>
                  <a:pt x="704355" y="88876"/>
                </a:lnTo>
                <a:lnTo>
                  <a:pt x="705524" y="89161"/>
                </a:lnTo>
                <a:lnTo>
                  <a:pt x="706723" y="89408"/>
                </a:lnTo>
                <a:lnTo>
                  <a:pt x="707952" y="89617"/>
                </a:lnTo>
                <a:lnTo>
                  <a:pt x="709212" y="89788"/>
                </a:lnTo>
                <a:lnTo>
                  <a:pt x="710502" y="89921"/>
                </a:lnTo>
                <a:lnTo>
                  <a:pt x="711822" y="90016"/>
                </a:lnTo>
                <a:lnTo>
                  <a:pt x="713172" y="90073"/>
                </a:lnTo>
                <a:lnTo>
                  <a:pt x="714553" y="90092"/>
                </a:lnTo>
                <a:lnTo>
                  <a:pt x="715429" y="90083"/>
                </a:lnTo>
                <a:lnTo>
                  <a:pt x="716292" y="90058"/>
                </a:lnTo>
                <a:lnTo>
                  <a:pt x="717143" y="90016"/>
                </a:lnTo>
                <a:lnTo>
                  <a:pt x="717982" y="89957"/>
                </a:lnTo>
                <a:lnTo>
                  <a:pt x="718808" y="89881"/>
                </a:lnTo>
                <a:lnTo>
                  <a:pt x="719623" y="89788"/>
                </a:lnTo>
                <a:lnTo>
                  <a:pt x="720425" y="89679"/>
                </a:lnTo>
                <a:lnTo>
                  <a:pt x="721214" y="89552"/>
                </a:lnTo>
                <a:lnTo>
                  <a:pt x="721992" y="89409"/>
                </a:lnTo>
                <a:lnTo>
                  <a:pt x="722757" y="89249"/>
                </a:lnTo>
                <a:lnTo>
                  <a:pt x="723509" y="89072"/>
                </a:lnTo>
                <a:lnTo>
                  <a:pt x="724250" y="88879"/>
                </a:lnTo>
                <a:lnTo>
                  <a:pt x="724978" y="88668"/>
                </a:lnTo>
                <a:lnTo>
                  <a:pt x="725694" y="88441"/>
                </a:lnTo>
                <a:lnTo>
                  <a:pt x="726398" y="88196"/>
                </a:lnTo>
                <a:lnTo>
                  <a:pt x="727089" y="87935"/>
                </a:lnTo>
                <a:lnTo>
                  <a:pt x="727768" y="87657"/>
                </a:lnTo>
                <a:lnTo>
                  <a:pt x="728435" y="87362"/>
                </a:lnTo>
                <a:lnTo>
                  <a:pt x="729090" y="87051"/>
                </a:lnTo>
                <a:lnTo>
                  <a:pt x="729732" y="86722"/>
                </a:lnTo>
                <a:lnTo>
                  <a:pt x="730362" y="86377"/>
                </a:lnTo>
                <a:lnTo>
                  <a:pt x="730980" y="86014"/>
                </a:lnTo>
                <a:lnTo>
                  <a:pt x="731585" y="85635"/>
                </a:lnTo>
                <a:lnTo>
                  <a:pt x="732178" y="85239"/>
                </a:lnTo>
                <a:lnTo>
                  <a:pt x="732759" y="84827"/>
                </a:lnTo>
                <a:lnTo>
                  <a:pt x="733326" y="84400"/>
                </a:lnTo>
                <a:lnTo>
                  <a:pt x="733880" y="83957"/>
                </a:lnTo>
                <a:lnTo>
                  <a:pt x="734421" y="83499"/>
                </a:lnTo>
                <a:lnTo>
                  <a:pt x="734949" y="83025"/>
                </a:lnTo>
                <a:lnTo>
                  <a:pt x="735464" y="82536"/>
                </a:lnTo>
                <a:lnTo>
                  <a:pt x="735966" y="82032"/>
                </a:lnTo>
                <a:lnTo>
                  <a:pt x="736455" y="81512"/>
                </a:lnTo>
                <a:lnTo>
                  <a:pt x="736930" y="80977"/>
                </a:lnTo>
                <a:lnTo>
                  <a:pt x="737392" y="80427"/>
                </a:lnTo>
                <a:lnTo>
                  <a:pt x="737842" y="79861"/>
                </a:lnTo>
                <a:lnTo>
                  <a:pt x="738278" y="79280"/>
                </a:lnTo>
                <a:lnTo>
                  <a:pt x="738701" y="78683"/>
                </a:lnTo>
                <a:lnTo>
                  <a:pt x="739111" y="78071"/>
                </a:lnTo>
                <a:lnTo>
                  <a:pt x="739507" y="77444"/>
                </a:lnTo>
                <a:lnTo>
                  <a:pt x="739891" y="76801"/>
                </a:lnTo>
                <a:lnTo>
                  <a:pt x="740261" y="76143"/>
                </a:lnTo>
                <a:lnTo>
                  <a:pt x="740619" y="75470"/>
                </a:lnTo>
                <a:lnTo>
                  <a:pt x="740963" y="74781"/>
                </a:lnTo>
                <a:lnTo>
                  <a:pt x="741294" y="74077"/>
                </a:lnTo>
                <a:lnTo>
                  <a:pt x="741612" y="73357"/>
                </a:lnTo>
                <a:lnTo>
                  <a:pt x="741917" y="72622"/>
                </a:lnTo>
                <a:lnTo>
                  <a:pt x="742209" y="71872"/>
                </a:lnTo>
                <a:lnTo>
                  <a:pt x="742488" y="71106"/>
                </a:lnTo>
                <a:lnTo>
                  <a:pt x="725558" y="68204"/>
                </a:lnTo>
                <a:lnTo>
                  <a:pt x="725439" y="68602"/>
                </a:lnTo>
                <a:lnTo>
                  <a:pt x="725317" y="68991"/>
                </a:lnTo>
                <a:lnTo>
                  <a:pt x="725189" y="69371"/>
                </a:lnTo>
                <a:lnTo>
                  <a:pt x="725057" y="69742"/>
                </a:lnTo>
                <a:close/>
                <a:moveTo>
                  <a:pt x="701173" y="49346"/>
                </a:moveTo>
                <a:lnTo>
                  <a:pt x="701212" y="48804"/>
                </a:lnTo>
                <a:lnTo>
                  <a:pt x="701265" y="48272"/>
                </a:lnTo>
                <a:lnTo>
                  <a:pt x="701330" y="47750"/>
                </a:lnTo>
                <a:lnTo>
                  <a:pt x="701409" y="47238"/>
                </a:lnTo>
                <a:lnTo>
                  <a:pt x="701500" y="46736"/>
                </a:lnTo>
                <a:lnTo>
                  <a:pt x="701603" y="46244"/>
                </a:lnTo>
                <a:lnTo>
                  <a:pt x="701720" y="45762"/>
                </a:lnTo>
                <a:lnTo>
                  <a:pt x="701849" y="45291"/>
                </a:lnTo>
                <a:lnTo>
                  <a:pt x="701992" y="44829"/>
                </a:lnTo>
                <a:lnTo>
                  <a:pt x="702147" y="44377"/>
                </a:lnTo>
                <a:lnTo>
                  <a:pt x="702315" y="43936"/>
                </a:lnTo>
                <a:lnTo>
                  <a:pt x="702495" y="43504"/>
                </a:lnTo>
                <a:lnTo>
                  <a:pt x="702689" y="43082"/>
                </a:lnTo>
                <a:lnTo>
                  <a:pt x="702895" y="42671"/>
                </a:lnTo>
                <a:lnTo>
                  <a:pt x="703114" y="42269"/>
                </a:lnTo>
                <a:lnTo>
                  <a:pt x="703346" y="41878"/>
                </a:lnTo>
                <a:lnTo>
                  <a:pt x="703591" y="41496"/>
                </a:lnTo>
                <a:lnTo>
                  <a:pt x="703848" y="41125"/>
                </a:lnTo>
                <a:lnTo>
                  <a:pt x="704118" y="40763"/>
                </a:lnTo>
                <a:lnTo>
                  <a:pt x="704402" y="40412"/>
                </a:lnTo>
                <a:lnTo>
                  <a:pt x="704697" y="40071"/>
                </a:lnTo>
                <a:lnTo>
                  <a:pt x="705003" y="39742"/>
                </a:lnTo>
                <a:lnTo>
                  <a:pt x="705315" y="39426"/>
                </a:lnTo>
                <a:lnTo>
                  <a:pt x="705635" y="39125"/>
                </a:lnTo>
                <a:lnTo>
                  <a:pt x="705960" y="38838"/>
                </a:lnTo>
                <a:lnTo>
                  <a:pt x="706293" y="38565"/>
                </a:lnTo>
                <a:lnTo>
                  <a:pt x="706632" y="38306"/>
                </a:lnTo>
                <a:lnTo>
                  <a:pt x="706978" y="38061"/>
                </a:lnTo>
                <a:lnTo>
                  <a:pt x="707331" y="37830"/>
                </a:lnTo>
                <a:lnTo>
                  <a:pt x="707690" y="37612"/>
                </a:lnTo>
                <a:lnTo>
                  <a:pt x="708057" y="37409"/>
                </a:lnTo>
                <a:lnTo>
                  <a:pt x="708429" y="37220"/>
                </a:lnTo>
                <a:lnTo>
                  <a:pt x="708809" y="37045"/>
                </a:lnTo>
                <a:lnTo>
                  <a:pt x="709195" y="36884"/>
                </a:lnTo>
                <a:lnTo>
                  <a:pt x="709588" y="36737"/>
                </a:lnTo>
                <a:lnTo>
                  <a:pt x="709988" y="36604"/>
                </a:lnTo>
                <a:lnTo>
                  <a:pt x="710394" y="36485"/>
                </a:lnTo>
                <a:lnTo>
                  <a:pt x="710808" y="36380"/>
                </a:lnTo>
                <a:lnTo>
                  <a:pt x="711228" y="36289"/>
                </a:lnTo>
                <a:lnTo>
                  <a:pt x="711654" y="36212"/>
                </a:lnTo>
                <a:lnTo>
                  <a:pt x="712087" y="36149"/>
                </a:lnTo>
                <a:lnTo>
                  <a:pt x="712528" y="36100"/>
                </a:lnTo>
                <a:lnTo>
                  <a:pt x="712974" y="36065"/>
                </a:lnTo>
                <a:lnTo>
                  <a:pt x="713428" y="36044"/>
                </a:lnTo>
                <a:lnTo>
                  <a:pt x="713888" y="36037"/>
                </a:lnTo>
                <a:lnTo>
                  <a:pt x="714319" y="36043"/>
                </a:lnTo>
                <a:lnTo>
                  <a:pt x="714744" y="36063"/>
                </a:lnTo>
                <a:lnTo>
                  <a:pt x="715163" y="36096"/>
                </a:lnTo>
                <a:lnTo>
                  <a:pt x="715578" y="36143"/>
                </a:lnTo>
                <a:lnTo>
                  <a:pt x="715986" y="36203"/>
                </a:lnTo>
                <a:lnTo>
                  <a:pt x="716390" y="36276"/>
                </a:lnTo>
                <a:lnTo>
                  <a:pt x="716788" y="36362"/>
                </a:lnTo>
                <a:lnTo>
                  <a:pt x="717180" y="36462"/>
                </a:lnTo>
                <a:lnTo>
                  <a:pt x="717567" y="36574"/>
                </a:lnTo>
                <a:lnTo>
                  <a:pt x="717948" y="36701"/>
                </a:lnTo>
                <a:lnTo>
                  <a:pt x="718324" y="36840"/>
                </a:lnTo>
                <a:lnTo>
                  <a:pt x="718695" y="36993"/>
                </a:lnTo>
                <a:lnTo>
                  <a:pt x="719060" y="37159"/>
                </a:lnTo>
                <a:lnTo>
                  <a:pt x="719420" y="37338"/>
                </a:lnTo>
                <a:lnTo>
                  <a:pt x="719774" y="37531"/>
                </a:lnTo>
                <a:lnTo>
                  <a:pt x="720123" y="37736"/>
                </a:lnTo>
                <a:lnTo>
                  <a:pt x="720466" y="37955"/>
                </a:lnTo>
                <a:lnTo>
                  <a:pt x="720804" y="38188"/>
                </a:lnTo>
                <a:lnTo>
                  <a:pt x="721136" y="38434"/>
                </a:lnTo>
                <a:lnTo>
                  <a:pt x="721463" y="38692"/>
                </a:lnTo>
                <a:lnTo>
                  <a:pt x="721784" y="38965"/>
                </a:lnTo>
                <a:lnTo>
                  <a:pt x="722100" y="39250"/>
                </a:lnTo>
                <a:lnTo>
                  <a:pt x="722411" y="39549"/>
                </a:lnTo>
                <a:lnTo>
                  <a:pt x="722716" y="39861"/>
                </a:lnTo>
                <a:lnTo>
                  <a:pt x="723012" y="40186"/>
                </a:lnTo>
                <a:lnTo>
                  <a:pt x="723296" y="40523"/>
                </a:lnTo>
                <a:lnTo>
                  <a:pt x="723569" y="40872"/>
                </a:lnTo>
                <a:lnTo>
                  <a:pt x="723829" y="41234"/>
                </a:lnTo>
                <a:lnTo>
                  <a:pt x="724078" y="41607"/>
                </a:lnTo>
                <a:lnTo>
                  <a:pt x="724314" y="41993"/>
                </a:lnTo>
                <a:lnTo>
                  <a:pt x="724539" y="42392"/>
                </a:lnTo>
                <a:lnTo>
                  <a:pt x="724751" y="42802"/>
                </a:lnTo>
                <a:lnTo>
                  <a:pt x="724952" y="43225"/>
                </a:lnTo>
                <a:lnTo>
                  <a:pt x="725141" y="43659"/>
                </a:lnTo>
                <a:lnTo>
                  <a:pt x="725317" y="44107"/>
                </a:lnTo>
                <a:lnTo>
                  <a:pt x="725482" y="44566"/>
                </a:lnTo>
                <a:lnTo>
                  <a:pt x="725635" y="45037"/>
                </a:lnTo>
                <a:lnTo>
                  <a:pt x="725775" y="45521"/>
                </a:lnTo>
                <a:lnTo>
                  <a:pt x="725904" y="46017"/>
                </a:lnTo>
                <a:lnTo>
                  <a:pt x="726021" y="46526"/>
                </a:lnTo>
                <a:lnTo>
                  <a:pt x="726126" y="47046"/>
                </a:lnTo>
                <a:lnTo>
                  <a:pt x="726219" y="47579"/>
                </a:lnTo>
                <a:lnTo>
                  <a:pt x="726300" y="48124"/>
                </a:lnTo>
                <a:lnTo>
                  <a:pt x="726369" y="48681"/>
                </a:lnTo>
                <a:lnTo>
                  <a:pt x="726426" y="49250"/>
                </a:lnTo>
                <a:lnTo>
                  <a:pt x="726471" y="49832"/>
                </a:lnTo>
                <a:lnTo>
                  <a:pt x="726504" y="50426"/>
                </a:lnTo>
                <a:lnTo>
                  <a:pt x="726525" y="51032"/>
                </a:lnTo>
                <a:lnTo>
                  <a:pt x="701130" y="51032"/>
                </a:lnTo>
                <a:lnTo>
                  <a:pt x="701131" y="50460"/>
                </a:lnTo>
                <a:lnTo>
                  <a:pt x="701146" y="49898"/>
                </a:lnTo>
                <a:lnTo>
                  <a:pt x="701173" y="49346"/>
                </a:lnTo>
                <a:close/>
                <a:moveTo>
                  <a:pt x="602088" y="88640"/>
                </a:moveTo>
                <a:lnTo>
                  <a:pt x="602088" y="24428"/>
                </a:lnTo>
                <a:lnTo>
                  <a:pt x="585097" y="24428"/>
                </a:lnTo>
                <a:lnTo>
                  <a:pt x="585097" y="88640"/>
                </a:lnTo>
                <a:lnTo>
                  <a:pt x="602088" y="88640"/>
                </a:lnTo>
                <a:close/>
                <a:moveTo>
                  <a:pt x="817807" y="113189"/>
                </a:moveTo>
                <a:lnTo>
                  <a:pt x="817807" y="102064"/>
                </a:lnTo>
                <a:lnTo>
                  <a:pt x="747185" y="102064"/>
                </a:lnTo>
                <a:lnTo>
                  <a:pt x="747185" y="113189"/>
                </a:lnTo>
                <a:lnTo>
                  <a:pt x="817807" y="113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101C6-8449-44A6-9136-06C7F37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250" y="265990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2A3A2-13D6-44D8-9CFD-F382113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250" y="265990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91E2A-2617-4D02-B907-3FAF3C3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9" y="268597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5C95F-64DD-4537-A4FB-9424656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54" y="3380075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2AE3C-DBBE-4F00-B7DB-6FB9621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54" y="3380075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85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F885A7D4-BB72-4A6A-985F-2AFC2F4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28" y="3506489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4" y="32116"/>
                  <a:pt x="129496" y="26693"/>
                </a:cubicBezTo>
                <a:cubicBezTo>
                  <a:pt x="134728" y="22187"/>
                  <a:pt x="141106" y="19934"/>
                  <a:pt x="148629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4" y="33634"/>
                  <a:pt x="177098" y="41205"/>
                  <a:pt x="177098" y="50866"/>
                </a:cubicBezTo>
                <a:cubicBezTo>
                  <a:pt x="177098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9" y="83517"/>
                </a:cubicBezTo>
                <a:cubicBezTo>
                  <a:pt x="140113" y="83517"/>
                  <a:pt x="133229" y="80787"/>
                  <a:pt x="127978" y="75326"/>
                </a:cubicBezTo>
                <a:cubicBezTo>
                  <a:pt x="122728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9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2" y="38181"/>
                  <a:pt x="161374" y="34319"/>
                </a:cubicBezTo>
                <a:cubicBezTo>
                  <a:pt x="157956" y="30457"/>
                  <a:pt x="153708" y="28526"/>
                  <a:pt x="148629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9" y="23777"/>
                  <a:pt x="303786" y="22240"/>
                </a:cubicBezTo>
                <a:cubicBezTo>
                  <a:pt x="306574" y="20703"/>
                  <a:pt x="309954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8" y="83517"/>
                  <a:pt x="313180" y="83517"/>
                </a:cubicBezTo>
                <a:cubicBezTo>
                  <a:pt x="309744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5" y="69118"/>
                </a:cubicBezTo>
                <a:cubicBezTo>
                  <a:pt x="327530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0" y="73034"/>
                </a:moveTo>
                <a:lnTo>
                  <a:pt x="637020" y="82142"/>
                </a:lnTo>
                <a:cubicBezTo>
                  <a:pt x="634117" y="82677"/>
                  <a:pt x="631521" y="82944"/>
                  <a:pt x="629229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0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2" y="0"/>
                </a:lnTo>
                <a:lnTo>
                  <a:pt x="625162" y="21309"/>
                </a:lnTo>
                <a:lnTo>
                  <a:pt x="635530" y="21309"/>
                </a:lnTo>
                <a:lnTo>
                  <a:pt x="635530" y="29328"/>
                </a:lnTo>
                <a:lnTo>
                  <a:pt x="625162" y="29328"/>
                </a:lnTo>
                <a:lnTo>
                  <a:pt x="625162" y="64900"/>
                </a:lnTo>
                <a:cubicBezTo>
                  <a:pt x="625162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0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Function_A1">
            <a:extLst xmlns:a="http://schemas.openxmlformats.org/drawingml/2006/main">
              <a:ext uri="{FF2B5EF4-FFF2-40B4-BE49-F238E27FC236}">
                <a16:creationId xmlns:a16="http://schemas.microsoft.com/office/drawing/2014/main" id="{00984854-0B30-44F1-8CDD-8583546B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05" y="3647696"/>
            <a:ext cx="682742" cy="107575"/>
          </a:xfrm>
          <a:custGeom xmlns:a="http://schemas.openxmlformats.org/drawingml/2006/main">
            <a:pathLst>
              <a:path w="682742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2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5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3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8" y="35018"/>
                  <a:pt x="454837" y="34484"/>
                  <a:pt x="452660" y="34484"/>
                </a:cubicBezTo>
                <a:cubicBezTo>
                  <a:pt x="449872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1" y="24030"/>
                </a:cubicBezTo>
                <a:cubicBezTo>
                  <a:pt x="470952" y="25309"/>
                  <a:pt x="473176" y="26942"/>
                  <a:pt x="474685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636135" y="84319"/>
                </a:moveTo>
                <a:lnTo>
                  <a:pt x="617690" y="84319"/>
                </a:lnTo>
                <a:lnTo>
                  <a:pt x="610358" y="65187"/>
                </a:lnTo>
                <a:lnTo>
                  <a:pt x="576791" y="65187"/>
                </a:lnTo>
                <a:lnTo>
                  <a:pt x="569859" y="84319"/>
                </a:lnTo>
                <a:lnTo>
                  <a:pt x="551873" y="84319"/>
                </a:lnTo>
                <a:lnTo>
                  <a:pt x="584581" y="344"/>
                </a:lnTo>
                <a:lnTo>
                  <a:pt x="602510" y="344"/>
                </a:lnTo>
                <a:lnTo>
                  <a:pt x="636135" y="84319"/>
                </a:lnTo>
                <a:moveTo>
                  <a:pt x="604916" y="50981"/>
                </a:moveTo>
                <a:lnTo>
                  <a:pt x="593345" y="19934"/>
                </a:lnTo>
                <a:lnTo>
                  <a:pt x="582003" y="50981"/>
                </a:lnTo>
                <a:lnTo>
                  <a:pt x="604916" y="50981"/>
                </a:lnTo>
                <a:close/>
                <a:moveTo>
                  <a:pt x="682742" y="84319"/>
                </a:moveTo>
                <a:lnTo>
                  <a:pt x="666646" y="84319"/>
                </a:lnTo>
                <a:lnTo>
                  <a:pt x="666646" y="23724"/>
                </a:lnTo>
                <a:cubicBezTo>
                  <a:pt x="660765" y="29244"/>
                  <a:pt x="653834" y="33327"/>
                  <a:pt x="645853" y="35973"/>
                </a:cubicBezTo>
                <a:lnTo>
                  <a:pt x="645853" y="21309"/>
                </a:lnTo>
                <a:cubicBezTo>
                  <a:pt x="650053" y="19931"/>
                  <a:pt x="654617" y="17318"/>
                  <a:pt x="659543" y="13470"/>
                </a:cubicBezTo>
                <a:cubicBezTo>
                  <a:pt x="664469" y="9622"/>
                  <a:pt x="667849" y="5132"/>
                  <a:pt x="669682" y="0"/>
                </a:cubicBezTo>
                <a:lnTo>
                  <a:pt x="682742" y="0"/>
                </a:lnTo>
                <a:lnTo>
                  <a:pt x="682742" y="84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C3EF-0AEB-4DD5-B6FF-63EB351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493" y="3425697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4BAA3-111E-47D2-A15D-898F8E4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493" y="3425697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FFDE5-5A5B-4A6A-B3E5-E8E1EF05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563" y="3451766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E879D-3F10-475D-8E2F-1AFB75CA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3109212"/>
            <a:ext cx="966010" cy="483005"/>
          </a:xfrm>
          <a:custGeom xmlns:a="http://schemas.openxmlformats.org/drawingml/2006/main">
            <a:pathLst>
              <a:path w="966010" h="483005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14D22-BDFE-4A18-90C2-41988E61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3109212"/>
            <a:ext cx="966010" cy="483005"/>
          </a:xfrm>
          <a:custGeom xmlns:a="http://schemas.openxmlformats.org/drawingml/2006/main">
            <a:pathLst>
              <a:path w="966010" h="483005" fill="none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92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1DB085DB-E1E6-47E6-A33F-CCF9770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39" y="3232759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4" y="39964"/>
                  <a:pt x="466774" y="44737"/>
                </a:cubicBezTo>
                <a:lnTo>
                  <a:pt x="466774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4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Function_A2">
            <a:extLst xmlns:a="http://schemas.openxmlformats.org/drawingml/2006/main">
              <a:ext uri="{FF2B5EF4-FFF2-40B4-BE49-F238E27FC236}">
                <a16:creationId xmlns:a16="http://schemas.microsoft.com/office/drawing/2014/main" id="{CCB3DF42-538E-4717-B104-2ACB760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217" y="3373965"/>
            <a:ext cx="695916" cy="107575"/>
          </a:xfrm>
          <a:custGeom xmlns:a="http://schemas.openxmlformats.org/drawingml/2006/main">
            <a:pathLst>
              <a:path w="69591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2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5" y="67707"/>
                  <a:pt x="71105" y="61979"/>
                </a:cubicBezTo>
                <a:lnTo>
                  <a:pt x="71105" y="23486"/>
                </a:lnTo>
                <a:lnTo>
                  <a:pt x="87201" y="23486"/>
                </a:lnTo>
                <a:lnTo>
                  <a:pt x="87201" y="51375"/>
                </a:lnTo>
                <a:cubicBezTo>
                  <a:pt x="87201" y="59910"/>
                  <a:pt x="87497" y="65139"/>
                  <a:pt x="88089" y="67063"/>
                </a:cubicBezTo>
                <a:cubicBezTo>
                  <a:pt x="88681" y="68986"/>
                  <a:pt x="89760" y="70510"/>
                  <a:pt x="91326" y="71635"/>
                </a:cubicBezTo>
                <a:cubicBezTo>
                  <a:pt x="92891" y="72759"/>
                  <a:pt x="94877" y="73321"/>
                  <a:pt x="97283" y="73321"/>
                </a:cubicBezTo>
                <a:cubicBezTo>
                  <a:pt x="100033" y="73321"/>
                  <a:pt x="102496" y="72568"/>
                  <a:pt x="104672" y="71064"/>
                </a:cubicBezTo>
                <a:cubicBezTo>
                  <a:pt x="106849" y="69559"/>
                  <a:pt x="108338" y="67692"/>
                  <a:pt x="109140" y="65462"/>
                </a:cubicBezTo>
                <a:cubicBezTo>
                  <a:pt x="109942" y="63233"/>
                  <a:pt x="110343" y="57775"/>
                  <a:pt x="110343" y="49089"/>
                </a:cubicBezTo>
                <a:lnTo>
                  <a:pt x="110343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5" y="84319"/>
                </a:lnTo>
                <a:lnTo>
                  <a:pt x="182365" y="53308"/>
                </a:lnTo>
                <a:cubicBezTo>
                  <a:pt x="182365" y="46747"/>
                  <a:pt x="182022" y="42503"/>
                  <a:pt x="181334" y="40577"/>
                </a:cubicBezTo>
                <a:cubicBezTo>
                  <a:pt x="180647" y="38651"/>
                  <a:pt x="179530" y="37154"/>
                  <a:pt x="177983" y="36086"/>
                </a:cubicBezTo>
                <a:cubicBezTo>
                  <a:pt x="176437" y="35018"/>
                  <a:pt x="174575" y="34484"/>
                  <a:pt x="172398" y="34484"/>
                </a:cubicBezTo>
                <a:cubicBezTo>
                  <a:pt x="169611" y="34484"/>
                  <a:pt x="167109" y="35247"/>
                  <a:pt x="164894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3" y="23486"/>
                </a:lnTo>
                <a:lnTo>
                  <a:pt x="157963" y="32422"/>
                </a:lnTo>
                <a:cubicBezTo>
                  <a:pt x="163271" y="25548"/>
                  <a:pt x="169954" y="22111"/>
                  <a:pt x="178012" y="22111"/>
                </a:cubicBezTo>
                <a:cubicBezTo>
                  <a:pt x="181563" y="22111"/>
                  <a:pt x="184809" y="22750"/>
                  <a:pt x="187750" y="24030"/>
                </a:cubicBezTo>
                <a:cubicBezTo>
                  <a:pt x="190690" y="25309"/>
                  <a:pt x="192915" y="26942"/>
                  <a:pt x="194423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8" y="41472"/>
                </a:moveTo>
                <a:lnTo>
                  <a:pt x="251981" y="44336"/>
                </a:lnTo>
                <a:cubicBezTo>
                  <a:pt x="251447" y="41186"/>
                  <a:pt x="250234" y="38813"/>
                  <a:pt x="248344" y="37219"/>
                </a:cubicBezTo>
                <a:cubicBezTo>
                  <a:pt x="246454" y="35625"/>
                  <a:pt x="244000" y="34827"/>
                  <a:pt x="240983" y="34827"/>
                </a:cubicBezTo>
                <a:cubicBezTo>
                  <a:pt x="236974" y="34827"/>
                  <a:pt x="233775" y="36207"/>
                  <a:pt x="231389" y="38968"/>
                </a:cubicBezTo>
                <a:cubicBezTo>
                  <a:pt x="229002" y="41728"/>
                  <a:pt x="227808" y="46344"/>
                  <a:pt x="227808" y="52816"/>
                </a:cubicBezTo>
                <a:cubicBezTo>
                  <a:pt x="227808" y="60012"/>
                  <a:pt x="229021" y="65095"/>
                  <a:pt x="231446" y="68065"/>
                </a:cubicBezTo>
                <a:cubicBezTo>
                  <a:pt x="233871" y="71034"/>
                  <a:pt x="237126" y="72519"/>
                  <a:pt x="241212" y="72519"/>
                </a:cubicBezTo>
                <a:cubicBezTo>
                  <a:pt x="244267" y="72519"/>
                  <a:pt x="246769" y="71650"/>
                  <a:pt x="248716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0" y="63697"/>
                </a:lnTo>
                <a:cubicBezTo>
                  <a:pt x="267008" y="70953"/>
                  <a:pt x="263858" y="76433"/>
                  <a:pt x="259199" y="80137"/>
                </a:cubicBezTo>
                <a:cubicBezTo>
                  <a:pt x="254540" y="83842"/>
                  <a:pt x="248296" y="85694"/>
                  <a:pt x="240468" y="85694"/>
                </a:cubicBezTo>
                <a:cubicBezTo>
                  <a:pt x="231570" y="85694"/>
                  <a:pt x="224477" y="82887"/>
                  <a:pt x="219188" y="77273"/>
                </a:cubicBezTo>
                <a:cubicBezTo>
                  <a:pt x="213899" y="71660"/>
                  <a:pt x="211254" y="63888"/>
                  <a:pt x="211254" y="53960"/>
                </a:cubicBezTo>
                <a:cubicBezTo>
                  <a:pt x="211254" y="43916"/>
                  <a:pt x="213908" y="36097"/>
                  <a:pt x="219216" y="30503"/>
                </a:cubicBezTo>
                <a:cubicBezTo>
                  <a:pt x="224524" y="24908"/>
                  <a:pt x="231704" y="22111"/>
                  <a:pt x="240754" y="22111"/>
                </a:cubicBezTo>
                <a:cubicBezTo>
                  <a:pt x="248163" y="22111"/>
                  <a:pt x="254053" y="23705"/>
                  <a:pt x="258426" y="26894"/>
                </a:cubicBezTo>
                <a:cubicBezTo>
                  <a:pt x="262798" y="30083"/>
                  <a:pt x="265939" y="34942"/>
                  <a:pt x="267848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3" y="344"/>
                </a:lnTo>
                <a:lnTo>
                  <a:pt x="335193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3" y="23486"/>
                </a:lnTo>
                <a:lnTo>
                  <a:pt x="335193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4" y="42522"/>
                  <a:pt x="351939" y="37520"/>
                </a:cubicBezTo>
                <a:cubicBezTo>
                  <a:pt x="354574" y="32517"/>
                  <a:pt x="358307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3" y="22111"/>
                  <a:pt x="396065" y="25099"/>
                  <a:pt x="401946" y="31075"/>
                </a:cubicBezTo>
                <a:cubicBezTo>
                  <a:pt x="407827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0" y="76614"/>
                </a:cubicBezTo>
                <a:cubicBezTo>
                  <a:pt x="395922" y="82667"/>
                  <a:pt x="388447" y="85694"/>
                  <a:pt x="379435" y="85694"/>
                </a:cubicBezTo>
                <a:cubicBezTo>
                  <a:pt x="373859" y="85694"/>
                  <a:pt x="368542" y="84433"/>
                  <a:pt x="363482" y="81913"/>
                </a:cubicBezTo>
                <a:cubicBezTo>
                  <a:pt x="358422" y="79393"/>
                  <a:pt x="354574" y="75698"/>
                  <a:pt x="351939" y="70829"/>
                </a:cubicBezTo>
                <a:cubicBezTo>
                  <a:pt x="349304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0" y="67721"/>
                </a:cubicBezTo>
                <a:cubicBezTo>
                  <a:pt x="371644" y="70920"/>
                  <a:pt x="375177" y="72519"/>
                  <a:pt x="379377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3" y="59879"/>
                  <a:pt x="394213" y="53788"/>
                </a:cubicBezTo>
                <a:cubicBezTo>
                  <a:pt x="394213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7" y="35286"/>
                </a:cubicBezTo>
                <a:cubicBezTo>
                  <a:pt x="375177" y="35286"/>
                  <a:pt x="371644" y="36885"/>
                  <a:pt x="368780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6" y="84319"/>
                </a:lnTo>
                <a:lnTo>
                  <a:pt x="462626" y="53308"/>
                </a:lnTo>
                <a:cubicBezTo>
                  <a:pt x="462626" y="46747"/>
                  <a:pt x="462283" y="42503"/>
                  <a:pt x="461595" y="40577"/>
                </a:cubicBezTo>
                <a:cubicBezTo>
                  <a:pt x="460908" y="38651"/>
                  <a:pt x="459791" y="37154"/>
                  <a:pt x="458244" y="36086"/>
                </a:cubicBezTo>
                <a:cubicBezTo>
                  <a:pt x="456698" y="35018"/>
                  <a:pt x="454836" y="34484"/>
                  <a:pt x="452659" y="34484"/>
                </a:cubicBezTo>
                <a:cubicBezTo>
                  <a:pt x="449872" y="34484"/>
                  <a:pt x="447370" y="35247"/>
                  <a:pt x="445155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0" y="50008"/>
                  <a:pt x="439370" y="56799"/>
                </a:cubicBezTo>
                <a:lnTo>
                  <a:pt x="439370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4" y="23486"/>
                </a:lnTo>
                <a:lnTo>
                  <a:pt x="438224" y="32422"/>
                </a:lnTo>
                <a:cubicBezTo>
                  <a:pt x="443533" y="25548"/>
                  <a:pt x="450215" y="22111"/>
                  <a:pt x="458273" y="22111"/>
                </a:cubicBezTo>
                <a:cubicBezTo>
                  <a:pt x="461825" y="22111"/>
                  <a:pt x="465070" y="22750"/>
                  <a:pt x="468011" y="24030"/>
                </a:cubicBezTo>
                <a:cubicBezTo>
                  <a:pt x="470951" y="25309"/>
                  <a:pt x="473176" y="26942"/>
                  <a:pt x="474684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8" y="107575"/>
                </a:moveTo>
                <a:lnTo>
                  <a:pt x="485558" y="97035"/>
                </a:lnTo>
                <a:lnTo>
                  <a:pt x="552463" y="97035"/>
                </a:lnTo>
                <a:lnTo>
                  <a:pt x="552463" y="107575"/>
                </a:lnTo>
                <a:lnTo>
                  <a:pt x="485558" y="107575"/>
                </a:lnTo>
                <a:close/>
                <a:moveTo>
                  <a:pt x="636134" y="84319"/>
                </a:moveTo>
                <a:lnTo>
                  <a:pt x="617689" y="84319"/>
                </a:lnTo>
                <a:lnTo>
                  <a:pt x="610357" y="65187"/>
                </a:lnTo>
                <a:lnTo>
                  <a:pt x="576790" y="65187"/>
                </a:lnTo>
                <a:lnTo>
                  <a:pt x="569859" y="84319"/>
                </a:lnTo>
                <a:lnTo>
                  <a:pt x="551872" y="84319"/>
                </a:lnTo>
                <a:lnTo>
                  <a:pt x="584580" y="344"/>
                </a:lnTo>
                <a:lnTo>
                  <a:pt x="602509" y="344"/>
                </a:lnTo>
                <a:lnTo>
                  <a:pt x="636134" y="84319"/>
                </a:lnTo>
                <a:moveTo>
                  <a:pt x="604915" y="50981"/>
                </a:moveTo>
                <a:lnTo>
                  <a:pt x="593344" y="19934"/>
                </a:lnTo>
                <a:lnTo>
                  <a:pt x="582002" y="50981"/>
                </a:lnTo>
                <a:lnTo>
                  <a:pt x="604915" y="50981"/>
                </a:lnTo>
                <a:close/>
                <a:moveTo>
                  <a:pt x="695916" y="69311"/>
                </a:moveTo>
                <a:lnTo>
                  <a:pt x="695916" y="84319"/>
                </a:lnTo>
                <a:lnTo>
                  <a:pt x="639494" y="84319"/>
                </a:lnTo>
                <a:cubicBezTo>
                  <a:pt x="640105" y="78672"/>
                  <a:pt x="641938" y="73321"/>
                  <a:pt x="644993" y="68266"/>
                </a:cubicBezTo>
                <a:cubicBezTo>
                  <a:pt x="648048" y="63209"/>
                  <a:pt x="654082" y="56503"/>
                  <a:pt x="663094" y="48145"/>
                </a:cubicBezTo>
                <a:cubicBezTo>
                  <a:pt x="670350" y="41392"/>
                  <a:pt x="674799" y="36814"/>
                  <a:pt x="676441" y="34410"/>
                </a:cubicBezTo>
                <a:cubicBezTo>
                  <a:pt x="678656" y="31090"/>
                  <a:pt x="679763" y="27809"/>
                  <a:pt x="679763" y="24565"/>
                </a:cubicBezTo>
                <a:cubicBezTo>
                  <a:pt x="679763" y="20978"/>
                  <a:pt x="678799" y="18221"/>
                  <a:pt x="676870" y="16295"/>
                </a:cubicBezTo>
                <a:cubicBezTo>
                  <a:pt x="674942" y="14368"/>
                  <a:pt x="672278" y="13404"/>
                  <a:pt x="668879" y="13404"/>
                </a:cubicBezTo>
                <a:cubicBezTo>
                  <a:pt x="665519" y="13404"/>
                  <a:pt x="662846" y="14421"/>
                  <a:pt x="660860" y="16454"/>
                </a:cubicBezTo>
                <a:cubicBezTo>
                  <a:pt x="658874" y="18487"/>
                  <a:pt x="657729" y="21861"/>
                  <a:pt x="657423" y="26579"/>
                </a:cubicBezTo>
                <a:lnTo>
                  <a:pt x="641384" y="24968"/>
                </a:lnTo>
                <a:cubicBezTo>
                  <a:pt x="642339" y="16070"/>
                  <a:pt x="645337" y="9684"/>
                  <a:pt x="650377" y="5811"/>
                </a:cubicBezTo>
                <a:cubicBezTo>
                  <a:pt x="655418" y="1937"/>
                  <a:pt x="661719" y="0"/>
                  <a:pt x="669280" y="0"/>
                </a:cubicBezTo>
                <a:cubicBezTo>
                  <a:pt x="677567" y="0"/>
                  <a:pt x="684078" y="2232"/>
                  <a:pt x="688814" y="6697"/>
                </a:cubicBezTo>
                <a:cubicBezTo>
                  <a:pt x="693549" y="11161"/>
                  <a:pt x="695916" y="16713"/>
                  <a:pt x="695916" y="23351"/>
                </a:cubicBezTo>
                <a:cubicBezTo>
                  <a:pt x="695916" y="27130"/>
                  <a:pt x="695239" y="30726"/>
                  <a:pt x="693883" y="34142"/>
                </a:cubicBezTo>
                <a:cubicBezTo>
                  <a:pt x="692527" y="37556"/>
                  <a:pt x="690379" y="41133"/>
                  <a:pt x="687439" y="44871"/>
                </a:cubicBezTo>
                <a:cubicBezTo>
                  <a:pt x="685491" y="47352"/>
                  <a:pt x="681978" y="50921"/>
                  <a:pt x="676899" y="55576"/>
                </a:cubicBezTo>
                <a:cubicBezTo>
                  <a:pt x="671820" y="60230"/>
                  <a:pt x="668603" y="63320"/>
                  <a:pt x="667247" y="64847"/>
                </a:cubicBezTo>
                <a:cubicBezTo>
                  <a:pt x="665891" y="66373"/>
                  <a:pt x="664793" y="67861"/>
                  <a:pt x="663953" y="69311"/>
                </a:cubicBezTo>
                <a:lnTo>
                  <a:pt x="695916" y="69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E77AF-91E4-4394-9624-3FC8B23A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3141799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9981A-EE04-4E4E-BB20-EE245372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3141799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4D777-D7C3-47AB-A340-C3891639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09" y="3167868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79FB8-E386-4EA3-ACA8-53DE7587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3758475"/>
            <a:ext cx="966010" cy="483005"/>
          </a:xfrm>
          <a:custGeom xmlns:a="http://schemas.openxmlformats.org/drawingml/2006/main">
            <a:pathLst>
              <a:path w="966010" h="483005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96371-4CA3-469B-ACEE-740D2D7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3758475"/>
            <a:ext cx="966010" cy="483005"/>
          </a:xfrm>
          <a:custGeom xmlns:a="http://schemas.openxmlformats.org/drawingml/2006/main">
            <a:pathLst>
              <a:path w="966010" h="483005" fill="none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99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4BC135D6-7D0A-4DE4-AFC3-9A141A8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39" y="3884499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4" y="39964"/>
                  <a:pt x="466774" y="44737"/>
                </a:cubicBezTo>
                <a:lnTo>
                  <a:pt x="466774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4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Function_A3">
            <a:extLst xmlns:a="http://schemas.openxmlformats.org/drawingml/2006/main">
              <a:ext uri="{FF2B5EF4-FFF2-40B4-BE49-F238E27FC236}">
                <a16:creationId xmlns:a16="http://schemas.microsoft.com/office/drawing/2014/main" id="{0B817235-1754-4F38-AC08-ED6374C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217" y="4025705"/>
            <a:ext cx="696776" cy="107575"/>
          </a:xfrm>
          <a:custGeom xmlns:a="http://schemas.openxmlformats.org/drawingml/2006/main">
            <a:pathLst>
              <a:path w="69677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2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5" y="67707"/>
                  <a:pt x="71105" y="61979"/>
                </a:cubicBezTo>
                <a:lnTo>
                  <a:pt x="71105" y="23486"/>
                </a:lnTo>
                <a:lnTo>
                  <a:pt x="87201" y="23486"/>
                </a:lnTo>
                <a:lnTo>
                  <a:pt x="87201" y="51375"/>
                </a:lnTo>
                <a:cubicBezTo>
                  <a:pt x="87201" y="59910"/>
                  <a:pt x="87497" y="65139"/>
                  <a:pt x="88089" y="67063"/>
                </a:cubicBezTo>
                <a:cubicBezTo>
                  <a:pt x="88681" y="68986"/>
                  <a:pt x="89760" y="70510"/>
                  <a:pt x="91326" y="71635"/>
                </a:cubicBezTo>
                <a:cubicBezTo>
                  <a:pt x="92891" y="72759"/>
                  <a:pt x="94877" y="73321"/>
                  <a:pt x="97283" y="73321"/>
                </a:cubicBezTo>
                <a:cubicBezTo>
                  <a:pt x="100033" y="73321"/>
                  <a:pt x="102496" y="72568"/>
                  <a:pt x="104672" y="71064"/>
                </a:cubicBezTo>
                <a:cubicBezTo>
                  <a:pt x="106849" y="69559"/>
                  <a:pt x="108338" y="67692"/>
                  <a:pt x="109140" y="65462"/>
                </a:cubicBezTo>
                <a:cubicBezTo>
                  <a:pt x="109942" y="63233"/>
                  <a:pt x="110343" y="57775"/>
                  <a:pt x="110343" y="49089"/>
                </a:cubicBezTo>
                <a:lnTo>
                  <a:pt x="110343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5" y="84319"/>
                </a:lnTo>
                <a:lnTo>
                  <a:pt x="182365" y="53308"/>
                </a:lnTo>
                <a:cubicBezTo>
                  <a:pt x="182365" y="46747"/>
                  <a:pt x="182022" y="42503"/>
                  <a:pt x="181334" y="40577"/>
                </a:cubicBezTo>
                <a:cubicBezTo>
                  <a:pt x="180647" y="38651"/>
                  <a:pt x="179530" y="37154"/>
                  <a:pt x="177983" y="36086"/>
                </a:cubicBezTo>
                <a:cubicBezTo>
                  <a:pt x="176437" y="35018"/>
                  <a:pt x="174575" y="34484"/>
                  <a:pt x="172398" y="34484"/>
                </a:cubicBezTo>
                <a:cubicBezTo>
                  <a:pt x="169611" y="34484"/>
                  <a:pt x="167109" y="35247"/>
                  <a:pt x="164894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3" y="23486"/>
                </a:lnTo>
                <a:lnTo>
                  <a:pt x="157963" y="32422"/>
                </a:lnTo>
                <a:cubicBezTo>
                  <a:pt x="163271" y="25548"/>
                  <a:pt x="169954" y="22111"/>
                  <a:pt x="178012" y="22111"/>
                </a:cubicBezTo>
                <a:cubicBezTo>
                  <a:pt x="181563" y="22111"/>
                  <a:pt x="184809" y="22750"/>
                  <a:pt x="187750" y="24030"/>
                </a:cubicBezTo>
                <a:cubicBezTo>
                  <a:pt x="190690" y="25309"/>
                  <a:pt x="192915" y="26942"/>
                  <a:pt x="194423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8" y="41472"/>
                </a:moveTo>
                <a:lnTo>
                  <a:pt x="251981" y="44336"/>
                </a:lnTo>
                <a:cubicBezTo>
                  <a:pt x="251447" y="41186"/>
                  <a:pt x="250234" y="38813"/>
                  <a:pt x="248344" y="37219"/>
                </a:cubicBezTo>
                <a:cubicBezTo>
                  <a:pt x="246454" y="35625"/>
                  <a:pt x="244000" y="34827"/>
                  <a:pt x="240983" y="34827"/>
                </a:cubicBezTo>
                <a:cubicBezTo>
                  <a:pt x="236974" y="34827"/>
                  <a:pt x="233775" y="36207"/>
                  <a:pt x="231389" y="38968"/>
                </a:cubicBezTo>
                <a:cubicBezTo>
                  <a:pt x="229002" y="41728"/>
                  <a:pt x="227808" y="46344"/>
                  <a:pt x="227808" y="52816"/>
                </a:cubicBezTo>
                <a:cubicBezTo>
                  <a:pt x="227808" y="60012"/>
                  <a:pt x="229021" y="65095"/>
                  <a:pt x="231446" y="68065"/>
                </a:cubicBezTo>
                <a:cubicBezTo>
                  <a:pt x="233871" y="71034"/>
                  <a:pt x="237126" y="72519"/>
                  <a:pt x="241212" y="72519"/>
                </a:cubicBezTo>
                <a:cubicBezTo>
                  <a:pt x="244267" y="72519"/>
                  <a:pt x="246769" y="71650"/>
                  <a:pt x="248716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0" y="63697"/>
                </a:lnTo>
                <a:cubicBezTo>
                  <a:pt x="267008" y="70953"/>
                  <a:pt x="263858" y="76433"/>
                  <a:pt x="259199" y="80137"/>
                </a:cubicBezTo>
                <a:cubicBezTo>
                  <a:pt x="254540" y="83842"/>
                  <a:pt x="248296" y="85694"/>
                  <a:pt x="240468" y="85694"/>
                </a:cubicBezTo>
                <a:cubicBezTo>
                  <a:pt x="231570" y="85694"/>
                  <a:pt x="224477" y="82887"/>
                  <a:pt x="219188" y="77273"/>
                </a:cubicBezTo>
                <a:cubicBezTo>
                  <a:pt x="213899" y="71660"/>
                  <a:pt x="211254" y="63888"/>
                  <a:pt x="211254" y="53960"/>
                </a:cubicBezTo>
                <a:cubicBezTo>
                  <a:pt x="211254" y="43916"/>
                  <a:pt x="213908" y="36097"/>
                  <a:pt x="219216" y="30503"/>
                </a:cubicBezTo>
                <a:cubicBezTo>
                  <a:pt x="224524" y="24908"/>
                  <a:pt x="231704" y="22111"/>
                  <a:pt x="240754" y="22111"/>
                </a:cubicBezTo>
                <a:cubicBezTo>
                  <a:pt x="248163" y="22111"/>
                  <a:pt x="254053" y="23705"/>
                  <a:pt x="258426" y="26894"/>
                </a:cubicBezTo>
                <a:cubicBezTo>
                  <a:pt x="262798" y="30083"/>
                  <a:pt x="265939" y="34942"/>
                  <a:pt x="267848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3" y="344"/>
                </a:lnTo>
                <a:lnTo>
                  <a:pt x="335193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3" y="23486"/>
                </a:lnTo>
                <a:lnTo>
                  <a:pt x="335193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4" y="42522"/>
                  <a:pt x="351939" y="37520"/>
                </a:cubicBezTo>
                <a:cubicBezTo>
                  <a:pt x="354574" y="32517"/>
                  <a:pt x="358307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3" y="22111"/>
                  <a:pt x="396065" y="25099"/>
                  <a:pt x="401946" y="31075"/>
                </a:cubicBezTo>
                <a:cubicBezTo>
                  <a:pt x="407827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0" y="76614"/>
                </a:cubicBezTo>
                <a:cubicBezTo>
                  <a:pt x="395922" y="82667"/>
                  <a:pt x="388447" y="85694"/>
                  <a:pt x="379435" y="85694"/>
                </a:cubicBezTo>
                <a:cubicBezTo>
                  <a:pt x="373859" y="85694"/>
                  <a:pt x="368542" y="84433"/>
                  <a:pt x="363482" y="81913"/>
                </a:cubicBezTo>
                <a:cubicBezTo>
                  <a:pt x="358422" y="79393"/>
                  <a:pt x="354574" y="75698"/>
                  <a:pt x="351939" y="70829"/>
                </a:cubicBezTo>
                <a:cubicBezTo>
                  <a:pt x="349304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0" y="67721"/>
                </a:cubicBezTo>
                <a:cubicBezTo>
                  <a:pt x="371644" y="70920"/>
                  <a:pt x="375177" y="72519"/>
                  <a:pt x="379377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3" y="59879"/>
                  <a:pt x="394213" y="53788"/>
                </a:cubicBezTo>
                <a:cubicBezTo>
                  <a:pt x="394213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7" y="35286"/>
                </a:cubicBezTo>
                <a:cubicBezTo>
                  <a:pt x="375177" y="35286"/>
                  <a:pt x="371644" y="36885"/>
                  <a:pt x="368780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6" y="84319"/>
                </a:lnTo>
                <a:lnTo>
                  <a:pt x="462626" y="53308"/>
                </a:lnTo>
                <a:cubicBezTo>
                  <a:pt x="462626" y="46747"/>
                  <a:pt x="462283" y="42503"/>
                  <a:pt x="461595" y="40577"/>
                </a:cubicBezTo>
                <a:cubicBezTo>
                  <a:pt x="460908" y="38651"/>
                  <a:pt x="459791" y="37154"/>
                  <a:pt x="458244" y="36086"/>
                </a:cubicBezTo>
                <a:cubicBezTo>
                  <a:pt x="456698" y="35018"/>
                  <a:pt x="454836" y="34484"/>
                  <a:pt x="452659" y="34484"/>
                </a:cubicBezTo>
                <a:cubicBezTo>
                  <a:pt x="449872" y="34484"/>
                  <a:pt x="447370" y="35247"/>
                  <a:pt x="445155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0" y="50008"/>
                  <a:pt x="439370" y="56799"/>
                </a:cubicBezTo>
                <a:lnTo>
                  <a:pt x="439370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4" y="23486"/>
                </a:lnTo>
                <a:lnTo>
                  <a:pt x="438224" y="32422"/>
                </a:lnTo>
                <a:cubicBezTo>
                  <a:pt x="443533" y="25548"/>
                  <a:pt x="450215" y="22111"/>
                  <a:pt x="458273" y="22111"/>
                </a:cubicBezTo>
                <a:cubicBezTo>
                  <a:pt x="461825" y="22111"/>
                  <a:pt x="465070" y="22750"/>
                  <a:pt x="468011" y="24030"/>
                </a:cubicBezTo>
                <a:cubicBezTo>
                  <a:pt x="470951" y="25309"/>
                  <a:pt x="473176" y="26942"/>
                  <a:pt x="474684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8" y="107575"/>
                </a:moveTo>
                <a:lnTo>
                  <a:pt x="485558" y="97035"/>
                </a:lnTo>
                <a:lnTo>
                  <a:pt x="552463" y="97035"/>
                </a:lnTo>
                <a:lnTo>
                  <a:pt x="552463" y="107575"/>
                </a:lnTo>
                <a:lnTo>
                  <a:pt x="485558" y="107575"/>
                </a:lnTo>
                <a:close/>
                <a:moveTo>
                  <a:pt x="636134" y="84319"/>
                </a:moveTo>
                <a:lnTo>
                  <a:pt x="617689" y="84319"/>
                </a:lnTo>
                <a:lnTo>
                  <a:pt x="610357" y="65187"/>
                </a:lnTo>
                <a:lnTo>
                  <a:pt x="576790" y="65187"/>
                </a:lnTo>
                <a:lnTo>
                  <a:pt x="569859" y="84319"/>
                </a:lnTo>
                <a:lnTo>
                  <a:pt x="551872" y="84319"/>
                </a:lnTo>
                <a:lnTo>
                  <a:pt x="584580" y="344"/>
                </a:lnTo>
                <a:lnTo>
                  <a:pt x="602509" y="344"/>
                </a:lnTo>
                <a:lnTo>
                  <a:pt x="636134" y="84319"/>
                </a:lnTo>
                <a:moveTo>
                  <a:pt x="604915" y="50981"/>
                </a:moveTo>
                <a:lnTo>
                  <a:pt x="593344" y="19934"/>
                </a:lnTo>
                <a:lnTo>
                  <a:pt x="582002" y="50981"/>
                </a:lnTo>
                <a:lnTo>
                  <a:pt x="604915" y="50981"/>
                </a:lnTo>
                <a:close/>
                <a:moveTo>
                  <a:pt x="640983" y="62036"/>
                </a:moveTo>
                <a:lnTo>
                  <a:pt x="656564" y="60146"/>
                </a:lnTo>
                <a:cubicBezTo>
                  <a:pt x="657060" y="64117"/>
                  <a:pt x="658397" y="67153"/>
                  <a:pt x="660574" y="69254"/>
                </a:cubicBezTo>
                <a:cubicBezTo>
                  <a:pt x="662750" y="71354"/>
                  <a:pt x="665385" y="72404"/>
                  <a:pt x="668478" y="72404"/>
                </a:cubicBezTo>
                <a:cubicBezTo>
                  <a:pt x="671801" y="72404"/>
                  <a:pt x="674598" y="71144"/>
                  <a:pt x="676870" y="68624"/>
                </a:cubicBezTo>
                <a:cubicBezTo>
                  <a:pt x="679142" y="66103"/>
                  <a:pt x="680279" y="62705"/>
                  <a:pt x="680279" y="58427"/>
                </a:cubicBezTo>
                <a:cubicBezTo>
                  <a:pt x="680279" y="54380"/>
                  <a:pt x="679190" y="51172"/>
                  <a:pt x="677013" y="48804"/>
                </a:cubicBezTo>
                <a:cubicBezTo>
                  <a:pt x="674837" y="46436"/>
                  <a:pt x="672183" y="45253"/>
                  <a:pt x="669051" y="45253"/>
                </a:cubicBezTo>
                <a:cubicBezTo>
                  <a:pt x="666989" y="45253"/>
                  <a:pt x="664526" y="45654"/>
                  <a:pt x="661662" y="46456"/>
                </a:cubicBezTo>
                <a:lnTo>
                  <a:pt x="663438" y="33453"/>
                </a:lnTo>
                <a:cubicBezTo>
                  <a:pt x="667791" y="33567"/>
                  <a:pt x="671113" y="32625"/>
                  <a:pt x="673405" y="30626"/>
                </a:cubicBezTo>
                <a:cubicBezTo>
                  <a:pt x="675696" y="28626"/>
                  <a:pt x="676842" y="25970"/>
                  <a:pt x="676842" y="22657"/>
                </a:cubicBezTo>
                <a:cubicBezTo>
                  <a:pt x="676842" y="19839"/>
                  <a:pt x="676001" y="17593"/>
                  <a:pt x="674321" y="15917"/>
                </a:cubicBezTo>
                <a:cubicBezTo>
                  <a:pt x="672641" y="14242"/>
                  <a:pt x="670407" y="13404"/>
                  <a:pt x="667619" y="13404"/>
                </a:cubicBezTo>
                <a:cubicBezTo>
                  <a:pt x="664870" y="13404"/>
                  <a:pt x="662521" y="14359"/>
                  <a:pt x="660574" y="16268"/>
                </a:cubicBezTo>
                <a:cubicBezTo>
                  <a:pt x="658626" y="18177"/>
                  <a:pt x="657442" y="20965"/>
                  <a:pt x="657022" y="24631"/>
                </a:cubicBezTo>
                <a:lnTo>
                  <a:pt x="642186" y="22111"/>
                </a:lnTo>
                <a:cubicBezTo>
                  <a:pt x="643217" y="16992"/>
                  <a:pt x="644773" y="12903"/>
                  <a:pt x="646855" y="9844"/>
                </a:cubicBezTo>
                <a:cubicBezTo>
                  <a:pt x="648936" y="6784"/>
                  <a:pt x="651838" y="4378"/>
                  <a:pt x="655561" y="2628"/>
                </a:cubicBezTo>
                <a:cubicBezTo>
                  <a:pt x="659285" y="876"/>
                  <a:pt x="663457" y="0"/>
                  <a:pt x="668078" y="0"/>
                </a:cubicBezTo>
                <a:cubicBezTo>
                  <a:pt x="675982" y="0"/>
                  <a:pt x="682322" y="2524"/>
                  <a:pt x="687095" y="7572"/>
                </a:cubicBezTo>
                <a:cubicBezTo>
                  <a:pt x="691028" y="11703"/>
                  <a:pt x="692995" y="16369"/>
                  <a:pt x="692995" y="21570"/>
                </a:cubicBezTo>
                <a:cubicBezTo>
                  <a:pt x="692995" y="28951"/>
                  <a:pt x="688966" y="34841"/>
                  <a:pt x="680909" y="39240"/>
                </a:cubicBezTo>
                <a:cubicBezTo>
                  <a:pt x="685720" y="40271"/>
                  <a:pt x="689568" y="42581"/>
                  <a:pt x="692451" y="46171"/>
                </a:cubicBezTo>
                <a:cubicBezTo>
                  <a:pt x="695334" y="49761"/>
                  <a:pt x="696776" y="54095"/>
                  <a:pt x="696776" y="59174"/>
                </a:cubicBezTo>
                <a:cubicBezTo>
                  <a:pt x="696776" y="66543"/>
                  <a:pt x="694083" y="72824"/>
                  <a:pt x="688699" y="78018"/>
                </a:cubicBezTo>
                <a:cubicBezTo>
                  <a:pt x="683314" y="83211"/>
                  <a:pt x="676612" y="85808"/>
                  <a:pt x="668593" y="85808"/>
                </a:cubicBezTo>
                <a:cubicBezTo>
                  <a:pt x="660994" y="85808"/>
                  <a:pt x="654693" y="83617"/>
                  <a:pt x="649690" y="79233"/>
                </a:cubicBezTo>
                <a:cubicBezTo>
                  <a:pt x="644687" y="74850"/>
                  <a:pt x="641785" y="69118"/>
                  <a:pt x="640983" y="620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5732D-EAEF-4363-BB5B-E0FAC10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379106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30068-E8D3-4034-A8FD-FDB861FC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379106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6CF4C-6630-4E54-9BDC-42F474F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09" y="381713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7BA2A-6FC5-4F0C-B096-A2F696A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3420605"/>
            <a:ext cx="91418" cy="91418"/>
          </a:xfrm>
          <a:custGeom xmlns:a="http://schemas.openxmlformats.org/drawingml/2006/main">
            <a:pathLst>
              <a:path w="91418" h="91418">
                <a:moveTo>
                  <a:pt x="4362" y="64990"/>
                </a:moveTo>
                <a:cubicBezTo>
                  <a:pt x="3096" y="62275"/>
                  <a:pt x="2107" y="59462"/>
                  <a:pt x="1395" y="56553"/>
                </a:cubicBezTo>
                <a:cubicBezTo>
                  <a:pt x="682" y="53643"/>
                  <a:pt x="261" y="50692"/>
                  <a:pt x="131" y="47699"/>
                </a:cubicBezTo>
                <a:cubicBezTo>
                  <a:pt x="0" y="44706"/>
                  <a:pt x="163" y="41730"/>
                  <a:pt x="618" y="38769"/>
                </a:cubicBezTo>
                <a:cubicBezTo>
                  <a:pt x="1074" y="35808"/>
                  <a:pt x="1814" y="32920"/>
                  <a:pt x="2838" y="30106"/>
                </a:cubicBezTo>
                <a:cubicBezTo>
                  <a:pt x="3863" y="27291"/>
                  <a:pt x="5152" y="24603"/>
                  <a:pt x="6706" y="22042"/>
                </a:cubicBezTo>
                <a:cubicBezTo>
                  <a:pt x="8261" y="19481"/>
                  <a:pt x="10049" y="17096"/>
                  <a:pt x="12073" y="14887"/>
                </a:cubicBezTo>
                <a:cubicBezTo>
                  <a:pt x="14097" y="12679"/>
                  <a:pt x="16317" y="10689"/>
                  <a:pt x="18732" y="8918"/>
                </a:cubicBezTo>
                <a:cubicBezTo>
                  <a:pt x="21148" y="7146"/>
                  <a:pt x="23713" y="5628"/>
                  <a:pt x="26428" y="4362"/>
                </a:cubicBezTo>
                <a:cubicBezTo>
                  <a:pt x="29143" y="3096"/>
                  <a:pt x="31956" y="2107"/>
                  <a:pt x="34865" y="1395"/>
                </a:cubicBezTo>
                <a:cubicBezTo>
                  <a:pt x="37775" y="683"/>
                  <a:pt x="40726" y="261"/>
                  <a:pt x="43719" y="131"/>
                </a:cubicBezTo>
                <a:cubicBezTo>
                  <a:pt x="46712" y="0"/>
                  <a:pt x="49689" y="163"/>
                  <a:pt x="52649" y="618"/>
                </a:cubicBezTo>
                <a:cubicBezTo>
                  <a:pt x="55610" y="1074"/>
                  <a:pt x="58498" y="1814"/>
                  <a:pt x="61313" y="2839"/>
                </a:cubicBezTo>
                <a:cubicBezTo>
                  <a:pt x="64127" y="3863"/>
                  <a:pt x="66815" y="5152"/>
                  <a:pt x="69376" y="6706"/>
                </a:cubicBezTo>
                <a:cubicBezTo>
                  <a:pt x="71937" y="8261"/>
                  <a:pt x="74322" y="10049"/>
                  <a:pt x="76531" y="12073"/>
                </a:cubicBezTo>
                <a:cubicBezTo>
                  <a:pt x="78739" y="14097"/>
                  <a:pt x="80729" y="16317"/>
                  <a:pt x="82500" y="18733"/>
                </a:cubicBezTo>
                <a:cubicBezTo>
                  <a:pt x="84272" y="21148"/>
                  <a:pt x="85790" y="23713"/>
                  <a:pt x="87056" y="26428"/>
                </a:cubicBezTo>
                <a:cubicBezTo>
                  <a:pt x="88322" y="29143"/>
                  <a:pt x="89312" y="31956"/>
                  <a:pt x="90023" y="34865"/>
                </a:cubicBezTo>
                <a:cubicBezTo>
                  <a:pt x="90736" y="37775"/>
                  <a:pt x="91157" y="40726"/>
                  <a:pt x="91288" y="43719"/>
                </a:cubicBezTo>
                <a:cubicBezTo>
                  <a:pt x="91418" y="46712"/>
                  <a:pt x="91255" y="49689"/>
                  <a:pt x="90800" y="52649"/>
                </a:cubicBezTo>
                <a:cubicBezTo>
                  <a:pt x="90344" y="55610"/>
                  <a:pt x="89604" y="58498"/>
                  <a:pt x="88579" y="61313"/>
                </a:cubicBezTo>
                <a:cubicBezTo>
                  <a:pt x="87555" y="64128"/>
                  <a:pt x="86266" y="66815"/>
                  <a:pt x="84712" y="69376"/>
                </a:cubicBezTo>
                <a:cubicBezTo>
                  <a:pt x="83158" y="71937"/>
                  <a:pt x="81369" y="74322"/>
                  <a:pt x="79345" y="76531"/>
                </a:cubicBezTo>
                <a:cubicBezTo>
                  <a:pt x="77321" y="78739"/>
                  <a:pt x="75101" y="80729"/>
                  <a:pt x="72686" y="82500"/>
                </a:cubicBezTo>
                <a:cubicBezTo>
                  <a:pt x="70270" y="84272"/>
                  <a:pt x="67704" y="85791"/>
                  <a:pt x="64990" y="87056"/>
                </a:cubicBezTo>
                <a:cubicBezTo>
                  <a:pt x="62275" y="88323"/>
                  <a:pt x="59462" y="89311"/>
                  <a:pt x="56552" y="90023"/>
                </a:cubicBezTo>
                <a:cubicBezTo>
                  <a:pt x="53643" y="90735"/>
                  <a:pt x="50692" y="91157"/>
                  <a:pt x="47699" y="91288"/>
                </a:cubicBezTo>
                <a:cubicBezTo>
                  <a:pt x="44706" y="91418"/>
                  <a:pt x="41730" y="91256"/>
                  <a:pt x="38769" y="90800"/>
                </a:cubicBezTo>
                <a:cubicBezTo>
                  <a:pt x="35808" y="90344"/>
                  <a:pt x="32920" y="89604"/>
                  <a:pt x="30105" y="88580"/>
                </a:cubicBezTo>
                <a:cubicBezTo>
                  <a:pt x="27290" y="87555"/>
                  <a:pt x="24603" y="86266"/>
                  <a:pt x="22042" y="84712"/>
                </a:cubicBezTo>
                <a:cubicBezTo>
                  <a:pt x="19481" y="83158"/>
                  <a:pt x="17096" y="81369"/>
                  <a:pt x="14887" y="79345"/>
                </a:cubicBezTo>
                <a:cubicBezTo>
                  <a:pt x="12679" y="77321"/>
                  <a:pt x="10689" y="75102"/>
                  <a:pt x="8917" y="72686"/>
                </a:cubicBezTo>
                <a:cubicBezTo>
                  <a:pt x="7146" y="70270"/>
                  <a:pt x="5628" y="67705"/>
                  <a:pt x="4362" y="649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6F921-6B5B-4A76-B1D0-AFADBD2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3420605"/>
            <a:ext cx="91418" cy="91418"/>
          </a:xfrm>
          <a:custGeom xmlns:a="http://schemas.openxmlformats.org/drawingml/2006/main">
            <a:pathLst>
              <a:path w="91418" h="91418" fill="none">
                <a:moveTo>
                  <a:pt x="4362" y="64990"/>
                </a:moveTo>
                <a:cubicBezTo>
                  <a:pt x="3096" y="62275"/>
                  <a:pt x="2107" y="59462"/>
                  <a:pt x="1395" y="56553"/>
                </a:cubicBezTo>
                <a:cubicBezTo>
                  <a:pt x="682" y="53643"/>
                  <a:pt x="261" y="50692"/>
                  <a:pt x="131" y="47699"/>
                </a:cubicBezTo>
                <a:cubicBezTo>
                  <a:pt x="0" y="44706"/>
                  <a:pt x="163" y="41730"/>
                  <a:pt x="618" y="38769"/>
                </a:cubicBezTo>
                <a:cubicBezTo>
                  <a:pt x="1074" y="35808"/>
                  <a:pt x="1814" y="32920"/>
                  <a:pt x="2838" y="30106"/>
                </a:cubicBezTo>
                <a:cubicBezTo>
                  <a:pt x="3863" y="27291"/>
                  <a:pt x="5152" y="24603"/>
                  <a:pt x="6706" y="22042"/>
                </a:cubicBezTo>
                <a:cubicBezTo>
                  <a:pt x="8261" y="19481"/>
                  <a:pt x="10049" y="17096"/>
                  <a:pt x="12073" y="14887"/>
                </a:cubicBezTo>
                <a:cubicBezTo>
                  <a:pt x="14097" y="12679"/>
                  <a:pt x="16317" y="10689"/>
                  <a:pt x="18732" y="8918"/>
                </a:cubicBezTo>
                <a:cubicBezTo>
                  <a:pt x="21148" y="7146"/>
                  <a:pt x="23713" y="5628"/>
                  <a:pt x="26428" y="4362"/>
                </a:cubicBezTo>
                <a:cubicBezTo>
                  <a:pt x="29143" y="3096"/>
                  <a:pt x="31956" y="2107"/>
                  <a:pt x="34865" y="1395"/>
                </a:cubicBezTo>
                <a:cubicBezTo>
                  <a:pt x="37775" y="683"/>
                  <a:pt x="40726" y="261"/>
                  <a:pt x="43719" y="131"/>
                </a:cubicBezTo>
                <a:cubicBezTo>
                  <a:pt x="46712" y="0"/>
                  <a:pt x="49689" y="163"/>
                  <a:pt x="52649" y="618"/>
                </a:cubicBezTo>
                <a:cubicBezTo>
                  <a:pt x="55610" y="1074"/>
                  <a:pt x="58498" y="1814"/>
                  <a:pt x="61313" y="2839"/>
                </a:cubicBezTo>
                <a:cubicBezTo>
                  <a:pt x="64127" y="3863"/>
                  <a:pt x="66815" y="5152"/>
                  <a:pt x="69376" y="6706"/>
                </a:cubicBezTo>
                <a:cubicBezTo>
                  <a:pt x="71937" y="8261"/>
                  <a:pt x="74322" y="10049"/>
                  <a:pt x="76531" y="12073"/>
                </a:cubicBezTo>
                <a:cubicBezTo>
                  <a:pt x="78739" y="14097"/>
                  <a:pt x="80729" y="16317"/>
                  <a:pt x="82500" y="18733"/>
                </a:cubicBezTo>
                <a:cubicBezTo>
                  <a:pt x="84272" y="21148"/>
                  <a:pt x="85790" y="23713"/>
                  <a:pt x="87056" y="26428"/>
                </a:cubicBezTo>
                <a:cubicBezTo>
                  <a:pt x="88322" y="29143"/>
                  <a:pt x="89312" y="31956"/>
                  <a:pt x="90023" y="34865"/>
                </a:cubicBezTo>
                <a:cubicBezTo>
                  <a:pt x="90736" y="37775"/>
                  <a:pt x="91157" y="40726"/>
                  <a:pt x="91288" y="43719"/>
                </a:cubicBezTo>
                <a:cubicBezTo>
                  <a:pt x="91418" y="46712"/>
                  <a:pt x="91255" y="49689"/>
                  <a:pt x="90800" y="52649"/>
                </a:cubicBezTo>
                <a:cubicBezTo>
                  <a:pt x="90344" y="55610"/>
                  <a:pt x="89604" y="58498"/>
                  <a:pt x="88579" y="61313"/>
                </a:cubicBezTo>
                <a:cubicBezTo>
                  <a:pt x="87555" y="64128"/>
                  <a:pt x="86266" y="66815"/>
                  <a:pt x="84712" y="69376"/>
                </a:cubicBezTo>
                <a:cubicBezTo>
                  <a:pt x="83158" y="71937"/>
                  <a:pt x="81369" y="74322"/>
                  <a:pt x="79345" y="76531"/>
                </a:cubicBezTo>
                <a:cubicBezTo>
                  <a:pt x="77321" y="78739"/>
                  <a:pt x="75101" y="80729"/>
                  <a:pt x="72686" y="82500"/>
                </a:cubicBezTo>
                <a:cubicBezTo>
                  <a:pt x="70270" y="84272"/>
                  <a:pt x="67704" y="85791"/>
                  <a:pt x="64990" y="87056"/>
                </a:cubicBezTo>
                <a:cubicBezTo>
                  <a:pt x="62275" y="88323"/>
                  <a:pt x="59462" y="89311"/>
                  <a:pt x="56552" y="90023"/>
                </a:cubicBezTo>
                <a:cubicBezTo>
                  <a:pt x="53643" y="90735"/>
                  <a:pt x="50692" y="91157"/>
                  <a:pt x="47699" y="91288"/>
                </a:cubicBezTo>
                <a:cubicBezTo>
                  <a:pt x="44706" y="91418"/>
                  <a:pt x="41730" y="91256"/>
                  <a:pt x="38769" y="90800"/>
                </a:cubicBezTo>
                <a:cubicBezTo>
                  <a:pt x="35808" y="90344"/>
                  <a:pt x="32920" y="89604"/>
                  <a:pt x="30105" y="88580"/>
                </a:cubicBezTo>
                <a:cubicBezTo>
                  <a:pt x="27290" y="87555"/>
                  <a:pt x="24603" y="86266"/>
                  <a:pt x="22042" y="84712"/>
                </a:cubicBezTo>
                <a:cubicBezTo>
                  <a:pt x="19481" y="83158"/>
                  <a:pt x="17096" y="81369"/>
                  <a:pt x="14887" y="79345"/>
                </a:cubicBezTo>
                <a:cubicBezTo>
                  <a:pt x="12679" y="77321"/>
                  <a:pt x="10689" y="75102"/>
                  <a:pt x="8917" y="72686"/>
                </a:cubicBezTo>
                <a:cubicBezTo>
                  <a:pt x="7146" y="70270"/>
                  <a:pt x="5628" y="67705"/>
                  <a:pt x="4362" y="649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59747-8444-42D1-AB8F-3973152F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37" y="3415509"/>
            <a:ext cx="104974" cy="136498"/>
          </a:xfrm>
          <a:custGeom xmlns:a="http://schemas.openxmlformats.org/drawingml/2006/main">
            <a:pathLst>
              <a:path w="104974" h="136498" fill="none">
                <a:moveTo>
                  <a:pt x="104974" y="118135"/>
                </a:moveTo>
                <a:cubicBezTo>
                  <a:pt x="65595" y="136498"/>
                  <a:pt x="36725" y="125990"/>
                  <a:pt x="18362" y="86611"/>
                </a:cubicBezTo>
                <a:cubicBezTo>
                  <a:pt x="0" y="47233"/>
                  <a:pt x="10508" y="18363"/>
                  <a:pt x="4988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90EF2-780D-486B-ACCB-C634FBC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3795979"/>
            <a:ext cx="91418" cy="91418"/>
          </a:xfrm>
          <a:custGeom xmlns:a="http://schemas.openxmlformats.org/drawingml/2006/main">
            <a:pathLst>
              <a:path w="91418" h="91418">
                <a:moveTo>
                  <a:pt x="4362" y="26428"/>
                </a:moveTo>
                <a:cubicBezTo>
                  <a:pt x="5628" y="23713"/>
                  <a:pt x="7146" y="21148"/>
                  <a:pt x="8918" y="18732"/>
                </a:cubicBezTo>
                <a:cubicBezTo>
                  <a:pt x="10689" y="16317"/>
                  <a:pt x="12679" y="14097"/>
                  <a:pt x="14887" y="12073"/>
                </a:cubicBezTo>
                <a:cubicBezTo>
                  <a:pt x="17096" y="10049"/>
                  <a:pt x="19481" y="8261"/>
                  <a:pt x="22042" y="6706"/>
                </a:cubicBezTo>
                <a:cubicBezTo>
                  <a:pt x="24603" y="5152"/>
                  <a:pt x="27290" y="3863"/>
                  <a:pt x="30105" y="2838"/>
                </a:cubicBezTo>
                <a:cubicBezTo>
                  <a:pt x="32920" y="1814"/>
                  <a:pt x="35808" y="1074"/>
                  <a:pt x="38769" y="618"/>
                </a:cubicBezTo>
                <a:cubicBezTo>
                  <a:pt x="41730" y="163"/>
                  <a:pt x="44706" y="0"/>
                  <a:pt x="47699" y="131"/>
                </a:cubicBezTo>
                <a:cubicBezTo>
                  <a:pt x="50692" y="261"/>
                  <a:pt x="53643" y="683"/>
                  <a:pt x="56553" y="1395"/>
                </a:cubicBezTo>
                <a:cubicBezTo>
                  <a:pt x="59462" y="2107"/>
                  <a:pt x="62275" y="3096"/>
                  <a:pt x="64990" y="4362"/>
                </a:cubicBezTo>
                <a:cubicBezTo>
                  <a:pt x="67704" y="5627"/>
                  <a:pt x="70270" y="7146"/>
                  <a:pt x="72686" y="8918"/>
                </a:cubicBezTo>
                <a:cubicBezTo>
                  <a:pt x="75102" y="10689"/>
                  <a:pt x="77321" y="12679"/>
                  <a:pt x="79345" y="14887"/>
                </a:cubicBezTo>
                <a:cubicBezTo>
                  <a:pt x="81369" y="17096"/>
                  <a:pt x="83158" y="19481"/>
                  <a:pt x="84712" y="22042"/>
                </a:cubicBezTo>
                <a:cubicBezTo>
                  <a:pt x="86266" y="24603"/>
                  <a:pt x="87555" y="27291"/>
                  <a:pt x="88580" y="30105"/>
                </a:cubicBezTo>
                <a:cubicBezTo>
                  <a:pt x="89604" y="32920"/>
                  <a:pt x="90344" y="35808"/>
                  <a:pt x="90800" y="38769"/>
                </a:cubicBezTo>
                <a:cubicBezTo>
                  <a:pt x="91255" y="41730"/>
                  <a:pt x="91418" y="44706"/>
                  <a:pt x="91288" y="47699"/>
                </a:cubicBezTo>
                <a:cubicBezTo>
                  <a:pt x="91157" y="50692"/>
                  <a:pt x="90736" y="53643"/>
                  <a:pt x="90023" y="56553"/>
                </a:cubicBezTo>
                <a:cubicBezTo>
                  <a:pt x="89312" y="59462"/>
                  <a:pt x="88322" y="62275"/>
                  <a:pt x="87056" y="64990"/>
                </a:cubicBezTo>
                <a:cubicBezTo>
                  <a:pt x="85790" y="67705"/>
                  <a:pt x="84272" y="70270"/>
                  <a:pt x="82500" y="72686"/>
                </a:cubicBezTo>
                <a:cubicBezTo>
                  <a:pt x="80729" y="75102"/>
                  <a:pt x="78739" y="77321"/>
                  <a:pt x="76531" y="79345"/>
                </a:cubicBezTo>
                <a:cubicBezTo>
                  <a:pt x="74322" y="81369"/>
                  <a:pt x="71937" y="83158"/>
                  <a:pt x="69376" y="84712"/>
                </a:cubicBezTo>
                <a:cubicBezTo>
                  <a:pt x="66816" y="86266"/>
                  <a:pt x="64128" y="87555"/>
                  <a:pt x="61313" y="88579"/>
                </a:cubicBezTo>
                <a:cubicBezTo>
                  <a:pt x="58498" y="89604"/>
                  <a:pt x="55610" y="90344"/>
                  <a:pt x="52649" y="90800"/>
                </a:cubicBezTo>
                <a:cubicBezTo>
                  <a:pt x="49689" y="91256"/>
                  <a:pt x="46712" y="91418"/>
                  <a:pt x="43719" y="91287"/>
                </a:cubicBezTo>
                <a:cubicBezTo>
                  <a:pt x="40726" y="91157"/>
                  <a:pt x="37775" y="90735"/>
                  <a:pt x="34865" y="90023"/>
                </a:cubicBezTo>
                <a:cubicBezTo>
                  <a:pt x="31956" y="89311"/>
                  <a:pt x="29143" y="88322"/>
                  <a:pt x="26428" y="87056"/>
                </a:cubicBezTo>
                <a:cubicBezTo>
                  <a:pt x="23713" y="85790"/>
                  <a:pt x="21148" y="84272"/>
                  <a:pt x="18732" y="82500"/>
                </a:cubicBezTo>
                <a:cubicBezTo>
                  <a:pt x="16317" y="80729"/>
                  <a:pt x="14097" y="78739"/>
                  <a:pt x="12073" y="76531"/>
                </a:cubicBezTo>
                <a:cubicBezTo>
                  <a:pt x="10049" y="74322"/>
                  <a:pt x="8261" y="71937"/>
                  <a:pt x="6706" y="69376"/>
                </a:cubicBezTo>
                <a:cubicBezTo>
                  <a:pt x="5152" y="66816"/>
                  <a:pt x="3863" y="64127"/>
                  <a:pt x="2838" y="61313"/>
                </a:cubicBezTo>
                <a:cubicBezTo>
                  <a:pt x="1814" y="58498"/>
                  <a:pt x="1074" y="55610"/>
                  <a:pt x="618" y="52649"/>
                </a:cubicBezTo>
                <a:cubicBezTo>
                  <a:pt x="163" y="49689"/>
                  <a:pt x="0" y="46712"/>
                  <a:pt x="131" y="43719"/>
                </a:cubicBezTo>
                <a:cubicBezTo>
                  <a:pt x="261" y="40726"/>
                  <a:pt x="683" y="37775"/>
                  <a:pt x="1395" y="34865"/>
                </a:cubicBezTo>
                <a:cubicBezTo>
                  <a:pt x="2106" y="31956"/>
                  <a:pt x="3096" y="29143"/>
                  <a:pt x="4362" y="2642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587BE-8CFC-43B5-BD0F-ED3702E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3795979"/>
            <a:ext cx="91418" cy="91418"/>
          </a:xfrm>
          <a:custGeom xmlns:a="http://schemas.openxmlformats.org/drawingml/2006/main">
            <a:pathLst>
              <a:path w="91418" h="91418" fill="none">
                <a:moveTo>
                  <a:pt x="4362" y="26428"/>
                </a:moveTo>
                <a:cubicBezTo>
                  <a:pt x="5628" y="23713"/>
                  <a:pt x="7146" y="21148"/>
                  <a:pt x="8918" y="18732"/>
                </a:cubicBezTo>
                <a:cubicBezTo>
                  <a:pt x="10689" y="16317"/>
                  <a:pt x="12679" y="14097"/>
                  <a:pt x="14887" y="12073"/>
                </a:cubicBezTo>
                <a:cubicBezTo>
                  <a:pt x="17096" y="10049"/>
                  <a:pt x="19481" y="8261"/>
                  <a:pt x="22042" y="6706"/>
                </a:cubicBezTo>
                <a:cubicBezTo>
                  <a:pt x="24603" y="5152"/>
                  <a:pt x="27290" y="3863"/>
                  <a:pt x="30105" y="2838"/>
                </a:cubicBezTo>
                <a:cubicBezTo>
                  <a:pt x="32920" y="1814"/>
                  <a:pt x="35808" y="1074"/>
                  <a:pt x="38769" y="618"/>
                </a:cubicBezTo>
                <a:cubicBezTo>
                  <a:pt x="41730" y="163"/>
                  <a:pt x="44706" y="0"/>
                  <a:pt x="47699" y="131"/>
                </a:cubicBezTo>
                <a:cubicBezTo>
                  <a:pt x="50692" y="261"/>
                  <a:pt x="53643" y="683"/>
                  <a:pt x="56553" y="1395"/>
                </a:cubicBezTo>
                <a:cubicBezTo>
                  <a:pt x="59462" y="2107"/>
                  <a:pt x="62275" y="3096"/>
                  <a:pt x="64990" y="4362"/>
                </a:cubicBezTo>
                <a:cubicBezTo>
                  <a:pt x="67704" y="5627"/>
                  <a:pt x="70270" y="7146"/>
                  <a:pt x="72686" y="8918"/>
                </a:cubicBezTo>
                <a:cubicBezTo>
                  <a:pt x="75102" y="10689"/>
                  <a:pt x="77321" y="12679"/>
                  <a:pt x="79345" y="14887"/>
                </a:cubicBezTo>
                <a:cubicBezTo>
                  <a:pt x="81369" y="17096"/>
                  <a:pt x="83158" y="19481"/>
                  <a:pt x="84712" y="22042"/>
                </a:cubicBezTo>
                <a:cubicBezTo>
                  <a:pt x="86266" y="24603"/>
                  <a:pt x="87555" y="27291"/>
                  <a:pt x="88580" y="30105"/>
                </a:cubicBezTo>
                <a:cubicBezTo>
                  <a:pt x="89604" y="32920"/>
                  <a:pt x="90344" y="35808"/>
                  <a:pt x="90800" y="38769"/>
                </a:cubicBezTo>
                <a:cubicBezTo>
                  <a:pt x="91255" y="41730"/>
                  <a:pt x="91418" y="44706"/>
                  <a:pt x="91288" y="47699"/>
                </a:cubicBezTo>
                <a:cubicBezTo>
                  <a:pt x="91157" y="50692"/>
                  <a:pt x="90736" y="53643"/>
                  <a:pt x="90023" y="56553"/>
                </a:cubicBezTo>
                <a:cubicBezTo>
                  <a:pt x="89312" y="59462"/>
                  <a:pt x="88322" y="62275"/>
                  <a:pt x="87056" y="64990"/>
                </a:cubicBezTo>
                <a:cubicBezTo>
                  <a:pt x="85790" y="67705"/>
                  <a:pt x="84272" y="70270"/>
                  <a:pt x="82500" y="72686"/>
                </a:cubicBezTo>
                <a:cubicBezTo>
                  <a:pt x="80729" y="75102"/>
                  <a:pt x="78739" y="77321"/>
                  <a:pt x="76531" y="79345"/>
                </a:cubicBezTo>
                <a:cubicBezTo>
                  <a:pt x="74322" y="81369"/>
                  <a:pt x="71937" y="83158"/>
                  <a:pt x="69376" y="84712"/>
                </a:cubicBezTo>
                <a:cubicBezTo>
                  <a:pt x="66816" y="86266"/>
                  <a:pt x="64128" y="87555"/>
                  <a:pt x="61313" y="88579"/>
                </a:cubicBezTo>
                <a:cubicBezTo>
                  <a:pt x="58498" y="89604"/>
                  <a:pt x="55610" y="90344"/>
                  <a:pt x="52649" y="90800"/>
                </a:cubicBezTo>
                <a:cubicBezTo>
                  <a:pt x="49689" y="91256"/>
                  <a:pt x="46712" y="91418"/>
                  <a:pt x="43719" y="91287"/>
                </a:cubicBezTo>
                <a:cubicBezTo>
                  <a:pt x="40726" y="91157"/>
                  <a:pt x="37775" y="90735"/>
                  <a:pt x="34865" y="90023"/>
                </a:cubicBezTo>
                <a:cubicBezTo>
                  <a:pt x="31956" y="89311"/>
                  <a:pt x="29143" y="88322"/>
                  <a:pt x="26428" y="87056"/>
                </a:cubicBezTo>
                <a:cubicBezTo>
                  <a:pt x="23713" y="85790"/>
                  <a:pt x="21148" y="84272"/>
                  <a:pt x="18732" y="82500"/>
                </a:cubicBezTo>
                <a:cubicBezTo>
                  <a:pt x="16317" y="80729"/>
                  <a:pt x="14097" y="78739"/>
                  <a:pt x="12073" y="76531"/>
                </a:cubicBezTo>
                <a:cubicBezTo>
                  <a:pt x="10049" y="74322"/>
                  <a:pt x="8261" y="71937"/>
                  <a:pt x="6706" y="69376"/>
                </a:cubicBezTo>
                <a:cubicBezTo>
                  <a:pt x="5152" y="66816"/>
                  <a:pt x="3863" y="64127"/>
                  <a:pt x="2838" y="61313"/>
                </a:cubicBezTo>
                <a:cubicBezTo>
                  <a:pt x="1814" y="58498"/>
                  <a:pt x="1074" y="55610"/>
                  <a:pt x="618" y="52649"/>
                </a:cubicBezTo>
                <a:cubicBezTo>
                  <a:pt x="163" y="49689"/>
                  <a:pt x="0" y="46712"/>
                  <a:pt x="131" y="43719"/>
                </a:cubicBezTo>
                <a:cubicBezTo>
                  <a:pt x="261" y="40726"/>
                  <a:pt x="683" y="37775"/>
                  <a:pt x="1395" y="34865"/>
                </a:cubicBezTo>
                <a:cubicBezTo>
                  <a:pt x="2106" y="31956"/>
                  <a:pt x="3096" y="29143"/>
                  <a:pt x="4362" y="264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229CD-3C4A-4370-AB48-80D21D6D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38" y="3755995"/>
            <a:ext cx="104974" cy="136498"/>
          </a:xfrm>
          <a:custGeom xmlns:a="http://schemas.openxmlformats.org/drawingml/2006/main">
            <a:pathLst>
              <a:path w="104974" h="136498" fill="none">
                <a:moveTo>
                  <a:pt x="49886" y="136498"/>
                </a:moveTo>
                <a:cubicBezTo>
                  <a:pt x="10508" y="118135"/>
                  <a:pt x="0" y="89265"/>
                  <a:pt x="18362" y="49887"/>
                </a:cubicBezTo>
                <a:cubicBezTo>
                  <a:pt x="36725" y="10508"/>
                  <a:pt x="65595" y="0"/>
                  <a:pt x="104974" y="183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2FFD5-7EEB-4DA4-920F-F2D3231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63" y="3621610"/>
            <a:ext cx="279857" cy="184247"/>
          </a:xfrm>
          <a:custGeom xmlns:a="http://schemas.openxmlformats.org/drawingml/2006/main">
            <a:pathLst>
              <a:path w="279857" h="184247" fill="none">
                <a:moveTo>
                  <a:pt x="0" y="0"/>
                </a:moveTo>
                <a:lnTo>
                  <a:pt x="279857" y="184247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E55FA-A787-4199-89E0-1C75F20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63" y="3502146"/>
            <a:ext cx="279857" cy="119464"/>
          </a:xfrm>
          <a:custGeom xmlns:a="http://schemas.openxmlformats.org/drawingml/2006/main">
            <a:pathLst>
              <a:path w="279857" h="119464" fill="none">
                <a:moveTo>
                  <a:pt x="0" y="119464"/>
                </a:moveTo>
                <a:lnTo>
                  <a:pt x="279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5CD82-E64B-4B79-981E-18DDE9DA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3089334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9656E-E42C-48AD-9F48-036FD30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3089334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4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9676B7A6-D346-4BFF-BED1-06CBA0A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672" y="3213206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3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2" y="39639"/>
                  <a:pt x="65398" y="34713"/>
                </a:cubicBezTo>
                <a:cubicBezTo>
                  <a:pt x="67575" y="29787"/>
                  <a:pt x="70888" y="26092"/>
                  <a:pt x="75337" y="23629"/>
                </a:cubicBezTo>
                <a:cubicBezTo>
                  <a:pt x="79786" y="21166"/>
                  <a:pt x="84626" y="19934"/>
                  <a:pt x="89858" y="19934"/>
                </a:cubicBezTo>
                <a:cubicBezTo>
                  <a:pt x="96464" y="19934"/>
                  <a:pt x="101868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1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6" y="28526"/>
                  <a:pt x="90259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6" y="74925"/>
                </a:cubicBezTo>
                <a:cubicBezTo>
                  <a:pt x="93734" y="74925"/>
                  <a:pt x="97113" y="73688"/>
                  <a:pt x="99825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7" y="51726"/>
                </a:moveTo>
                <a:cubicBezTo>
                  <a:pt x="348277" y="40460"/>
                  <a:pt x="351408" y="32116"/>
                  <a:pt x="357671" y="26693"/>
                </a:cubicBezTo>
                <a:cubicBezTo>
                  <a:pt x="362903" y="22187"/>
                  <a:pt x="369280" y="19934"/>
                  <a:pt x="376803" y="19934"/>
                </a:cubicBezTo>
                <a:cubicBezTo>
                  <a:pt x="385166" y="19934"/>
                  <a:pt x="392002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8" y="64853"/>
                  <a:pt x="401749" y="69340"/>
                </a:cubicBezTo>
                <a:cubicBezTo>
                  <a:pt x="399401" y="73827"/>
                  <a:pt x="395983" y="77311"/>
                  <a:pt x="391496" y="79794"/>
                </a:cubicBezTo>
                <a:cubicBezTo>
                  <a:pt x="387009" y="82276"/>
                  <a:pt x="382111" y="83517"/>
                  <a:pt x="376803" y="83517"/>
                </a:cubicBezTo>
                <a:cubicBezTo>
                  <a:pt x="368287" y="83517"/>
                  <a:pt x="361404" y="80787"/>
                  <a:pt x="356153" y="75326"/>
                </a:cubicBezTo>
                <a:cubicBezTo>
                  <a:pt x="350902" y="69865"/>
                  <a:pt x="348277" y="61998"/>
                  <a:pt x="348277" y="51726"/>
                </a:cubicBezTo>
                <a:moveTo>
                  <a:pt x="358874" y="51697"/>
                </a:moveTo>
                <a:cubicBezTo>
                  <a:pt x="358874" y="59459"/>
                  <a:pt x="360573" y="65270"/>
                  <a:pt x="363972" y="69132"/>
                </a:cubicBezTo>
                <a:cubicBezTo>
                  <a:pt x="367370" y="72994"/>
                  <a:pt x="371648" y="74925"/>
                  <a:pt x="376803" y="74925"/>
                </a:cubicBezTo>
                <a:cubicBezTo>
                  <a:pt x="381920" y="74925"/>
                  <a:pt x="386178" y="72984"/>
                  <a:pt x="389577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8" y="28526"/>
                  <a:pt x="367370" y="30448"/>
                  <a:pt x="363972" y="34290"/>
                </a:cubicBezTo>
                <a:cubicBezTo>
                  <a:pt x="360573" y="38133"/>
                  <a:pt x="358874" y="43935"/>
                  <a:pt x="358874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3" y="21309"/>
                </a:lnTo>
                <a:lnTo>
                  <a:pt x="557073" y="29901"/>
                </a:lnTo>
                <a:cubicBezTo>
                  <a:pt x="561541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7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2" y="33581"/>
                  <a:pt x="583489" y="31919"/>
                  <a:pt x="581446" y="30676"/>
                </a:cubicBezTo>
                <a:cubicBezTo>
                  <a:pt x="579403" y="29434"/>
                  <a:pt x="577007" y="28813"/>
                  <a:pt x="574257" y="28813"/>
                </a:cubicBezTo>
                <a:cubicBezTo>
                  <a:pt x="569865" y="28813"/>
                  <a:pt x="566075" y="30208"/>
                  <a:pt x="562887" y="33000"/>
                </a:cubicBezTo>
                <a:cubicBezTo>
                  <a:pt x="559698" y="35790"/>
                  <a:pt x="558104" y="41084"/>
                  <a:pt x="558104" y="48883"/>
                </a:cubicBezTo>
                <a:lnTo>
                  <a:pt x="558104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Function_B1">
            <a:extLst xmlns:a="http://schemas.openxmlformats.org/drawingml/2006/main">
              <a:ext uri="{FF2B5EF4-FFF2-40B4-BE49-F238E27FC236}">
                <a16:creationId xmlns:a16="http://schemas.microsoft.com/office/drawing/2014/main" id="{63D09930-6375-4427-B487-91F4F9A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850" y="3354413"/>
            <a:ext cx="682742" cy="107575"/>
          </a:xfrm>
          <a:custGeom xmlns:a="http://schemas.openxmlformats.org/drawingml/2006/main">
            <a:pathLst>
              <a:path w="682742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90" y="84319"/>
                </a:moveTo>
                <a:lnTo>
                  <a:pt x="111490" y="75211"/>
                </a:lnTo>
                <a:cubicBezTo>
                  <a:pt x="109275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4" y="78686"/>
                  <a:pt x="73283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1" y="70510"/>
                  <a:pt x="91326" y="71635"/>
                </a:cubicBezTo>
                <a:cubicBezTo>
                  <a:pt x="92892" y="72759"/>
                  <a:pt x="94878" y="73321"/>
                  <a:pt x="97284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50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90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4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8" y="53043"/>
                </a:moveTo>
                <a:cubicBezTo>
                  <a:pt x="347988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9" y="26063"/>
                </a:cubicBezTo>
                <a:cubicBezTo>
                  <a:pt x="367969" y="23428"/>
                  <a:pt x="373363" y="22111"/>
                  <a:pt x="379321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8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8" y="60031"/>
                  <a:pt x="347988" y="53043"/>
                </a:cubicBezTo>
                <a:moveTo>
                  <a:pt x="364485" y="53902"/>
                </a:moveTo>
                <a:cubicBezTo>
                  <a:pt x="364485" y="59917"/>
                  <a:pt x="365917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9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9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7" y="43281"/>
                  <a:pt x="364485" y="47888"/>
                  <a:pt x="364485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6" y="344"/>
                </a:moveTo>
                <a:lnTo>
                  <a:pt x="594033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3" y="1727"/>
                  <a:pt x="615084" y="2880"/>
                  <a:pt x="617662" y="4634"/>
                </a:cubicBezTo>
                <a:cubicBezTo>
                  <a:pt x="620239" y="6388"/>
                  <a:pt x="622387" y="8723"/>
                  <a:pt x="624106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4" y="28981"/>
                  <a:pt x="623504" y="32260"/>
                </a:cubicBezTo>
                <a:cubicBezTo>
                  <a:pt x="621385" y="35540"/>
                  <a:pt x="618511" y="37999"/>
                  <a:pt x="614883" y="39639"/>
                </a:cubicBezTo>
                <a:cubicBezTo>
                  <a:pt x="620001" y="41131"/>
                  <a:pt x="623934" y="43674"/>
                  <a:pt x="626683" y="47268"/>
                </a:cubicBezTo>
                <a:cubicBezTo>
                  <a:pt x="629433" y="50862"/>
                  <a:pt x="630808" y="55087"/>
                  <a:pt x="630808" y="59944"/>
                </a:cubicBezTo>
                <a:cubicBezTo>
                  <a:pt x="630808" y="63767"/>
                  <a:pt x="629920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5" y="83248"/>
                  <a:pt x="609499" y="83746"/>
                </a:cubicBezTo>
                <a:cubicBezTo>
                  <a:pt x="606673" y="84052"/>
                  <a:pt x="599856" y="84243"/>
                  <a:pt x="589049" y="84319"/>
                </a:cubicBezTo>
                <a:lnTo>
                  <a:pt x="560466" y="84319"/>
                </a:lnTo>
                <a:lnTo>
                  <a:pt x="560466" y="344"/>
                </a:lnTo>
                <a:moveTo>
                  <a:pt x="577421" y="14320"/>
                </a:moveTo>
                <a:lnTo>
                  <a:pt x="577421" y="33682"/>
                </a:lnTo>
                <a:lnTo>
                  <a:pt x="588534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2" y="33053"/>
                  <a:pt x="606033" y="32054"/>
                  <a:pt x="607695" y="30399"/>
                </a:cubicBezTo>
                <a:cubicBezTo>
                  <a:pt x="609356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1" y="14416"/>
                  <a:pt x="595140" y="14320"/>
                  <a:pt x="587159" y="14320"/>
                </a:cubicBezTo>
                <a:lnTo>
                  <a:pt x="577421" y="14320"/>
                </a:lnTo>
                <a:moveTo>
                  <a:pt x="577421" y="47659"/>
                </a:moveTo>
                <a:lnTo>
                  <a:pt x="577421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5" y="69597"/>
                </a:cubicBezTo>
                <a:cubicBezTo>
                  <a:pt x="607265" y="69139"/>
                  <a:pt x="609318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8" y="48861"/>
                </a:cubicBezTo>
                <a:cubicBezTo>
                  <a:pt x="603838" y="48059"/>
                  <a:pt x="598825" y="47659"/>
                  <a:pt x="591111" y="47659"/>
                </a:cubicBezTo>
                <a:lnTo>
                  <a:pt x="577421" y="47659"/>
                </a:lnTo>
                <a:close/>
                <a:moveTo>
                  <a:pt x="682742" y="84319"/>
                </a:moveTo>
                <a:lnTo>
                  <a:pt x="666646" y="84319"/>
                </a:lnTo>
                <a:lnTo>
                  <a:pt x="666646" y="23724"/>
                </a:lnTo>
                <a:cubicBezTo>
                  <a:pt x="660765" y="29244"/>
                  <a:pt x="653834" y="33327"/>
                  <a:pt x="645853" y="35973"/>
                </a:cubicBezTo>
                <a:lnTo>
                  <a:pt x="645853" y="21309"/>
                </a:lnTo>
                <a:cubicBezTo>
                  <a:pt x="650053" y="19931"/>
                  <a:pt x="654617" y="17318"/>
                  <a:pt x="659543" y="13470"/>
                </a:cubicBezTo>
                <a:cubicBezTo>
                  <a:pt x="664469" y="9622"/>
                  <a:pt x="667849" y="5132"/>
                  <a:pt x="669682" y="0"/>
                </a:cubicBezTo>
                <a:lnTo>
                  <a:pt x="682742" y="0"/>
                </a:lnTo>
                <a:lnTo>
                  <a:pt x="682742" y="84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A03E9-A1E2-4906-85BC-D641F256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3121921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801EC-6A41-4B96-8D5C-3E5B953F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3121921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63C43-E424-4E5F-BFB9-438118D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76" y="3147990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81AC0-E4BE-4BA2-8F4D-76F0DB3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3768251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CD96-B218-46B0-B134-7A427AD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3768251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21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62009140-DAF7-4EE3-90DF-E2490031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672" y="3891016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3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2" y="39639"/>
                  <a:pt x="65398" y="34713"/>
                </a:cubicBezTo>
                <a:cubicBezTo>
                  <a:pt x="67575" y="29787"/>
                  <a:pt x="70888" y="26092"/>
                  <a:pt x="75337" y="23629"/>
                </a:cubicBezTo>
                <a:cubicBezTo>
                  <a:pt x="79786" y="21166"/>
                  <a:pt x="84626" y="19934"/>
                  <a:pt x="89858" y="19934"/>
                </a:cubicBezTo>
                <a:cubicBezTo>
                  <a:pt x="96464" y="19934"/>
                  <a:pt x="101868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1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6" y="28526"/>
                  <a:pt x="90259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6" y="74925"/>
                </a:cubicBezTo>
                <a:cubicBezTo>
                  <a:pt x="93734" y="74925"/>
                  <a:pt x="97113" y="73688"/>
                  <a:pt x="99825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7" y="51726"/>
                </a:moveTo>
                <a:cubicBezTo>
                  <a:pt x="348277" y="40460"/>
                  <a:pt x="351408" y="32116"/>
                  <a:pt x="357671" y="26693"/>
                </a:cubicBezTo>
                <a:cubicBezTo>
                  <a:pt x="362903" y="22187"/>
                  <a:pt x="369280" y="19934"/>
                  <a:pt x="376803" y="19934"/>
                </a:cubicBezTo>
                <a:cubicBezTo>
                  <a:pt x="385166" y="19934"/>
                  <a:pt x="392002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8" y="64853"/>
                  <a:pt x="401749" y="69340"/>
                </a:cubicBezTo>
                <a:cubicBezTo>
                  <a:pt x="399401" y="73827"/>
                  <a:pt x="395983" y="77311"/>
                  <a:pt x="391496" y="79794"/>
                </a:cubicBezTo>
                <a:cubicBezTo>
                  <a:pt x="387009" y="82276"/>
                  <a:pt x="382111" y="83517"/>
                  <a:pt x="376803" y="83517"/>
                </a:cubicBezTo>
                <a:cubicBezTo>
                  <a:pt x="368287" y="83517"/>
                  <a:pt x="361404" y="80787"/>
                  <a:pt x="356153" y="75326"/>
                </a:cubicBezTo>
                <a:cubicBezTo>
                  <a:pt x="350902" y="69865"/>
                  <a:pt x="348277" y="61998"/>
                  <a:pt x="348277" y="51726"/>
                </a:cubicBezTo>
                <a:moveTo>
                  <a:pt x="358874" y="51697"/>
                </a:moveTo>
                <a:cubicBezTo>
                  <a:pt x="358874" y="59459"/>
                  <a:pt x="360573" y="65270"/>
                  <a:pt x="363972" y="69132"/>
                </a:cubicBezTo>
                <a:cubicBezTo>
                  <a:pt x="367370" y="72994"/>
                  <a:pt x="371648" y="74925"/>
                  <a:pt x="376803" y="74925"/>
                </a:cubicBezTo>
                <a:cubicBezTo>
                  <a:pt x="381920" y="74925"/>
                  <a:pt x="386178" y="72984"/>
                  <a:pt x="389577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8" y="28526"/>
                  <a:pt x="367370" y="30448"/>
                  <a:pt x="363972" y="34290"/>
                </a:cubicBezTo>
                <a:cubicBezTo>
                  <a:pt x="360573" y="38133"/>
                  <a:pt x="358874" y="43935"/>
                  <a:pt x="358874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3" y="21309"/>
                </a:lnTo>
                <a:lnTo>
                  <a:pt x="557073" y="29901"/>
                </a:lnTo>
                <a:cubicBezTo>
                  <a:pt x="561541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7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2" y="33581"/>
                  <a:pt x="583489" y="31919"/>
                  <a:pt x="581446" y="30676"/>
                </a:cubicBezTo>
                <a:cubicBezTo>
                  <a:pt x="579403" y="29434"/>
                  <a:pt x="577007" y="28813"/>
                  <a:pt x="574257" y="28813"/>
                </a:cubicBezTo>
                <a:cubicBezTo>
                  <a:pt x="569865" y="28813"/>
                  <a:pt x="566075" y="30208"/>
                  <a:pt x="562887" y="33000"/>
                </a:cubicBezTo>
                <a:cubicBezTo>
                  <a:pt x="559698" y="35790"/>
                  <a:pt x="558104" y="41084"/>
                  <a:pt x="558104" y="48883"/>
                </a:cubicBezTo>
                <a:lnTo>
                  <a:pt x="558104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Function_B2">
            <a:extLst xmlns:a="http://schemas.openxmlformats.org/drawingml/2006/main">
              <a:ext uri="{FF2B5EF4-FFF2-40B4-BE49-F238E27FC236}">
                <a16:creationId xmlns:a16="http://schemas.microsoft.com/office/drawing/2014/main" id="{F19FE83C-DFDE-49BE-8DC4-94188BB4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850" y="4032222"/>
            <a:ext cx="695917" cy="107575"/>
          </a:xfrm>
          <a:custGeom xmlns:a="http://schemas.openxmlformats.org/drawingml/2006/main">
            <a:pathLst>
              <a:path w="695917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90" y="84319"/>
                </a:moveTo>
                <a:lnTo>
                  <a:pt x="111490" y="75211"/>
                </a:lnTo>
                <a:cubicBezTo>
                  <a:pt x="109275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4" y="78686"/>
                  <a:pt x="73283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1" y="70510"/>
                  <a:pt x="91326" y="71635"/>
                </a:cubicBezTo>
                <a:cubicBezTo>
                  <a:pt x="92892" y="72759"/>
                  <a:pt x="94878" y="73321"/>
                  <a:pt x="97284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50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90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4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8" y="53043"/>
                </a:moveTo>
                <a:cubicBezTo>
                  <a:pt x="347988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9" y="26063"/>
                </a:cubicBezTo>
                <a:cubicBezTo>
                  <a:pt x="367969" y="23428"/>
                  <a:pt x="373363" y="22111"/>
                  <a:pt x="379321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8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8" y="60031"/>
                  <a:pt x="347988" y="53043"/>
                </a:cubicBezTo>
                <a:moveTo>
                  <a:pt x="364485" y="53902"/>
                </a:moveTo>
                <a:cubicBezTo>
                  <a:pt x="364485" y="59917"/>
                  <a:pt x="365917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9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9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7" y="43281"/>
                  <a:pt x="364485" y="47888"/>
                  <a:pt x="364485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6" y="344"/>
                </a:moveTo>
                <a:lnTo>
                  <a:pt x="594033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3" y="1727"/>
                  <a:pt x="615084" y="2880"/>
                  <a:pt x="617662" y="4634"/>
                </a:cubicBezTo>
                <a:cubicBezTo>
                  <a:pt x="620239" y="6388"/>
                  <a:pt x="622387" y="8723"/>
                  <a:pt x="624106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4" y="28981"/>
                  <a:pt x="623504" y="32260"/>
                </a:cubicBezTo>
                <a:cubicBezTo>
                  <a:pt x="621385" y="35540"/>
                  <a:pt x="618511" y="37999"/>
                  <a:pt x="614883" y="39639"/>
                </a:cubicBezTo>
                <a:cubicBezTo>
                  <a:pt x="620001" y="41131"/>
                  <a:pt x="623934" y="43674"/>
                  <a:pt x="626683" y="47268"/>
                </a:cubicBezTo>
                <a:cubicBezTo>
                  <a:pt x="629433" y="50862"/>
                  <a:pt x="630808" y="55087"/>
                  <a:pt x="630808" y="59944"/>
                </a:cubicBezTo>
                <a:cubicBezTo>
                  <a:pt x="630808" y="63767"/>
                  <a:pt x="629920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5" y="83248"/>
                  <a:pt x="609499" y="83746"/>
                </a:cubicBezTo>
                <a:cubicBezTo>
                  <a:pt x="606673" y="84052"/>
                  <a:pt x="599856" y="84243"/>
                  <a:pt x="589049" y="84319"/>
                </a:cubicBezTo>
                <a:lnTo>
                  <a:pt x="560466" y="84319"/>
                </a:lnTo>
                <a:lnTo>
                  <a:pt x="560466" y="344"/>
                </a:lnTo>
                <a:moveTo>
                  <a:pt x="577421" y="14320"/>
                </a:moveTo>
                <a:lnTo>
                  <a:pt x="577421" y="33682"/>
                </a:lnTo>
                <a:lnTo>
                  <a:pt x="588534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2" y="33053"/>
                  <a:pt x="606033" y="32054"/>
                  <a:pt x="607695" y="30399"/>
                </a:cubicBezTo>
                <a:cubicBezTo>
                  <a:pt x="609356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1" y="14416"/>
                  <a:pt x="595140" y="14320"/>
                  <a:pt x="587159" y="14320"/>
                </a:cubicBezTo>
                <a:lnTo>
                  <a:pt x="577421" y="14320"/>
                </a:lnTo>
                <a:moveTo>
                  <a:pt x="577421" y="47659"/>
                </a:moveTo>
                <a:lnTo>
                  <a:pt x="577421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5" y="69597"/>
                </a:cubicBezTo>
                <a:cubicBezTo>
                  <a:pt x="607265" y="69139"/>
                  <a:pt x="609318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8" y="48861"/>
                </a:cubicBezTo>
                <a:cubicBezTo>
                  <a:pt x="603838" y="48059"/>
                  <a:pt x="598825" y="47659"/>
                  <a:pt x="591111" y="47659"/>
                </a:cubicBezTo>
                <a:lnTo>
                  <a:pt x="577421" y="47659"/>
                </a:lnTo>
                <a:close/>
                <a:moveTo>
                  <a:pt x="695917" y="69311"/>
                </a:moveTo>
                <a:lnTo>
                  <a:pt x="695917" y="84319"/>
                </a:lnTo>
                <a:lnTo>
                  <a:pt x="639494" y="84319"/>
                </a:lnTo>
                <a:cubicBezTo>
                  <a:pt x="640105" y="78672"/>
                  <a:pt x="641938" y="73321"/>
                  <a:pt x="644994" y="68266"/>
                </a:cubicBezTo>
                <a:cubicBezTo>
                  <a:pt x="648049" y="63209"/>
                  <a:pt x="654082" y="56503"/>
                  <a:pt x="663095" y="48145"/>
                </a:cubicBezTo>
                <a:cubicBezTo>
                  <a:pt x="670350" y="41392"/>
                  <a:pt x="674799" y="36814"/>
                  <a:pt x="676441" y="34410"/>
                </a:cubicBezTo>
                <a:cubicBezTo>
                  <a:pt x="678656" y="31090"/>
                  <a:pt x="679764" y="27809"/>
                  <a:pt x="679764" y="24565"/>
                </a:cubicBezTo>
                <a:cubicBezTo>
                  <a:pt x="679764" y="20978"/>
                  <a:pt x="678799" y="18221"/>
                  <a:pt x="676871" y="16295"/>
                </a:cubicBezTo>
                <a:cubicBezTo>
                  <a:pt x="674942" y="14368"/>
                  <a:pt x="672279" y="13404"/>
                  <a:pt x="668880" y="13404"/>
                </a:cubicBezTo>
                <a:cubicBezTo>
                  <a:pt x="665520" y="13404"/>
                  <a:pt x="662846" y="14421"/>
                  <a:pt x="660861" y="16454"/>
                </a:cubicBezTo>
                <a:cubicBezTo>
                  <a:pt x="658875" y="18487"/>
                  <a:pt x="657729" y="21861"/>
                  <a:pt x="657424" y="26579"/>
                </a:cubicBezTo>
                <a:lnTo>
                  <a:pt x="641385" y="24968"/>
                </a:lnTo>
                <a:cubicBezTo>
                  <a:pt x="642339" y="16070"/>
                  <a:pt x="645337" y="9684"/>
                  <a:pt x="650378" y="5811"/>
                </a:cubicBezTo>
                <a:cubicBezTo>
                  <a:pt x="655419" y="1937"/>
                  <a:pt x="661720" y="0"/>
                  <a:pt x="669281" y="0"/>
                </a:cubicBezTo>
                <a:cubicBezTo>
                  <a:pt x="677568" y="0"/>
                  <a:pt x="684079" y="2232"/>
                  <a:pt x="688814" y="6697"/>
                </a:cubicBezTo>
                <a:cubicBezTo>
                  <a:pt x="693549" y="11161"/>
                  <a:pt x="695917" y="16713"/>
                  <a:pt x="695917" y="23351"/>
                </a:cubicBezTo>
                <a:cubicBezTo>
                  <a:pt x="695917" y="27130"/>
                  <a:pt x="695239" y="30726"/>
                  <a:pt x="693884" y="34142"/>
                </a:cubicBezTo>
                <a:cubicBezTo>
                  <a:pt x="692528" y="37556"/>
                  <a:pt x="690380" y="41133"/>
                  <a:pt x="687439" y="44871"/>
                </a:cubicBezTo>
                <a:cubicBezTo>
                  <a:pt x="685492" y="47352"/>
                  <a:pt x="681978" y="50921"/>
                  <a:pt x="676900" y="55576"/>
                </a:cubicBezTo>
                <a:cubicBezTo>
                  <a:pt x="671821" y="60230"/>
                  <a:pt x="668603" y="63320"/>
                  <a:pt x="667248" y="64847"/>
                </a:cubicBezTo>
                <a:cubicBezTo>
                  <a:pt x="665892" y="66373"/>
                  <a:pt x="664794" y="67861"/>
                  <a:pt x="663954" y="69311"/>
                </a:cubicBezTo>
                <a:lnTo>
                  <a:pt x="695917" y="69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D09FA-F97C-4DCC-8470-32B3FB0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3800838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3F91C-A7F3-43C8-AFEF-6F9F775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3800838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42135-3686-498F-BC87-4DC4259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76" y="3826908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24304-0181-4BDC-B002-0816E66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3089334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56666-CE56-4D1E-A6A1-26430FCD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3089334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28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17D90C88-EA03-4594-9095-853B0CE2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44" y="3213206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79" y="59802"/>
                </a:moveTo>
                <a:lnTo>
                  <a:pt x="115118" y="61120"/>
                </a:lnTo>
                <a:cubicBezTo>
                  <a:pt x="114011" y="68126"/>
                  <a:pt x="111175" y="73611"/>
                  <a:pt x="106612" y="77574"/>
                </a:cubicBezTo>
                <a:cubicBezTo>
                  <a:pt x="102049" y="81536"/>
                  <a:pt x="96444" y="83517"/>
                  <a:pt x="89800" y="83517"/>
                </a:cubicBezTo>
                <a:cubicBezTo>
                  <a:pt x="81475" y="83517"/>
                  <a:pt x="74782" y="80796"/>
                  <a:pt x="69722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4" y="29787"/>
                  <a:pt x="70887" y="26092"/>
                  <a:pt x="75336" y="23629"/>
                </a:cubicBezTo>
                <a:cubicBezTo>
                  <a:pt x="79785" y="21166"/>
                  <a:pt x="84625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8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4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5" y="65711"/>
                  <a:pt x="77427" y="69397"/>
                </a:cubicBezTo>
                <a:cubicBezTo>
                  <a:pt x="80558" y="73082"/>
                  <a:pt x="84644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5" y="68743"/>
                  <a:pt x="104254" y="64939"/>
                  <a:pt x="104979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2" y="82142"/>
                </a:moveTo>
                <a:lnTo>
                  <a:pt x="547792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3" y="19934"/>
                </a:cubicBezTo>
                <a:cubicBezTo>
                  <a:pt x="580099" y="19934"/>
                  <a:pt x="583469" y="20593"/>
                  <a:pt x="586543" y="21910"/>
                </a:cubicBezTo>
                <a:cubicBezTo>
                  <a:pt x="589618" y="23228"/>
                  <a:pt x="591918" y="24956"/>
                  <a:pt x="593446" y="27094"/>
                </a:cubicBezTo>
                <a:cubicBezTo>
                  <a:pt x="594973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8" y="31919"/>
                  <a:pt x="581445" y="30676"/>
                </a:cubicBezTo>
                <a:cubicBezTo>
                  <a:pt x="579402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7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2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Function_B3">
            <a:extLst xmlns:a="http://schemas.openxmlformats.org/drawingml/2006/main">
              <a:ext uri="{FF2B5EF4-FFF2-40B4-BE49-F238E27FC236}">
                <a16:creationId xmlns:a16="http://schemas.microsoft.com/office/drawing/2014/main" id="{BD09BB7F-E5BF-4C0A-BCE6-5E35B9BD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022" y="3354413"/>
            <a:ext cx="696776" cy="107575"/>
          </a:xfrm>
          <a:custGeom xmlns:a="http://schemas.openxmlformats.org/drawingml/2006/main">
            <a:pathLst>
              <a:path w="69677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5" y="344"/>
                </a:moveTo>
                <a:lnTo>
                  <a:pt x="594032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2" y="1727"/>
                  <a:pt x="615083" y="2880"/>
                  <a:pt x="617661" y="4634"/>
                </a:cubicBezTo>
                <a:cubicBezTo>
                  <a:pt x="620239" y="6388"/>
                  <a:pt x="622387" y="8723"/>
                  <a:pt x="624105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3" y="28981"/>
                  <a:pt x="623504" y="32260"/>
                </a:cubicBezTo>
                <a:cubicBezTo>
                  <a:pt x="621384" y="35540"/>
                  <a:pt x="618511" y="37999"/>
                  <a:pt x="614883" y="39639"/>
                </a:cubicBezTo>
                <a:cubicBezTo>
                  <a:pt x="620000" y="41131"/>
                  <a:pt x="623933" y="43674"/>
                  <a:pt x="626683" y="47268"/>
                </a:cubicBezTo>
                <a:cubicBezTo>
                  <a:pt x="629432" y="50862"/>
                  <a:pt x="630807" y="55087"/>
                  <a:pt x="630807" y="59944"/>
                </a:cubicBezTo>
                <a:cubicBezTo>
                  <a:pt x="630807" y="63767"/>
                  <a:pt x="629919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4" y="83248"/>
                  <a:pt x="609498" y="83746"/>
                </a:cubicBezTo>
                <a:cubicBezTo>
                  <a:pt x="606672" y="84052"/>
                  <a:pt x="599856" y="84243"/>
                  <a:pt x="589049" y="84319"/>
                </a:cubicBezTo>
                <a:lnTo>
                  <a:pt x="560465" y="84319"/>
                </a:lnTo>
                <a:lnTo>
                  <a:pt x="560465" y="344"/>
                </a:lnTo>
                <a:moveTo>
                  <a:pt x="577420" y="14320"/>
                </a:moveTo>
                <a:lnTo>
                  <a:pt x="577420" y="33682"/>
                </a:lnTo>
                <a:lnTo>
                  <a:pt x="588533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1" y="33053"/>
                  <a:pt x="606033" y="32054"/>
                  <a:pt x="607694" y="30399"/>
                </a:cubicBezTo>
                <a:cubicBezTo>
                  <a:pt x="609355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0" y="14416"/>
                  <a:pt x="595140" y="14320"/>
                  <a:pt x="587158" y="14320"/>
                </a:cubicBezTo>
                <a:lnTo>
                  <a:pt x="577420" y="14320"/>
                </a:lnTo>
                <a:moveTo>
                  <a:pt x="577420" y="47659"/>
                </a:moveTo>
                <a:lnTo>
                  <a:pt x="577420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4" y="69597"/>
                </a:cubicBezTo>
                <a:cubicBezTo>
                  <a:pt x="607264" y="69139"/>
                  <a:pt x="609317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7" y="48861"/>
                </a:cubicBezTo>
                <a:cubicBezTo>
                  <a:pt x="603837" y="48059"/>
                  <a:pt x="598825" y="47659"/>
                  <a:pt x="591111" y="47659"/>
                </a:cubicBezTo>
                <a:lnTo>
                  <a:pt x="577420" y="47659"/>
                </a:lnTo>
                <a:close/>
                <a:moveTo>
                  <a:pt x="640984" y="62036"/>
                </a:moveTo>
                <a:lnTo>
                  <a:pt x="656564" y="60146"/>
                </a:lnTo>
                <a:cubicBezTo>
                  <a:pt x="657061" y="64117"/>
                  <a:pt x="658397" y="67153"/>
                  <a:pt x="660574" y="69254"/>
                </a:cubicBezTo>
                <a:cubicBezTo>
                  <a:pt x="662751" y="71354"/>
                  <a:pt x="665386" y="72404"/>
                  <a:pt x="668479" y="72404"/>
                </a:cubicBezTo>
                <a:cubicBezTo>
                  <a:pt x="671801" y="72404"/>
                  <a:pt x="674598" y="71144"/>
                  <a:pt x="676871" y="68624"/>
                </a:cubicBezTo>
                <a:cubicBezTo>
                  <a:pt x="679143" y="66103"/>
                  <a:pt x="680279" y="62705"/>
                  <a:pt x="680279" y="58427"/>
                </a:cubicBezTo>
                <a:cubicBezTo>
                  <a:pt x="680279" y="54380"/>
                  <a:pt x="679190" y="51172"/>
                  <a:pt x="677014" y="48804"/>
                </a:cubicBezTo>
                <a:cubicBezTo>
                  <a:pt x="674837" y="46436"/>
                  <a:pt x="672183" y="45253"/>
                  <a:pt x="669052" y="45253"/>
                </a:cubicBezTo>
                <a:cubicBezTo>
                  <a:pt x="666989" y="45253"/>
                  <a:pt x="664526" y="45654"/>
                  <a:pt x="661662" y="46456"/>
                </a:cubicBezTo>
                <a:lnTo>
                  <a:pt x="663438" y="33453"/>
                </a:lnTo>
                <a:cubicBezTo>
                  <a:pt x="667791" y="33567"/>
                  <a:pt x="671114" y="32625"/>
                  <a:pt x="673405" y="30626"/>
                </a:cubicBezTo>
                <a:cubicBezTo>
                  <a:pt x="675696" y="28626"/>
                  <a:pt x="676842" y="25970"/>
                  <a:pt x="676842" y="22657"/>
                </a:cubicBezTo>
                <a:cubicBezTo>
                  <a:pt x="676842" y="19839"/>
                  <a:pt x="676002" y="17593"/>
                  <a:pt x="674322" y="15917"/>
                </a:cubicBezTo>
                <a:cubicBezTo>
                  <a:pt x="672641" y="14242"/>
                  <a:pt x="670407" y="13404"/>
                  <a:pt x="667620" y="13404"/>
                </a:cubicBezTo>
                <a:cubicBezTo>
                  <a:pt x="664870" y="13404"/>
                  <a:pt x="662521" y="14359"/>
                  <a:pt x="660574" y="16268"/>
                </a:cubicBezTo>
                <a:cubicBezTo>
                  <a:pt x="658626" y="18177"/>
                  <a:pt x="657442" y="20965"/>
                  <a:pt x="657022" y="24631"/>
                </a:cubicBezTo>
                <a:lnTo>
                  <a:pt x="642186" y="22111"/>
                </a:lnTo>
                <a:cubicBezTo>
                  <a:pt x="643217" y="16992"/>
                  <a:pt x="644774" y="12903"/>
                  <a:pt x="646855" y="9844"/>
                </a:cubicBezTo>
                <a:cubicBezTo>
                  <a:pt x="648936" y="6784"/>
                  <a:pt x="651838" y="4378"/>
                  <a:pt x="655562" y="2628"/>
                </a:cubicBezTo>
                <a:cubicBezTo>
                  <a:pt x="659285" y="876"/>
                  <a:pt x="663457" y="0"/>
                  <a:pt x="668078" y="0"/>
                </a:cubicBezTo>
                <a:cubicBezTo>
                  <a:pt x="675983" y="0"/>
                  <a:pt x="682322" y="2524"/>
                  <a:pt x="687095" y="7572"/>
                </a:cubicBezTo>
                <a:cubicBezTo>
                  <a:pt x="691029" y="11703"/>
                  <a:pt x="692995" y="16369"/>
                  <a:pt x="692995" y="21570"/>
                </a:cubicBezTo>
                <a:cubicBezTo>
                  <a:pt x="692995" y="28951"/>
                  <a:pt x="688967" y="34841"/>
                  <a:pt x="680909" y="39240"/>
                </a:cubicBezTo>
                <a:cubicBezTo>
                  <a:pt x="685721" y="40271"/>
                  <a:pt x="689568" y="42581"/>
                  <a:pt x="692451" y="46171"/>
                </a:cubicBezTo>
                <a:cubicBezTo>
                  <a:pt x="695334" y="49761"/>
                  <a:pt x="696776" y="54095"/>
                  <a:pt x="696776" y="59174"/>
                </a:cubicBezTo>
                <a:cubicBezTo>
                  <a:pt x="696776" y="66543"/>
                  <a:pt x="694084" y="72824"/>
                  <a:pt x="688699" y="78018"/>
                </a:cubicBezTo>
                <a:cubicBezTo>
                  <a:pt x="683315" y="83211"/>
                  <a:pt x="676613" y="85808"/>
                  <a:pt x="668593" y="85808"/>
                </a:cubicBezTo>
                <a:cubicBezTo>
                  <a:pt x="660994" y="85808"/>
                  <a:pt x="654693" y="83617"/>
                  <a:pt x="649690" y="79233"/>
                </a:cubicBezTo>
                <a:cubicBezTo>
                  <a:pt x="644688" y="74850"/>
                  <a:pt x="641785" y="69118"/>
                  <a:pt x="640984" y="6203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F6CA3-1AF3-4213-865C-C6A1B455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3121921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F4EB8-FDC6-4BAD-8135-79DCA782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3121921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D4267-7165-4B01-B834-356F1C7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93" y="3147990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E5822-44F2-4805-8D61-4ED347F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3285181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0939F-39FA-4869-BB57-4966CE36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3285181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4C9B9-CA99-4FED-B952-7735BA58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3986975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F8556-4D79-46C1-ABDF-4100D2D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3986975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6C5C9-3747-41FD-A9EA-08B5CBD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67" y="3592281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45A13-AC88-4B0D-BBAB-E195E5A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67" y="3592281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94FE7-B487-4E44-9AD2-EE0B3AE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3285181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4C3DD-80CE-433F-AAA8-A225EC1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3285181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49549-3B1C-4DC8-82B9-5D598746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3989843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BF99A-58C6-4897-8B66-781E6C99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3989843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EDA1D-731E-41EB-8F28-C2754D8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416" y="3350747"/>
            <a:ext cx="213249" cy="96262"/>
          </a:xfrm>
          <a:custGeom xmlns:a="http://schemas.openxmlformats.org/drawingml/2006/main">
            <a:pathLst>
              <a:path w="213249" h="96262" fill="none">
                <a:moveTo>
                  <a:pt x="213249" y="0"/>
                </a:moveTo>
                <a:lnTo>
                  <a:pt x="0" y="96262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8B302-C80E-4224-9C69-F71C17B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416" y="3860994"/>
            <a:ext cx="213249" cy="138951"/>
          </a:xfrm>
          <a:custGeom xmlns:a="http://schemas.openxmlformats.org/drawingml/2006/main">
            <a:pathLst>
              <a:path w="213249" h="138951" fill="none">
                <a:moveTo>
                  <a:pt x="213249" y="138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8995C-870C-4886-B722-B4ED614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3275796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4" y="75763"/>
                  <a:pt x="13363" y="77881"/>
                </a:cubicBezTo>
                <a:cubicBezTo>
                  <a:pt x="15481" y="79999"/>
                  <a:pt x="17785" y="81891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7" y="91244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1"/>
                  <a:pt x="75763" y="79999"/>
                  <a:pt x="77881" y="77881"/>
                </a:cubicBezTo>
                <a:cubicBezTo>
                  <a:pt x="80000" y="75763"/>
                  <a:pt x="81891" y="73459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5" y="25395"/>
                  <a:pt x="85220" y="22766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5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90C34-662C-4A11-A77D-9FB23140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3275796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4" y="75763"/>
                  <a:pt x="13363" y="77881"/>
                </a:cubicBezTo>
                <a:cubicBezTo>
                  <a:pt x="15481" y="79999"/>
                  <a:pt x="17785" y="81891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7" y="91244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1"/>
                  <a:pt x="75763" y="79999"/>
                  <a:pt x="77881" y="77881"/>
                </a:cubicBezTo>
                <a:cubicBezTo>
                  <a:pt x="80000" y="75763"/>
                  <a:pt x="81891" y="73459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5" y="25395"/>
                  <a:pt x="85220" y="22766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5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BE426-478B-4CE3-A516-39C4EBD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20" y="3256244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4" y="0"/>
                  <a:pt x="0" y="21725"/>
                  <a:pt x="0" y="65174"/>
                </a:cubicBezTo>
                <a:cubicBezTo>
                  <a:pt x="0" y="108623"/>
                  <a:pt x="21724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98F4D-C011-4C0B-A929-83B506F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261" y="3317768"/>
            <a:ext cx="370058" cy="3650"/>
          </a:xfrm>
          <a:custGeom xmlns:a="http://schemas.openxmlformats.org/drawingml/2006/main">
            <a:pathLst>
              <a:path w="370058" h="3650" fill="none">
                <a:moveTo>
                  <a:pt x="370058" y="3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17286-C077-4297-88DA-4B2101DD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67" y="3317768"/>
            <a:ext cx="396258" cy="3650"/>
          </a:xfrm>
          <a:custGeom xmlns:a="http://schemas.openxmlformats.org/drawingml/2006/main">
            <a:pathLst>
              <a:path w="396258" h="3650" fill="none">
                <a:moveTo>
                  <a:pt x="0" y="3650"/>
                </a:moveTo>
                <a:lnTo>
                  <a:pt x="396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0" name="Text &lt;&lt;RESTAPI&gt;&gt;">
            <a:extLst xmlns:a="http://schemas.openxmlformats.org/drawingml/2006/main">
              <a:ext uri="{FF2B5EF4-FFF2-40B4-BE49-F238E27FC236}">
                <a16:creationId xmlns:a16="http://schemas.microsoft.com/office/drawing/2014/main" id="{9FE3D53C-A83C-4D57-9C38-AB70F4A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214" y="3110353"/>
            <a:ext cx="743403" cy="82015"/>
          </a:xfrm>
          <a:custGeom xmlns:a="http://schemas.openxmlformats.org/drawingml/2006/main">
            <a:pathLst>
              <a:path w="743403" h="82015">
                <a:moveTo>
                  <a:pt x="0" y="45985"/>
                </a:moveTo>
                <a:lnTo>
                  <a:pt x="0" y="36896"/>
                </a:lnTo>
                <a:lnTo>
                  <a:pt x="52531" y="14715"/>
                </a:lnTo>
                <a:lnTo>
                  <a:pt x="52531" y="24453"/>
                </a:lnTo>
                <a:lnTo>
                  <a:pt x="10874" y="41494"/>
                </a:lnTo>
                <a:lnTo>
                  <a:pt x="52531" y="58752"/>
                </a:lnTo>
                <a:lnTo>
                  <a:pt x="52531" y="68490"/>
                </a:lnTo>
                <a:lnTo>
                  <a:pt x="0" y="45985"/>
                </a:lnTo>
                <a:close/>
                <a:moveTo>
                  <a:pt x="64704" y="45985"/>
                </a:moveTo>
                <a:lnTo>
                  <a:pt x="64704" y="36896"/>
                </a:lnTo>
                <a:lnTo>
                  <a:pt x="117235" y="14715"/>
                </a:lnTo>
                <a:lnTo>
                  <a:pt x="117235" y="24453"/>
                </a:lnTo>
                <a:lnTo>
                  <a:pt x="75578" y="41494"/>
                </a:lnTo>
                <a:lnTo>
                  <a:pt x="117235" y="58752"/>
                </a:lnTo>
                <a:lnTo>
                  <a:pt x="117235" y="68490"/>
                </a:lnTo>
                <a:lnTo>
                  <a:pt x="64704" y="45985"/>
                </a:lnTo>
                <a:close/>
                <a:moveTo>
                  <a:pt x="132060" y="80716"/>
                </a:moveTo>
                <a:lnTo>
                  <a:pt x="132060" y="1407"/>
                </a:lnTo>
                <a:lnTo>
                  <a:pt x="167225" y="1407"/>
                </a:lnTo>
                <a:cubicBezTo>
                  <a:pt x="174294" y="1407"/>
                  <a:pt x="179668" y="2118"/>
                  <a:pt x="183347" y="3542"/>
                </a:cubicBezTo>
                <a:cubicBezTo>
                  <a:pt x="187025" y="4964"/>
                  <a:pt x="189965" y="7476"/>
                  <a:pt x="192165" y="11079"/>
                </a:cubicBezTo>
                <a:cubicBezTo>
                  <a:pt x="194365" y="14681"/>
                  <a:pt x="195465" y="18661"/>
                  <a:pt x="195465" y="23019"/>
                </a:cubicBezTo>
                <a:cubicBezTo>
                  <a:pt x="195465" y="28639"/>
                  <a:pt x="193643" y="33376"/>
                  <a:pt x="190001" y="37231"/>
                </a:cubicBezTo>
                <a:cubicBezTo>
                  <a:pt x="186358" y="41084"/>
                  <a:pt x="180732" y="43533"/>
                  <a:pt x="173122" y="44578"/>
                </a:cubicBezTo>
                <a:cubicBezTo>
                  <a:pt x="175899" y="45915"/>
                  <a:pt x="178009" y="47233"/>
                  <a:pt x="179451" y="48534"/>
                </a:cubicBezTo>
                <a:cubicBezTo>
                  <a:pt x="182517" y="51351"/>
                  <a:pt x="185420" y="54872"/>
                  <a:pt x="188161" y="59099"/>
                </a:cubicBezTo>
                <a:lnTo>
                  <a:pt x="201957" y="80716"/>
                </a:lnTo>
                <a:lnTo>
                  <a:pt x="188756" y="80716"/>
                </a:lnTo>
                <a:lnTo>
                  <a:pt x="178261" y="64191"/>
                </a:lnTo>
                <a:cubicBezTo>
                  <a:pt x="175196" y="59423"/>
                  <a:pt x="172671" y="55775"/>
                  <a:pt x="170687" y="53247"/>
                </a:cubicBezTo>
                <a:cubicBezTo>
                  <a:pt x="168704" y="50718"/>
                  <a:pt x="166927" y="48948"/>
                  <a:pt x="165358" y="47937"/>
                </a:cubicBezTo>
                <a:cubicBezTo>
                  <a:pt x="163790" y="46925"/>
                  <a:pt x="162194" y="46220"/>
                  <a:pt x="160571" y="45822"/>
                </a:cubicBezTo>
                <a:cubicBezTo>
                  <a:pt x="159380" y="45570"/>
                  <a:pt x="157433" y="45444"/>
                  <a:pt x="154728" y="45444"/>
                </a:cubicBezTo>
                <a:lnTo>
                  <a:pt x="142556" y="45444"/>
                </a:lnTo>
                <a:lnTo>
                  <a:pt x="142556" y="80716"/>
                </a:lnTo>
                <a:lnTo>
                  <a:pt x="132060" y="80716"/>
                </a:lnTo>
                <a:moveTo>
                  <a:pt x="142556" y="36355"/>
                </a:moveTo>
                <a:lnTo>
                  <a:pt x="165115" y="36355"/>
                </a:lnTo>
                <a:cubicBezTo>
                  <a:pt x="169912" y="36355"/>
                  <a:pt x="173663" y="35860"/>
                  <a:pt x="176368" y="34871"/>
                </a:cubicBezTo>
                <a:cubicBezTo>
                  <a:pt x="179073" y="33881"/>
                  <a:pt x="181128" y="32297"/>
                  <a:pt x="182535" y="30120"/>
                </a:cubicBezTo>
                <a:cubicBezTo>
                  <a:pt x="183942" y="27942"/>
                  <a:pt x="184645" y="25576"/>
                  <a:pt x="184645" y="23019"/>
                </a:cubicBezTo>
                <a:cubicBezTo>
                  <a:pt x="184645" y="19276"/>
                  <a:pt x="183283" y="16199"/>
                  <a:pt x="180560" y="13789"/>
                </a:cubicBezTo>
                <a:cubicBezTo>
                  <a:pt x="177837" y="11377"/>
                  <a:pt x="173536" y="10171"/>
                  <a:pt x="167658" y="10171"/>
                </a:cubicBezTo>
                <a:lnTo>
                  <a:pt x="142556" y="10171"/>
                </a:lnTo>
                <a:lnTo>
                  <a:pt x="142556" y="36355"/>
                </a:lnTo>
                <a:close/>
                <a:moveTo>
                  <a:pt x="212109" y="80716"/>
                </a:moveTo>
                <a:lnTo>
                  <a:pt x="212109" y="1407"/>
                </a:lnTo>
                <a:lnTo>
                  <a:pt x="269454" y="1407"/>
                </a:lnTo>
                <a:lnTo>
                  <a:pt x="269454" y="10766"/>
                </a:lnTo>
                <a:lnTo>
                  <a:pt x="222604" y="10766"/>
                </a:lnTo>
                <a:lnTo>
                  <a:pt x="222604" y="35056"/>
                </a:lnTo>
                <a:lnTo>
                  <a:pt x="266479" y="35056"/>
                </a:lnTo>
                <a:lnTo>
                  <a:pt x="266479" y="44253"/>
                </a:lnTo>
                <a:lnTo>
                  <a:pt x="222604" y="44253"/>
                </a:lnTo>
                <a:lnTo>
                  <a:pt x="222604" y="71357"/>
                </a:lnTo>
                <a:lnTo>
                  <a:pt x="271294" y="71357"/>
                </a:lnTo>
                <a:lnTo>
                  <a:pt x="271294" y="80716"/>
                </a:lnTo>
                <a:lnTo>
                  <a:pt x="212109" y="80716"/>
                </a:lnTo>
                <a:close/>
                <a:moveTo>
                  <a:pt x="282222" y="55182"/>
                </a:moveTo>
                <a:lnTo>
                  <a:pt x="292122" y="54316"/>
                </a:lnTo>
                <a:cubicBezTo>
                  <a:pt x="292591" y="58283"/>
                  <a:pt x="293682" y="61538"/>
                  <a:pt x="295396" y="64081"/>
                </a:cubicBezTo>
                <a:cubicBezTo>
                  <a:pt x="297109" y="66624"/>
                  <a:pt x="299769" y="68679"/>
                  <a:pt x="303375" y="70248"/>
                </a:cubicBezTo>
                <a:cubicBezTo>
                  <a:pt x="306982" y="71817"/>
                  <a:pt x="311039" y="72602"/>
                  <a:pt x="315548" y="72602"/>
                </a:cubicBezTo>
                <a:cubicBezTo>
                  <a:pt x="319551" y="72602"/>
                  <a:pt x="323085" y="72006"/>
                  <a:pt x="326151" y="70816"/>
                </a:cubicBezTo>
                <a:cubicBezTo>
                  <a:pt x="329217" y="69626"/>
                  <a:pt x="331498" y="67994"/>
                  <a:pt x="332995" y="65920"/>
                </a:cubicBezTo>
                <a:cubicBezTo>
                  <a:pt x="334491" y="63846"/>
                  <a:pt x="335240" y="61583"/>
                  <a:pt x="335240" y="59131"/>
                </a:cubicBezTo>
                <a:cubicBezTo>
                  <a:pt x="335240" y="56642"/>
                  <a:pt x="334518" y="54469"/>
                  <a:pt x="333076" y="52612"/>
                </a:cubicBezTo>
                <a:cubicBezTo>
                  <a:pt x="331633" y="50754"/>
                  <a:pt x="329253" y="49194"/>
                  <a:pt x="325935" y="47932"/>
                </a:cubicBezTo>
                <a:cubicBezTo>
                  <a:pt x="323807" y="47103"/>
                  <a:pt x="319100" y="45813"/>
                  <a:pt x="311815" y="44064"/>
                </a:cubicBezTo>
                <a:cubicBezTo>
                  <a:pt x="304529" y="42315"/>
                  <a:pt x="299426" y="40665"/>
                  <a:pt x="296505" y="39114"/>
                </a:cubicBezTo>
                <a:cubicBezTo>
                  <a:pt x="292718" y="37130"/>
                  <a:pt x="289895" y="34669"/>
                  <a:pt x="288038" y="31729"/>
                </a:cubicBezTo>
                <a:cubicBezTo>
                  <a:pt x="286181" y="28790"/>
                  <a:pt x="285252" y="25499"/>
                  <a:pt x="285252" y="21856"/>
                </a:cubicBezTo>
                <a:cubicBezTo>
                  <a:pt x="285252" y="17853"/>
                  <a:pt x="286388" y="14111"/>
                  <a:pt x="288660" y="10631"/>
                </a:cubicBezTo>
                <a:cubicBezTo>
                  <a:pt x="290932" y="7150"/>
                  <a:pt x="294250" y="4508"/>
                  <a:pt x="298614" y="2705"/>
                </a:cubicBezTo>
                <a:cubicBezTo>
                  <a:pt x="302978" y="902"/>
                  <a:pt x="307829" y="0"/>
                  <a:pt x="313167" y="0"/>
                </a:cubicBezTo>
                <a:cubicBezTo>
                  <a:pt x="319046" y="0"/>
                  <a:pt x="324231" y="947"/>
                  <a:pt x="328721" y="2840"/>
                </a:cubicBezTo>
                <a:cubicBezTo>
                  <a:pt x="333211" y="4734"/>
                  <a:pt x="336664" y="7520"/>
                  <a:pt x="339081" y="11199"/>
                </a:cubicBezTo>
                <a:cubicBezTo>
                  <a:pt x="341497" y="14877"/>
                  <a:pt x="342796" y="19043"/>
                  <a:pt x="342976" y="23696"/>
                </a:cubicBezTo>
                <a:lnTo>
                  <a:pt x="332914" y="24453"/>
                </a:lnTo>
                <a:cubicBezTo>
                  <a:pt x="332373" y="19422"/>
                  <a:pt x="330542" y="15621"/>
                  <a:pt x="327422" y="13052"/>
                </a:cubicBezTo>
                <a:cubicBezTo>
                  <a:pt x="324303" y="10482"/>
                  <a:pt x="319695" y="9197"/>
                  <a:pt x="313600" y="9197"/>
                </a:cubicBezTo>
                <a:cubicBezTo>
                  <a:pt x="307252" y="9197"/>
                  <a:pt x="302627" y="10361"/>
                  <a:pt x="299723" y="12690"/>
                </a:cubicBezTo>
                <a:cubicBezTo>
                  <a:pt x="296820" y="15017"/>
                  <a:pt x="295368" y="17823"/>
                  <a:pt x="295368" y="21107"/>
                </a:cubicBezTo>
                <a:cubicBezTo>
                  <a:pt x="295368" y="23959"/>
                  <a:pt x="296396" y="26305"/>
                  <a:pt x="298452" y="28145"/>
                </a:cubicBezTo>
                <a:cubicBezTo>
                  <a:pt x="300472" y="29987"/>
                  <a:pt x="305747" y="31873"/>
                  <a:pt x="314276" y="33804"/>
                </a:cubicBezTo>
                <a:cubicBezTo>
                  <a:pt x="322806" y="35734"/>
                  <a:pt x="328658" y="37422"/>
                  <a:pt x="331832" y="38865"/>
                </a:cubicBezTo>
                <a:cubicBezTo>
                  <a:pt x="336448" y="40994"/>
                  <a:pt x="339856" y="43693"/>
                  <a:pt x="342056" y="46960"/>
                </a:cubicBezTo>
                <a:cubicBezTo>
                  <a:pt x="344256" y="50226"/>
                  <a:pt x="345356" y="53989"/>
                  <a:pt x="345356" y="58248"/>
                </a:cubicBezTo>
                <a:cubicBezTo>
                  <a:pt x="345356" y="62470"/>
                  <a:pt x="344148" y="66449"/>
                  <a:pt x="341732" y="70186"/>
                </a:cubicBezTo>
                <a:cubicBezTo>
                  <a:pt x="339315" y="73921"/>
                  <a:pt x="335844" y="76826"/>
                  <a:pt x="331318" y="78902"/>
                </a:cubicBezTo>
                <a:cubicBezTo>
                  <a:pt x="326791" y="80977"/>
                  <a:pt x="321697" y="82015"/>
                  <a:pt x="316034" y="82015"/>
                </a:cubicBezTo>
                <a:cubicBezTo>
                  <a:pt x="308857" y="82015"/>
                  <a:pt x="302843" y="80969"/>
                  <a:pt x="297992" y="78877"/>
                </a:cubicBezTo>
                <a:cubicBezTo>
                  <a:pt x="293141" y="76785"/>
                  <a:pt x="289336" y="73638"/>
                  <a:pt x="286577" y="69437"/>
                </a:cubicBezTo>
                <a:cubicBezTo>
                  <a:pt x="283818" y="65235"/>
                  <a:pt x="282367" y="60483"/>
                  <a:pt x="282222" y="55182"/>
                </a:cubicBezTo>
                <a:close/>
                <a:moveTo>
                  <a:pt x="379873" y="80716"/>
                </a:moveTo>
                <a:lnTo>
                  <a:pt x="379873" y="10766"/>
                </a:lnTo>
                <a:lnTo>
                  <a:pt x="353743" y="10766"/>
                </a:lnTo>
                <a:lnTo>
                  <a:pt x="353743" y="1407"/>
                </a:lnTo>
                <a:lnTo>
                  <a:pt x="416607" y="1407"/>
                </a:lnTo>
                <a:lnTo>
                  <a:pt x="416607" y="10766"/>
                </a:lnTo>
                <a:lnTo>
                  <a:pt x="390369" y="10766"/>
                </a:lnTo>
                <a:lnTo>
                  <a:pt x="390369" y="80716"/>
                </a:lnTo>
                <a:lnTo>
                  <a:pt x="379873" y="80716"/>
                </a:lnTo>
                <a:close/>
                <a:moveTo>
                  <a:pt x="441344" y="80716"/>
                </a:moveTo>
                <a:lnTo>
                  <a:pt x="471802" y="1407"/>
                </a:lnTo>
                <a:lnTo>
                  <a:pt x="483109" y="1407"/>
                </a:lnTo>
                <a:lnTo>
                  <a:pt x="515568" y="80716"/>
                </a:lnTo>
                <a:lnTo>
                  <a:pt x="503612" y="80716"/>
                </a:lnTo>
                <a:lnTo>
                  <a:pt x="494361" y="56804"/>
                </a:lnTo>
                <a:lnTo>
                  <a:pt x="461198" y="56804"/>
                </a:lnTo>
                <a:lnTo>
                  <a:pt x="452488" y="80716"/>
                </a:lnTo>
                <a:lnTo>
                  <a:pt x="441344" y="80716"/>
                </a:lnTo>
                <a:moveTo>
                  <a:pt x="464228" y="48149"/>
                </a:moveTo>
                <a:lnTo>
                  <a:pt x="491115" y="48149"/>
                </a:lnTo>
                <a:lnTo>
                  <a:pt x="482838" y="26184"/>
                </a:lnTo>
                <a:cubicBezTo>
                  <a:pt x="480314" y="19512"/>
                  <a:pt x="478438" y="14030"/>
                  <a:pt x="477212" y="9738"/>
                </a:cubicBezTo>
                <a:cubicBezTo>
                  <a:pt x="476202" y="14823"/>
                  <a:pt x="474777" y="19873"/>
                  <a:pt x="472938" y="24886"/>
                </a:cubicBezTo>
                <a:lnTo>
                  <a:pt x="464228" y="48149"/>
                </a:lnTo>
                <a:close/>
                <a:moveTo>
                  <a:pt x="523954" y="80716"/>
                </a:moveTo>
                <a:lnTo>
                  <a:pt x="523954" y="1407"/>
                </a:lnTo>
                <a:lnTo>
                  <a:pt x="553871" y="1407"/>
                </a:lnTo>
                <a:cubicBezTo>
                  <a:pt x="559137" y="1407"/>
                  <a:pt x="563158" y="1658"/>
                  <a:pt x="565936" y="2162"/>
                </a:cubicBezTo>
                <a:cubicBezTo>
                  <a:pt x="569831" y="2811"/>
                  <a:pt x="573095" y="4046"/>
                  <a:pt x="575728" y="5865"/>
                </a:cubicBezTo>
                <a:cubicBezTo>
                  <a:pt x="578360" y="7684"/>
                  <a:pt x="580479" y="10233"/>
                  <a:pt x="582084" y="13511"/>
                </a:cubicBezTo>
                <a:cubicBezTo>
                  <a:pt x="583689" y="16789"/>
                  <a:pt x="584492" y="20391"/>
                  <a:pt x="584492" y="24318"/>
                </a:cubicBezTo>
                <a:cubicBezTo>
                  <a:pt x="584492" y="31055"/>
                  <a:pt x="582346" y="36757"/>
                  <a:pt x="578054" y="41422"/>
                </a:cubicBezTo>
                <a:cubicBezTo>
                  <a:pt x="573762" y="46087"/>
                  <a:pt x="566008" y="48419"/>
                  <a:pt x="554791" y="48419"/>
                </a:cubicBezTo>
                <a:lnTo>
                  <a:pt x="534450" y="48419"/>
                </a:lnTo>
                <a:lnTo>
                  <a:pt x="534450" y="80716"/>
                </a:lnTo>
                <a:lnTo>
                  <a:pt x="523954" y="80716"/>
                </a:lnTo>
                <a:moveTo>
                  <a:pt x="534450" y="39060"/>
                </a:moveTo>
                <a:lnTo>
                  <a:pt x="554953" y="39060"/>
                </a:lnTo>
                <a:cubicBezTo>
                  <a:pt x="561734" y="39060"/>
                  <a:pt x="566549" y="37800"/>
                  <a:pt x="569398" y="35281"/>
                </a:cubicBezTo>
                <a:cubicBezTo>
                  <a:pt x="572247" y="32761"/>
                  <a:pt x="573672" y="29215"/>
                  <a:pt x="573672" y="24642"/>
                </a:cubicBezTo>
                <a:cubicBezTo>
                  <a:pt x="573672" y="21331"/>
                  <a:pt x="572833" y="18496"/>
                  <a:pt x="571156" y="16139"/>
                </a:cubicBezTo>
                <a:cubicBezTo>
                  <a:pt x="569479" y="13781"/>
                  <a:pt x="567270" y="12224"/>
                  <a:pt x="564529" y="11467"/>
                </a:cubicBezTo>
                <a:cubicBezTo>
                  <a:pt x="562762" y="11000"/>
                  <a:pt x="559498" y="10766"/>
                  <a:pt x="554737" y="10766"/>
                </a:cubicBezTo>
                <a:lnTo>
                  <a:pt x="534450" y="10766"/>
                </a:lnTo>
                <a:lnTo>
                  <a:pt x="534450" y="39060"/>
                </a:lnTo>
                <a:close/>
                <a:moveTo>
                  <a:pt x="599641" y="80716"/>
                </a:moveTo>
                <a:lnTo>
                  <a:pt x="599641" y="1407"/>
                </a:lnTo>
                <a:lnTo>
                  <a:pt x="610136" y="1407"/>
                </a:lnTo>
                <a:lnTo>
                  <a:pt x="610136" y="80716"/>
                </a:lnTo>
                <a:lnTo>
                  <a:pt x="599641" y="80716"/>
                </a:lnTo>
                <a:close/>
                <a:moveTo>
                  <a:pt x="678699" y="45985"/>
                </a:moveTo>
                <a:lnTo>
                  <a:pt x="626168" y="68490"/>
                </a:lnTo>
                <a:lnTo>
                  <a:pt x="626168" y="58752"/>
                </a:lnTo>
                <a:lnTo>
                  <a:pt x="667771" y="41494"/>
                </a:lnTo>
                <a:lnTo>
                  <a:pt x="626168" y="24453"/>
                </a:lnTo>
                <a:lnTo>
                  <a:pt x="626168" y="14715"/>
                </a:lnTo>
                <a:lnTo>
                  <a:pt x="678699" y="36896"/>
                </a:lnTo>
                <a:lnTo>
                  <a:pt x="678699" y="45985"/>
                </a:lnTo>
                <a:close/>
                <a:moveTo>
                  <a:pt x="743403" y="45985"/>
                </a:moveTo>
                <a:lnTo>
                  <a:pt x="690873" y="68490"/>
                </a:lnTo>
                <a:lnTo>
                  <a:pt x="690873" y="58752"/>
                </a:lnTo>
                <a:lnTo>
                  <a:pt x="732475" y="41494"/>
                </a:lnTo>
                <a:lnTo>
                  <a:pt x="690873" y="24453"/>
                </a:lnTo>
                <a:lnTo>
                  <a:pt x="690873" y="14715"/>
                </a:lnTo>
                <a:lnTo>
                  <a:pt x="743403" y="36896"/>
                </a:lnTo>
                <a:lnTo>
                  <a:pt x="743403" y="45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8DC3A-5796-4B22-B169-070349A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3973940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8"/>
                  <a:pt x="11244" y="75763"/>
                  <a:pt x="13363" y="77881"/>
                </a:cubicBezTo>
                <a:cubicBezTo>
                  <a:pt x="15481" y="79999"/>
                  <a:pt x="17785" y="81890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3"/>
                  <a:pt x="45622" y="91244"/>
                </a:cubicBezTo>
                <a:cubicBezTo>
                  <a:pt x="48617" y="91243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0"/>
                  <a:pt x="75763" y="79999"/>
                  <a:pt x="77881" y="77881"/>
                </a:cubicBezTo>
                <a:cubicBezTo>
                  <a:pt x="80000" y="75763"/>
                  <a:pt x="81891" y="73458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0"/>
                  <a:pt x="87772" y="28163"/>
                </a:cubicBezTo>
                <a:cubicBezTo>
                  <a:pt x="86625" y="25395"/>
                  <a:pt x="85220" y="22766"/>
                  <a:pt x="83555" y="20275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AED0F-AE96-4C0F-9C3A-C5D3D4EF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3973940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8"/>
                  <a:pt x="11244" y="75763"/>
                  <a:pt x="13363" y="77881"/>
                </a:cubicBezTo>
                <a:cubicBezTo>
                  <a:pt x="15481" y="79999"/>
                  <a:pt x="17785" y="81890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3"/>
                  <a:pt x="45622" y="91244"/>
                </a:cubicBezTo>
                <a:cubicBezTo>
                  <a:pt x="48617" y="91243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0"/>
                  <a:pt x="75763" y="79999"/>
                  <a:pt x="77881" y="77881"/>
                </a:cubicBezTo>
                <a:cubicBezTo>
                  <a:pt x="80000" y="75763"/>
                  <a:pt x="81891" y="73458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0"/>
                  <a:pt x="87772" y="28163"/>
                </a:cubicBezTo>
                <a:cubicBezTo>
                  <a:pt x="86625" y="25395"/>
                  <a:pt x="85220" y="22766"/>
                  <a:pt x="83555" y="20275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E9291-0952-4529-90E5-70739179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20" y="3954388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4" y="0"/>
                  <a:pt x="0" y="21725"/>
                  <a:pt x="0" y="65174"/>
                </a:cubicBezTo>
                <a:cubicBezTo>
                  <a:pt x="0" y="108623"/>
                  <a:pt x="21724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4" name="Text &lt;&lt;RESTAPI&gt;&gt;">
            <a:extLst xmlns:a="http://schemas.openxmlformats.org/drawingml/2006/main">
              <a:ext uri="{FF2B5EF4-FFF2-40B4-BE49-F238E27FC236}">
                <a16:creationId xmlns:a16="http://schemas.microsoft.com/office/drawing/2014/main" id="{71342BA3-A988-401D-A583-273806A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31" y="3807716"/>
            <a:ext cx="743404" cy="82015"/>
          </a:xfrm>
          <a:custGeom xmlns:a="http://schemas.openxmlformats.org/drawingml/2006/main">
            <a:pathLst>
              <a:path w="743404" h="82015">
                <a:moveTo>
                  <a:pt x="0" y="45985"/>
                </a:moveTo>
                <a:lnTo>
                  <a:pt x="0" y="36896"/>
                </a:lnTo>
                <a:lnTo>
                  <a:pt x="52531" y="14715"/>
                </a:lnTo>
                <a:lnTo>
                  <a:pt x="52531" y="24453"/>
                </a:lnTo>
                <a:lnTo>
                  <a:pt x="10874" y="41494"/>
                </a:lnTo>
                <a:lnTo>
                  <a:pt x="52531" y="58752"/>
                </a:lnTo>
                <a:lnTo>
                  <a:pt x="52531" y="68490"/>
                </a:lnTo>
                <a:lnTo>
                  <a:pt x="0" y="45985"/>
                </a:lnTo>
                <a:close/>
                <a:moveTo>
                  <a:pt x="64704" y="45985"/>
                </a:moveTo>
                <a:lnTo>
                  <a:pt x="64704" y="36896"/>
                </a:lnTo>
                <a:lnTo>
                  <a:pt x="117235" y="14715"/>
                </a:lnTo>
                <a:lnTo>
                  <a:pt x="117235" y="24453"/>
                </a:lnTo>
                <a:lnTo>
                  <a:pt x="75578" y="41494"/>
                </a:lnTo>
                <a:lnTo>
                  <a:pt x="117235" y="58752"/>
                </a:lnTo>
                <a:lnTo>
                  <a:pt x="117235" y="68490"/>
                </a:lnTo>
                <a:lnTo>
                  <a:pt x="64704" y="45985"/>
                </a:lnTo>
                <a:close/>
                <a:moveTo>
                  <a:pt x="132060" y="80716"/>
                </a:moveTo>
                <a:lnTo>
                  <a:pt x="132060" y="1407"/>
                </a:lnTo>
                <a:lnTo>
                  <a:pt x="167225" y="1407"/>
                </a:lnTo>
                <a:cubicBezTo>
                  <a:pt x="174294" y="1407"/>
                  <a:pt x="179668" y="2118"/>
                  <a:pt x="183347" y="3542"/>
                </a:cubicBezTo>
                <a:cubicBezTo>
                  <a:pt x="187025" y="4964"/>
                  <a:pt x="189965" y="7476"/>
                  <a:pt x="192165" y="11079"/>
                </a:cubicBezTo>
                <a:cubicBezTo>
                  <a:pt x="194365" y="14681"/>
                  <a:pt x="195465" y="18661"/>
                  <a:pt x="195465" y="23019"/>
                </a:cubicBezTo>
                <a:cubicBezTo>
                  <a:pt x="195465" y="28639"/>
                  <a:pt x="193643" y="33376"/>
                  <a:pt x="190001" y="37231"/>
                </a:cubicBezTo>
                <a:cubicBezTo>
                  <a:pt x="186358" y="41084"/>
                  <a:pt x="180732" y="43533"/>
                  <a:pt x="173122" y="44578"/>
                </a:cubicBezTo>
                <a:cubicBezTo>
                  <a:pt x="175899" y="45915"/>
                  <a:pt x="178009" y="47233"/>
                  <a:pt x="179451" y="48534"/>
                </a:cubicBezTo>
                <a:cubicBezTo>
                  <a:pt x="182517" y="51351"/>
                  <a:pt x="185420" y="54872"/>
                  <a:pt x="188161" y="59099"/>
                </a:cubicBezTo>
                <a:lnTo>
                  <a:pt x="201957" y="80716"/>
                </a:lnTo>
                <a:lnTo>
                  <a:pt x="188756" y="80716"/>
                </a:lnTo>
                <a:lnTo>
                  <a:pt x="178261" y="64191"/>
                </a:lnTo>
                <a:cubicBezTo>
                  <a:pt x="175196" y="59423"/>
                  <a:pt x="172671" y="55775"/>
                  <a:pt x="170687" y="53247"/>
                </a:cubicBezTo>
                <a:cubicBezTo>
                  <a:pt x="168704" y="50718"/>
                  <a:pt x="166927" y="48948"/>
                  <a:pt x="165358" y="47937"/>
                </a:cubicBezTo>
                <a:cubicBezTo>
                  <a:pt x="163790" y="46925"/>
                  <a:pt x="162194" y="46220"/>
                  <a:pt x="160571" y="45822"/>
                </a:cubicBezTo>
                <a:cubicBezTo>
                  <a:pt x="159380" y="45570"/>
                  <a:pt x="157433" y="45444"/>
                  <a:pt x="154728" y="45444"/>
                </a:cubicBezTo>
                <a:lnTo>
                  <a:pt x="142556" y="45444"/>
                </a:lnTo>
                <a:lnTo>
                  <a:pt x="142556" y="80716"/>
                </a:lnTo>
                <a:lnTo>
                  <a:pt x="132060" y="80716"/>
                </a:lnTo>
                <a:moveTo>
                  <a:pt x="142556" y="36355"/>
                </a:moveTo>
                <a:lnTo>
                  <a:pt x="165115" y="36355"/>
                </a:lnTo>
                <a:cubicBezTo>
                  <a:pt x="169912" y="36355"/>
                  <a:pt x="173663" y="35860"/>
                  <a:pt x="176368" y="34871"/>
                </a:cubicBezTo>
                <a:cubicBezTo>
                  <a:pt x="179073" y="33881"/>
                  <a:pt x="181128" y="32297"/>
                  <a:pt x="182535" y="30120"/>
                </a:cubicBezTo>
                <a:cubicBezTo>
                  <a:pt x="183942" y="27942"/>
                  <a:pt x="184645" y="25576"/>
                  <a:pt x="184645" y="23019"/>
                </a:cubicBezTo>
                <a:cubicBezTo>
                  <a:pt x="184645" y="19276"/>
                  <a:pt x="183283" y="16199"/>
                  <a:pt x="180560" y="13789"/>
                </a:cubicBezTo>
                <a:cubicBezTo>
                  <a:pt x="177837" y="11377"/>
                  <a:pt x="173536" y="10171"/>
                  <a:pt x="167658" y="10171"/>
                </a:cubicBezTo>
                <a:lnTo>
                  <a:pt x="142556" y="10171"/>
                </a:lnTo>
                <a:lnTo>
                  <a:pt x="142556" y="36355"/>
                </a:lnTo>
                <a:close/>
                <a:moveTo>
                  <a:pt x="212109" y="80716"/>
                </a:moveTo>
                <a:lnTo>
                  <a:pt x="212109" y="1407"/>
                </a:lnTo>
                <a:lnTo>
                  <a:pt x="269454" y="1407"/>
                </a:lnTo>
                <a:lnTo>
                  <a:pt x="269454" y="10766"/>
                </a:lnTo>
                <a:lnTo>
                  <a:pt x="222604" y="10766"/>
                </a:lnTo>
                <a:lnTo>
                  <a:pt x="222604" y="35056"/>
                </a:lnTo>
                <a:lnTo>
                  <a:pt x="266479" y="35056"/>
                </a:lnTo>
                <a:lnTo>
                  <a:pt x="266479" y="44253"/>
                </a:lnTo>
                <a:lnTo>
                  <a:pt x="222604" y="44253"/>
                </a:lnTo>
                <a:lnTo>
                  <a:pt x="222604" y="71357"/>
                </a:lnTo>
                <a:lnTo>
                  <a:pt x="271293" y="71357"/>
                </a:lnTo>
                <a:lnTo>
                  <a:pt x="271293" y="80716"/>
                </a:lnTo>
                <a:lnTo>
                  <a:pt x="212109" y="80716"/>
                </a:lnTo>
                <a:close/>
                <a:moveTo>
                  <a:pt x="282223" y="55182"/>
                </a:moveTo>
                <a:lnTo>
                  <a:pt x="292123" y="54316"/>
                </a:lnTo>
                <a:cubicBezTo>
                  <a:pt x="292592" y="58283"/>
                  <a:pt x="293683" y="61538"/>
                  <a:pt x="295396" y="64081"/>
                </a:cubicBezTo>
                <a:cubicBezTo>
                  <a:pt x="297109" y="66624"/>
                  <a:pt x="299769" y="68679"/>
                  <a:pt x="303375" y="70248"/>
                </a:cubicBezTo>
                <a:cubicBezTo>
                  <a:pt x="306982" y="71817"/>
                  <a:pt x="311040" y="72602"/>
                  <a:pt x="315548" y="72602"/>
                </a:cubicBezTo>
                <a:cubicBezTo>
                  <a:pt x="319551" y="72602"/>
                  <a:pt x="323086" y="72006"/>
                  <a:pt x="326151" y="70816"/>
                </a:cubicBezTo>
                <a:cubicBezTo>
                  <a:pt x="329217" y="69626"/>
                  <a:pt x="331498" y="67994"/>
                  <a:pt x="332995" y="65920"/>
                </a:cubicBezTo>
                <a:cubicBezTo>
                  <a:pt x="334492" y="63846"/>
                  <a:pt x="335240" y="61583"/>
                  <a:pt x="335240" y="59131"/>
                </a:cubicBezTo>
                <a:cubicBezTo>
                  <a:pt x="335240" y="56642"/>
                  <a:pt x="334519" y="54469"/>
                  <a:pt x="333076" y="52612"/>
                </a:cubicBezTo>
                <a:cubicBezTo>
                  <a:pt x="331633" y="50754"/>
                  <a:pt x="329253" y="49194"/>
                  <a:pt x="325935" y="47932"/>
                </a:cubicBezTo>
                <a:cubicBezTo>
                  <a:pt x="323807" y="47103"/>
                  <a:pt x="319100" y="45813"/>
                  <a:pt x="311815" y="44064"/>
                </a:cubicBezTo>
                <a:cubicBezTo>
                  <a:pt x="304530" y="42315"/>
                  <a:pt x="299426" y="40665"/>
                  <a:pt x="296505" y="39114"/>
                </a:cubicBezTo>
                <a:cubicBezTo>
                  <a:pt x="292718" y="37130"/>
                  <a:pt x="289896" y="34669"/>
                  <a:pt x="288038" y="31729"/>
                </a:cubicBezTo>
                <a:cubicBezTo>
                  <a:pt x="286181" y="28790"/>
                  <a:pt x="285252" y="25499"/>
                  <a:pt x="285252" y="21856"/>
                </a:cubicBezTo>
                <a:cubicBezTo>
                  <a:pt x="285252" y="17853"/>
                  <a:pt x="286388" y="14111"/>
                  <a:pt x="288660" y="10631"/>
                </a:cubicBezTo>
                <a:cubicBezTo>
                  <a:pt x="290933" y="7150"/>
                  <a:pt x="294251" y="4508"/>
                  <a:pt x="298615" y="2705"/>
                </a:cubicBezTo>
                <a:cubicBezTo>
                  <a:pt x="302979" y="902"/>
                  <a:pt x="307830" y="0"/>
                  <a:pt x="313167" y="0"/>
                </a:cubicBezTo>
                <a:cubicBezTo>
                  <a:pt x="319046" y="0"/>
                  <a:pt x="324231" y="947"/>
                  <a:pt x="328721" y="2840"/>
                </a:cubicBezTo>
                <a:cubicBezTo>
                  <a:pt x="333211" y="4734"/>
                  <a:pt x="336665" y="7520"/>
                  <a:pt x="339081" y="11199"/>
                </a:cubicBezTo>
                <a:cubicBezTo>
                  <a:pt x="341498" y="14877"/>
                  <a:pt x="342796" y="19043"/>
                  <a:pt x="342976" y="23696"/>
                </a:cubicBezTo>
                <a:lnTo>
                  <a:pt x="332914" y="24453"/>
                </a:lnTo>
                <a:cubicBezTo>
                  <a:pt x="332373" y="19422"/>
                  <a:pt x="330542" y="15621"/>
                  <a:pt x="327423" y="13052"/>
                </a:cubicBezTo>
                <a:cubicBezTo>
                  <a:pt x="324303" y="10482"/>
                  <a:pt x="319696" y="9197"/>
                  <a:pt x="313600" y="9197"/>
                </a:cubicBezTo>
                <a:cubicBezTo>
                  <a:pt x="307253" y="9197"/>
                  <a:pt x="302627" y="10361"/>
                  <a:pt x="299724" y="12690"/>
                </a:cubicBezTo>
                <a:cubicBezTo>
                  <a:pt x="296820" y="15017"/>
                  <a:pt x="295369" y="17823"/>
                  <a:pt x="295369" y="21107"/>
                </a:cubicBezTo>
                <a:cubicBezTo>
                  <a:pt x="295369" y="23959"/>
                  <a:pt x="296397" y="26305"/>
                  <a:pt x="298452" y="28145"/>
                </a:cubicBezTo>
                <a:cubicBezTo>
                  <a:pt x="300472" y="29987"/>
                  <a:pt x="305747" y="31873"/>
                  <a:pt x="314277" y="33804"/>
                </a:cubicBezTo>
                <a:cubicBezTo>
                  <a:pt x="322806" y="35734"/>
                  <a:pt x="328658" y="37422"/>
                  <a:pt x="331832" y="38865"/>
                </a:cubicBezTo>
                <a:cubicBezTo>
                  <a:pt x="336448" y="40994"/>
                  <a:pt x="339857" y="43693"/>
                  <a:pt x="342057" y="46960"/>
                </a:cubicBezTo>
                <a:cubicBezTo>
                  <a:pt x="344257" y="50226"/>
                  <a:pt x="345357" y="53989"/>
                  <a:pt x="345357" y="58248"/>
                </a:cubicBezTo>
                <a:cubicBezTo>
                  <a:pt x="345357" y="62470"/>
                  <a:pt x="344148" y="66449"/>
                  <a:pt x="341732" y="70186"/>
                </a:cubicBezTo>
                <a:cubicBezTo>
                  <a:pt x="339316" y="73921"/>
                  <a:pt x="335844" y="76826"/>
                  <a:pt x="331318" y="78902"/>
                </a:cubicBezTo>
                <a:cubicBezTo>
                  <a:pt x="326792" y="80977"/>
                  <a:pt x="321697" y="82015"/>
                  <a:pt x="316035" y="82015"/>
                </a:cubicBezTo>
                <a:cubicBezTo>
                  <a:pt x="308858" y="82015"/>
                  <a:pt x="302843" y="80969"/>
                  <a:pt x="297993" y="78877"/>
                </a:cubicBezTo>
                <a:cubicBezTo>
                  <a:pt x="293142" y="76785"/>
                  <a:pt x="289337" y="73638"/>
                  <a:pt x="286578" y="69437"/>
                </a:cubicBezTo>
                <a:cubicBezTo>
                  <a:pt x="283818" y="65235"/>
                  <a:pt x="282367" y="60483"/>
                  <a:pt x="282223" y="55182"/>
                </a:cubicBezTo>
                <a:close/>
                <a:moveTo>
                  <a:pt x="379873" y="80716"/>
                </a:moveTo>
                <a:lnTo>
                  <a:pt x="379873" y="10766"/>
                </a:lnTo>
                <a:lnTo>
                  <a:pt x="353743" y="10766"/>
                </a:lnTo>
                <a:lnTo>
                  <a:pt x="353743" y="1407"/>
                </a:lnTo>
                <a:lnTo>
                  <a:pt x="416606" y="1407"/>
                </a:lnTo>
                <a:lnTo>
                  <a:pt x="416606" y="10766"/>
                </a:lnTo>
                <a:lnTo>
                  <a:pt x="390368" y="10766"/>
                </a:lnTo>
                <a:lnTo>
                  <a:pt x="390368" y="80716"/>
                </a:lnTo>
                <a:lnTo>
                  <a:pt x="379873" y="80716"/>
                </a:lnTo>
                <a:close/>
                <a:moveTo>
                  <a:pt x="441344" y="80716"/>
                </a:moveTo>
                <a:lnTo>
                  <a:pt x="471802" y="1407"/>
                </a:lnTo>
                <a:lnTo>
                  <a:pt x="483109" y="1407"/>
                </a:lnTo>
                <a:lnTo>
                  <a:pt x="515569" y="80716"/>
                </a:lnTo>
                <a:lnTo>
                  <a:pt x="503613" y="80716"/>
                </a:lnTo>
                <a:lnTo>
                  <a:pt x="494362" y="56804"/>
                </a:lnTo>
                <a:lnTo>
                  <a:pt x="461199" y="56804"/>
                </a:lnTo>
                <a:lnTo>
                  <a:pt x="452489" y="80716"/>
                </a:lnTo>
                <a:lnTo>
                  <a:pt x="441344" y="80716"/>
                </a:lnTo>
                <a:moveTo>
                  <a:pt x="464228" y="48149"/>
                </a:moveTo>
                <a:lnTo>
                  <a:pt x="491116" y="48149"/>
                </a:lnTo>
                <a:lnTo>
                  <a:pt x="482839" y="26184"/>
                </a:lnTo>
                <a:cubicBezTo>
                  <a:pt x="480314" y="19512"/>
                  <a:pt x="478438" y="14030"/>
                  <a:pt x="477212" y="9738"/>
                </a:cubicBezTo>
                <a:cubicBezTo>
                  <a:pt x="476202" y="14823"/>
                  <a:pt x="474778" y="19873"/>
                  <a:pt x="472938" y="24886"/>
                </a:cubicBezTo>
                <a:lnTo>
                  <a:pt x="464228" y="48149"/>
                </a:lnTo>
                <a:close/>
                <a:moveTo>
                  <a:pt x="523955" y="80716"/>
                </a:moveTo>
                <a:lnTo>
                  <a:pt x="523955" y="1407"/>
                </a:lnTo>
                <a:lnTo>
                  <a:pt x="553872" y="1407"/>
                </a:lnTo>
                <a:cubicBezTo>
                  <a:pt x="559137" y="1407"/>
                  <a:pt x="563159" y="1658"/>
                  <a:pt x="565936" y="2162"/>
                </a:cubicBezTo>
                <a:cubicBezTo>
                  <a:pt x="569831" y="2811"/>
                  <a:pt x="573095" y="4046"/>
                  <a:pt x="575728" y="5865"/>
                </a:cubicBezTo>
                <a:cubicBezTo>
                  <a:pt x="578361" y="7684"/>
                  <a:pt x="580480" y="10233"/>
                  <a:pt x="582085" y="13511"/>
                </a:cubicBezTo>
                <a:cubicBezTo>
                  <a:pt x="583689" y="16789"/>
                  <a:pt x="584492" y="20391"/>
                  <a:pt x="584492" y="24318"/>
                </a:cubicBezTo>
                <a:cubicBezTo>
                  <a:pt x="584492" y="31055"/>
                  <a:pt x="582346" y="36757"/>
                  <a:pt x="578054" y="41422"/>
                </a:cubicBezTo>
                <a:cubicBezTo>
                  <a:pt x="573762" y="46087"/>
                  <a:pt x="566008" y="48419"/>
                  <a:pt x="554791" y="48419"/>
                </a:cubicBezTo>
                <a:lnTo>
                  <a:pt x="534450" y="48419"/>
                </a:lnTo>
                <a:lnTo>
                  <a:pt x="534450" y="80716"/>
                </a:lnTo>
                <a:lnTo>
                  <a:pt x="523955" y="80716"/>
                </a:lnTo>
                <a:moveTo>
                  <a:pt x="534450" y="39060"/>
                </a:moveTo>
                <a:lnTo>
                  <a:pt x="554954" y="39060"/>
                </a:lnTo>
                <a:cubicBezTo>
                  <a:pt x="561734" y="39060"/>
                  <a:pt x="566549" y="37800"/>
                  <a:pt x="569398" y="35281"/>
                </a:cubicBezTo>
                <a:cubicBezTo>
                  <a:pt x="572247" y="32761"/>
                  <a:pt x="573672" y="29215"/>
                  <a:pt x="573672" y="24642"/>
                </a:cubicBezTo>
                <a:cubicBezTo>
                  <a:pt x="573672" y="21331"/>
                  <a:pt x="572834" y="18496"/>
                  <a:pt x="571156" y="16139"/>
                </a:cubicBezTo>
                <a:cubicBezTo>
                  <a:pt x="569479" y="13781"/>
                  <a:pt x="567270" y="12224"/>
                  <a:pt x="564529" y="11467"/>
                </a:cubicBezTo>
                <a:cubicBezTo>
                  <a:pt x="562762" y="11000"/>
                  <a:pt x="559498" y="10766"/>
                  <a:pt x="554737" y="10766"/>
                </a:cubicBezTo>
                <a:lnTo>
                  <a:pt x="534450" y="10766"/>
                </a:lnTo>
                <a:lnTo>
                  <a:pt x="534450" y="39060"/>
                </a:lnTo>
                <a:close/>
                <a:moveTo>
                  <a:pt x="599641" y="80716"/>
                </a:moveTo>
                <a:lnTo>
                  <a:pt x="599641" y="1407"/>
                </a:lnTo>
                <a:lnTo>
                  <a:pt x="610136" y="1407"/>
                </a:lnTo>
                <a:lnTo>
                  <a:pt x="610136" y="80716"/>
                </a:lnTo>
                <a:lnTo>
                  <a:pt x="599641" y="80716"/>
                </a:lnTo>
                <a:close/>
                <a:moveTo>
                  <a:pt x="678699" y="45985"/>
                </a:moveTo>
                <a:lnTo>
                  <a:pt x="626168" y="68490"/>
                </a:lnTo>
                <a:lnTo>
                  <a:pt x="626168" y="58752"/>
                </a:lnTo>
                <a:lnTo>
                  <a:pt x="667771" y="41494"/>
                </a:lnTo>
                <a:lnTo>
                  <a:pt x="626168" y="24453"/>
                </a:lnTo>
                <a:lnTo>
                  <a:pt x="626168" y="14715"/>
                </a:lnTo>
                <a:lnTo>
                  <a:pt x="678699" y="36896"/>
                </a:lnTo>
                <a:lnTo>
                  <a:pt x="678699" y="45985"/>
                </a:lnTo>
                <a:close/>
                <a:moveTo>
                  <a:pt x="743404" y="45985"/>
                </a:moveTo>
                <a:lnTo>
                  <a:pt x="690873" y="68490"/>
                </a:lnTo>
                <a:lnTo>
                  <a:pt x="690873" y="58752"/>
                </a:lnTo>
                <a:lnTo>
                  <a:pt x="732475" y="41494"/>
                </a:lnTo>
                <a:lnTo>
                  <a:pt x="690873" y="24453"/>
                </a:lnTo>
                <a:lnTo>
                  <a:pt x="690873" y="14715"/>
                </a:lnTo>
                <a:lnTo>
                  <a:pt x="743404" y="36896"/>
                </a:lnTo>
                <a:lnTo>
                  <a:pt x="743404" y="45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D272B-5038-4606-86F0-3952769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261" y="4019562"/>
            <a:ext cx="370058" cy="2868"/>
          </a:xfrm>
          <a:custGeom xmlns:a="http://schemas.openxmlformats.org/drawingml/2006/main">
            <a:pathLst>
              <a:path w="370058" h="2868" fill="none">
                <a:moveTo>
                  <a:pt x="370058" y="0"/>
                </a:moveTo>
                <a:lnTo>
                  <a:pt x="0" y="2868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963D1-3426-408D-98FE-B731DBE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67" y="4019562"/>
            <a:ext cx="396258" cy="10"/>
          </a:xfrm>
          <a:custGeom xmlns:a="http://schemas.openxmlformats.org/drawingml/2006/main">
            <a:pathLst>
              <a:path w="396258" h="1" fill="none">
                <a:moveTo>
                  <a:pt x="39625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F6325-92EA-4952-B5AA-E203FB87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95" y="3285247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3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5" y="75763"/>
                  <a:pt x="13363" y="77881"/>
                </a:cubicBezTo>
                <a:cubicBezTo>
                  <a:pt x="15481" y="79999"/>
                  <a:pt x="17786" y="81891"/>
                  <a:pt x="20277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3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8" y="91244"/>
                  <a:pt x="51585" y="90951"/>
                  <a:pt x="54523" y="90367"/>
                </a:cubicBezTo>
                <a:cubicBezTo>
                  <a:pt x="57461" y="89783"/>
                  <a:pt x="60313" y="88917"/>
                  <a:pt x="63081" y="87771"/>
                </a:cubicBezTo>
                <a:cubicBezTo>
                  <a:pt x="65849" y="86624"/>
                  <a:pt x="68477" y="85219"/>
                  <a:pt x="70968" y="83555"/>
                </a:cubicBezTo>
                <a:cubicBezTo>
                  <a:pt x="73459" y="81891"/>
                  <a:pt x="75763" y="79999"/>
                  <a:pt x="77882" y="77881"/>
                </a:cubicBezTo>
                <a:cubicBezTo>
                  <a:pt x="80000" y="75763"/>
                  <a:pt x="81891" y="73459"/>
                  <a:pt x="83556" y="70968"/>
                </a:cubicBezTo>
                <a:cubicBezTo>
                  <a:pt x="85220" y="68477"/>
                  <a:pt x="86626" y="65848"/>
                  <a:pt x="87772" y="63080"/>
                </a:cubicBezTo>
                <a:cubicBezTo>
                  <a:pt x="88918" y="60313"/>
                  <a:pt x="89783" y="57460"/>
                  <a:pt x="90368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8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6" y="25395"/>
                  <a:pt x="85220" y="22766"/>
                  <a:pt x="83556" y="20276"/>
                </a:cubicBezTo>
                <a:cubicBezTo>
                  <a:pt x="81891" y="17785"/>
                  <a:pt x="80000" y="15480"/>
                  <a:pt x="77882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1" y="1461"/>
                  <a:pt x="54523" y="877"/>
                </a:cubicBezTo>
                <a:cubicBezTo>
                  <a:pt x="51585" y="292"/>
                  <a:pt x="48618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2" y="2326"/>
                  <a:pt x="28164" y="3473"/>
                </a:cubicBezTo>
                <a:cubicBezTo>
                  <a:pt x="25396" y="4619"/>
                  <a:pt x="22767" y="6024"/>
                  <a:pt x="20277" y="7689"/>
                </a:cubicBezTo>
                <a:cubicBezTo>
                  <a:pt x="17786" y="9353"/>
                  <a:pt x="15481" y="11244"/>
                  <a:pt x="13363" y="13362"/>
                </a:cubicBezTo>
                <a:cubicBezTo>
                  <a:pt x="11245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3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7BE42-7ABA-427A-B69F-11BBB01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95" y="3285247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3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5" y="75763"/>
                  <a:pt x="13363" y="77881"/>
                </a:cubicBezTo>
                <a:cubicBezTo>
                  <a:pt x="15481" y="79999"/>
                  <a:pt x="17786" y="81891"/>
                  <a:pt x="20277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3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8" y="91244"/>
                  <a:pt x="51585" y="90951"/>
                  <a:pt x="54523" y="90367"/>
                </a:cubicBezTo>
                <a:cubicBezTo>
                  <a:pt x="57461" y="89783"/>
                  <a:pt x="60313" y="88917"/>
                  <a:pt x="63081" y="87771"/>
                </a:cubicBezTo>
                <a:cubicBezTo>
                  <a:pt x="65849" y="86624"/>
                  <a:pt x="68477" y="85219"/>
                  <a:pt x="70968" y="83555"/>
                </a:cubicBezTo>
                <a:cubicBezTo>
                  <a:pt x="73459" y="81891"/>
                  <a:pt x="75763" y="79999"/>
                  <a:pt x="77882" y="77881"/>
                </a:cubicBezTo>
                <a:cubicBezTo>
                  <a:pt x="80000" y="75763"/>
                  <a:pt x="81891" y="73459"/>
                  <a:pt x="83556" y="70968"/>
                </a:cubicBezTo>
                <a:cubicBezTo>
                  <a:pt x="85220" y="68477"/>
                  <a:pt x="86626" y="65848"/>
                  <a:pt x="87772" y="63080"/>
                </a:cubicBezTo>
                <a:cubicBezTo>
                  <a:pt x="88918" y="60313"/>
                  <a:pt x="89783" y="57460"/>
                  <a:pt x="90368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8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6" y="25395"/>
                  <a:pt x="85220" y="22766"/>
                  <a:pt x="83556" y="20276"/>
                </a:cubicBezTo>
                <a:cubicBezTo>
                  <a:pt x="81891" y="17785"/>
                  <a:pt x="80000" y="15480"/>
                  <a:pt x="77882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1" y="1461"/>
                  <a:pt x="54523" y="877"/>
                </a:cubicBezTo>
                <a:cubicBezTo>
                  <a:pt x="51585" y="292"/>
                  <a:pt x="48618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2" y="2326"/>
                  <a:pt x="28164" y="3473"/>
                </a:cubicBezTo>
                <a:cubicBezTo>
                  <a:pt x="25396" y="4619"/>
                  <a:pt x="22767" y="6024"/>
                  <a:pt x="20277" y="7689"/>
                </a:cubicBezTo>
                <a:cubicBezTo>
                  <a:pt x="17786" y="9353"/>
                  <a:pt x="15481" y="11244"/>
                  <a:pt x="13363" y="13362"/>
                </a:cubicBezTo>
                <a:cubicBezTo>
                  <a:pt x="11245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3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B0D47-90AC-43B9-A226-5177828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690" y="3265694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5" y="0"/>
                  <a:pt x="0" y="21725"/>
                  <a:pt x="0" y="65174"/>
                </a:cubicBezTo>
                <a:cubicBezTo>
                  <a:pt x="0" y="108623"/>
                  <a:pt x="21725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33149-6716-4BEC-8D8C-EB8A0F5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741" y="3330868"/>
            <a:ext cx="141949" cy="10"/>
          </a:xfrm>
          <a:custGeom xmlns:a="http://schemas.openxmlformats.org/drawingml/2006/main">
            <a:pathLst>
              <a:path w="141949" h="1" fill="none">
                <a:moveTo>
                  <a:pt x="14194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5F864-43CC-4D41-8053-A5178733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38" y="3330868"/>
            <a:ext cx="133411" cy="10"/>
          </a:xfrm>
          <a:custGeom xmlns:a="http://schemas.openxmlformats.org/drawingml/2006/main">
            <a:pathLst>
              <a:path w="133411" h="1" fill="none">
                <a:moveTo>
                  <a:pt x="0" y="0"/>
                </a:moveTo>
                <a:lnTo>
                  <a:pt x="133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6DDD0-40B0-40D5-BDD5-BF370EB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44" y="3624868"/>
            <a:ext cx="134324" cy="10"/>
          </a:xfrm>
          <a:custGeom xmlns:a="http://schemas.openxmlformats.org/drawingml/2006/main">
            <a:pathLst>
              <a:path w="134324" h="1" fill="none">
                <a:moveTo>
                  <a:pt x="13432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567A9-20AB-40CC-9FE4-5454CA84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3786695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4F38A-FBCF-439D-B76A-8E3F50B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3786695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65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EEAB05C4-39A8-4C7E-AC2C-8A7E94AF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44" y="3910568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79" y="59802"/>
                </a:moveTo>
                <a:lnTo>
                  <a:pt x="115118" y="61120"/>
                </a:lnTo>
                <a:cubicBezTo>
                  <a:pt x="114011" y="68126"/>
                  <a:pt x="111175" y="73611"/>
                  <a:pt x="106612" y="77574"/>
                </a:cubicBezTo>
                <a:cubicBezTo>
                  <a:pt x="102049" y="81536"/>
                  <a:pt x="96444" y="83517"/>
                  <a:pt x="89800" y="83517"/>
                </a:cubicBezTo>
                <a:cubicBezTo>
                  <a:pt x="81475" y="83517"/>
                  <a:pt x="74782" y="80796"/>
                  <a:pt x="69722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4" y="29787"/>
                  <a:pt x="70887" y="26092"/>
                  <a:pt x="75336" y="23629"/>
                </a:cubicBezTo>
                <a:cubicBezTo>
                  <a:pt x="79785" y="21166"/>
                  <a:pt x="84625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8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4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5" y="65711"/>
                  <a:pt x="77427" y="69397"/>
                </a:cubicBezTo>
                <a:cubicBezTo>
                  <a:pt x="80558" y="73082"/>
                  <a:pt x="84644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5" y="68743"/>
                  <a:pt x="104254" y="64939"/>
                  <a:pt x="104979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2" y="82142"/>
                </a:moveTo>
                <a:lnTo>
                  <a:pt x="547792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3" y="19934"/>
                </a:cubicBezTo>
                <a:cubicBezTo>
                  <a:pt x="580099" y="19934"/>
                  <a:pt x="583469" y="20593"/>
                  <a:pt x="586543" y="21910"/>
                </a:cubicBezTo>
                <a:cubicBezTo>
                  <a:pt x="589618" y="23228"/>
                  <a:pt x="591918" y="24956"/>
                  <a:pt x="593446" y="27094"/>
                </a:cubicBezTo>
                <a:cubicBezTo>
                  <a:pt x="594973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8" y="31919"/>
                  <a:pt x="581445" y="30676"/>
                </a:cubicBezTo>
                <a:cubicBezTo>
                  <a:pt x="579402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7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2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Function_B4">
            <a:extLst xmlns:a="http://schemas.openxmlformats.org/drawingml/2006/main">
              <a:ext uri="{FF2B5EF4-FFF2-40B4-BE49-F238E27FC236}">
                <a16:creationId xmlns:a16="http://schemas.microsoft.com/office/drawing/2014/main" id="{E202ADF2-2870-4CCB-8D79-8B2DF39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022" y="4051775"/>
            <a:ext cx="699125" cy="107575"/>
          </a:xfrm>
          <a:custGeom xmlns:a="http://schemas.openxmlformats.org/drawingml/2006/main">
            <a:pathLst>
              <a:path w="699125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5" y="344"/>
                </a:moveTo>
                <a:lnTo>
                  <a:pt x="594032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2" y="1727"/>
                  <a:pt x="615083" y="2880"/>
                  <a:pt x="617661" y="4634"/>
                </a:cubicBezTo>
                <a:cubicBezTo>
                  <a:pt x="620239" y="6388"/>
                  <a:pt x="622387" y="8723"/>
                  <a:pt x="624105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3" y="28981"/>
                  <a:pt x="623504" y="32260"/>
                </a:cubicBezTo>
                <a:cubicBezTo>
                  <a:pt x="621384" y="35540"/>
                  <a:pt x="618511" y="37999"/>
                  <a:pt x="614883" y="39639"/>
                </a:cubicBezTo>
                <a:cubicBezTo>
                  <a:pt x="620000" y="41131"/>
                  <a:pt x="623933" y="43674"/>
                  <a:pt x="626683" y="47268"/>
                </a:cubicBezTo>
                <a:cubicBezTo>
                  <a:pt x="629432" y="50862"/>
                  <a:pt x="630807" y="55087"/>
                  <a:pt x="630807" y="59944"/>
                </a:cubicBezTo>
                <a:cubicBezTo>
                  <a:pt x="630807" y="63767"/>
                  <a:pt x="629919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4" y="83248"/>
                  <a:pt x="609498" y="83746"/>
                </a:cubicBezTo>
                <a:cubicBezTo>
                  <a:pt x="606672" y="84052"/>
                  <a:pt x="599856" y="84243"/>
                  <a:pt x="589049" y="84319"/>
                </a:cubicBezTo>
                <a:lnTo>
                  <a:pt x="560465" y="84319"/>
                </a:lnTo>
                <a:lnTo>
                  <a:pt x="560465" y="344"/>
                </a:lnTo>
                <a:moveTo>
                  <a:pt x="577420" y="14320"/>
                </a:moveTo>
                <a:lnTo>
                  <a:pt x="577420" y="33682"/>
                </a:lnTo>
                <a:lnTo>
                  <a:pt x="588533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1" y="33053"/>
                  <a:pt x="606033" y="32054"/>
                  <a:pt x="607694" y="30399"/>
                </a:cubicBezTo>
                <a:cubicBezTo>
                  <a:pt x="609355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0" y="14416"/>
                  <a:pt x="595140" y="14320"/>
                  <a:pt x="587158" y="14320"/>
                </a:cubicBezTo>
                <a:lnTo>
                  <a:pt x="577420" y="14320"/>
                </a:lnTo>
                <a:moveTo>
                  <a:pt x="577420" y="47659"/>
                </a:moveTo>
                <a:lnTo>
                  <a:pt x="577420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4" y="69597"/>
                </a:cubicBezTo>
                <a:cubicBezTo>
                  <a:pt x="607264" y="69139"/>
                  <a:pt x="609317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7" y="48861"/>
                </a:cubicBezTo>
                <a:cubicBezTo>
                  <a:pt x="603837" y="48059"/>
                  <a:pt x="598825" y="47659"/>
                  <a:pt x="591111" y="47659"/>
                </a:cubicBezTo>
                <a:lnTo>
                  <a:pt x="577420" y="47659"/>
                </a:lnTo>
                <a:close/>
                <a:moveTo>
                  <a:pt x="673119" y="84319"/>
                </a:moveTo>
                <a:lnTo>
                  <a:pt x="673119" y="67363"/>
                </a:lnTo>
                <a:lnTo>
                  <a:pt x="638750" y="67363"/>
                </a:lnTo>
                <a:lnTo>
                  <a:pt x="638750" y="53329"/>
                </a:lnTo>
                <a:lnTo>
                  <a:pt x="675181" y="0"/>
                </a:lnTo>
                <a:lnTo>
                  <a:pt x="688699" y="0"/>
                </a:lnTo>
                <a:lnTo>
                  <a:pt x="688699" y="53272"/>
                </a:lnTo>
                <a:lnTo>
                  <a:pt x="699125" y="53272"/>
                </a:lnTo>
                <a:lnTo>
                  <a:pt x="699125" y="67363"/>
                </a:lnTo>
                <a:lnTo>
                  <a:pt x="688699" y="67363"/>
                </a:lnTo>
                <a:lnTo>
                  <a:pt x="688699" y="84319"/>
                </a:lnTo>
                <a:lnTo>
                  <a:pt x="673119" y="84319"/>
                </a:lnTo>
                <a:moveTo>
                  <a:pt x="673119" y="53272"/>
                </a:moveTo>
                <a:lnTo>
                  <a:pt x="673119" y="24606"/>
                </a:lnTo>
                <a:lnTo>
                  <a:pt x="653815" y="53272"/>
                </a:lnTo>
                <a:lnTo>
                  <a:pt x="673119" y="5327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28BA6-A1CC-4B1D-A3FA-5F7348E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381928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48A7C-B97D-4FBD-9AE0-B8038012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381928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FB533-981D-4BB8-98E4-0C8D67D4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93" y="384535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A2E10-5D80-4B9A-A35F-1E60CC6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33" y="3654198"/>
            <a:ext cx="91244" cy="91244"/>
          </a:xfrm>
          <a:custGeom xmlns:a="http://schemas.openxmlformats.org/drawingml/2006/main">
            <a:pathLst>
              <a:path w="91244" h="91244">
                <a:moveTo>
                  <a:pt x="45622" y="0"/>
                </a:moveTo>
                <a:cubicBezTo>
                  <a:pt x="42626" y="0"/>
                  <a:pt x="39659" y="293"/>
                  <a:pt x="36722" y="877"/>
                </a:cubicBezTo>
                <a:cubicBezTo>
                  <a:pt x="33784" y="1461"/>
                  <a:pt x="30931" y="2327"/>
                  <a:pt x="28163" y="3473"/>
                </a:cubicBezTo>
                <a:cubicBezTo>
                  <a:pt x="25396" y="4620"/>
                  <a:pt x="22767" y="6025"/>
                  <a:pt x="20276" y="7689"/>
                </a:cubicBezTo>
                <a:cubicBezTo>
                  <a:pt x="17785" y="9353"/>
                  <a:pt x="15481" y="11244"/>
                  <a:pt x="13362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7"/>
                  <a:pt x="4619" y="25396"/>
                  <a:pt x="3473" y="28164"/>
                </a:cubicBezTo>
                <a:cubicBezTo>
                  <a:pt x="2327" y="30932"/>
                  <a:pt x="1461" y="33784"/>
                  <a:pt x="877" y="36722"/>
                </a:cubicBezTo>
                <a:cubicBezTo>
                  <a:pt x="292" y="39660"/>
                  <a:pt x="0" y="42626"/>
                  <a:pt x="0" y="45622"/>
                </a:cubicBezTo>
                <a:cubicBezTo>
                  <a:pt x="0" y="48617"/>
                  <a:pt x="292" y="51585"/>
                  <a:pt x="877" y="54523"/>
                </a:cubicBezTo>
                <a:cubicBezTo>
                  <a:pt x="1461" y="57461"/>
                  <a:pt x="2327" y="60314"/>
                  <a:pt x="3473" y="63081"/>
                </a:cubicBezTo>
                <a:cubicBezTo>
                  <a:pt x="4619" y="65849"/>
                  <a:pt x="6025" y="68478"/>
                  <a:pt x="7689" y="70969"/>
                </a:cubicBezTo>
                <a:cubicBezTo>
                  <a:pt x="9353" y="73459"/>
                  <a:pt x="11244" y="75763"/>
                  <a:pt x="13362" y="77882"/>
                </a:cubicBezTo>
                <a:cubicBezTo>
                  <a:pt x="15481" y="80000"/>
                  <a:pt x="17785" y="81891"/>
                  <a:pt x="20276" y="83556"/>
                </a:cubicBezTo>
                <a:cubicBezTo>
                  <a:pt x="22767" y="85220"/>
                  <a:pt x="25396" y="86625"/>
                  <a:pt x="28163" y="87772"/>
                </a:cubicBezTo>
                <a:cubicBezTo>
                  <a:pt x="30931" y="88918"/>
                  <a:pt x="33784" y="89783"/>
                  <a:pt x="36722" y="90367"/>
                </a:cubicBezTo>
                <a:cubicBezTo>
                  <a:pt x="39659" y="90952"/>
                  <a:pt x="42626" y="91244"/>
                  <a:pt x="45622" y="91244"/>
                </a:cubicBezTo>
                <a:cubicBezTo>
                  <a:pt x="48617" y="91244"/>
                  <a:pt x="51584" y="90952"/>
                  <a:pt x="54522" y="90367"/>
                </a:cubicBezTo>
                <a:cubicBezTo>
                  <a:pt x="57460" y="89783"/>
                  <a:pt x="60313" y="88918"/>
                  <a:pt x="63081" y="87772"/>
                </a:cubicBezTo>
                <a:cubicBezTo>
                  <a:pt x="65848" y="86625"/>
                  <a:pt x="68477" y="85220"/>
                  <a:pt x="70968" y="83556"/>
                </a:cubicBezTo>
                <a:cubicBezTo>
                  <a:pt x="73459" y="81891"/>
                  <a:pt x="75763" y="80000"/>
                  <a:pt x="77881" y="77882"/>
                </a:cubicBezTo>
                <a:cubicBezTo>
                  <a:pt x="80000" y="75763"/>
                  <a:pt x="81891" y="73459"/>
                  <a:pt x="83555" y="70969"/>
                </a:cubicBezTo>
                <a:cubicBezTo>
                  <a:pt x="85219" y="68478"/>
                  <a:pt x="86625" y="65849"/>
                  <a:pt x="87771" y="63081"/>
                </a:cubicBezTo>
                <a:cubicBezTo>
                  <a:pt x="88917" y="60314"/>
                  <a:pt x="89783" y="57461"/>
                  <a:pt x="90367" y="54523"/>
                </a:cubicBezTo>
                <a:cubicBezTo>
                  <a:pt x="90951" y="51585"/>
                  <a:pt x="91244" y="48617"/>
                  <a:pt x="91244" y="45622"/>
                </a:cubicBezTo>
                <a:cubicBezTo>
                  <a:pt x="91244" y="42626"/>
                  <a:pt x="90951" y="39660"/>
                  <a:pt x="90367" y="36722"/>
                </a:cubicBezTo>
                <a:cubicBezTo>
                  <a:pt x="89783" y="33784"/>
                  <a:pt x="88917" y="30932"/>
                  <a:pt x="87771" y="28164"/>
                </a:cubicBezTo>
                <a:cubicBezTo>
                  <a:pt x="86625" y="25396"/>
                  <a:pt x="85219" y="22767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7" y="6025"/>
                  <a:pt x="65848" y="4620"/>
                  <a:pt x="63081" y="3473"/>
                </a:cubicBezTo>
                <a:cubicBezTo>
                  <a:pt x="60313" y="2327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00883-7244-449F-B87A-EC150D0D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33" y="3654198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45622" y="0"/>
                </a:moveTo>
                <a:cubicBezTo>
                  <a:pt x="42626" y="0"/>
                  <a:pt x="39659" y="293"/>
                  <a:pt x="36722" y="877"/>
                </a:cubicBezTo>
                <a:cubicBezTo>
                  <a:pt x="33784" y="1461"/>
                  <a:pt x="30931" y="2327"/>
                  <a:pt x="28163" y="3473"/>
                </a:cubicBezTo>
                <a:cubicBezTo>
                  <a:pt x="25396" y="4620"/>
                  <a:pt x="22767" y="6025"/>
                  <a:pt x="20276" y="7689"/>
                </a:cubicBezTo>
                <a:cubicBezTo>
                  <a:pt x="17785" y="9353"/>
                  <a:pt x="15481" y="11244"/>
                  <a:pt x="13362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7"/>
                  <a:pt x="4619" y="25396"/>
                  <a:pt x="3473" y="28164"/>
                </a:cubicBezTo>
                <a:cubicBezTo>
                  <a:pt x="2327" y="30932"/>
                  <a:pt x="1461" y="33784"/>
                  <a:pt x="877" y="36722"/>
                </a:cubicBezTo>
                <a:cubicBezTo>
                  <a:pt x="292" y="39660"/>
                  <a:pt x="0" y="42626"/>
                  <a:pt x="0" y="45622"/>
                </a:cubicBezTo>
                <a:cubicBezTo>
                  <a:pt x="0" y="48617"/>
                  <a:pt x="292" y="51585"/>
                  <a:pt x="877" y="54523"/>
                </a:cubicBezTo>
                <a:cubicBezTo>
                  <a:pt x="1461" y="57461"/>
                  <a:pt x="2327" y="60314"/>
                  <a:pt x="3473" y="63081"/>
                </a:cubicBezTo>
                <a:cubicBezTo>
                  <a:pt x="4619" y="65849"/>
                  <a:pt x="6025" y="68478"/>
                  <a:pt x="7689" y="70969"/>
                </a:cubicBezTo>
                <a:cubicBezTo>
                  <a:pt x="9353" y="73459"/>
                  <a:pt x="11244" y="75763"/>
                  <a:pt x="13362" y="77882"/>
                </a:cubicBezTo>
                <a:cubicBezTo>
                  <a:pt x="15481" y="80000"/>
                  <a:pt x="17785" y="81891"/>
                  <a:pt x="20276" y="83556"/>
                </a:cubicBezTo>
                <a:cubicBezTo>
                  <a:pt x="22767" y="85220"/>
                  <a:pt x="25396" y="86625"/>
                  <a:pt x="28163" y="87772"/>
                </a:cubicBezTo>
                <a:cubicBezTo>
                  <a:pt x="30931" y="88918"/>
                  <a:pt x="33784" y="89783"/>
                  <a:pt x="36722" y="90367"/>
                </a:cubicBezTo>
                <a:cubicBezTo>
                  <a:pt x="39659" y="90952"/>
                  <a:pt x="42626" y="91244"/>
                  <a:pt x="45622" y="91244"/>
                </a:cubicBezTo>
                <a:cubicBezTo>
                  <a:pt x="48617" y="91244"/>
                  <a:pt x="51584" y="90952"/>
                  <a:pt x="54522" y="90367"/>
                </a:cubicBezTo>
                <a:cubicBezTo>
                  <a:pt x="57460" y="89783"/>
                  <a:pt x="60313" y="88918"/>
                  <a:pt x="63081" y="87772"/>
                </a:cubicBezTo>
                <a:cubicBezTo>
                  <a:pt x="65848" y="86625"/>
                  <a:pt x="68477" y="85220"/>
                  <a:pt x="70968" y="83556"/>
                </a:cubicBezTo>
                <a:cubicBezTo>
                  <a:pt x="73459" y="81891"/>
                  <a:pt x="75763" y="80000"/>
                  <a:pt x="77881" y="77882"/>
                </a:cubicBezTo>
                <a:cubicBezTo>
                  <a:pt x="80000" y="75763"/>
                  <a:pt x="81891" y="73459"/>
                  <a:pt x="83555" y="70969"/>
                </a:cubicBezTo>
                <a:cubicBezTo>
                  <a:pt x="85219" y="68478"/>
                  <a:pt x="86625" y="65849"/>
                  <a:pt x="87771" y="63081"/>
                </a:cubicBezTo>
                <a:cubicBezTo>
                  <a:pt x="88917" y="60314"/>
                  <a:pt x="89783" y="57461"/>
                  <a:pt x="90367" y="54523"/>
                </a:cubicBezTo>
                <a:cubicBezTo>
                  <a:pt x="90951" y="51585"/>
                  <a:pt x="91244" y="48617"/>
                  <a:pt x="91244" y="45622"/>
                </a:cubicBezTo>
                <a:cubicBezTo>
                  <a:pt x="91244" y="42626"/>
                  <a:pt x="90951" y="39660"/>
                  <a:pt x="90367" y="36722"/>
                </a:cubicBezTo>
                <a:cubicBezTo>
                  <a:pt x="89783" y="33784"/>
                  <a:pt x="88917" y="30932"/>
                  <a:pt x="87771" y="28164"/>
                </a:cubicBezTo>
                <a:cubicBezTo>
                  <a:pt x="86625" y="25396"/>
                  <a:pt x="85219" y="22767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7" y="6025"/>
                  <a:pt x="65848" y="4620"/>
                  <a:pt x="63081" y="3473"/>
                </a:cubicBezTo>
                <a:cubicBezTo>
                  <a:pt x="60313" y="2327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0DDAB-F7DE-403C-B4A5-9AEA0ADA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80" y="3615093"/>
            <a:ext cx="130348" cy="65174"/>
          </a:xfrm>
          <a:custGeom xmlns:a="http://schemas.openxmlformats.org/drawingml/2006/main">
            <a:pathLst>
              <a:path w="130348" h="65174" fill="none">
                <a:moveTo>
                  <a:pt x="130348" y="65174"/>
                </a:moveTo>
                <a:cubicBezTo>
                  <a:pt x="130348" y="21724"/>
                  <a:pt x="108623" y="0"/>
                  <a:pt x="65174" y="0"/>
                </a:cubicBezTo>
                <a:cubicBezTo>
                  <a:pt x="21725" y="0"/>
                  <a:pt x="0" y="21724"/>
                  <a:pt x="0" y="651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68708-524C-45C3-8506-D3D68035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454" y="3572338"/>
            <a:ext cx="10" cy="42754"/>
          </a:xfrm>
          <a:custGeom xmlns:a="http://schemas.openxmlformats.org/drawingml/2006/main">
            <a:pathLst>
              <a:path w="1" h="42754" fill="none">
                <a:moveTo>
                  <a:pt x="0" y="427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9A3D2-A47B-47F5-BA17-18354521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454" y="3745440"/>
            <a:ext cx="10" cy="41255"/>
          </a:xfrm>
          <a:custGeom xmlns:a="http://schemas.openxmlformats.org/drawingml/2006/main">
            <a:pathLst>
              <a:path w="1" h="41255" fill="none">
                <a:moveTo>
                  <a:pt x="0" y="0"/>
                </a:moveTo>
                <a:lnTo>
                  <a:pt x="0" y="41255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741D7-EBC3-424F-B41B-B291F6D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" y="3426088"/>
            <a:ext cx="97761" cy="97761"/>
          </a:xfrm>
          <a:custGeom xmlns:a="http://schemas.openxmlformats.org/drawingml/2006/main">
            <a:pathLst>
              <a:path w="97761" h="97761">
                <a:moveTo>
                  <a:pt x="97761" y="48881"/>
                </a:moveTo>
                <a:cubicBezTo>
                  <a:pt x="97761" y="52090"/>
                  <a:pt x="97448" y="55269"/>
                  <a:pt x="96822" y="58417"/>
                </a:cubicBezTo>
                <a:cubicBezTo>
                  <a:pt x="96196" y="61564"/>
                  <a:pt x="95268" y="64621"/>
                  <a:pt x="94040" y="67586"/>
                </a:cubicBezTo>
                <a:cubicBezTo>
                  <a:pt x="92812" y="70551"/>
                  <a:pt x="91306" y="73368"/>
                  <a:pt x="89523" y="76037"/>
                </a:cubicBezTo>
                <a:cubicBezTo>
                  <a:pt x="87740" y="78706"/>
                  <a:pt x="85714" y="81175"/>
                  <a:pt x="83444" y="83444"/>
                </a:cubicBezTo>
                <a:cubicBezTo>
                  <a:pt x="81175" y="85714"/>
                  <a:pt x="78706" y="87740"/>
                  <a:pt x="76037" y="89523"/>
                </a:cubicBezTo>
                <a:cubicBezTo>
                  <a:pt x="73368" y="91306"/>
                  <a:pt x="70551" y="92812"/>
                  <a:pt x="67586" y="94040"/>
                </a:cubicBezTo>
                <a:cubicBezTo>
                  <a:pt x="64621" y="95268"/>
                  <a:pt x="61564" y="96196"/>
                  <a:pt x="58417" y="96822"/>
                </a:cubicBezTo>
                <a:cubicBezTo>
                  <a:pt x="55269" y="97448"/>
                  <a:pt x="52090" y="97761"/>
                  <a:pt x="48881" y="97761"/>
                </a:cubicBezTo>
                <a:cubicBezTo>
                  <a:pt x="45671" y="97761"/>
                  <a:pt x="42492" y="97448"/>
                  <a:pt x="39344" y="96822"/>
                </a:cubicBezTo>
                <a:cubicBezTo>
                  <a:pt x="36197" y="96196"/>
                  <a:pt x="33140" y="95268"/>
                  <a:pt x="30175" y="94040"/>
                </a:cubicBezTo>
                <a:cubicBezTo>
                  <a:pt x="27210" y="92812"/>
                  <a:pt x="24393" y="91306"/>
                  <a:pt x="21724" y="89523"/>
                </a:cubicBezTo>
                <a:cubicBezTo>
                  <a:pt x="19055" y="87740"/>
                  <a:pt x="16586" y="85714"/>
                  <a:pt x="14317" y="83444"/>
                </a:cubicBezTo>
                <a:cubicBezTo>
                  <a:pt x="12047" y="81175"/>
                  <a:pt x="10021" y="78706"/>
                  <a:pt x="8238" y="76037"/>
                </a:cubicBezTo>
                <a:cubicBezTo>
                  <a:pt x="6455" y="73368"/>
                  <a:pt x="4949" y="70551"/>
                  <a:pt x="3721" y="67586"/>
                </a:cubicBezTo>
                <a:cubicBezTo>
                  <a:pt x="2493" y="64621"/>
                  <a:pt x="1565" y="61564"/>
                  <a:pt x="939" y="58417"/>
                </a:cubicBezTo>
                <a:cubicBezTo>
                  <a:pt x="313" y="55269"/>
                  <a:pt x="0" y="52090"/>
                  <a:pt x="0" y="48881"/>
                </a:cubicBezTo>
                <a:cubicBezTo>
                  <a:pt x="0" y="45671"/>
                  <a:pt x="313" y="42492"/>
                  <a:pt x="939" y="39344"/>
                </a:cubicBezTo>
                <a:cubicBezTo>
                  <a:pt x="1565" y="36196"/>
                  <a:pt x="2493" y="33140"/>
                  <a:pt x="3721" y="30175"/>
                </a:cubicBezTo>
                <a:cubicBezTo>
                  <a:pt x="4949" y="27209"/>
                  <a:pt x="6455" y="24392"/>
                  <a:pt x="8238" y="21724"/>
                </a:cubicBezTo>
                <a:cubicBezTo>
                  <a:pt x="10021" y="19055"/>
                  <a:pt x="12047" y="16586"/>
                  <a:pt x="14317" y="14317"/>
                </a:cubicBezTo>
                <a:cubicBezTo>
                  <a:pt x="16586" y="12047"/>
                  <a:pt x="19055" y="10021"/>
                  <a:pt x="21724" y="8238"/>
                </a:cubicBezTo>
                <a:cubicBezTo>
                  <a:pt x="24393" y="6455"/>
                  <a:pt x="27210" y="4949"/>
                  <a:pt x="30175" y="3721"/>
                </a:cubicBezTo>
                <a:cubicBezTo>
                  <a:pt x="33140" y="2493"/>
                  <a:pt x="36197" y="1565"/>
                  <a:pt x="39344" y="939"/>
                </a:cubicBezTo>
                <a:cubicBezTo>
                  <a:pt x="42492" y="313"/>
                  <a:pt x="45671" y="0"/>
                  <a:pt x="48881" y="0"/>
                </a:cubicBezTo>
                <a:cubicBezTo>
                  <a:pt x="52090" y="0"/>
                  <a:pt x="55269" y="313"/>
                  <a:pt x="58417" y="939"/>
                </a:cubicBezTo>
                <a:cubicBezTo>
                  <a:pt x="61564" y="1565"/>
                  <a:pt x="64621" y="2493"/>
                  <a:pt x="67586" y="3721"/>
                </a:cubicBezTo>
                <a:cubicBezTo>
                  <a:pt x="70551" y="4949"/>
                  <a:pt x="73368" y="6455"/>
                  <a:pt x="76037" y="8238"/>
                </a:cubicBezTo>
                <a:cubicBezTo>
                  <a:pt x="78706" y="10021"/>
                  <a:pt x="81175" y="12047"/>
                  <a:pt x="83444" y="14317"/>
                </a:cubicBezTo>
                <a:cubicBezTo>
                  <a:pt x="85714" y="16586"/>
                  <a:pt x="87740" y="19055"/>
                  <a:pt x="89523" y="21724"/>
                </a:cubicBezTo>
                <a:cubicBezTo>
                  <a:pt x="91306" y="24392"/>
                  <a:pt x="92812" y="27209"/>
                  <a:pt x="94040" y="30175"/>
                </a:cubicBezTo>
                <a:cubicBezTo>
                  <a:pt x="95268" y="33140"/>
                  <a:pt x="96196" y="36196"/>
                  <a:pt x="96822" y="39344"/>
                </a:cubicBezTo>
                <a:cubicBezTo>
                  <a:pt x="97448" y="42492"/>
                  <a:pt x="97761" y="45671"/>
                  <a:pt x="97761" y="488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E2437-2A51-47BA-B732-C7F1413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" y="3426088"/>
            <a:ext cx="97761" cy="97761"/>
          </a:xfrm>
          <a:custGeom xmlns:a="http://schemas.openxmlformats.org/drawingml/2006/main">
            <a:pathLst>
              <a:path w="97761" h="97761" fill="none">
                <a:moveTo>
                  <a:pt x="97761" y="48881"/>
                </a:moveTo>
                <a:cubicBezTo>
                  <a:pt x="97761" y="52090"/>
                  <a:pt x="97448" y="55269"/>
                  <a:pt x="96822" y="58417"/>
                </a:cubicBezTo>
                <a:cubicBezTo>
                  <a:pt x="96196" y="61564"/>
                  <a:pt x="95268" y="64621"/>
                  <a:pt x="94040" y="67586"/>
                </a:cubicBezTo>
                <a:cubicBezTo>
                  <a:pt x="92812" y="70551"/>
                  <a:pt x="91306" y="73368"/>
                  <a:pt x="89523" y="76037"/>
                </a:cubicBezTo>
                <a:cubicBezTo>
                  <a:pt x="87740" y="78706"/>
                  <a:pt x="85714" y="81175"/>
                  <a:pt x="83444" y="83444"/>
                </a:cubicBezTo>
                <a:cubicBezTo>
                  <a:pt x="81175" y="85714"/>
                  <a:pt x="78706" y="87740"/>
                  <a:pt x="76037" y="89523"/>
                </a:cubicBezTo>
                <a:cubicBezTo>
                  <a:pt x="73368" y="91306"/>
                  <a:pt x="70551" y="92812"/>
                  <a:pt x="67586" y="94040"/>
                </a:cubicBezTo>
                <a:cubicBezTo>
                  <a:pt x="64621" y="95268"/>
                  <a:pt x="61564" y="96196"/>
                  <a:pt x="58417" y="96822"/>
                </a:cubicBezTo>
                <a:cubicBezTo>
                  <a:pt x="55269" y="97448"/>
                  <a:pt x="52090" y="97761"/>
                  <a:pt x="48881" y="97761"/>
                </a:cubicBezTo>
                <a:cubicBezTo>
                  <a:pt x="45671" y="97761"/>
                  <a:pt x="42492" y="97448"/>
                  <a:pt x="39344" y="96822"/>
                </a:cubicBezTo>
                <a:cubicBezTo>
                  <a:pt x="36197" y="96196"/>
                  <a:pt x="33140" y="95268"/>
                  <a:pt x="30175" y="94040"/>
                </a:cubicBezTo>
                <a:cubicBezTo>
                  <a:pt x="27210" y="92812"/>
                  <a:pt x="24393" y="91306"/>
                  <a:pt x="21724" y="89523"/>
                </a:cubicBezTo>
                <a:cubicBezTo>
                  <a:pt x="19055" y="87740"/>
                  <a:pt x="16586" y="85714"/>
                  <a:pt x="14317" y="83444"/>
                </a:cubicBezTo>
                <a:cubicBezTo>
                  <a:pt x="12047" y="81175"/>
                  <a:pt x="10021" y="78706"/>
                  <a:pt x="8238" y="76037"/>
                </a:cubicBezTo>
                <a:cubicBezTo>
                  <a:pt x="6455" y="73368"/>
                  <a:pt x="4949" y="70551"/>
                  <a:pt x="3721" y="67586"/>
                </a:cubicBezTo>
                <a:cubicBezTo>
                  <a:pt x="2493" y="64621"/>
                  <a:pt x="1565" y="61564"/>
                  <a:pt x="939" y="58417"/>
                </a:cubicBezTo>
                <a:cubicBezTo>
                  <a:pt x="313" y="55269"/>
                  <a:pt x="0" y="52090"/>
                  <a:pt x="0" y="48881"/>
                </a:cubicBezTo>
                <a:cubicBezTo>
                  <a:pt x="0" y="45671"/>
                  <a:pt x="313" y="42492"/>
                  <a:pt x="939" y="39344"/>
                </a:cubicBezTo>
                <a:cubicBezTo>
                  <a:pt x="1565" y="36196"/>
                  <a:pt x="2493" y="33140"/>
                  <a:pt x="3721" y="30175"/>
                </a:cubicBezTo>
                <a:cubicBezTo>
                  <a:pt x="4949" y="27209"/>
                  <a:pt x="6455" y="24392"/>
                  <a:pt x="8238" y="21724"/>
                </a:cubicBezTo>
                <a:cubicBezTo>
                  <a:pt x="10021" y="19055"/>
                  <a:pt x="12047" y="16586"/>
                  <a:pt x="14317" y="14317"/>
                </a:cubicBezTo>
                <a:cubicBezTo>
                  <a:pt x="16586" y="12047"/>
                  <a:pt x="19055" y="10021"/>
                  <a:pt x="21724" y="8238"/>
                </a:cubicBezTo>
                <a:cubicBezTo>
                  <a:pt x="24393" y="6455"/>
                  <a:pt x="27210" y="4949"/>
                  <a:pt x="30175" y="3721"/>
                </a:cubicBezTo>
                <a:cubicBezTo>
                  <a:pt x="33140" y="2493"/>
                  <a:pt x="36197" y="1565"/>
                  <a:pt x="39344" y="939"/>
                </a:cubicBezTo>
                <a:cubicBezTo>
                  <a:pt x="42492" y="313"/>
                  <a:pt x="45671" y="0"/>
                  <a:pt x="48881" y="0"/>
                </a:cubicBezTo>
                <a:cubicBezTo>
                  <a:pt x="52090" y="0"/>
                  <a:pt x="55269" y="313"/>
                  <a:pt x="58417" y="939"/>
                </a:cubicBezTo>
                <a:cubicBezTo>
                  <a:pt x="61564" y="1565"/>
                  <a:pt x="64621" y="2493"/>
                  <a:pt x="67586" y="3721"/>
                </a:cubicBezTo>
                <a:cubicBezTo>
                  <a:pt x="70551" y="4949"/>
                  <a:pt x="73368" y="6455"/>
                  <a:pt x="76037" y="8238"/>
                </a:cubicBezTo>
                <a:cubicBezTo>
                  <a:pt x="78706" y="10021"/>
                  <a:pt x="81175" y="12047"/>
                  <a:pt x="83444" y="14317"/>
                </a:cubicBezTo>
                <a:cubicBezTo>
                  <a:pt x="85714" y="16586"/>
                  <a:pt x="87740" y="19055"/>
                  <a:pt x="89523" y="21724"/>
                </a:cubicBezTo>
                <a:cubicBezTo>
                  <a:pt x="91306" y="24392"/>
                  <a:pt x="92812" y="27209"/>
                  <a:pt x="94040" y="30175"/>
                </a:cubicBezTo>
                <a:cubicBezTo>
                  <a:pt x="95268" y="33140"/>
                  <a:pt x="96196" y="36196"/>
                  <a:pt x="96822" y="39344"/>
                </a:cubicBezTo>
                <a:cubicBezTo>
                  <a:pt x="97448" y="42492"/>
                  <a:pt x="97761" y="45671"/>
                  <a:pt x="97761" y="488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58E59-310F-477F-94E9-D27E122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80" y="3523849"/>
            <a:ext cx="195522" cy="293283"/>
          </a:xfrm>
          <a:custGeom xmlns:a="http://schemas.openxmlformats.org/drawingml/2006/main">
            <a:pathLst>
              <a:path w="195522" h="293283" fill="none">
                <a:moveTo>
                  <a:pt x="97761" y="0"/>
                </a:moveTo>
                <a:lnTo>
                  <a:pt x="97761" y="162935"/>
                </a:lnTo>
                <a:moveTo>
                  <a:pt x="97761" y="32587"/>
                </a:moveTo>
                <a:lnTo>
                  <a:pt x="0" y="32587"/>
                </a:lnTo>
                <a:moveTo>
                  <a:pt x="97761" y="32587"/>
                </a:moveTo>
                <a:lnTo>
                  <a:pt x="195522" y="32587"/>
                </a:lnTo>
                <a:moveTo>
                  <a:pt x="97761" y="162935"/>
                </a:moveTo>
                <a:lnTo>
                  <a:pt x="0" y="293283"/>
                </a:lnTo>
                <a:moveTo>
                  <a:pt x="97761" y="162935"/>
                </a:moveTo>
                <a:lnTo>
                  <a:pt x="195522" y="293283"/>
                </a:lnTo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000000"/>
            </a:solidFill>
            <a:miter/>
          </a:ln>
        </p:spPr>
      </p:sp>
      <p:sp>
        <p:nvSpPr>
          <p:cNvPr id="178" name="Text Workload">
            <a:extLst xmlns:a="http://schemas.openxmlformats.org/drawingml/2006/main">
              <a:ext uri="{FF2B5EF4-FFF2-40B4-BE49-F238E27FC236}">
                <a16:creationId xmlns:a16="http://schemas.microsoft.com/office/drawing/2014/main" id="{1A670EDD-830D-4488-9BC8-659D0FA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6" y="3882666"/>
            <a:ext cx="524475" cy="85350"/>
          </a:xfrm>
          <a:custGeom xmlns:a="http://schemas.openxmlformats.org/drawingml/2006/main">
            <a:pathLst>
              <a:path w="524475" h="85350">
                <a:moveTo>
                  <a:pt x="20049" y="83975"/>
                </a:moveTo>
                <a:lnTo>
                  <a:pt x="0" y="0"/>
                </a:lnTo>
                <a:lnTo>
                  <a:pt x="17356" y="0"/>
                </a:lnTo>
                <a:lnTo>
                  <a:pt x="30016" y="57683"/>
                </a:lnTo>
                <a:lnTo>
                  <a:pt x="45367" y="0"/>
                </a:lnTo>
                <a:lnTo>
                  <a:pt x="65530" y="0"/>
                </a:lnTo>
                <a:lnTo>
                  <a:pt x="80252" y="58657"/>
                </a:lnTo>
                <a:lnTo>
                  <a:pt x="93140" y="0"/>
                </a:lnTo>
                <a:lnTo>
                  <a:pt x="110210" y="0"/>
                </a:lnTo>
                <a:lnTo>
                  <a:pt x="89818" y="83975"/>
                </a:lnTo>
                <a:lnTo>
                  <a:pt x="71831" y="83975"/>
                </a:lnTo>
                <a:lnTo>
                  <a:pt x="55105" y="21194"/>
                </a:lnTo>
                <a:lnTo>
                  <a:pt x="38436" y="83975"/>
                </a:lnTo>
                <a:lnTo>
                  <a:pt x="20049" y="83975"/>
                </a:lnTo>
                <a:close/>
                <a:moveTo>
                  <a:pt x="112903" y="52699"/>
                </a:moveTo>
                <a:cubicBezTo>
                  <a:pt x="112903" y="47353"/>
                  <a:pt x="114220" y="42179"/>
                  <a:pt x="116855" y="37176"/>
                </a:cubicBezTo>
                <a:cubicBezTo>
                  <a:pt x="119490" y="32173"/>
                  <a:pt x="123223" y="28355"/>
                  <a:pt x="128054" y="25720"/>
                </a:cubicBezTo>
                <a:cubicBezTo>
                  <a:pt x="132884" y="23085"/>
                  <a:pt x="138278" y="21767"/>
                  <a:pt x="144236" y="21767"/>
                </a:cubicBezTo>
                <a:cubicBezTo>
                  <a:pt x="153439" y="21767"/>
                  <a:pt x="160981" y="24755"/>
                  <a:pt x="166862" y="30732"/>
                </a:cubicBezTo>
                <a:cubicBezTo>
                  <a:pt x="172743" y="36708"/>
                  <a:pt x="175683" y="44260"/>
                  <a:pt x="175683" y="53387"/>
                </a:cubicBezTo>
                <a:cubicBezTo>
                  <a:pt x="175683" y="62590"/>
                  <a:pt x="172714" y="70218"/>
                  <a:pt x="166776" y="76271"/>
                </a:cubicBezTo>
                <a:cubicBezTo>
                  <a:pt x="160838" y="82324"/>
                  <a:pt x="153363" y="85350"/>
                  <a:pt x="144350" y="85350"/>
                </a:cubicBezTo>
                <a:cubicBezTo>
                  <a:pt x="138775" y="85350"/>
                  <a:pt x="133457" y="84090"/>
                  <a:pt x="128397" y="81569"/>
                </a:cubicBezTo>
                <a:cubicBezTo>
                  <a:pt x="123337" y="79049"/>
                  <a:pt x="119490" y="75354"/>
                  <a:pt x="116855" y="70485"/>
                </a:cubicBezTo>
                <a:cubicBezTo>
                  <a:pt x="114220" y="65616"/>
                  <a:pt x="112903" y="59688"/>
                  <a:pt x="112903" y="52699"/>
                </a:cubicBezTo>
                <a:moveTo>
                  <a:pt x="129400" y="53559"/>
                </a:moveTo>
                <a:cubicBezTo>
                  <a:pt x="129400" y="59573"/>
                  <a:pt x="130832" y="64180"/>
                  <a:pt x="133696" y="67378"/>
                </a:cubicBezTo>
                <a:cubicBezTo>
                  <a:pt x="136560" y="70576"/>
                  <a:pt x="140092" y="72175"/>
                  <a:pt x="144293" y="72175"/>
                </a:cubicBezTo>
                <a:cubicBezTo>
                  <a:pt x="148494" y="72175"/>
                  <a:pt x="152016" y="70576"/>
                  <a:pt x="154861" y="67378"/>
                </a:cubicBezTo>
                <a:cubicBezTo>
                  <a:pt x="157706" y="64180"/>
                  <a:pt x="159129" y="59535"/>
                  <a:pt x="159129" y="53444"/>
                </a:cubicBezTo>
                <a:cubicBezTo>
                  <a:pt x="159129" y="47506"/>
                  <a:pt x="157706" y="42938"/>
                  <a:pt x="154861" y="39739"/>
                </a:cubicBezTo>
                <a:cubicBezTo>
                  <a:pt x="152016" y="36541"/>
                  <a:pt x="148494" y="34942"/>
                  <a:pt x="144293" y="34942"/>
                </a:cubicBezTo>
                <a:cubicBezTo>
                  <a:pt x="140092" y="34942"/>
                  <a:pt x="136560" y="36541"/>
                  <a:pt x="133696" y="39739"/>
                </a:cubicBezTo>
                <a:cubicBezTo>
                  <a:pt x="130832" y="42938"/>
                  <a:pt x="129400" y="47544"/>
                  <a:pt x="129400" y="53559"/>
                </a:cubicBezTo>
                <a:close/>
                <a:moveTo>
                  <a:pt x="203713" y="83975"/>
                </a:moveTo>
                <a:lnTo>
                  <a:pt x="187617" y="83975"/>
                </a:lnTo>
                <a:lnTo>
                  <a:pt x="187617" y="23142"/>
                </a:lnTo>
                <a:lnTo>
                  <a:pt x="202567" y="23142"/>
                </a:lnTo>
                <a:lnTo>
                  <a:pt x="202567" y="31791"/>
                </a:lnTo>
                <a:cubicBezTo>
                  <a:pt x="205126" y="27705"/>
                  <a:pt x="207427" y="25013"/>
                  <a:pt x="209470" y="23715"/>
                </a:cubicBezTo>
                <a:cubicBezTo>
                  <a:pt x="211513" y="22416"/>
                  <a:pt x="213833" y="21767"/>
                  <a:pt x="216430" y="21767"/>
                </a:cubicBezTo>
                <a:cubicBezTo>
                  <a:pt x="220096" y="21767"/>
                  <a:pt x="223628" y="22779"/>
                  <a:pt x="227027" y="24803"/>
                </a:cubicBezTo>
                <a:lnTo>
                  <a:pt x="222043" y="38837"/>
                </a:lnTo>
                <a:cubicBezTo>
                  <a:pt x="219332" y="37080"/>
                  <a:pt x="216812" y="36202"/>
                  <a:pt x="214482" y="36202"/>
                </a:cubicBezTo>
                <a:cubicBezTo>
                  <a:pt x="212229" y="36202"/>
                  <a:pt x="210320" y="36823"/>
                  <a:pt x="208754" y="38064"/>
                </a:cubicBezTo>
                <a:cubicBezTo>
                  <a:pt x="207188" y="39305"/>
                  <a:pt x="205957" y="41548"/>
                  <a:pt x="205059" y="44794"/>
                </a:cubicBezTo>
                <a:cubicBezTo>
                  <a:pt x="204162" y="48040"/>
                  <a:pt x="203713" y="54838"/>
                  <a:pt x="203713" y="65187"/>
                </a:cubicBezTo>
                <a:lnTo>
                  <a:pt x="203713" y="83975"/>
                </a:lnTo>
                <a:close/>
                <a:moveTo>
                  <a:pt x="233366" y="83975"/>
                </a:moveTo>
                <a:lnTo>
                  <a:pt x="233366" y="0"/>
                </a:lnTo>
                <a:lnTo>
                  <a:pt x="249462" y="0"/>
                </a:lnTo>
                <a:lnTo>
                  <a:pt x="249462" y="44565"/>
                </a:lnTo>
                <a:lnTo>
                  <a:pt x="268308" y="23142"/>
                </a:lnTo>
                <a:lnTo>
                  <a:pt x="288128" y="23142"/>
                </a:lnTo>
                <a:lnTo>
                  <a:pt x="267334" y="45376"/>
                </a:lnTo>
                <a:lnTo>
                  <a:pt x="289617" y="83975"/>
                </a:lnTo>
                <a:lnTo>
                  <a:pt x="272261" y="83975"/>
                </a:lnTo>
                <a:lnTo>
                  <a:pt x="256966" y="56645"/>
                </a:lnTo>
                <a:lnTo>
                  <a:pt x="249462" y="64499"/>
                </a:lnTo>
                <a:lnTo>
                  <a:pt x="249462" y="83975"/>
                </a:lnTo>
                <a:lnTo>
                  <a:pt x="233366" y="83975"/>
                </a:lnTo>
                <a:close/>
                <a:moveTo>
                  <a:pt x="299165" y="83975"/>
                </a:moveTo>
                <a:lnTo>
                  <a:pt x="299165" y="0"/>
                </a:lnTo>
                <a:lnTo>
                  <a:pt x="315261" y="0"/>
                </a:lnTo>
                <a:lnTo>
                  <a:pt x="315261" y="83975"/>
                </a:lnTo>
                <a:lnTo>
                  <a:pt x="299165" y="83975"/>
                </a:lnTo>
                <a:close/>
                <a:moveTo>
                  <a:pt x="328055" y="52699"/>
                </a:moveTo>
                <a:cubicBezTo>
                  <a:pt x="328055" y="47353"/>
                  <a:pt x="329372" y="42179"/>
                  <a:pt x="332007" y="37176"/>
                </a:cubicBezTo>
                <a:cubicBezTo>
                  <a:pt x="334642" y="32173"/>
                  <a:pt x="338375" y="28355"/>
                  <a:pt x="343206" y="25720"/>
                </a:cubicBezTo>
                <a:cubicBezTo>
                  <a:pt x="348037" y="23085"/>
                  <a:pt x="353431" y="21767"/>
                  <a:pt x="359388" y="21767"/>
                </a:cubicBezTo>
                <a:cubicBezTo>
                  <a:pt x="368591" y="21767"/>
                  <a:pt x="376134" y="24755"/>
                  <a:pt x="382015" y="30732"/>
                </a:cubicBezTo>
                <a:cubicBezTo>
                  <a:pt x="387895" y="36708"/>
                  <a:pt x="390836" y="44260"/>
                  <a:pt x="390836" y="53387"/>
                </a:cubicBezTo>
                <a:cubicBezTo>
                  <a:pt x="390836" y="62590"/>
                  <a:pt x="387867" y="70218"/>
                  <a:pt x="381929" y="76271"/>
                </a:cubicBezTo>
                <a:cubicBezTo>
                  <a:pt x="375990" y="82324"/>
                  <a:pt x="368515" y="85350"/>
                  <a:pt x="359503" y="85350"/>
                </a:cubicBezTo>
                <a:cubicBezTo>
                  <a:pt x="353927" y="85350"/>
                  <a:pt x="348610" y="84090"/>
                  <a:pt x="343550" y="81569"/>
                </a:cubicBezTo>
                <a:cubicBezTo>
                  <a:pt x="338490" y="79049"/>
                  <a:pt x="334642" y="75354"/>
                  <a:pt x="332007" y="70485"/>
                </a:cubicBezTo>
                <a:cubicBezTo>
                  <a:pt x="329372" y="65616"/>
                  <a:pt x="328055" y="59688"/>
                  <a:pt x="328055" y="52699"/>
                </a:cubicBezTo>
                <a:moveTo>
                  <a:pt x="344552" y="53559"/>
                </a:moveTo>
                <a:cubicBezTo>
                  <a:pt x="344552" y="59573"/>
                  <a:pt x="345984" y="64180"/>
                  <a:pt x="348848" y="67378"/>
                </a:cubicBezTo>
                <a:cubicBezTo>
                  <a:pt x="351712" y="70576"/>
                  <a:pt x="355245" y="72175"/>
                  <a:pt x="359445" y="72175"/>
                </a:cubicBezTo>
                <a:cubicBezTo>
                  <a:pt x="363646" y="72175"/>
                  <a:pt x="367169" y="70576"/>
                  <a:pt x="370014" y="67378"/>
                </a:cubicBezTo>
                <a:cubicBezTo>
                  <a:pt x="372859" y="64180"/>
                  <a:pt x="374281" y="59535"/>
                  <a:pt x="374281" y="53444"/>
                </a:cubicBezTo>
                <a:cubicBezTo>
                  <a:pt x="374281" y="47506"/>
                  <a:pt x="372859" y="42938"/>
                  <a:pt x="370014" y="39739"/>
                </a:cubicBezTo>
                <a:cubicBezTo>
                  <a:pt x="367169" y="36541"/>
                  <a:pt x="363646" y="34942"/>
                  <a:pt x="359445" y="34942"/>
                </a:cubicBezTo>
                <a:cubicBezTo>
                  <a:pt x="355245" y="34942"/>
                  <a:pt x="351712" y="36541"/>
                  <a:pt x="348848" y="39739"/>
                </a:cubicBezTo>
                <a:cubicBezTo>
                  <a:pt x="345984" y="42938"/>
                  <a:pt x="344552" y="47544"/>
                  <a:pt x="344552" y="53559"/>
                </a:cubicBezTo>
                <a:close/>
                <a:moveTo>
                  <a:pt x="415486" y="41930"/>
                </a:moveTo>
                <a:lnTo>
                  <a:pt x="400879" y="39295"/>
                </a:lnTo>
                <a:cubicBezTo>
                  <a:pt x="402521" y="33337"/>
                  <a:pt x="405347" y="28926"/>
                  <a:pt x="409357" y="26063"/>
                </a:cubicBezTo>
                <a:cubicBezTo>
                  <a:pt x="413366" y="23199"/>
                  <a:pt x="419324" y="21767"/>
                  <a:pt x="427229" y="21767"/>
                </a:cubicBezTo>
                <a:cubicBezTo>
                  <a:pt x="434408" y="21767"/>
                  <a:pt x="439754" y="22617"/>
                  <a:pt x="443268" y="24316"/>
                </a:cubicBezTo>
                <a:cubicBezTo>
                  <a:pt x="446781" y="26016"/>
                  <a:pt x="449254" y="28173"/>
                  <a:pt x="450686" y="30789"/>
                </a:cubicBezTo>
                <a:cubicBezTo>
                  <a:pt x="452118" y="33405"/>
                  <a:pt x="452834" y="38207"/>
                  <a:pt x="452834" y="45195"/>
                </a:cubicBezTo>
                <a:lnTo>
                  <a:pt x="452662" y="63984"/>
                </a:lnTo>
                <a:cubicBezTo>
                  <a:pt x="452662" y="69330"/>
                  <a:pt x="452920" y="73273"/>
                  <a:pt x="453435" y="75813"/>
                </a:cubicBezTo>
                <a:cubicBezTo>
                  <a:pt x="453951" y="78352"/>
                  <a:pt x="454915" y="81073"/>
                  <a:pt x="456328" y="83975"/>
                </a:cubicBezTo>
                <a:lnTo>
                  <a:pt x="440404" y="83975"/>
                </a:lnTo>
                <a:cubicBezTo>
                  <a:pt x="439983" y="82906"/>
                  <a:pt x="439468" y="81321"/>
                  <a:pt x="438857" y="79221"/>
                </a:cubicBezTo>
                <a:cubicBezTo>
                  <a:pt x="438590" y="78266"/>
                  <a:pt x="438399" y="77636"/>
                  <a:pt x="438284" y="77330"/>
                </a:cubicBezTo>
                <a:cubicBezTo>
                  <a:pt x="435535" y="80004"/>
                  <a:pt x="432594" y="82009"/>
                  <a:pt x="429463" y="83345"/>
                </a:cubicBezTo>
                <a:cubicBezTo>
                  <a:pt x="426331" y="84682"/>
                  <a:pt x="422990" y="85350"/>
                  <a:pt x="419438" y="85350"/>
                </a:cubicBezTo>
                <a:cubicBezTo>
                  <a:pt x="413176" y="85350"/>
                  <a:pt x="408240" y="83658"/>
                  <a:pt x="404631" y="80273"/>
                </a:cubicBezTo>
                <a:cubicBezTo>
                  <a:pt x="401022" y="76889"/>
                  <a:pt x="399218" y="72611"/>
                  <a:pt x="399218" y="67439"/>
                </a:cubicBezTo>
                <a:cubicBezTo>
                  <a:pt x="399218" y="64016"/>
                  <a:pt x="400039" y="60965"/>
                  <a:pt x="401681" y="58284"/>
                </a:cubicBezTo>
                <a:cubicBezTo>
                  <a:pt x="403323" y="55603"/>
                  <a:pt x="405624" y="53549"/>
                  <a:pt x="408583" y="52123"/>
                </a:cubicBezTo>
                <a:cubicBezTo>
                  <a:pt x="411543" y="50697"/>
                  <a:pt x="415811" y="49452"/>
                  <a:pt x="421386" y="48387"/>
                </a:cubicBezTo>
                <a:cubicBezTo>
                  <a:pt x="428909" y="46980"/>
                  <a:pt x="434122" y="45668"/>
                  <a:pt x="437024" y="44451"/>
                </a:cubicBezTo>
                <a:lnTo>
                  <a:pt x="437024" y="42829"/>
                </a:lnTo>
                <a:cubicBezTo>
                  <a:pt x="437024" y="39701"/>
                  <a:pt x="436260" y="37471"/>
                  <a:pt x="434733" y="36139"/>
                </a:cubicBezTo>
                <a:cubicBezTo>
                  <a:pt x="433205" y="34806"/>
                  <a:pt x="430322" y="34140"/>
                  <a:pt x="426083" y="34140"/>
                </a:cubicBezTo>
                <a:cubicBezTo>
                  <a:pt x="423219" y="34140"/>
                  <a:pt x="420985" y="34716"/>
                  <a:pt x="419381" y="35869"/>
                </a:cubicBezTo>
                <a:cubicBezTo>
                  <a:pt x="417777" y="37021"/>
                  <a:pt x="416479" y="39041"/>
                  <a:pt x="415486" y="41930"/>
                </a:cubicBezTo>
                <a:moveTo>
                  <a:pt x="437024" y="54991"/>
                </a:moveTo>
                <a:cubicBezTo>
                  <a:pt x="434962" y="55670"/>
                  <a:pt x="431697" y="56481"/>
                  <a:pt x="427229" y="57425"/>
                </a:cubicBezTo>
                <a:cubicBezTo>
                  <a:pt x="422761" y="58368"/>
                  <a:pt x="419839" y="59292"/>
                  <a:pt x="418465" y="60198"/>
                </a:cubicBezTo>
                <a:cubicBezTo>
                  <a:pt x="416364" y="61669"/>
                  <a:pt x="415314" y="63537"/>
                  <a:pt x="415314" y="65801"/>
                </a:cubicBezTo>
                <a:cubicBezTo>
                  <a:pt x="415314" y="68028"/>
                  <a:pt x="416154" y="69952"/>
                  <a:pt x="417834" y="71575"/>
                </a:cubicBezTo>
                <a:cubicBezTo>
                  <a:pt x="419515" y="73197"/>
                  <a:pt x="421653" y="74008"/>
                  <a:pt x="424250" y="74008"/>
                </a:cubicBezTo>
                <a:cubicBezTo>
                  <a:pt x="427152" y="74008"/>
                  <a:pt x="429921" y="73065"/>
                  <a:pt x="432556" y="71178"/>
                </a:cubicBezTo>
                <a:cubicBezTo>
                  <a:pt x="434504" y="69745"/>
                  <a:pt x="435783" y="67990"/>
                  <a:pt x="436394" y="65914"/>
                </a:cubicBezTo>
                <a:cubicBezTo>
                  <a:pt x="436814" y="64555"/>
                  <a:pt x="437024" y="61971"/>
                  <a:pt x="437024" y="58161"/>
                </a:cubicBezTo>
                <a:lnTo>
                  <a:pt x="437024" y="54991"/>
                </a:lnTo>
                <a:close/>
                <a:moveTo>
                  <a:pt x="524475" y="83975"/>
                </a:moveTo>
                <a:lnTo>
                  <a:pt x="509525" y="83975"/>
                </a:lnTo>
                <a:lnTo>
                  <a:pt x="509525" y="75039"/>
                </a:lnTo>
                <a:cubicBezTo>
                  <a:pt x="507043" y="78514"/>
                  <a:pt x="504112" y="81102"/>
                  <a:pt x="500732" y="82801"/>
                </a:cubicBezTo>
                <a:cubicBezTo>
                  <a:pt x="497352" y="84500"/>
                  <a:pt x="493944" y="85350"/>
                  <a:pt x="490507" y="85350"/>
                </a:cubicBezTo>
                <a:cubicBezTo>
                  <a:pt x="483519" y="85350"/>
                  <a:pt x="477533" y="82534"/>
                  <a:pt x="472549" y="76901"/>
                </a:cubicBezTo>
                <a:cubicBezTo>
                  <a:pt x="467566" y="71268"/>
                  <a:pt x="465074" y="63411"/>
                  <a:pt x="465074" y="53329"/>
                </a:cubicBezTo>
                <a:cubicBezTo>
                  <a:pt x="465074" y="43019"/>
                  <a:pt x="467499" y="35181"/>
                  <a:pt x="472349" y="29815"/>
                </a:cubicBezTo>
                <a:cubicBezTo>
                  <a:pt x="477199" y="24450"/>
                  <a:pt x="483328" y="21767"/>
                  <a:pt x="490736" y="21767"/>
                </a:cubicBezTo>
                <a:cubicBezTo>
                  <a:pt x="497534" y="21767"/>
                  <a:pt x="503415" y="24593"/>
                  <a:pt x="508379" y="30245"/>
                </a:cubicBezTo>
                <a:lnTo>
                  <a:pt x="508379" y="0"/>
                </a:lnTo>
                <a:lnTo>
                  <a:pt x="524475" y="0"/>
                </a:lnTo>
                <a:lnTo>
                  <a:pt x="524475" y="83975"/>
                </a:lnTo>
                <a:moveTo>
                  <a:pt x="481514" y="52271"/>
                </a:moveTo>
                <a:cubicBezTo>
                  <a:pt x="481514" y="58754"/>
                  <a:pt x="482411" y="63444"/>
                  <a:pt x="484206" y="66341"/>
                </a:cubicBezTo>
                <a:cubicBezTo>
                  <a:pt x="486803" y="70536"/>
                  <a:pt x="490431" y="72633"/>
                  <a:pt x="495090" y="72633"/>
                </a:cubicBezTo>
                <a:cubicBezTo>
                  <a:pt x="498794" y="72633"/>
                  <a:pt x="501945" y="71061"/>
                  <a:pt x="504541" y="67915"/>
                </a:cubicBezTo>
                <a:cubicBezTo>
                  <a:pt x="507138" y="64769"/>
                  <a:pt x="508436" y="60070"/>
                  <a:pt x="508436" y="53816"/>
                </a:cubicBezTo>
                <a:cubicBezTo>
                  <a:pt x="508436" y="46837"/>
                  <a:pt x="507176" y="41813"/>
                  <a:pt x="504656" y="38744"/>
                </a:cubicBezTo>
                <a:cubicBezTo>
                  <a:pt x="502135" y="35675"/>
                  <a:pt x="498909" y="34140"/>
                  <a:pt x="494975" y="34140"/>
                </a:cubicBezTo>
                <a:cubicBezTo>
                  <a:pt x="491156" y="34140"/>
                  <a:pt x="487958" y="35656"/>
                  <a:pt x="485381" y="38687"/>
                </a:cubicBezTo>
                <a:cubicBezTo>
                  <a:pt x="482803" y="41718"/>
                  <a:pt x="481514" y="46246"/>
                  <a:pt x="481514" y="522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41185-FD70-40C1-986E-A9FFA1C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00" y="3579247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2626"/>
                  <a:pt x="292" y="39659"/>
                  <a:pt x="877" y="36722"/>
                </a:cubicBezTo>
                <a:cubicBezTo>
                  <a:pt x="1461" y="33784"/>
                  <a:pt x="2326" y="30931"/>
                  <a:pt x="3473" y="28163"/>
                </a:cubicBezTo>
                <a:cubicBezTo>
                  <a:pt x="4619" y="25396"/>
                  <a:pt x="6024" y="22767"/>
                  <a:pt x="7689" y="20276"/>
                </a:cubicBezTo>
                <a:cubicBezTo>
                  <a:pt x="9353" y="17785"/>
                  <a:pt x="11244" y="15481"/>
                  <a:pt x="13362" y="13362"/>
                </a:cubicBezTo>
                <a:cubicBezTo>
                  <a:pt x="15481" y="11244"/>
                  <a:pt x="17785" y="9353"/>
                  <a:pt x="20276" y="7689"/>
                </a:cubicBezTo>
                <a:cubicBezTo>
                  <a:pt x="22766" y="6025"/>
                  <a:pt x="25396" y="4619"/>
                  <a:pt x="28163" y="3473"/>
                </a:cubicBezTo>
                <a:cubicBezTo>
                  <a:pt x="30931" y="2327"/>
                  <a:pt x="33783" y="1461"/>
                  <a:pt x="36722" y="877"/>
                </a:cubicBezTo>
                <a:cubicBezTo>
                  <a:pt x="39659" y="292"/>
                  <a:pt x="42626" y="0"/>
                  <a:pt x="45622" y="0"/>
                </a:cubicBezTo>
                <a:cubicBezTo>
                  <a:pt x="48617" y="0"/>
                  <a:pt x="51584" y="292"/>
                  <a:pt x="54522" y="877"/>
                </a:cubicBezTo>
                <a:cubicBezTo>
                  <a:pt x="57460" y="1461"/>
                  <a:pt x="60313" y="2327"/>
                  <a:pt x="63081" y="3473"/>
                </a:cubicBezTo>
                <a:cubicBezTo>
                  <a:pt x="65848" y="4619"/>
                  <a:pt x="68477" y="6025"/>
                  <a:pt x="70968" y="7689"/>
                </a:cubicBezTo>
                <a:cubicBezTo>
                  <a:pt x="73459" y="9353"/>
                  <a:pt x="75763" y="11244"/>
                  <a:pt x="77881" y="13362"/>
                </a:cubicBezTo>
                <a:cubicBezTo>
                  <a:pt x="79999" y="15481"/>
                  <a:pt x="81891" y="17785"/>
                  <a:pt x="83555" y="20276"/>
                </a:cubicBezTo>
                <a:cubicBezTo>
                  <a:pt x="85219" y="22767"/>
                  <a:pt x="86625" y="25396"/>
                  <a:pt x="87771" y="28163"/>
                </a:cubicBezTo>
                <a:cubicBezTo>
                  <a:pt x="88917" y="30931"/>
                  <a:pt x="89783" y="33784"/>
                  <a:pt x="90367" y="36722"/>
                </a:cubicBezTo>
                <a:cubicBezTo>
                  <a:pt x="90951" y="39659"/>
                  <a:pt x="91244" y="42626"/>
                  <a:pt x="91244" y="45622"/>
                </a:cubicBezTo>
                <a:cubicBezTo>
                  <a:pt x="91244" y="48617"/>
                  <a:pt x="90951" y="51584"/>
                  <a:pt x="90367" y="54522"/>
                </a:cubicBezTo>
                <a:cubicBezTo>
                  <a:pt x="89783" y="57460"/>
                  <a:pt x="88917" y="60313"/>
                  <a:pt x="87771" y="63081"/>
                </a:cubicBezTo>
                <a:cubicBezTo>
                  <a:pt x="86625" y="65848"/>
                  <a:pt x="85219" y="68477"/>
                  <a:pt x="83555" y="70968"/>
                </a:cubicBezTo>
                <a:cubicBezTo>
                  <a:pt x="81891" y="73459"/>
                  <a:pt x="79999" y="75763"/>
                  <a:pt x="77881" y="77881"/>
                </a:cubicBezTo>
                <a:cubicBezTo>
                  <a:pt x="75763" y="80000"/>
                  <a:pt x="73459" y="81891"/>
                  <a:pt x="70968" y="83555"/>
                </a:cubicBezTo>
                <a:cubicBezTo>
                  <a:pt x="68477" y="85219"/>
                  <a:pt x="65848" y="86625"/>
                  <a:pt x="63081" y="87771"/>
                </a:cubicBezTo>
                <a:cubicBezTo>
                  <a:pt x="60313" y="88917"/>
                  <a:pt x="57460" y="89783"/>
                  <a:pt x="54522" y="90367"/>
                </a:cubicBezTo>
                <a:cubicBezTo>
                  <a:pt x="51584" y="90951"/>
                  <a:pt x="48617" y="91244"/>
                  <a:pt x="45622" y="91244"/>
                </a:cubicBezTo>
                <a:cubicBezTo>
                  <a:pt x="42626" y="91244"/>
                  <a:pt x="39659" y="90951"/>
                  <a:pt x="36722" y="90367"/>
                </a:cubicBezTo>
                <a:cubicBezTo>
                  <a:pt x="33783" y="89783"/>
                  <a:pt x="30931" y="88917"/>
                  <a:pt x="28163" y="87771"/>
                </a:cubicBezTo>
                <a:cubicBezTo>
                  <a:pt x="25396" y="86625"/>
                  <a:pt x="22766" y="85219"/>
                  <a:pt x="20276" y="83555"/>
                </a:cubicBezTo>
                <a:cubicBezTo>
                  <a:pt x="17785" y="81891"/>
                  <a:pt x="15481" y="80000"/>
                  <a:pt x="13362" y="77881"/>
                </a:cubicBezTo>
                <a:cubicBezTo>
                  <a:pt x="11244" y="75763"/>
                  <a:pt x="9353" y="73459"/>
                  <a:pt x="7689" y="70968"/>
                </a:cubicBezTo>
                <a:cubicBezTo>
                  <a:pt x="6024" y="68477"/>
                  <a:pt x="4619" y="65848"/>
                  <a:pt x="3473" y="63081"/>
                </a:cubicBezTo>
                <a:cubicBezTo>
                  <a:pt x="2326" y="60313"/>
                  <a:pt x="1461" y="57460"/>
                  <a:pt x="877" y="54522"/>
                </a:cubicBezTo>
                <a:cubicBezTo>
                  <a:pt x="292" y="51584"/>
                  <a:pt x="0" y="48617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B9242-65EA-4D09-94B7-155BCD4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00" y="3579247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2626"/>
                  <a:pt x="292" y="39659"/>
                  <a:pt x="877" y="36722"/>
                </a:cubicBezTo>
                <a:cubicBezTo>
                  <a:pt x="1461" y="33784"/>
                  <a:pt x="2326" y="30931"/>
                  <a:pt x="3473" y="28163"/>
                </a:cubicBezTo>
                <a:cubicBezTo>
                  <a:pt x="4619" y="25396"/>
                  <a:pt x="6024" y="22767"/>
                  <a:pt x="7689" y="20276"/>
                </a:cubicBezTo>
                <a:cubicBezTo>
                  <a:pt x="9353" y="17785"/>
                  <a:pt x="11244" y="15481"/>
                  <a:pt x="13362" y="13362"/>
                </a:cubicBezTo>
                <a:cubicBezTo>
                  <a:pt x="15481" y="11244"/>
                  <a:pt x="17785" y="9353"/>
                  <a:pt x="20276" y="7689"/>
                </a:cubicBezTo>
                <a:cubicBezTo>
                  <a:pt x="22766" y="6025"/>
                  <a:pt x="25396" y="4619"/>
                  <a:pt x="28163" y="3473"/>
                </a:cubicBezTo>
                <a:cubicBezTo>
                  <a:pt x="30931" y="2327"/>
                  <a:pt x="33783" y="1461"/>
                  <a:pt x="36722" y="877"/>
                </a:cubicBezTo>
                <a:cubicBezTo>
                  <a:pt x="39659" y="292"/>
                  <a:pt x="42626" y="0"/>
                  <a:pt x="45622" y="0"/>
                </a:cubicBezTo>
                <a:cubicBezTo>
                  <a:pt x="48617" y="0"/>
                  <a:pt x="51584" y="292"/>
                  <a:pt x="54522" y="877"/>
                </a:cubicBezTo>
                <a:cubicBezTo>
                  <a:pt x="57460" y="1461"/>
                  <a:pt x="60313" y="2327"/>
                  <a:pt x="63081" y="3473"/>
                </a:cubicBezTo>
                <a:cubicBezTo>
                  <a:pt x="65848" y="4619"/>
                  <a:pt x="68477" y="6025"/>
                  <a:pt x="70968" y="7689"/>
                </a:cubicBezTo>
                <a:cubicBezTo>
                  <a:pt x="73459" y="9353"/>
                  <a:pt x="75763" y="11244"/>
                  <a:pt x="77881" y="13362"/>
                </a:cubicBezTo>
                <a:cubicBezTo>
                  <a:pt x="79999" y="15481"/>
                  <a:pt x="81891" y="17785"/>
                  <a:pt x="83555" y="20276"/>
                </a:cubicBezTo>
                <a:cubicBezTo>
                  <a:pt x="85219" y="22767"/>
                  <a:pt x="86625" y="25396"/>
                  <a:pt x="87771" y="28163"/>
                </a:cubicBezTo>
                <a:cubicBezTo>
                  <a:pt x="88917" y="30931"/>
                  <a:pt x="89783" y="33784"/>
                  <a:pt x="90367" y="36722"/>
                </a:cubicBezTo>
                <a:cubicBezTo>
                  <a:pt x="90951" y="39659"/>
                  <a:pt x="91244" y="42626"/>
                  <a:pt x="91244" y="45622"/>
                </a:cubicBezTo>
                <a:cubicBezTo>
                  <a:pt x="91244" y="48617"/>
                  <a:pt x="90951" y="51584"/>
                  <a:pt x="90367" y="54522"/>
                </a:cubicBezTo>
                <a:cubicBezTo>
                  <a:pt x="89783" y="57460"/>
                  <a:pt x="88917" y="60313"/>
                  <a:pt x="87771" y="63081"/>
                </a:cubicBezTo>
                <a:cubicBezTo>
                  <a:pt x="86625" y="65848"/>
                  <a:pt x="85219" y="68477"/>
                  <a:pt x="83555" y="70968"/>
                </a:cubicBezTo>
                <a:cubicBezTo>
                  <a:pt x="81891" y="73459"/>
                  <a:pt x="79999" y="75763"/>
                  <a:pt x="77881" y="77881"/>
                </a:cubicBezTo>
                <a:cubicBezTo>
                  <a:pt x="75763" y="80000"/>
                  <a:pt x="73459" y="81891"/>
                  <a:pt x="70968" y="83555"/>
                </a:cubicBezTo>
                <a:cubicBezTo>
                  <a:pt x="68477" y="85219"/>
                  <a:pt x="65848" y="86625"/>
                  <a:pt x="63081" y="87771"/>
                </a:cubicBezTo>
                <a:cubicBezTo>
                  <a:pt x="60313" y="88917"/>
                  <a:pt x="57460" y="89783"/>
                  <a:pt x="54522" y="90367"/>
                </a:cubicBezTo>
                <a:cubicBezTo>
                  <a:pt x="51584" y="90951"/>
                  <a:pt x="48617" y="91244"/>
                  <a:pt x="45622" y="91244"/>
                </a:cubicBezTo>
                <a:cubicBezTo>
                  <a:pt x="42626" y="91244"/>
                  <a:pt x="39659" y="90951"/>
                  <a:pt x="36722" y="90367"/>
                </a:cubicBezTo>
                <a:cubicBezTo>
                  <a:pt x="33783" y="89783"/>
                  <a:pt x="30931" y="88917"/>
                  <a:pt x="28163" y="87771"/>
                </a:cubicBezTo>
                <a:cubicBezTo>
                  <a:pt x="25396" y="86625"/>
                  <a:pt x="22766" y="85219"/>
                  <a:pt x="20276" y="83555"/>
                </a:cubicBezTo>
                <a:cubicBezTo>
                  <a:pt x="17785" y="81891"/>
                  <a:pt x="15481" y="80000"/>
                  <a:pt x="13362" y="77881"/>
                </a:cubicBezTo>
                <a:cubicBezTo>
                  <a:pt x="11244" y="75763"/>
                  <a:pt x="9353" y="73459"/>
                  <a:pt x="7689" y="70968"/>
                </a:cubicBezTo>
                <a:cubicBezTo>
                  <a:pt x="6024" y="68477"/>
                  <a:pt x="4619" y="65848"/>
                  <a:pt x="3473" y="63081"/>
                </a:cubicBezTo>
                <a:cubicBezTo>
                  <a:pt x="2326" y="60313"/>
                  <a:pt x="1461" y="57460"/>
                  <a:pt x="877" y="54522"/>
                </a:cubicBezTo>
                <a:cubicBezTo>
                  <a:pt x="292" y="51584"/>
                  <a:pt x="0" y="48617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D8EA7-A1EE-498D-B4E3-ADAFB55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96" y="3559695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130348"/>
                </a:moveTo>
                <a:cubicBezTo>
                  <a:pt x="21725" y="130348"/>
                  <a:pt x="0" y="108623"/>
                  <a:pt x="0" y="65174"/>
                </a:cubicBezTo>
                <a:cubicBezTo>
                  <a:pt x="0" y="21725"/>
                  <a:pt x="21725" y="0"/>
                  <a:pt x="6517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99564-3A58-467D-AF1E-E16CDED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1" y="3624477"/>
            <a:ext cx="144035" cy="391"/>
          </a:xfrm>
          <a:custGeom xmlns:a="http://schemas.openxmlformats.org/drawingml/2006/main">
            <a:pathLst>
              <a:path w="144035" h="391" fill="none">
                <a:moveTo>
                  <a:pt x="0" y="0"/>
                </a:moveTo>
                <a:lnTo>
                  <a:pt x="144035" y="391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83" name="Text (b)Mappinglocalperformancedeviationstothesystemlevelvia">
            <a:extLst xmlns:a="http://schemas.openxmlformats.org/drawingml/2006/main">
              <a:ext uri="{FF2B5EF4-FFF2-40B4-BE49-F238E27FC236}">
                <a16:creationId xmlns:a16="http://schemas.microsoft.com/office/drawing/2014/main" id="{53395A59-5265-4E17-B978-E7621CF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3" y="4468872"/>
            <a:ext cx="6891409" cy="230885"/>
          </a:xfrm>
          <a:custGeom xmlns:a="http://schemas.openxmlformats.org/drawingml/2006/main">
            <a:pathLst>
              <a:path w="6891409" h="230885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12225" y="524"/>
                </a:moveTo>
                <a:lnTo>
                  <a:pt x="110943" y="12"/>
                </a:lnTo>
                <a:cubicBezTo>
                  <a:pt x="100180" y="3855"/>
                  <a:pt x="93264" y="5903"/>
                  <a:pt x="81222" y="9234"/>
                </a:cubicBezTo>
                <a:lnTo>
                  <a:pt x="73790" y="11287"/>
                </a:lnTo>
                <a:lnTo>
                  <a:pt x="73790" y="15384"/>
                </a:lnTo>
                <a:cubicBezTo>
                  <a:pt x="75327" y="15130"/>
                  <a:pt x="76351" y="15130"/>
                  <a:pt x="78146" y="15130"/>
                </a:cubicBezTo>
                <a:cubicBezTo>
                  <a:pt x="88396" y="15130"/>
                  <a:pt x="90699" y="17433"/>
                  <a:pt x="90699" y="28196"/>
                </a:cubicBezTo>
                <a:lnTo>
                  <a:pt x="90699" y="161108"/>
                </a:lnTo>
                <a:cubicBezTo>
                  <a:pt x="90699" y="169044"/>
                  <a:pt x="112479" y="177497"/>
                  <a:pt x="132977" y="177497"/>
                </a:cubicBezTo>
                <a:cubicBezTo>
                  <a:pt x="166798" y="177497"/>
                  <a:pt x="192929" y="149328"/>
                  <a:pt x="192929" y="112716"/>
                </a:cubicBezTo>
                <a:cubicBezTo>
                  <a:pt x="192929" y="81224"/>
                  <a:pt x="173460" y="57146"/>
                  <a:pt x="147837" y="57146"/>
                </a:cubicBezTo>
                <a:cubicBezTo>
                  <a:pt x="132206" y="57146"/>
                  <a:pt x="117346" y="66372"/>
                  <a:pt x="112225" y="78922"/>
                </a:cubicBezTo>
                <a:lnTo>
                  <a:pt x="112225" y="524"/>
                </a:lnTo>
                <a:moveTo>
                  <a:pt x="112225" y="92492"/>
                </a:moveTo>
                <a:cubicBezTo>
                  <a:pt x="112225" y="82507"/>
                  <a:pt x="124266" y="73288"/>
                  <a:pt x="137590" y="73288"/>
                </a:cubicBezTo>
                <a:cubicBezTo>
                  <a:pt x="157572" y="73288"/>
                  <a:pt x="170383" y="93258"/>
                  <a:pt x="170383" y="124495"/>
                </a:cubicBezTo>
                <a:cubicBezTo>
                  <a:pt x="170383" y="152913"/>
                  <a:pt x="158084" y="169298"/>
                  <a:pt x="137078" y="169298"/>
                </a:cubicBezTo>
                <a:cubicBezTo>
                  <a:pt x="123754" y="169298"/>
                  <a:pt x="112225" y="163410"/>
                  <a:pt x="112225" y="157011"/>
                </a:cubicBezTo>
                <a:lnTo>
                  <a:pt x="112225" y="92492"/>
                </a:lnTo>
                <a:close/>
                <a:moveTo>
                  <a:pt x="210866" y="220404"/>
                </a:moveTo>
                <a:cubicBezTo>
                  <a:pt x="229827" y="208104"/>
                  <a:pt x="237513" y="201442"/>
                  <a:pt x="246990" y="189655"/>
                </a:cubicBezTo>
                <a:cubicBezTo>
                  <a:pt x="265185" y="167367"/>
                  <a:pt x="274149" y="141744"/>
                  <a:pt x="274149" y="111770"/>
                </a:cubicBezTo>
                <a:cubicBezTo>
                  <a:pt x="274149" y="78972"/>
                  <a:pt x="264669" y="54120"/>
                  <a:pt x="242122" y="27984"/>
                </a:cubicBezTo>
                <a:cubicBezTo>
                  <a:pt x="231618" y="15685"/>
                  <a:pt x="224956" y="10051"/>
                  <a:pt x="211632" y="1849"/>
                </a:cubicBezTo>
                <a:lnTo>
                  <a:pt x="208559" y="5950"/>
                </a:lnTo>
                <a:cubicBezTo>
                  <a:pt x="229057" y="22093"/>
                  <a:pt x="235973" y="31061"/>
                  <a:pt x="243147" y="50277"/>
                </a:cubicBezTo>
                <a:cubicBezTo>
                  <a:pt x="249296" y="67443"/>
                  <a:pt x="252115" y="86913"/>
                  <a:pt x="252115" y="112536"/>
                </a:cubicBezTo>
                <a:cubicBezTo>
                  <a:pt x="252115" y="139183"/>
                  <a:pt x="248784" y="160447"/>
                  <a:pt x="241868" y="176077"/>
                </a:cubicBezTo>
                <a:cubicBezTo>
                  <a:pt x="234694" y="192220"/>
                  <a:pt x="227008" y="201442"/>
                  <a:pt x="208559" y="216303"/>
                </a:cubicBezTo>
                <a:lnTo>
                  <a:pt x="210866" y="220404"/>
                </a:lnTo>
                <a:close/>
                <a:moveTo>
                  <a:pt x="549838" y="28160"/>
                </a:moveTo>
                <a:lnTo>
                  <a:pt x="549838" y="144246"/>
                </a:lnTo>
                <a:cubicBezTo>
                  <a:pt x="549838" y="165514"/>
                  <a:pt x="546762" y="168849"/>
                  <a:pt x="526522" y="170127"/>
                </a:cubicBezTo>
                <a:lnTo>
                  <a:pt x="526522" y="174994"/>
                </a:lnTo>
                <a:lnTo>
                  <a:pt x="598262" y="174994"/>
                </a:lnTo>
                <a:lnTo>
                  <a:pt x="598262" y="170127"/>
                </a:lnTo>
                <a:cubicBezTo>
                  <a:pt x="579559" y="168849"/>
                  <a:pt x="575974" y="165260"/>
                  <a:pt x="575974" y="147065"/>
                </a:cubicBezTo>
                <a:lnTo>
                  <a:pt x="575974" y="33286"/>
                </a:lnTo>
                <a:cubicBezTo>
                  <a:pt x="575974" y="15091"/>
                  <a:pt x="579304" y="11760"/>
                  <a:pt x="598262" y="10223"/>
                </a:cubicBezTo>
                <a:lnTo>
                  <a:pt x="598262" y="5352"/>
                </a:lnTo>
                <a:lnTo>
                  <a:pt x="547274" y="5352"/>
                </a:lnTo>
                <a:lnTo>
                  <a:pt x="490652" y="134765"/>
                </a:lnTo>
                <a:lnTo>
                  <a:pt x="431466" y="5352"/>
                </a:lnTo>
                <a:lnTo>
                  <a:pt x="380736" y="5352"/>
                </a:lnTo>
                <a:lnTo>
                  <a:pt x="380736" y="10223"/>
                </a:lnTo>
                <a:cubicBezTo>
                  <a:pt x="401745" y="11502"/>
                  <a:pt x="405076" y="14579"/>
                  <a:pt x="405076" y="33286"/>
                </a:cubicBezTo>
                <a:lnTo>
                  <a:pt x="405076" y="137326"/>
                </a:lnTo>
                <a:cubicBezTo>
                  <a:pt x="405076" y="163723"/>
                  <a:pt x="401487" y="168591"/>
                  <a:pt x="380223" y="170127"/>
                </a:cubicBezTo>
                <a:lnTo>
                  <a:pt x="380223" y="174994"/>
                </a:lnTo>
                <a:lnTo>
                  <a:pt x="440434" y="174994"/>
                </a:lnTo>
                <a:lnTo>
                  <a:pt x="440434" y="170127"/>
                </a:lnTo>
                <a:cubicBezTo>
                  <a:pt x="420707" y="169103"/>
                  <a:pt x="416351" y="163211"/>
                  <a:pt x="416351" y="137326"/>
                </a:cubicBezTo>
                <a:lnTo>
                  <a:pt x="416351" y="34052"/>
                </a:lnTo>
                <a:lnTo>
                  <a:pt x="480659" y="174994"/>
                </a:lnTo>
                <a:lnTo>
                  <a:pt x="484248" y="174994"/>
                </a:lnTo>
                <a:lnTo>
                  <a:pt x="549838" y="28160"/>
                </a:lnTo>
                <a:close/>
                <a:moveTo>
                  <a:pt x="718169" y="158031"/>
                </a:moveTo>
                <a:cubicBezTo>
                  <a:pt x="713814" y="161612"/>
                  <a:pt x="710741" y="162894"/>
                  <a:pt x="706898" y="162894"/>
                </a:cubicBezTo>
                <a:cubicBezTo>
                  <a:pt x="701006" y="162894"/>
                  <a:pt x="699212" y="159309"/>
                  <a:pt x="699212" y="148046"/>
                </a:cubicBezTo>
                <a:lnTo>
                  <a:pt x="699212" y="98117"/>
                </a:lnTo>
                <a:cubicBezTo>
                  <a:pt x="699212" y="84802"/>
                  <a:pt x="697929" y="77377"/>
                  <a:pt x="694086" y="71232"/>
                </a:cubicBezTo>
                <a:cubicBezTo>
                  <a:pt x="688449" y="62017"/>
                  <a:pt x="677432" y="57146"/>
                  <a:pt x="662317" y="57146"/>
                </a:cubicBezTo>
                <a:cubicBezTo>
                  <a:pt x="638231" y="57146"/>
                  <a:pt x="619274" y="69695"/>
                  <a:pt x="619274" y="85826"/>
                </a:cubicBezTo>
                <a:cubicBezTo>
                  <a:pt x="619274" y="91718"/>
                  <a:pt x="624395" y="96835"/>
                  <a:pt x="630291" y="96835"/>
                </a:cubicBezTo>
                <a:cubicBezTo>
                  <a:pt x="636436" y="96835"/>
                  <a:pt x="641820" y="91718"/>
                  <a:pt x="641820" y="86084"/>
                </a:cubicBezTo>
                <a:cubicBezTo>
                  <a:pt x="641820" y="85060"/>
                  <a:pt x="641562" y="83777"/>
                  <a:pt x="641308" y="81987"/>
                </a:cubicBezTo>
                <a:cubicBezTo>
                  <a:pt x="640796" y="79684"/>
                  <a:pt x="640537" y="77635"/>
                  <a:pt x="640537" y="75841"/>
                </a:cubicBezTo>
                <a:cubicBezTo>
                  <a:pt x="640537" y="68929"/>
                  <a:pt x="648736" y="63295"/>
                  <a:pt x="658987" y="63295"/>
                </a:cubicBezTo>
                <a:cubicBezTo>
                  <a:pt x="671540" y="63295"/>
                  <a:pt x="678456" y="70719"/>
                  <a:pt x="678456" y="84547"/>
                </a:cubicBezTo>
                <a:lnTo>
                  <a:pt x="678456" y="100166"/>
                </a:lnTo>
                <a:cubicBezTo>
                  <a:pt x="639001" y="116039"/>
                  <a:pt x="634646" y="118087"/>
                  <a:pt x="623629" y="127818"/>
                </a:cubicBezTo>
                <a:cubicBezTo>
                  <a:pt x="617991" y="132940"/>
                  <a:pt x="614402" y="141642"/>
                  <a:pt x="614402" y="150091"/>
                </a:cubicBezTo>
                <a:cubicBezTo>
                  <a:pt x="614402" y="166225"/>
                  <a:pt x="625677" y="177497"/>
                  <a:pt x="641308" y="177497"/>
                </a:cubicBezTo>
                <a:cubicBezTo>
                  <a:pt x="652579" y="177497"/>
                  <a:pt x="663084" y="172117"/>
                  <a:pt x="678714" y="158793"/>
                </a:cubicBezTo>
                <a:cubicBezTo>
                  <a:pt x="679996" y="172117"/>
                  <a:pt x="684606" y="177497"/>
                  <a:pt x="695111" y="177497"/>
                </a:cubicBezTo>
                <a:cubicBezTo>
                  <a:pt x="703821" y="177497"/>
                  <a:pt x="709204" y="174424"/>
                  <a:pt x="718169" y="164689"/>
                </a:cubicBezTo>
                <a:lnTo>
                  <a:pt x="718169" y="158031"/>
                </a:lnTo>
                <a:moveTo>
                  <a:pt x="678456" y="143421"/>
                </a:moveTo>
                <a:cubicBezTo>
                  <a:pt x="678456" y="151365"/>
                  <a:pt x="677178" y="153672"/>
                  <a:pt x="671794" y="156745"/>
                </a:cubicBezTo>
                <a:cubicBezTo>
                  <a:pt x="665648" y="160334"/>
                  <a:pt x="658474" y="162636"/>
                  <a:pt x="653091" y="162636"/>
                </a:cubicBezTo>
                <a:cubicBezTo>
                  <a:pt x="644126" y="162636"/>
                  <a:pt x="636952" y="153926"/>
                  <a:pt x="636952" y="142909"/>
                </a:cubicBezTo>
                <a:lnTo>
                  <a:pt x="636952" y="141885"/>
                </a:lnTo>
                <a:cubicBezTo>
                  <a:pt x="636952" y="126766"/>
                  <a:pt x="647453" y="117544"/>
                  <a:pt x="678456" y="106269"/>
                </a:cubicBezTo>
                <a:lnTo>
                  <a:pt x="678456" y="143421"/>
                </a:lnTo>
                <a:close/>
                <a:moveTo>
                  <a:pt x="720988" y="74250"/>
                </a:moveTo>
                <a:cubicBezTo>
                  <a:pt x="723294" y="73996"/>
                  <a:pt x="725089" y="73996"/>
                  <a:pt x="727395" y="73996"/>
                </a:cubicBezTo>
                <a:cubicBezTo>
                  <a:pt x="736106" y="73996"/>
                  <a:pt x="737900" y="76556"/>
                  <a:pt x="737900" y="88598"/>
                </a:cubicBezTo>
                <a:lnTo>
                  <a:pt x="737900" y="208507"/>
                </a:lnTo>
                <a:cubicBezTo>
                  <a:pt x="737900" y="221831"/>
                  <a:pt x="735081" y="224649"/>
                  <a:pt x="719963" y="226186"/>
                </a:cubicBezTo>
                <a:lnTo>
                  <a:pt x="719963" y="230541"/>
                </a:lnTo>
                <a:lnTo>
                  <a:pt x="781968" y="230541"/>
                </a:lnTo>
                <a:lnTo>
                  <a:pt x="781968" y="225932"/>
                </a:lnTo>
                <a:cubicBezTo>
                  <a:pt x="762753" y="225674"/>
                  <a:pt x="759422" y="222855"/>
                  <a:pt x="759422" y="206712"/>
                </a:cubicBezTo>
                <a:lnTo>
                  <a:pt x="759422" y="166483"/>
                </a:lnTo>
                <a:cubicBezTo>
                  <a:pt x="768391" y="174936"/>
                  <a:pt x="774536" y="177497"/>
                  <a:pt x="785299" y="177497"/>
                </a:cubicBezTo>
                <a:cubicBezTo>
                  <a:pt x="815532" y="177497"/>
                  <a:pt x="839102" y="148816"/>
                  <a:pt x="839102" y="111691"/>
                </a:cubicBezTo>
                <a:cubicBezTo>
                  <a:pt x="839102" y="79946"/>
                  <a:pt x="821169" y="57146"/>
                  <a:pt x="796316" y="57146"/>
                </a:cubicBezTo>
                <a:cubicBezTo>
                  <a:pt x="781968" y="57146"/>
                  <a:pt x="770693" y="63553"/>
                  <a:pt x="759422" y="77385"/>
                </a:cubicBezTo>
                <a:lnTo>
                  <a:pt x="759422" y="57662"/>
                </a:lnTo>
                <a:lnTo>
                  <a:pt x="757886" y="57146"/>
                </a:lnTo>
                <a:cubicBezTo>
                  <a:pt x="744050" y="62529"/>
                  <a:pt x="735081" y="65860"/>
                  <a:pt x="720988" y="70215"/>
                </a:cubicBezTo>
                <a:lnTo>
                  <a:pt x="720988" y="74250"/>
                </a:lnTo>
                <a:moveTo>
                  <a:pt x="759422" y="89419"/>
                </a:moveTo>
                <a:cubicBezTo>
                  <a:pt x="759422" y="81737"/>
                  <a:pt x="773770" y="72522"/>
                  <a:pt x="785553" y="72522"/>
                </a:cubicBezTo>
                <a:cubicBezTo>
                  <a:pt x="804515" y="72522"/>
                  <a:pt x="817068" y="91979"/>
                  <a:pt x="817068" y="121680"/>
                </a:cubicBezTo>
                <a:cubicBezTo>
                  <a:pt x="817068" y="150099"/>
                  <a:pt x="804515" y="169298"/>
                  <a:pt x="786070" y="169298"/>
                </a:cubicBezTo>
                <a:cubicBezTo>
                  <a:pt x="774024" y="169298"/>
                  <a:pt x="759422" y="160083"/>
                  <a:pt x="759422" y="152401"/>
                </a:cubicBezTo>
                <a:lnTo>
                  <a:pt x="759422" y="89419"/>
                </a:lnTo>
                <a:close/>
                <a:moveTo>
                  <a:pt x="849096" y="74250"/>
                </a:moveTo>
                <a:cubicBezTo>
                  <a:pt x="851402" y="73996"/>
                  <a:pt x="853197" y="73996"/>
                  <a:pt x="855503" y="73996"/>
                </a:cubicBezTo>
                <a:cubicBezTo>
                  <a:pt x="864214" y="73996"/>
                  <a:pt x="866008" y="76556"/>
                  <a:pt x="866008" y="88598"/>
                </a:cubicBezTo>
                <a:lnTo>
                  <a:pt x="866008" y="208507"/>
                </a:lnTo>
                <a:cubicBezTo>
                  <a:pt x="866008" y="221831"/>
                  <a:pt x="863189" y="224649"/>
                  <a:pt x="848071" y="226186"/>
                </a:cubicBezTo>
                <a:lnTo>
                  <a:pt x="848071" y="230541"/>
                </a:lnTo>
                <a:lnTo>
                  <a:pt x="910076" y="230541"/>
                </a:lnTo>
                <a:lnTo>
                  <a:pt x="910076" y="225932"/>
                </a:lnTo>
                <a:cubicBezTo>
                  <a:pt x="890861" y="225674"/>
                  <a:pt x="887530" y="222855"/>
                  <a:pt x="887530" y="206712"/>
                </a:cubicBezTo>
                <a:lnTo>
                  <a:pt x="887530" y="166483"/>
                </a:lnTo>
                <a:cubicBezTo>
                  <a:pt x="896499" y="174936"/>
                  <a:pt x="902644" y="177497"/>
                  <a:pt x="913407" y="177497"/>
                </a:cubicBezTo>
                <a:cubicBezTo>
                  <a:pt x="943640" y="177497"/>
                  <a:pt x="967210" y="148816"/>
                  <a:pt x="967210" y="111691"/>
                </a:cubicBezTo>
                <a:cubicBezTo>
                  <a:pt x="967210" y="79946"/>
                  <a:pt x="949277" y="57146"/>
                  <a:pt x="924424" y="57146"/>
                </a:cubicBezTo>
                <a:cubicBezTo>
                  <a:pt x="910076" y="57146"/>
                  <a:pt x="898801" y="63553"/>
                  <a:pt x="887530" y="77385"/>
                </a:cubicBezTo>
                <a:lnTo>
                  <a:pt x="887530" y="57662"/>
                </a:lnTo>
                <a:lnTo>
                  <a:pt x="885994" y="57146"/>
                </a:lnTo>
                <a:cubicBezTo>
                  <a:pt x="872158" y="62529"/>
                  <a:pt x="863189" y="65860"/>
                  <a:pt x="849096" y="70215"/>
                </a:cubicBezTo>
                <a:lnTo>
                  <a:pt x="849096" y="74250"/>
                </a:lnTo>
                <a:moveTo>
                  <a:pt x="887530" y="89419"/>
                </a:moveTo>
                <a:cubicBezTo>
                  <a:pt x="887530" y="81737"/>
                  <a:pt x="901878" y="72522"/>
                  <a:pt x="913661" y="72522"/>
                </a:cubicBezTo>
                <a:cubicBezTo>
                  <a:pt x="932623" y="72522"/>
                  <a:pt x="945176" y="91979"/>
                  <a:pt x="945176" y="121680"/>
                </a:cubicBezTo>
                <a:cubicBezTo>
                  <a:pt x="945176" y="150099"/>
                  <a:pt x="932623" y="169298"/>
                  <a:pt x="914177" y="169298"/>
                </a:cubicBezTo>
                <a:cubicBezTo>
                  <a:pt x="902132" y="169298"/>
                  <a:pt x="887530" y="160083"/>
                  <a:pt x="887530" y="152401"/>
                </a:cubicBezTo>
                <a:lnTo>
                  <a:pt x="887530" y="89419"/>
                </a:lnTo>
                <a:close/>
                <a:moveTo>
                  <a:pt x="1019735" y="57146"/>
                </a:moveTo>
                <a:lnTo>
                  <a:pt x="980022" y="71157"/>
                </a:lnTo>
                <a:lnTo>
                  <a:pt x="980022" y="75004"/>
                </a:lnTo>
                <a:lnTo>
                  <a:pt x="982075" y="74746"/>
                </a:lnTo>
                <a:cubicBezTo>
                  <a:pt x="985148" y="74234"/>
                  <a:pt x="988479" y="73976"/>
                  <a:pt x="990785" y="73976"/>
                </a:cubicBezTo>
                <a:cubicBezTo>
                  <a:pt x="996935" y="73976"/>
                  <a:pt x="999238" y="78077"/>
                  <a:pt x="999238" y="89360"/>
                </a:cubicBezTo>
                <a:lnTo>
                  <a:pt x="999238" y="148847"/>
                </a:lnTo>
                <a:cubicBezTo>
                  <a:pt x="999238" y="167308"/>
                  <a:pt x="996677" y="170127"/>
                  <a:pt x="978998" y="171151"/>
                </a:cubicBezTo>
                <a:lnTo>
                  <a:pt x="978998" y="174994"/>
                </a:lnTo>
                <a:lnTo>
                  <a:pt x="1039721" y="174994"/>
                </a:lnTo>
                <a:lnTo>
                  <a:pt x="1039721" y="171151"/>
                </a:lnTo>
                <a:cubicBezTo>
                  <a:pt x="1022812" y="169873"/>
                  <a:pt x="1020759" y="167308"/>
                  <a:pt x="1020759" y="148847"/>
                </a:cubicBezTo>
                <a:lnTo>
                  <a:pt x="1020759" y="57916"/>
                </a:lnTo>
                <a:lnTo>
                  <a:pt x="1019735" y="57146"/>
                </a:lnTo>
                <a:moveTo>
                  <a:pt x="1007694" y="98"/>
                </a:moveTo>
                <a:cubicBezTo>
                  <a:pt x="1000778" y="98"/>
                  <a:pt x="994882" y="5993"/>
                  <a:pt x="994882" y="13167"/>
                </a:cubicBezTo>
                <a:cubicBezTo>
                  <a:pt x="994882" y="20341"/>
                  <a:pt x="1000520" y="26233"/>
                  <a:pt x="1007694" y="26233"/>
                </a:cubicBezTo>
                <a:cubicBezTo>
                  <a:pt x="1015126" y="26233"/>
                  <a:pt x="1021018" y="20595"/>
                  <a:pt x="1021018" y="13167"/>
                </a:cubicBezTo>
                <a:cubicBezTo>
                  <a:pt x="1021018" y="5993"/>
                  <a:pt x="1015126" y="98"/>
                  <a:pt x="1007694" y="98"/>
                </a:cubicBezTo>
                <a:close/>
                <a:moveTo>
                  <a:pt x="1050225" y="73034"/>
                </a:moveTo>
                <a:cubicBezTo>
                  <a:pt x="1051762" y="72264"/>
                  <a:pt x="1054326" y="72010"/>
                  <a:pt x="1057145" y="72010"/>
                </a:cubicBezTo>
                <a:cubicBezTo>
                  <a:pt x="1064319" y="72010"/>
                  <a:pt x="1066622" y="75853"/>
                  <a:pt x="1066622" y="88402"/>
                </a:cubicBezTo>
                <a:lnTo>
                  <a:pt x="1066622" y="151940"/>
                </a:lnTo>
                <a:cubicBezTo>
                  <a:pt x="1066622" y="166542"/>
                  <a:pt x="1063803" y="170127"/>
                  <a:pt x="1050737" y="171151"/>
                </a:cubicBezTo>
                <a:lnTo>
                  <a:pt x="1050737" y="174994"/>
                </a:lnTo>
                <a:lnTo>
                  <a:pt x="1105056" y="174994"/>
                </a:lnTo>
                <a:lnTo>
                  <a:pt x="1105056" y="171151"/>
                </a:lnTo>
                <a:cubicBezTo>
                  <a:pt x="1091987" y="170127"/>
                  <a:pt x="1088144" y="167054"/>
                  <a:pt x="1088144" y="157832"/>
                </a:cubicBezTo>
                <a:lnTo>
                  <a:pt x="1088144" y="85842"/>
                </a:lnTo>
                <a:cubicBezTo>
                  <a:pt x="1100443" y="74312"/>
                  <a:pt x="1106081" y="71239"/>
                  <a:pt x="1114537" y="71239"/>
                </a:cubicBezTo>
                <a:cubicBezTo>
                  <a:pt x="1127090" y="71239"/>
                  <a:pt x="1133240" y="79180"/>
                  <a:pt x="1133240" y="96088"/>
                </a:cubicBezTo>
                <a:lnTo>
                  <a:pt x="1133240" y="149633"/>
                </a:lnTo>
                <a:cubicBezTo>
                  <a:pt x="1133240" y="165772"/>
                  <a:pt x="1129909" y="170127"/>
                  <a:pt x="1117098" y="171151"/>
                </a:cubicBezTo>
                <a:lnTo>
                  <a:pt x="1117098" y="174994"/>
                </a:lnTo>
                <a:lnTo>
                  <a:pt x="1170392" y="174994"/>
                </a:lnTo>
                <a:lnTo>
                  <a:pt x="1170392" y="171151"/>
                </a:lnTo>
                <a:cubicBezTo>
                  <a:pt x="1157835" y="169873"/>
                  <a:pt x="1154762" y="166796"/>
                  <a:pt x="1154762" y="154247"/>
                </a:cubicBezTo>
                <a:lnTo>
                  <a:pt x="1154762" y="95576"/>
                </a:lnTo>
                <a:cubicBezTo>
                  <a:pt x="1154762" y="71497"/>
                  <a:pt x="1143487" y="57146"/>
                  <a:pt x="1124530" y="57146"/>
                </a:cubicBezTo>
                <a:cubicBezTo>
                  <a:pt x="1112742" y="57146"/>
                  <a:pt x="1104798" y="61505"/>
                  <a:pt x="1087377" y="77901"/>
                </a:cubicBezTo>
                <a:lnTo>
                  <a:pt x="1087377" y="57662"/>
                </a:lnTo>
                <a:lnTo>
                  <a:pt x="1085583" y="57146"/>
                </a:lnTo>
                <a:cubicBezTo>
                  <a:pt x="1073030" y="61759"/>
                  <a:pt x="1064319" y="64578"/>
                  <a:pt x="1050225" y="68679"/>
                </a:cubicBezTo>
                <a:lnTo>
                  <a:pt x="1050225" y="73034"/>
                </a:lnTo>
                <a:close/>
                <a:moveTo>
                  <a:pt x="1294652" y="75645"/>
                </a:moveTo>
                <a:lnTo>
                  <a:pt x="1294652" y="65653"/>
                </a:lnTo>
                <a:lnTo>
                  <a:pt x="1274925" y="65653"/>
                </a:lnTo>
                <a:cubicBezTo>
                  <a:pt x="1269800" y="65653"/>
                  <a:pt x="1265957" y="64855"/>
                  <a:pt x="1260835" y="63041"/>
                </a:cubicBezTo>
                <a:lnTo>
                  <a:pt x="1255197" y="60993"/>
                </a:lnTo>
                <a:cubicBezTo>
                  <a:pt x="1248278" y="58428"/>
                  <a:pt x="1241362" y="57146"/>
                  <a:pt x="1234700" y="57146"/>
                </a:cubicBezTo>
                <a:cubicBezTo>
                  <a:pt x="1210871" y="57146"/>
                  <a:pt x="1191910" y="75645"/>
                  <a:pt x="1191910" y="98954"/>
                </a:cubicBezTo>
                <a:cubicBezTo>
                  <a:pt x="1191910" y="115093"/>
                  <a:pt x="1198830" y="124823"/>
                  <a:pt x="1215739" y="133276"/>
                </a:cubicBezTo>
                <a:cubicBezTo>
                  <a:pt x="1210871" y="137889"/>
                  <a:pt x="1206262" y="142236"/>
                  <a:pt x="1204722" y="143515"/>
                </a:cubicBezTo>
                <a:cubicBezTo>
                  <a:pt x="1196269" y="150931"/>
                  <a:pt x="1192938" y="156049"/>
                  <a:pt x="1192938" y="161163"/>
                </a:cubicBezTo>
                <a:cubicBezTo>
                  <a:pt x="1192938" y="166534"/>
                  <a:pt x="1196011" y="169603"/>
                  <a:pt x="1206516" y="174729"/>
                </a:cubicBezTo>
                <a:cubicBezTo>
                  <a:pt x="1188325" y="188064"/>
                  <a:pt x="1181409" y="196532"/>
                  <a:pt x="1181409" y="206020"/>
                </a:cubicBezTo>
                <a:cubicBezTo>
                  <a:pt x="1181409" y="219610"/>
                  <a:pt x="1201391" y="230885"/>
                  <a:pt x="1225731" y="230885"/>
                </a:cubicBezTo>
                <a:cubicBezTo>
                  <a:pt x="1244947" y="230885"/>
                  <a:pt x="1264932" y="224223"/>
                  <a:pt x="1278256" y="213460"/>
                </a:cubicBezTo>
                <a:cubicBezTo>
                  <a:pt x="1287995" y="205508"/>
                  <a:pt x="1292350" y="197298"/>
                  <a:pt x="1292350" y="187552"/>
                </a:cubicBezTo>
                <a:cubicBezTo>
                  <a:pt x="1292350" y="171652"/>
                  <a:pt x="1280304" y="160908"/>
                  <a:pt x="1261347" y="160142"/>
                </a:cubicBezTo>
                <a:lnTo>
                  <a:pt x="1228296" y="158606"/>
                </a:lnTo>
                <a:cubicBezTo>
                  <a:pt x="1214714" y="158094"/>
                  <a:pt x="1208311" y="155791"/>
                  <a:pt x="1208311" y="151701"/>
                </a:cubicBezTo>
                <a:cubicBezTo>
                  <a:pt x="1208311" y="146584"/>
                  <a:pt x="1216763" y="137631"/>
                  <a:pt x="1223683" y="135582"/>
                </a:cubicBezTo>
                <a:cubicBezTo>
                  <a:pt x="1225989" y="135840"/>
                  <a:pt x="1227784" y="136095"/>
                  <a:pt x="1228550" y="136095"/>
                </a:cubicBezTo>
                <a:cubicBezTo>
                  <a:pt x="1233417" y="136607"/>
                  <a:pt x="1236748" y="136865"/>
                  <a:pt x="1238289" y="136865"/>
                </a:cubicBezTo>
                <a:cubicBezTo>
                  <a:pt x="1247765" y="136865"/>
                  <a:pt x="1258016" y="133022"/>
                  <a:pt x="1265957" y="126106"/>
                </a:cubicBezTo>
                <a:cubicBezTo>
                  <a:pt x="1274413" y="118932"/>
                  <a:pt x="1278256" y="109967"/>
                  <a:pt x="1278256" y="97164"/>
                </a:cubicBezTo>
                <a:cubicBezTo>
                  <a:pt x="1278256" y="89735"/>
                  <a:pt x="1276974" y="83844"/>
                  <a:pt x="1273389" y="75645"/>
                </a:cubicBezTo>
                <a:lnTo>
                  <a:pt x="1294652" y="75645"/>
                </a:lnTo>
                <a:moveTo>
                  <a:pt x="1211896" y="175495"/>
                </a:moveTo>
                <a:cubicBezTo>
                  <a:pt x="1220352" y="177293"/>
                  <a:pt x="1240850" y="178830"/>
                  <a:pt x="1253403" y="178830"/>
                </a:cubicBezTo>
                <a:cubicBezTo>
                  <a:pt x="1276719" y="178830"/>
                  <a:pt x="1285176" y="182165"/>
                  <a:pt x="1285176" y="191399"/>
                </a:cubicBezTo>
                <a:cubicBezTo>
                  <a:pt x="1285176" y="206278"/>
                  <a:pt x="1265702" y="216279"/>
                  <a:pt x="1236748" y="216279"/>
                </a:cubicBezTo>
                <a:cubicBezTo>
                  <a:pt x="1214202" y="216279"/>
                  <a:pt x="1199342" y="208843"/>
                  <a:pt x="1199342" y="197556"/>
                </a:cubicBezTo>
                <a:cubicBezTo>
                  <a:pt x="1199342" y="191657"/>
                  <a:pt x="1201137" y="188322"/>
                  <a:pt x="1211896" y="175495"/>
                </a:cubicBezTo>
                <a:moveTo>
                  <a:pt x="1213178" y="88453"/>
                </a:moveTo>
                <a:cubicBezTo>
                  <a:pt x="1213178" y="73343"/>
                  <a:pt x="1220352" y="64323"/>
                  <a:pt x="1232139" y="64323"/>
                </a:cubicBezTo>
                <a:cubicBezTo>
                  <a:pt x="1240079" y="64323"/>
                  <a:pt x="1246741" y="68730"/>
                  <a:pt x="1250842" y="76416"/>
                </a:cubicBezTo>
                <a:cubicBezTo>
                  <a:pt x="1255452" y="85380"/>
                  <a:pt x="1258528" y="97164"/>
                  <a:pt x="1258528" y="107152"/>
                </a:cubicBezTo>
                <a:cubicBezTo>
                  <a:pt x="1258528" y="121493"/>
                  <a:pt x="1251096" y="130457"/>
                  <a:pt x="1239313" y="130457"/>
                </a:cubicBezTo>
                <a:cubicBezTo>
                  <a:pt x="1223941" y="130457"/>
                  <a:pt x="1213178" y="113810"/>
                  <a:pt x="1213178" y="89223"/>
                </a:cubicBezTo>
                <a:lnTo>
                  <a:pt x="1213178" y="88453"/>
                </a:lnTo>
                <a:close/>
                <a:moveTo>
                  <a:pt x="1397654" y="15372"/>
                </a:moveTo>
                <a:lnTo>
                  <a:pt x="1399190" y="15372"/>
                </a:lnTo>
                <a:cubicBezTo>
                  <a:pt x="1402009" y="15118"/>
                  <a:pt x="1405082" y="14860"/>
                  <a:pt x="1407135" y="14860"/>
                </a:cubicBezTo>
                <a:cubicBezTo>
                  <a:pt x="1415333" y="14860"/>
                  <a:pt x="1417894" y="18449"/>
                  <a:pt x="1417894" y="30490"/>
                </a:cubicBezTo>
                <a:lnTo>
                  <a:pt x="1417894" y="152706"/>
                </a:lnTo>
                <a:cubicBezTo>
                  <a:pt x="1417894" y="166542"/>
                  <a:pt x="1414308" y="169873"/>
                  <a:pt x="1398166" y="171151"/>
                </a:cubicBezTo>
                <a:lnTo>
                  <a:pt x="1398166" y="174994"/>
                </a:lnTo>
                <a:lnTo>
                  <a:pt x="1458631" y="174994"/>
                </a:lnTo>
                <a:lnTo>
                  <a:pt x="1458631" y="171151"/>
                </a:lnTo>
                <a:cubicBezTo>
                  <a:pt x="1442492" y="170127"/>
                  <a:pt x="1439415" y="167566"/>
                  <a:pt x="1439415" y="153472"/>
                </a:cubicBezTo>
                <a:lnTo>
                  <a:pt x="1439415" y="512"/>
                </a:lnTo>
                <a:lnTo>
                  <a:pt x="1438391" y="0"/>
                </a:lnTo>
                <a:cubicBezTo>
                  <a:pt x="1425068" y="4355"/>
                  <a:pt x="1415333" y="6920"/>
                  <a:pt x="1397654" y="11275"/>
                </a:cubicBezTo>
                <a:lnTo>
                  <a:pt x="1397654" y="15372"/>
                </a:lnTo>
                <a:close/>
                <a:moveTo>
                  <a:pt x="1528068" y="57146"/>
                </a:moveTo>
                <a:cubicBezTo>
                  <a:pt x="1494758" y="57146"/>
                  <a:pt x="1471442" y="81733"/>
                  <a:pt x="1471442" y="117067"/>
                </a:cubicBezTo>
                <a:cubicBezTo>
                  <a:pt x="1471442" y="151631"/>
                  <a:pt x="1495271" y="177497"/>
                  <a:pt x="1527552" y="177497"/>
                </a:cubicBezTo>
                <a:cubicBezTo>
                  <a:pt x="1559836" y="177497"/>
                  <a:pt x="1584431" y="150353"/>
                  <a:pt x="1584431" y="115018"/>
                </a:cubicBezTo>
                <a:cubicBezTo>
                  <a:pt x="1584431" y="81475"/>
                  <a:pt x="1560861" y="57146"/>
                  <a:pt x="1528068" y="57146"/>
                </a:cubicBezTo>
                <a:moveTo>
                  <a:pt x="1524737" y="64323"/>
                </a:moveTo>
                <a:cubicBezTo>
                  <a:pt x="1546259" y="64323"/>
                  <a:pt x="1561373" y="88903"/>
                  <a:pt x="1561373" y="123979"/>
                </a:cubicBezTo>
                <a:cubicBezTo>
                  <a:pt x="1561373" y="152913"/>
                  <a:pt x="1549844" y="170323"/>
                  <a:pt x="1530628" y="170323"/>
                </a:cubicBezTo>
                <a:cubicBezTo>
                  <a:pt x="1520636" y="170323"/>
                  <a:pt x="1511155" y="164181"/>
                  <a:pt x="1505775" y="153938"/>
                </a:cubicBezTo>
                <a:cubicBezTo>
                  <a:pt x="1498601" y="140622"/>
                  <a:pt x="1494500" y="122701"/>
                  <a:pt x="1494500" y="104521"/>
                </a:cubicBezTo>
                <a:cubicBezTo>
                  <a:pt x="1494500" y="80196"/>
                  <a:pt x="1506542" y="64323"/>
                  <a:pt x="1524737" y="64323"/>
                </a:cubicBezTo>
                <a:close/>
                <a:moveTo>
                  <a:pt x="1694094" y="134984"/>
                </a:moveTo>
                <a:cubicBezTo>
                  <a:pt x="1681795" y="152906"/>
                  <a:pt x="1672572" y="159051"/>
                  <a:pt x="1657966" y="159051"/>
                </a:cubicBezTo>
                <a:cubicBezTo>
                  <a:pt x="1634650" y="159051"/>
                  <a:pt x="1618253" y="138569"/>
                  <a:pt x="1618253" y="109127"/>
                </a:cubicBezTo>
                <a:cubicBezTo>
                  <a:pt x="1618253" y="82757"/>
                  <a:pt x="1632347" y="64578"/>
                  <a:pt x="1653099" y="64578"/>
                </a:cubicBezTo>
                <a:cubicBezTo>
                  <a:pt x="1662321" y="64578"/>
                  <a:pt x="1665652" y="67392"/>
                  <a:pt x="1668217" y="76865"/>
                </a:cubicBezTo>
                <a:lnTo>
                  <a:pt x="1669753" y="82499"/>
                </a:lnTo>
                <a:cubicBezTo>
                  <a:pt x="1671802" y="89669"/>
                  <a:pt x="1676415" y="94278"/>
                  <a:pt x="1681795" y="94278"/>
                </a:cubicBezTo>
                <a:cubicBezTo>
                  <a:pt x="1688456" y="94278"/>
                  <a:pt x="1694094" y="89411"/>
                  <a:pt x="1694094" y="83523"/>
                </a:cubicBezTo>
                <a:cubicBezTo>
                  <a:pt x="1694094" y="69187"/>
                  <a:pt x="1676157" y="57146"/>
                  <a:pt x="1654635" y="57146"/>
                </a:cubicBezTo>
                <a:cubicBezTo>
                  <a:pt x="1642082" y="57146"/>
                  <a:pt x="1629016" y="62271"/>
                  <a:pt x="1618511" y="71490"/>
                </a:cubicBezTo>
                <a:cubicBezTo>
                  <a:pt x="1605700" y="82757"/>
                  <a:pt x="1598526" y="100166"/>
                  <a:pt x="1598526" y="120390"/>
                </a:cubicBezTo>
                <a:cubicBezTo>
                  <a:pt x="1598526" y="153676"/>
                  <a:pt x="1618765" y="177497"/>
                  <a:pt x="1647207" y="177497"/>
                </a:cubicBezTo>
                <a:cubicBezTo>
                  <a:pt x="1658736" y="177497"/>
                  <a:pt x="1668983" y="173399"/>
                  <a:pt x="1678210" y="165455"/>
                </a:cubicBezTo>
                <a:cubicBezTo>
                  <a:pt x="1685126" y="159305"/>
                  <a:pt x="1689993" y="152393"/>
                  <a:pt x="1697679" y="137287"/>
                </a:cubicBezTo>
                <a:lnTo>
                  <a:pt x="1694094" y="134984"/>
                </a:lnTo>
                <a:close/>
                <a:moveTo>
                  <a:pt x="1819125" y="158031"/>
                </a:moveTo>
                <a:cubicBezTo>
                  <a:pt x="1814769" y="161612"/>
                  <a:pt x="1811696" y="162894"/>
                  <a:pt x="1807853" y="162894"/>
                </a:cubicBezTo>
                <a:cubicBezTo>
                  <a:pt x="1801962" y="162894"/>
                  <a:pt x="1800167" y="159309"/>
                  <a:pt x="1800167" y="148046"/>
                </a:cubicBezTo>
                <a:lnTo>
                  <a:pt x="1800167" y="98117"/>
                </a:lnTo>
                <a:cubicBezTo>
                  <a:pt x="1800167" y="84802"/>
                  <a:pt x="1798885" y="77377"/>
                  <a:pt x="1795042" y="71232"/>
                </a:cubicBezTo>
                <a:cubicBezTo>
                  <a:pt x="1789404" y="62017"/>
                  <a:pt x="1778387" y="57146"/>
                  <a:pt x="1763273" y="57146"/>
                </a:cubicBezTo>
                <a:cubicBezTo>
                  <a:pt x="1739186" y="57146"/>
                  <a:pt x="1720229" y="69695"/>
                  <a:pt x="1720229" y="85826"/>
                </a:cubicBezTo>
                <a:cubicBezTo>
                  <a:pt x="1720229" y="91718"/>
                  <a:pt x="1725351" y="96835"/>
                  <a:pt x="1731246" y="96835"/>
                </a:cubicBezTo>
                <a:cubicBezTo>
                  <a:pt x="1737392" y="96835"/>
                  <a:pt x="1742775" y="91718"/>
                  <a:pt x="1742775" y="86084"/>
                </a:cubicBezTo>
                <a:cubicBezTo>
                  <a:pt x="1742775" y="85060"/>
                  <a:pt x="1742517" y="83777"/>
                  <a:pt x="1742263" y="81987"/>
                </a:cubicBezTo>
                <a:cubicBezTo>
                  <a:pt x="1741751" y="79684"/>
                  <a:pt x="1741493" y="77635"/>
                  <a:pt x="1741493" y="75841"/>
                </a:cubicBezTo>
                <a:cubicBezTo>
                  <a:pt x="1741493" y="68929"/>
                  <a:pt x="1749691" y="63295"/>
                  <a:pt x="1759942" y="63295"/>
                </a:cubicBezTo>
                <a:cubicBezTo>
                  <a:pt x="1772496" y="63295"/>
                  <a:pt x="1779412" y="70719"/>
                  <a:pt x="1779412" y="84547"/>
                </a:cubicBezTo>
                <a:lnTo>
                  <a:pt x="1779412" y="100166"/>
                </a:lnTo>
                <a:cubicBezTo>
                  <a:pt x="1739957" y="116039"/>
                  <a:pt x="1735601" y="118087"/>
                  <a:pt x="1724584" y="127818"/>
                </a:cubicBezTo>
                <a:cubicBezTo>
                  <a:pt x="1718947" y="132940"/>
                  <a:pt x="1715358" y="141642"/>
                  <a:pt x="1715358" y="150091"/>
                </a:cubicBezTo>
                <a:cubicBezTo>
                  <a:pt x="1715358" y="166225"/>
                  <a:pt x="1726633" y="177497"/>
                  <a:pt x="1742263" y="177497"/>
                </a:cubicBezTo>
                <a:cubicBezTo>
                  <a:pt x="1753534" y="177497"/>
                  <a:pt x="1764039" y="172117"/>
                  <a:pt x="1779670" y="158793"/>
                </a:cubicBezTo>
                <a:cubicBezTo>
                  <a:pt x="1780952" y="172117"/>
                  <a:pt x="1785561" y="177497"/>
                  <a:pt x="1796066" y="177497"/>
                </a:cubicBezTo>
                <a:cubicBezTo>
                  <a:pt x="1804777" y="177497"/>
                  <a:pt x="1810160" y="174424"/>
                  <a:pt x="1819125" y="164689"/>
                </a:cubicBezTo>
                <a:lnTo>
                  <a:pt x="1819125" y="158031"/>
                </a:lnTo>
                <a:moveTo>
                  <a:pt x="1779412" y="143421"/>
                </a:moveTo>
                <a:cubicBezTo>
                  <a:pt x="1779412" y="151365"/>
                  <a:pt x="1778133" y="153672"/>
                  <a:pt x="1772750" y="156745"/>
                </a:cubicBezTo>
                <a:cubicBezTo>
                  <a:pt x="1766604" y="160334"/>
                  <a:pt x="1759430" y="162636"/>
                  <a:pt x="1754046" y="162636"/>
                </a:cubicBezTo>
                <a:cubicBezTo>
                  <a:pt x="1745082" y="162636"/>
                  <a:pt x="1737908" y="153926"/>
                  <a:pt x="1737908" y="142909"/>
                </a:cubicBezTo>
                <a:lnTo>
                  <a:pt x="1737908" y="141885"/>
                </a:lnTo>
                <a:cubicBezTo>
                  <a:pt x="1737908" y="126766"/>
                  <a:pt x="1748409" y="117544"/>
                  <a:pt x="1779412" y="106269"/>
                </a:cubicBezTo>
                <a:lnTo>
                  <a:pt x="1779412" y="143421"/>
                </a:lnTo>
                <a:close/>
                <a:moveTo>
                  <a:pt x="1824508" y="15372"/>
                </a:moveTo>
                <a:lnTo>
                  <a:pt x="1826044" y="15372"/>
                </a:lnTo>
                <a:cubicBezTo>
                  <a:pt x="1828863" y="15118"/>
                  <a:pt x="1831936" y="14860"/>
                  <a:pt x="1833988" y="14860"/>
                </a:cubicBezTo>
                <a:cubicBezTo>
                  <a:pt x="1842187" y="14860"/>
                  <a:pt x="1844747" y="18449"/>
                  <a:pt x="1844747" y="30490"/>
                </a:cubicBezTo>
                <a:lnTo>
                  <a:pt x="1844747" y="152706"/>
                </a:lnTo>
                <a:cubicBezTo>
                  <a:pt x="1844747" y="166542"/>
                  <a:pt x="1841162" y="169873"/>
                  <a:pt x="1825020" y="171151"/>
                </a:cubicBezTo>
                <a:lnTo>
                  <a:pt x="1825020" y="174994"/>
                </a:lnTo>
                <a:lnTo>
                  <a:pt x="1885485" y="174994"/>
                </a:lnTo>
                <a:lnTo>
                  <a:pt x="1885485" y="171151"/>
                </a:lnTo>
                <a:cubicBezTo>
                  <a:pt x="1869346" y="170127"/>
                  <a:pt x="1866269" y="167566"/>
                  <a:pt x="1866269" y="153472"/>
                </a:cubicBezTo>
                <a:lnTo>
                  <a:pt x="1866269" y="512"/>
                </a:lnTo>
                <a:lnTo>
                  <a:pt x="1865245" y="0"/>
                </a:lnTo>
                <a:cubicBezTo>
                  <a:pt x="1851921" y="4355"/>
                  <a:pt x="1842187" y="6920"/>
                  <a:pt x="1824508" y="11275"/>
                </a:cubicBezTo>
                <a:lnTo>
                  <a:pt x="1824508" y="15372"/>
                </a:lnTo>
                <a:close/>
                <a:moveTo>
                  <a:pt x="1983870" y="74250"/>
                </a:moveTo>
                <a:cubicBezTo>
                  <a:pt x="1986177" y="73996"/>
                  <a:pt x="1987971" y="73996"/>
                  <a:pt x="1990278" y="73996"/>
                </a:cubicBezTo>
                <a:cubicBezTo>
                  <a:pt x="1998989" y="73996"/>
                  <a:pt x="2000783" y="76556"/>
                  <a:pt x="2000783" y="88598"/>
                </a:cubicBezTo>
                <a:lnTo>
                  <a:pt x="2000783" y="208507"/>
                </a:lnTo>
                <a:cubicBezTo>
                  <a:pt x="2000783" y="221831"/>
                  <a:pt x="1997964" y="224649"/>
                  <a:pt x="1982846" y="226186"/>
                </a:cubicBezTo>
                <a:lnTo>
                  <a:pt x="1982846" y="230541"/>
                </a:lnTo>
                <a:lnTo>
                  <a:pt x="2044851" y="230541"/>
                </a:lnTo>
                <a:lnTo>
                  <a:pt x="2044851" y="225932"/>
                </a:lnTo>
                <a:cubicBezTo>
                  <a:pt x="2025636" y="225674"/>
                  <a:pt x="2022305" y="222855"/>
                  <a:pt x="2022305" y="206712"/>
                </a:cubicBezTo>
                <a:lnTo>
                  <a:pt x="2022305" y="166483"/>
                </a:lnTo>
                <a:cubicBezTo>
                  <a:pt x="2031273" y="174936"/>
                  <a:pt x="2037419" y="177497"/>
                  <a:pt x="2048182" y="177497"/>
                </a:cubicBezTo>
                <a:cubicBezTo>
                  <a:pt x="2078415" y="177497"/>
                  <a:pt x="2101985" y="148816"/>
                  <a:pt x="2101985" y="111691"/>
                </a:cubicBezTo>
                <a:cubicBezTo>
                  <a:pt x="2101985" y="79946"/>
                  <a:pt x="2084052" y="57146"/>
                  <a:pt x="2059199" y="57146"/>
                </a:cubicBezTo>
                <a:cubicBezTo>
                  <a:pt x="2044851" y="57146"/>
                  <a:pt x="2033576" y="63553"/>
                  <a:pt x="2022305" y="77385"/>
                </a:cubicBezTo>
                <a:lnTo>
                  <a:pt x="2022305" y="57662"/>
                </a:lnTo>
                <a:lnTo>
                  <a:pt x="2020769" y="57146"/>
                </a:lnTo>
                <a:cubicBezTo>
                  <a:pt x="2006933" y="62529"/>
                  <a:pt x="1997964" y="65860"/>
                  <a:pt x="1983870" y="70215"/>
                </a:cubicBezTo>
                <a:lnTo>
                  <a:pt x="1983870" y="74250"/>
                </a:lnTo>
                <a:moveTo>
                  <a:pt x="2022305" y="89419"/>
                </a:moveTo>
                <a:cubicBezTo>
                  <a:pt x="2022305" y="81737"/>
                  <a:pt x="2036653" y="72522"/>
                  <a:pt x="2048436" y="72522"/>
                </a:cubicBezTo>
                <a:cubicBezTo>
                  <a:pt x="2067397" y="72522"/>
                  <a:pt x="2079951" y="91979"/>
                  <a:pt x="2079951" y="121680"/>
                </a:cubicBezTo>
                <a:cubicBezTo>
                  <a:pt x="2079951" y="150099"/>
                  <a:pt x="2067397" y="169298"/>
                  <a:pt x="2048952" y="169298"/>
                </a:cubicBezTo>
                <a:cubicBezTo>
                  <a:pt x="2036907" y="169298"/>
                  <a:pt x="2022305" y="160083"/>
                  <a:pt x="2022305" y="152401"/>
                </a:cubicBezTo>
                <a:lnTo>
                  <a:pt x="2022305" y="89419"/>
                </a:lnTo>
                <a:close/>
                <a:moveTo>
                  <a:pt x="2214209" y="132904"/>
                </a:moveTo>
                <a:cubicBezTo>
                  <a:pt x="2201913" y="152386"/>
                  <a:pt x="2190892" y="159822"/>
                  <a:pt x="2174496" y="159822"/>
                </a:cubicBezTo>
                <a:cubicBezTo>
                  <a:pt x="2159894" y="159822"/>
                  <a:pt x="2148877" y="152386"/>
                  <a:pt x="2141445" y="137776"/>
                </a:cubicBezTo>
                <a:cubicBezTo>
                  <a:pt x="2136831" y="128033"/>
                  <a:pt x="2135041" y="119573"/>
                  <a:pt x="2134529" y="103935"/>
                </a:cubicBezTo>
                <a:lnTo>
                  <a:pt x="2213442" y="103935"/>
                </a:lnTo>
                <a:cubicBezTo>
                  <a:pt x="2211390" y="87312"/>
                  <a:pt x="2208829" y="79907"/>
                  <a:pt x="2202425" y="71736"/>
                </a:cubicBezTo>
                <a:cubicBezTo>
                  <a:pt x="2194735" y="62529"/>
                  <a:pt x="2182952" y="57146"/>
                  <a:pt x="2169628" y="57146"/>
                </a:cubicBezTo>
                <a:cubicBezTo>
                  <a:pt x="2156817" y="57146"/>
                  <a:pt x="2144775" y="61759"/>
                  <a:pt x="2135041" y="70458"/>
                </a:cubicBezTo>
                <a:cubicBezTo>
                  <a:pt x="2122995" y="80927"/>
                  <a:pt x="2116079" y="99067"/>
                  <a:pt x="2116079" y="120085"/>
                </a:cubicBezTo>
                <a:cubicBezTo>
                  <a:pt x="2116079" y="155462"/>
                  <a:pt x="2134529" y="177497"/>
                  <a:pt x="2163991" y="177497"/>
                </a:cubicBezTo>
                <a:cubicBezTo>
                  <a:pt x="2188331" y="177497"/>
                  <a:pt x="2207547" y="162382"/>
                  <a:pt x="2218310" y="134699"/>
                </a:cubicBezTo>
                <a:lnTo>
                  <a:pt x="2214209" y="132904"/>
                </a:lnTo>
                <a:moveTo>
                  <a:pt x="2135041" y="95737"/>
                </a:moveTo>
                <a:cubicBezTo>
                  <a:pt x="2137856" y="75821"/>
                  <a:pt x="2146570" y="66372"/>
                  <a:pt x="2162196" y="66372"/>
                </a:cubicBezTo>
                <a:cubicBezTo>
                  <a:pt x="2177827" y="66372"/>
                  <a:pt x="2183976" y="73523"/>
                  <a:pt x="2187307" y="95737"/>
                </a:cubicBezTo>
                <a:lnTo>
                  <a:pt x="2135041" y="95737"/>
                </a:lnTo>
                <a:close/>
                <a:moveTo>
                  <a:pt x="2225226" y="75083"/>
                </a:moveTo>
                <a:cubicBezTo>
                  <a:pt x="2228815" y="74312"/>
                  <a:pt x="2231121" y="74054"/>
                  <a:pt x="2234194" y="74054"/>
                </a:cubicBezTo>
                <a:cubicBezTo>
                  <a:pt x="2240598" y="74054"/>
                  <a:pt x="2242904" y="78155"/>
                  <a:pt x="2242904" y="89427"/>
                </a:cubicBezTo>
                <a:lnTo>
                  <a:pt x="2242904" y="153476"/>
                </a:lnTo>
                <a:cubicBezTo>
                  <a:pt x="2242904" y="166284"/>
                  <a:pt x="2241110" y="168078"/>
                  <a:pt x="2224713" y="171151"/>
                </a:cubicBezTo>
                <a:lnTo>
                  <a:pt x="2224713" y="174994"/>
                </a:lnTo>
                <a:lnTo>
                  <a:pt x="2286206" y="174994"/>
                </a:lnTo>
                <a:lnTo>
                  <a:pt x="2286206" y="171151"/>
                </a:lnTo>
                <a:cubicBezTo>
                  <a:pt x="2268782" y="170385"/>
                  <a:pt x="2264426" y="166542"/>
                  <a:pt x="2264426" y="151940"/>
                </a:cubicBezTo>
                <a:lnTo>
                  <a:pt x="2264426" y="94294"/>
                </a:lnTo>
                <a:cubicBezTo>
                  <a:pt x="2264426" y="86096"/>
                  <a:pt x="2275443" y="73288"/>
                  <a:pt x="2282363" y="73288"/>
                </a:cubicBezTo>
                <a:cubicBezTo>
                  <a:pt x="2283900" y="73288"/>
                  <a:pt x="2286206" y="74570"/>
                  <a:pt x="2289025" y="77131"/>
                </a:cubicBezTo>
                <a:cubicBezTo>
                  <a:pt x="2293122" y="80716"/>
                  <a:pt x="2295941" y="82253"/>
                  <a:pt x="2299272" y="82253"/>
                </a:cubicBezTo>
                <a:cubicBezTo>
                  <a:pt x="2305422" y="82253"/>
                  <a:pt x="2309265" y="77897"/>
                  <a:pt x="2309265" y="70727"/>
                </a:cubicBezTo>
                <a:cubicBezTo>
                  <a:pt x="2309265" y="62271"/>
                  <a:pt x="2303885" y="57146"/>
                  <a:pt x="2295175" y="57146"/>
                </a:cubicBezTo>
                <a:cubicBezTo>
                  <a:pt x="2284412" y="57146"/>
                  <a:pt x="2276984" y="63041"/>
                  <a:pt x="2264426" y="81228"/>
                </a:cubicBezTo>
                <a:lnTo>
                  <a:pt x="2264426" y="57662"/>
                </a:lnTo>
                <a:lnTo>
                  <a:pt x="2263148" y="57146"/>
                </a:lnTo>
                <a:cubicBezTo>
                  <a:pt x="2249566" y="62783"/>
                  <a:pt x="2240344" y="66114"/>
                  <a:pt x="2225226" y="70981"/>
                </a:cubicBezTo>
                <a:lnTo>
                  <a:pt x="2225226" y="75083"/>
                </a:lnTo>
                <a:close/>
                <a:moveTo>
                  <a:pt x="2387922" y="59648"/>
                </a:moveTo>
                <a:lnTo>
                  <a:pt x="2356408" y="59648"/>
                </a:lnTo>
                <a:lnTo>
                  <a:pt x="2356408" y="30013"/>
                </a:lnTo>
                <a:cubicBezTo>
                  <a:pt x="2356408" y="15192"/>
                  <a:pt x="2361275" y="7276"/>
                  <a:pt x="2371014" y="7276"/>
                </a:cubicBezTo>
                <a:cubicBezTo>
                  <a:pt x="2376393" y="7276"/>
                  <a:pt x="2379982" y="9829"/>
                  <a:pt x="2384592" y="17237"/>
                </a:cubicBezTo>
                <a:cubicBezTo>
                  <a:pt x="2388693" y="23879"/>
                  <a:pt x="2391766" y="26436"/>
                  <a:pt x="2396121" y="26436"/>
                </a:cubicBezTo>
                <a:cubicBezTo>
                  <a:pt x="2402016" y="26436"/>
                  <a:pt x="2406884" y="21835"/>
                  <a:pt x="2406884" y="15959"/>
                </a:cubicBezTo>
                <a:cubicBezTo>
                  <a:pt x="2406884" y="6760"/>
                  <a:pt x="2395609" y="98"/>
                  <a:pt x="2380236" y="98"/>
                </a:cubicBezTo>
                <a:cubicBezTo>
                  <a:pt x="2364352" y="98"/>
                  <a:pt x="2350770" y="7018"/>
                  <a:pt x="2344108" y="18770"/>
                </a:cubicBezTo>
                <a:cubicBezTo>
                  <a:pt x="2337450" y="30013"/>
                  <a:pt x="2335398" y="39209"/>
                  <a:pt x="2335144" y="59648"/>
                </a:cubicBezTo>
                <a:lnTo>
                  <a:pt x="2314134" y="59648"/>
                </a:lnTo>
                <a:lnTo>
                  <a:pt x="2314134" y="67850"/>
                </a:lnTo>
                <a:lnTo>
                  <a:pt x="2335144" y="67850"/>
                </a:lnTo>
                <a:lnTo>
                  <a:pt x="2335144" y="148339"/>
                </a:lnTo>
                <a:cubicBezTo>
                  <a:pt x="2335144" y="167050"/>
                  <a:pt x="2332325" y="170127"/>
                  <a:pt x="2313876" y="171151"/>
                </a:cubicBezTo>
                <a:lnTo>
                  <a:pt x="2313876" y="174994"/>
                </a:lnTo>
                <a:lnTo>
                  <a:pt x="2380494" y="174994"/>
                </a:lnTo>
                <a:lnTo>
                  <a:pt x="2380494" y="171151"/>
                </a:lnTo>
                <a:cubicBezTo>
                  <a:pt x="2359485" y="170385"/>
                  <a:pt x="2356666" y="167566"/>
                  <a:pt x="2356666" y="148339"/>
                </a:cubicBezTo>
                <a:lnTo>
                  <a:pt x="2356666" y="67850"/>
                </a:lnTo>
                <a:lnTo>
                  <a:pt x="2387922" y="67850"/>
                </a:lnTo>
                <a:lnTo>
                  <a:pt x="2387922" y="59648"/>
                </a:lnTo>
                <a:close/>
                <a:moveTo>
                  <a:pt x="2458128" y="57146"/>
                </a:moveTo>
                <a:cubicBezTo>
                  <a:pt x="2424819" y="57146"/>
                  <a:pt x="2401502" y="81733"/>
                  <a:pt x="2401502" y="117067"/>
                </a:cubicBezTo>
                <a:cubicBezTo>
                  <a:pt x="2401502" y="151631"/>
                  <a:pt x="2425331" y="177497"/>
                  <a:pt x="2457612" y="177497"/>
                </a:cubicBezTo>
                <a:cubicBezTo>
                  <a:pt x="2489897" y="177497"/>
                  <a:pt x="2514491" y="150353"/>
                  <a:pt x="2514491" y="115018"/>
                </a:cubicBezTo>
                <a:cubicBezTo>
                  <a:pt x="2514491" y="81475"/>
                  <a:pt x="2490921" y="57146"/>
                  <a:pt x="2458128" y="57146"/>
                </a:cubicBezTo>
                <a:moveTo>
                  <a:pt x="2454797" y="64323"/>
                </a:moveTo>
                <a:cubicBezTo>
                  <a:pt x="2476319" y="64323"/>
                  <a:pt x="2491433" y="88903"/>
                  <a:pt x="2491433" y="123979"/>
                </a:cubicBezTo>
                <a:cubicBezTo>
                  <a:pt x="2491433" y="152913"/>
                  <a:pt x="2479904" y="170323"/>
                  <a:pt x="2460688" y="170323"/>
                </a:cubicBezTo>
                <a:cubicBezTo>
                  <a:pt x="2450696" y="170323"/>
                  <a:pt x="2441215" y="164181"/>
                  <a:pt x="2435836" y="153938"/>
                </a:cubicBezTo>
                <a:cubicBezTo>
                  <a:pt x="2428662" y="140622"/>
                  <a:pt x="2424561" y="122701"/>
                  <a:pt x="2424561" y="104521"/>
                </a:cubicBezTo>
                <a:cubicBezTo>
                  <a:pt x="2424561" y="80196"/>
                  <a:pt x="2436602" y="64323"/>
                  <a:pt x="2454797" y="64323"/>
                </a:cubicBezTo>
                <a:close/>
                <a:moveTo>
                  <a:pt x="2523972" y="75083"/>
                </a:moveTo>
                <a:cubicBezTo>
                  <a:pt x="2527561" y="74312"/>
                  <a:pt x="2529868" y="74054"/>
                  <a:pt x="2532941" y="74054"/>
                </a:cubicBezTo>
                <a:cubicBezTo>
                  <a:pt x="2539345" y="74054"/>
                  <a:pt x="2541651" y="78155"/>
                  <a:pt x="2541651" y="89427"/>
                </a:cubicBezTo>
                <a:lnTo>
                  <a:pt x="2541651" y="153476"/>
                </a:lnTo>
                <a:cubicBezTo>
                  <a:pt x="2541651" y="166284"/>
                  <a:pt x="2539857" y="168078"/>
                  <a:pt x="2523460" y="171151"/>
                </a:cubicBezTo>
                <a:lnTo>
                  <a:pt x="2523460" y="174994"/>
                </a:lnTo>
                <a:lnTo>
                  <a:pt x="2584953" y="174994"/>
                </a:lnTo>
                <a:lnTo>
                  <a:pt x="2584953" y="171151"/>
                </a:lnTo>
                <a:cubicBezTo>
                  <a:pt x="2567528" y="170385"/>
                  <a:pt x="2563173" y="166542"/>
                  <a:pt x="2563173" y="151940"/>
                </a:cubicBezTo>
                <a:lnTo>
                  <a:pt x="2563173" y="94294"/>
                </a:lnTo>
                <a:cubicBezTo>
                  <a:pt x="2563173" y="86096"/>
                  <a:pt x="2574190" y="73288"/>
                  <a:pt x="2581110" y="73288"/>
                </a:cubicBezTo>
                <a:cubicBezTo>
                  <a:pt x="2582647" y="73288"/>
                  <a:pt x="2584953" y="74570"/>
                  <a:pt x="2587772" y="77131"/>
                </a:cubicBezTo>
                <a:cubicBezTo>
                  <a:pt x="2591869" y="80716"/>
                  <a:pt x="2594688" y="82253"/>
                  <a:pt x="2598019" y="82253"/>
                </a:cubicBezTo>
                <a:cubicBezTo>
                  <a:pt x="2604169" y="82253"/>
                  <a:pt x="2608012" y="77897"/>
                  <a:pt x="2608012" y="70727"/>
                </a:cubicBezTo>
                <a:cubicBezTo>
                  <a:pt x="2608012" y="62271"/>
                  <a:pt x="2602632" y="57146"/>
                  <a:pt x="2593922" y="57146"/>
                </a:cubicBezTo>
                <a:cubicBezTo>
                  <a:pt x="2583159" y="57146"/>
                  <a:pt x="2575731" y="63041"/>
                  <a:pt x="2563173" y="81228"/>
                </a:cubicBezTo>
                <a:lnTo>
                  <a:pt x="2563173" y="57662"/>
                </a:lnTo>
                <a:lnTo>
                  <a:pt x="2561895" y="57146"/>
                </a:lnTo>
                <a:cubicBezTo>
                  <a:pt x="2548313" y="62783"/>
                  <a:pt x="2539091" y="66114"/>
                  <a:pt x="2523972" y="70981"/>
                </a:cubicBezTo>
                <a:lnTo>
                  <a:pt x="2523972" y="75083"/>
                </a:lnTo>
                <a:close/>
                <a:moveTo>
                  <a:pt x="2612369" y="73034"/>
                </a:moveTo>
                <a:cubicBezTo>
                  <a:pt x="2615700" y="72264"/>
                  <a:pt x="2617748" y="72010"/>
                  <a:pt x="2620567" y="72010"/>
                </a:cubicBezTo>
                <a:cubicBezTo>
                  <a:pt x="2627229" y="72010"/>
                  <a:pt x="2629535" y="76107"/>
                  <a:pt x="2629535" y="88402"/>
                </a:cubicBezTo>
                <a:lnTo>
                  <a:pt x="2629535" y="153218"/>
                </a:lnTo>
                <a:cubicBezTo>
                  <a:pt x="2629535" y="167054"/>
                  <a:pt x="2625946" y="170897"/>
                  <a:pt x="2611599" y="171151"/>
                </a:cubicBezTo>
                <a:lnTo>
                  <a:pt x="2611599" y="174994"/>
                </a:lnTo>
                <a:lnTo>
                  <a:pt x="2668478" y="174994"/>
                </a:lnTo>
                <a:lnTo>
                  <a:pt x="2668478" y="171151"/>
                </a:lnTo>
                <a:cubicBezTo>
                  <a:pt x="2654900" y="170639"/>
                  <a:pt x="2651057" y="167824"/>
                  <a:pt x="2651057" y="157832"/>
                </a:cubicBezTo>
                <a:lnTo>
                  <a:pt x="2651057" y="85587"/>
                </a:lnTo>
                <a:cubicBezTo>
                  <a:pt x="2651057" y="85075"/>
                  <a:pt x="2653106" y="82511"/>
                  <a:pt x="2654900" y="80720"/>
                </a:cubicBezTo>
                <a:cubicBezTo>
                  <a:pt x="2661304" y="74824"/>
                  <a:pt x="2672321" y="70469"/>
                  <a:pt x="2681290" y="70469"/>
                </a:cubicBezTo>
                <a:cubicBezTo>
                  <a:pt x="2692561" y="70469"/>
                  <a:pt x="2698198" y="79438"/>
                  <a:pt x="2698198" y="97371"/>
                </a:cubicBezTo>
                <a:lnTo>
                  <a:pt x="2698198" y="152964"/>
                </a:lnTo>
                <a:cubicBezTo>
                  <a:pt x="2698198" y="167312"/>
                  <a:pt x="2695380" y="170127"/>
                  <a:pt x="2680778" y="171151"/>
                </a:cubicBezTo>
                <a:lnTo>
                  <a:pt x="2680778" y="174994"/>
                </a:lnTo>
                <a:lnTo>
                  <a:pt x="2738170" y="174994"/>
                </a:lnTo>
                <a:lnTo>
                  <a:pt x="2738170" y="171151"/>
                </a:lnTo>
                <a:cubicBezTo>
                  <a:pt x="2723564" y="170897"/>
                  <a:pt x="2719720" y="166542"/>
                  <a:pt x="2719720" y="150658"/>
                </a:cubicBezTo>
                <a:lnTo>
                  <a:pt x="2719720" y="86100"/>
                </a:lnTo>
                <a:cubicBezTo>
                  <a:pt x="2727407" y="75083"/>
                  <a:pt x="2735863" y="70469"/>
                  <a:pt x="2747650" y="70469"/>
                </a:cubicBezTo>
                <a:cubicBezTo>
                  <a:pt x="2762252" y="70469"/>
                  <a:pt x="2766865" y="77389"/>
                  <a:pt x="2766865" y="98653"/>
                </a:cubicBezTo>
                <a:lnTo>
                  <a:pt x="2766865" y="152706"/>
                </a:lnTo>
                <a:cubicBezTo>
                  <a:pt x="2766865" y="167312"/>
                  <a:pt x="2764817" y="169361"/>
                  <a:pt x="2749957" y="171151"/>
                </a:cubicBezTo>
                <a:lnTo>
                  <a:pt x="2749957" y="174994"/>
                </a:lnTo>
                <a:lnTo>
                  <a:pt x="2806066" y="174994"/>
                </a:lnTo>
                <a:lnTo>
                  <a:pt x="2806066" y="171151"/>
                </a:lnTo>
                <a:lnTo>
                  <a:pt x="2799404" y="170639"/>
                </a:lnTo>
                <a:cubicBezTo>
                  <a:pt x="2791718" y="170127"/>
                  <a:pt x="2788387" y="165518"/>
                  <a:pt x="2788387" y="155525"/>
                </a:cubicBezTo>
                <a:lnTo>
                  <a:pt x="2788387" y="102750"/>
                </a:lnTo>
                <a:cubicBezTo>
                  <a:pt x="2788387" y="72522"/>
                  <a:pt x="2778395" y="57146"/>
                  <a:pt x="2758667" y="57146"/>
                </a:cubicBezTo>
                <a:cubicBezTo>
                  <a:pt x="2743807" y="57146"/>
                  <a:pt x="2730737" y="63807"/>
                  <a:pt x="2716902" y="78668"/>
                </a:cubicBezTo>
                <a:cubicBezTo>
                  <a:pt x="2712292" y="64065"/>
                  <a:pt x="2703582" y="57146"/>
                  <a:pt x="2689746" y="57146"/>
                </a:cubicBezTo>
                <a:cubicBezTo>
                  <a:pt x="2678471" y="57146"/>
                  <a:pt x="2671297" y="60735"/>
                  <a:pt x="2650029" y="76877"/>
                </a:cubicBezTo>
                <a:lnTo>
                  <a:pt x="2650029" y="57662"/>
                </a:lnTo>
                <a:lnTo>
                  <a:pt x="2648239" y="57146"/>
                </a:lnTo>
                <a:cubicBezTo>
                  <a:pt x="2635169" y="62017"/>
                  <a:pt x="2626459" y="64836"/>
                  <a:pt x="2612369" y="68679"/>
                </a:cubicBezTo>
                <a:lnTo>
                  <a:pt x="2612369" y="73034"/>
                </a:lnTo>
                <a:close/>
                <a:moveTo>
                  <a:pt x="2920080" y="158031"/>
                </a:moveTo>
                <a:cubicBezTo>
                  <a:pt x="2915725" y="161612"/>
                  <a:pt x="2912652" y="162894"/>
                  <a:pt x="2908809" y="162894"/>
                </a:cubicBezTo>
                <a:cubicBezTo>
                  <a:pt x="2902917" y="162894"/>
                  <a:pt x="2901123" y="159309"/>
                  <a:pt x="2901123" y="148046"/>
                </a:cubicBezTo>
                <a:lnTo>
                  <a:pt x="2901123" y="98117"/>
                </a:lnTo>
                <a:cubicBezTo>
                  <a:pt x="2901123" y="84802"/>
                  <a:pt x="2899840" y="77377"/>
                  <a:pt x="2895997" y="71232"/>
                </a:cubicBezTo>
                <a:cubicBezTo>
                  <a:pt x="2890360" y="62017"/>
                  <a:pt x="2879343" y="57146"/>
                  <a:pt x="2864228" y="57146"/>
                </a:cubicBezTo>
                <a:cubicBezTo>
                  <a:pt x="2840142" y="57146"/>
                  <a:pt x="2821184" y="69695"/>
                  <a:pt x="2821184" y="85826"/>
                </a:cubicBezTo>
                <a:cubicBezTo>
                  <a:pt x="2821184" y="91718"/>
                  <a:pt x="2826306" y="96835"/>
                  <a:pt x="2832202" y="96835"/>
                </a:cubicBezTo>
                <a:cubicBezTo>
                  <a:pt x="2838347" y="96835"/>
                  <a:pt x="2843731" y="91718"/>
                  <a:pt x="2843731" y="86084"/>
                </a:cubicBezTo>
                <a:cubicBezTo>
                  <a:pt x="2843731" y="85060"/>
                  <a:pt x="2843473" y="83777"/>
                  <a:pt x="2843219" y="81987"/>
                </a:cubicBezTo>
                <a:cubicBezTo>
                  <a:pt x="2842706" y="79684"/>
                  <a:pt x="2842448" y="77635"/>
                  <a:pt x="2842448" y="75841"/>
                </a:cubicBezTo>
                <a:cubicBezTo>
                  <a:pt x="2842448" y="68929"/>
                  <a:pt x="2850647" y="63295"/>
                  <a:pt x="2860897" y="63295"/>
                </a:cubicBezTo>
                <a:cubicBezTo>
                  <a:pt x="2873451" y="63295"/>
                  <a:pt x="2880367" y="70719"/>
                  <a:pt x="2880367" y="84547"/>
                </a:cubicBezTo>
                <a:lnTo>
                  <a:pt x="2880367" y="100166"/>
                </a:lnTo>
                <a:cubicBezTo>
                  <a:pt x="2840912" y="116039"/>
                  <a:pt x="2836557" y="118087"/>
                  <a:pt x="2825540" y="127818"/>
                </a:cubicBezTo>
                <a:cubicBezTo>
                  <a:pt x="2819902" y="132940"/>
                  <a:pt x="2816313" y="141642"/>
                  <a:pt x="2816313" y="150091"/>
                </a:cubicBezTo>
                <a:cubicBezTo>
                  <a:pt x="2816313" y="166225"/>
                  <a:pt x="2827588" y="177497"/>
                  <a:pt x="2843219" y="177497"/>
                </a:cubicBezTo>
                <a:cubicBezTo>
                  <a:pt x="2854490" y="177497"/>
                  <a:pt x="2864995" y="172117"/>
                  <a:pt x="2880625" y="158793"/>
                </a:cubicBezTo>
                <a:cubicBezTo>
                  <a:pt x="2881907" y="172117"/>
                  <a:pt x="2886517" y="177497"/>
                  <a:pt x="2897022" y="177497"/>
                </a:cubicBezTo>
                <a:cubicBezTo>
                  <a:pt x="2905732" y="177497"/>
                  <a:pt x="2911115" y="174424"/>
                  <a:pt x="2920080" y="164689"/>
                </a:cubicBezTo>
                <a:lnTo>
                  <a:pt x="2920080" y="158031"/>
                </a:lnTo>
                <a:moveTo>
                  <a:pt x="2880367" y="143421"/>
                </a:moveTo>
                <a:cubicBezTo>
                  <a:pt x="2880367" y="151365"/>
                  <a:pt x="2879089" y="153672"/>
                  <a:pt x="2873705" y="156745"/>
                </a:cubicBezTo>
                <a:cubicBezTo>
                  <a:pt x="2867559" y="160334"/>
                  <a:pt x="2860385" y="162636"/>
                  <a:pt x="2855002" y="162636"/>
                </a:cubicBezTo>
                <a:cubicBezTo>
                  <a:pt x="2846037" y="162636"/>
                  <a:pt x="2838863" y="153926"/>
                  <a:pt x="2838863" y="142909"/>
                </a:cubicBezTo>
                <a:lnTo>
                  <a:pt x="2838863" y="141885"/>
                </a:lnTo>
                <a:cubicBezTo>
                  <a:pt x="2838863" y="126766"/>
                  <a:pt x="2849364" y="117544"/>
                  <a:pt x="2880367" y="106269"/>
                </a:cubicBezTo>
                <a:lnTo>
                  <a:pt x="2880367" y="143421"/>
                </a:lnTo>
                <a:close/>
                <a:moveTo>
                  <a:pt x="2924693" y="73034"/>
                </a:moveTo>
                <a:cubicBezTo>
                  <a:pt x="2926230" y="72264"/>
                  <a:pt x="2928794" y="72010"/>
                  <a:pt x="2931613" y="72010"/>
                </a:cubicBezTo>
                <a:cubicBezTo>
                  <a:pt x="2938787" y="72010"/>
                  <a:pt x="2941090" y="75853"/>
                  <a:pt x="2941090" y="88402"/>
                </a:cubicBezTo>
                <a:lnTo>
                  <a:pt x="2941090" y="151940"/>
                </a:lnTo>
                <a:cubicBezTo>
                  <a:pt x="2941090" y="166542"/>
                  <a:pt x="2938271" y="170127"/>
                  <a:pt x="2925205" y="171151"/>
                </a:cubicBezTo>
                <a:lnTo>
                  <a:pt x="2925205" y="174994"/>
                </a:lnTo>
                <a:lnTo>
                  <a:pt x="2979524" y="174994"/>
                </a:lnTo>
                <a:lnTo>
                  <a:pt x="2979524" y="171151"/>
                </a:lnTo>
                <a:cubicBezTo>
                  <a:pt x="2966455" y="170127"/>
                  <a:pt x="2962612" y="167054"/>
                  <a:pt x="2962612" y="157832"/>
                </a:cubicBezTo>
                <a:lnTo>
                  <a:pt x="2962612" y="85842"/>
                </a:lnTo>
                <a:cubicBezTo>
                  <a:pt x="2974911" y="74312"/>
                  <a:pt x="2980549" y="71239"/>
                  <a:pt x="2989005" y="71239"/>
                </a:cubicBezTo>
                <a:cubicBezTo>
                  <a:pt x="3001558" y="71239"/>
                  <a:pt x="3007708" y="79180"/>
                  <a:pt x="3007708" y="96088"/>
                </a:cubicBezTo>
                <a:lnTo>
                  <a:pt x="3007708" y="149633"/>
                </a:lnTo>
                <a:cubicBezTo>
                  <a:pt x="3007708" y="165772"/>
                  <a:pt x="3004377" y="170127"/>
                  <a:pt x="2991566" y="171151"/>
                </a:cubicBezTo>
                <a:lnTo>
                  <a:pt x="2991566" y="174994"/>
                </a:lnTo>
                <a:lnTo>
                  <a:pt x="3044860" y="174994"/>
                </a:lnTo>
                <a:lnTo>
                  <a:pt x="3044860" y="171151"/>
                </a:lnTo>
                <a:cubicBezTo>
                  <a:pt x="3032303" y="169873"/>
                  <a:pt x="3029230" y="166796"/>
                  <a:pt x="3029230" y="154247"/>
                </a:cubicBezTo>
                <a:lnTo>
                  <a:pt x="3029230" y="95576"/>
                </a:lnTo>
                <a:cubicBezTo>
                  <a:pt x="3029230" y="71497"/>
                  <a:pt x="3017955" y="57146"/>
                  <a:pt x="2998998" y="57146"/>
                </a:cubicBezTo>
                <a:cubicBezTo>
                  <a:pt x="2987210" y="57146"/>
                  <a:pt x="2979266" y="61505"/>
                  <a:pt x="2961845" y="77901"/>
                </a:cubicBezTo>
                <a:lnTo>
                  <a:pt x="2961845" y="57662"/>
                </a:lnTo>
                <a:lnTo>
                  <a:pt x="2960051" y="57146"/>
                </a:lnTo>
                <a:cubicBezTo>
                  <a:pt x="2947497" y="61759"/>
                  <a:pt x="2938787" y="64578"/>
                  <a:pt x="2924693" y="68679"/>
                </a:cubicBezTo>
                <a:lnTo>
                  <a:pt x="2924693" y="73034"/>
                </a:lnTo>
                <a:close/>
                <a:moveTo>
                  <a:pt x="3150676" y="134984"/>
                </a:moveTo>
                <a:cubicBezTo>
                  <a:pt x="3138377" y="152906"/>
                  <a:pt x="3129154" y="159051"/>
                  <a:pt x="3114548" y="159051"/>
                </a:cubicBezTo>
                <a:cubicBezTo>
                  <a:pt x="3091232" y="159051"/>
                  <a:pt x="3074835" y="138569"/>
                  <a:pt x="3074835" y="109127"/>
                </a:cubicBezTo>
                <a:cubicBezTo>
                  <a:pt x="3074835" y="82757"/>
                  <a:pt x="3088929" y="64578"/>
                  <a:pt x="3109681" y="64578"/>
                </a:cubicBezTo>
                <a:cubicBezTo>
                  <a:pt x="3118903" y="64578"/>
                  <a:pt x="3122234" y="67392"/>
                  <a:pt x="3124799" y="76865"/>
                </a:cubicBezTo>
                <a:lnTo>
                  <a:pt x="3126335" y="82499"/>
                </a:lnTo>
                <a:cubicBezTo>
                  <a:pt x="3128384" y="89669"/>
                  <a:pt x="3132997" y="94278"/>
                  <a:pt x="3138377" y="94278"/>
                </a:cubicBezTo>
                <a:cubicBezTo>
                  <a:pt x="3145039" y="94278"/>
                  <a:pt x="3150676" y="89411"/>
                  <a:pt x="3150676" y="83523"/>
                </a:cubicBezTo>
                <a:cubicBezTo>
                  <a:pt x="3150676" y="69187"/>
                  <a:pt x="3132739" y="57146"/>
                  <a:pt x="3111217" y="57146"/>
                </a:cubicBezTo>
                <a:cubicBezTo>
                  <a:pt x="3098664" y="57146"/>
                  <a:pt x="3085598" y="62271"/>
                  <a:pt x="3075093" y="71490"/>
                </a:cubicBezTo>
                <a:cubicBezTo>
                  <a:pt x="3062282" y="82757"/>
                  <a:pt x="3055108" y="100166"/>
                  <a:pt x="3055108" y="120390"/>
                </a:cubicBezTo>
                <a:cubicBezTo>
                  <a:pt x="3055108" y="153676"/>
                  <a:pt x="3075347" y="177497"/>
                  <a:pt x="3103789" y="177497"/>
                </a:cubicBezTo>
                <a:cubicBezTo>
                  <a:pt x="3115318" y="177497"/>
                  <a:pt x="3125565" y="173399"/>
                  <a:pt x="3134792" y="165455"/>
                </a:cubicBezTo>
                <a:cubicBezTo>
                  <a:pt x="3141708" y="159305"/>
                  <a:pt x="3146575" y="152393"/>
                  <a:pt x="3154261" y="137287"/>
                </a:cubicBezTo>
                <a:lnTo>
                  <a:pt x="3150676" y="134984"/>
                </a:lnTo>
                <a:close/>
                <a:moveTo>
                  <a:pt x="3266996" y="132904"/>
                </a:moveTo>
                <a:cubicBezTo>
                  <a:pt x="3254700" y="152386"/>
                  <a:pt x="3243680" y="159822"/>
                  <a:pt x="3227283" y="159822"/>
                </a:cubicBezTo>
                <a:cubicBezTo>
                  <a:pt x="3212681" y="159822"/>
                  <a:pt x="3201664" y="152386"/>
                  <a:pt x="3194232" y="137776"/>
                </a:cubicBezTo>
                <a:cubicBezTo>
                  <a:pt x="3189619" y="128033"/>
                  <a:pt x="3187828" y="119573"/>
                  <a:pt x="3187316" y="103935"/>
                </a:cubicBezTo>
                <a:lnTo>
                  <a:pt x="3266230" y="103935"/>
                </a:lnTo>
                <a:cubicBezTo>
                  <a:pt x="3264177" y="87312"/>
                  <a:pt x="3261616" y="79907"/>
                  <a:pt x="3255213" y="71736"/>
                </a:cubicBezTo>
                <a:cubicBezTo>
                  <a:pt x="3247523" y="62529"/>
                  <a:pt x="3235739" y="57146"/>
                  <a:pt x="3222416" y="57146"/>
                </a:cubicBezTo>
                <a:cubicBezTo>
                  <a:pt x="3209604" y="57146"/>
                  <a:pt x="3197563" y="61759"/>
                  <a:pt x="3187828" y="70458"/>
                </a:cubicBezTo>
                <a:cubicBezTo>
                  <a:pt x="3175783" y="80927"/>
                  <a:pt x="3168867" y="99067"/>
                  <a:pt x="3168867" y="120085"/>
                </a:cubicBezTo>
                <a:cubicBezTo>
                  <a:pt x="3168867" y="155462"/>
                  <a:pt x="3187316" y="177497"/>
                  <a:pt x="3216778" y="177497"/>
                </a:cubicBezTo>
                <a:cubicBezTo>
                  <a:pt x="3241119" y="177497"/>
                  <a:pt x="3260334" y="162382"/>
                  <a:pt x="3271097" y="134699"/>
                </a:cubicBezTo>
                <a:lnTo>
                  <a:pt x="3266996" y="132904"/>
                </a:lnTo>
                <a:moveTo>
                  <a:pt x="3187828" y="95737"/>
                </a:moveTo>
                <a:cubicBezTo>
                  <a:pt x="3190643" y="75821"/>
                  <a:pt x="3199357" y="66372"/>
                  <a:pt x="3214984" y="66372"/>
                </a:cubicBezTo>
                <a:cubicBezTo>
                  <a:pt x="3230614" y="66372"/>
                  <a:pt x="3236764" y="73523"/>
                  <a:pt x="3240094" y="95737"/>
                </a:cubicBezTo>
                <a:lnTo>
                  <a:pt x="3187828" y="95737"/>
                </a:lnTo>
                <a:close/>
                <a:moveTo>
                  <a:pt x="3455059" y="177497"/>
                </a:moveTo>
                <a:lnTo>
                  <a:pt x="3492723" y="164177"/>
                </a:lnTo>
                <a:lnTo>
                  <a:pt x="3492723" y="160080"/>
                </a:lnTo>
                <a:cubicBezTo>
                  <a:pt x="3488110" y="160334"/>
                  <a:pt x="3487598" y="160334"/>
                  <a:pt x="3486828" y="160334"/>
                </a:cubicBezTo>
                <a:cubicBezTo>
                  <a:pt x="3477605" y="160334"/>
                  <a:pt x="3475557" y="157519"/>
                  <a:pt x="3475557" y="145739"/>
                </a:cubicBezTo>
                <a:lnTo>
                  <a:pt x="3475557" y="524"/>
                </a:lnTo>
                <a:lnTo>
                  <a:pt x="3474274" y="12"/>
                </a:lnTo>
                <a:cubicBezTo>
                  <a:pt x="3461975" y="4367"/>
                  <a:pt x="3453010" y="6928"/>
                  <a:pt x="3436610" y="11287"/>
                </a:cubicBezTo>
                <a:lnTo>
                  <a:pt x="3436610" y="15384"/>
                </a:lnTo>
                <a:cubicBezTo>
                  <a:pt x="3438662" y="15130"/>
                  <a:pt x="3440199" y="15130"/>
                  <a:pt x="3442247" y="15130"/>
                </a:cubicBezTo>
                <a:cubicBezTo>
                  <a:pt x="3451728" y="15130"/>
                  <a:pt x="3454035" y="17691"/>
                  <a:pt x="3454035" y="28196"/>
                </a:cubicBezTo>
                <a:lnTo>
                  <a:pt x="3454035" y="68163"/>
                </a:lnTo>
                <a:cubicBezTo>
                  <a:pt x="3444296" y="59964"/>
                  <a:pt x="3437380" y="57146"/>
                  <a:pt x="3427129" y="57146"/>
                </a:cubicBezTo>
                <a:cubicBezTo>
                  <a:pt x="3397667" y="57146"/>
                  <a:pt x="3373838" y="86084"/>
                  <a:pt x="3373838" y="122443"/>
                </a:cubicBezTo>
                <a:cubicBezTo>
                  <a:pt x="3373838" y="155212"/>
                  <a:pt x="3393054" y="177497"/>
                  <a:pt x="3421238" y="177497"/>
                </a:cubicBezTo>
                <a:cubicBezTo>
                  <a:pt x="3435586" y="177497"/>
                  <a:pt x="3445324" y="172375"/>
                  <a:pt x="3454035" y="160334"/>
                </a:cubicBezTo>
                <a:lnTo>
                  <a:pt x="3454035" y="176730"/>
                </a:lnTo>
                <a:lnTo>
                  <a:pt x="3455059" y="177497"/>
                </a:lnTo>
                <a:moveTo>
                  <a:pt x="3454035" y="148812"/>
                </a:moveTo>
                <a:cubicBezTo>
                  <a:pt x="3454035" y="150607"/>
                  <a:pt x="3452240" y="153680"/>
                  <a:pt x="3449679" y="156495"/>
                </a:cubicBezTo>
                <a:cubicBezTo>
                  <a:pt x="3445066" y="161616"/>
                  <a:pt x="3438662" y="164177"/>
                  <a:pt x="3431230" y="164177"/>
                </a:cubicBezTo>
                <a:cubicBezTo>
                  <a:pt x="3409966" y="164177"/>
                  <a:pt x="3395873" y="143691"/>
                  <a:pt x="3395873" y="112200"/>
                </a:cubicBezTo>
                <a:cubicBezTo>
                  <a:pt x="3395873" y="83269"/>
                  <a:pt x="3408426" y="64323"/>
                  <a:pt x="3427899" y="64323"/>
                </a:cubicBezTo>
                <a:cubicBezTo>
                  <a:pt x="3441481" y="64323"/>
                  <a:pt x="3454035" y="76353"/>
                  <a:pt x="3454035" y="89923"/>
                </a:cubicBezTo>
                <a:lnTo>
                  <a:pt x="3454035" y="148812"/>
                </a:lnTo>
                <a:close/>
                <a:moveTo>
                  <a:pt x="3599562" y="132904"/>
                </a:moveTo>
                <a:cubicBezTo>
                  <a:pt x="3587267" y="152386"/>
                  <a:pt x="3576246" y="159822"/>
                  <a:pt x="3559849" y="159822"/>
                </a:cubicBezTo>
                <a:cubicBezTo>
                  <a:pt x="3545247" y="159822"/>
                  <a:pt x="3534230" y="152386"/>
                  <a:pt x="3526798" y="137776"/>
                </a:cubicBezTo>
                <a:cubicBezTo>
                  <a:pt x="3522185" y="128033"/>
                  <a:pt x="3520394" y="119573"/>
                  <a:pt x="3519882" y="103935"/>
                </a:cubicBezTo>
                <a:lnTo>
                  <a:pt x="3598796" y="103935"/>
                </a:lnTo>
                <a:cubicBezTo>
                  <a:pt x="3596744" y="87312"/>
                  <a:pt x="3594183" y="79907"/>
                  <a:pt x="3587779" y="71736"/>
                </a:cubicBezTo>
                <a:cubicBezTo>
                  <a:pt x="3580089" y="62529"/>
                  <a:pt x="3568306" y="57146"/>
                  <a:pt x="3554982" y="57146"/>
                </a:cubicBezTo>
                <a:cubicBezTo>
                  <a:pt x="3542170" y="57146"/>
                  <a:pt x="3530129" y="61759"/>
                  <a:pt x="3520394" y="70458"/>
                </a:cubicBezTo>
                <a:cubicBezTo>
                  <a:pt x="3508349" y="80927"/>
                  <a:pt x="3501433" y="99067"/>
                  <a:pt x="3501433" y="120085"/>
                </a:cubicBezTo>
                <a:cubicBezTo>
                  <a:pt x="3501433" y="155462"/>
                  <a:pt x="3519882" y="177497"/>
                  <a:pt x="3549344" y="177497"/>
                </a:cubicBezTo>
                <a:cubicBezTo>
                  <a:pt x="3573685" y="177497"/>
                  <a:pt x="3592901" y="162382"/>
                  <a:pt x="3603663" y="134699"/>
                </a:cubicBezTo>
                <a:lnTo>
                  <a:pt x="3599562" y="132904"/>
                </a:lnTo>
                <a:moveTo>
                  <a:pt x="3520394" y="95737"/>
                </a:moveTo>
                <a:cubicBezTo>
                  <a:pt x="3523209" y="75821"/>
                  <a:pt x="3531924" y="66372"/>
                  <a:pt x="3547550" y="66372"/>
                </a:cubicBezTo>
                <a:cubicBezTo>
                  <a:pt x="3563180" y="66372"/>
                  <a:pt x="3569330" y="73523"/>
                  <a:pt x="3572661" y="95737"/>
                </a:cubicBezTo>
                <a:lnTo>
                  <a:pt x="3520394" y="95737"/>
                </a:lnTo>
                <a:close/>
                <a:moveTo>
                  <a:pt x="3724596" y="59648"/>
                </a:moveTo>
                <a:lnTo>
                  <a:pt x="3688984" y="59648"/>
                </a:lnTo>
                <a:lnTo>
                  <a:pt x="3688984" y="63495"/>
                </a:lnTo>
                <a:cubicBezTo>
                  <a:pt x="3697182" y="64261"/>
                  <a:pt x="3701025" y="66822"/>
                  <a:pt x="3701025" y="71689"/>
                </a:cubicBezTo>
                <a:cubicBezTo>
                  <a:pt x="3701025" y="74250"/>
                  <a:pt x="3700513" y="76811"/>
                  <a:pt x="3699489" y="79375"/>
                </a:cubicBezTo>
                <a:lnTo>
                  <a:pt x="3674124" y="145712"/>
                </a:lnTo>
                <a:lnTo>
                  <a:pt x="3647988" y="80141"/>
                </a:lnTo>
                <a:cubicBezTo>
                  <a:pt x="3646452" y="76556"/>
                  <a:pt x="3645682" y="72971"/>
                  <a:pt x="3645682" y="70665"/>
                </a:cubicBezTo>
                <a:cubicBezTo>
                  <a:pt x="3645682" y="66055"/>
                  <a:pt x="3648500" y="64261"/>
                  <a:pt x="3657469" y="63495"/>
                </a:cubicBezTo>
                <a:lnTo>
                  <a:pt x="3657469" y="59648"/>
                </a:lnTo>
                <a:lnTo>
                  <a:pt x="3607251" y="59648"/>
                </a:lnTo>
                <a:lnTo>
                  <a:pt x="3607251" y="63495"/>
                </a:lnTo>
                <a:cubicBezTo>
                  <a:pt x="3616986" y="64007"/>
                  <a:pt x="3618780" y="66568"/>
                  <a:pt x="3630564" y="92949"/>
                </a:cubicBezTo>
                <a:lnTo>
                  <a:pt x="3661312" y="166460"/>
                </a:lnTo>
                <a:cubicBezTo>
                  <a:pt x="3661824" y="167996"/>
                  <a:pt x="3662590" y="169791"/>
                  <a:pt x="3663361" y="171839"/>
                </a:cubicBezTo>
                <a:cubicBezTo>
                  <a:pt x="3664897" y="176449"/>
                  <a:pt x="3666437" y="178497"/>
                  <a:pt x="3667974" y="178497"/>
                </a:cubicBezTo>
                <a:cubicBezTo>
                  <a:pt x="3669510" y="178497"/>
                  <a:pt x="3671305" y="175170"/>
                  <a:pt x="3675148" y="165690"/>
                </a:cubicBezTo>
                <a:lnTo>
                  <a:pt x="3707941" y="83472"/>
                </a:lnTo>
                <a:cubicBezTo>
                  <a:pt x="3715373" y="66055"/>
                  <a:pt x="3716909" y="64261"/>
                  <a:pt x="3724596" y="63495"/>
                </a:cubicBezTo>
                <a:lnTo>
                  <a:pt x="3724596" y="59648"/>
                </a:lnTo>
                <a:close/>
                <a:moveTo>
                  <a:pt x="3775325" y="57146"/>
                </a:moveTo>
                <a:lnTo>
                  <a:pt x="3735612" y="71157"/>
                </a:lnTo>
                <a:lnTo>
                  <a:pt x="3735612" y="75004"/>
                </a:lnTo>
                <a:lnTo>
                  <a:pt x="3737665" y="74746"/>
                </a:lnTo>
                <a:cubicBezTo>
                  <a:pt x="3740737" y="74234"/>
                  <a:pt x="3744068" y="73976"/>
                  <a:pt x="3746375" y="73976"/>
                </a:cubicBezTo>
                <a:cubicBezTo>
                  <a:pt x="3752525" y="73976"/>
                  <a:pt x="3754827" y="78077"/>
                  <a:pt x="3754827" y="89360"/>
                </a:cubicBezTo>
                <a:lnTo>
                  <a:pt x="3754827" y="148847"/>
                </a:lnTo>
                <a:cubicBezTo>
                  <a:pt x="3754827" y="167308"/>
                  <a:pt x="3752267" y="170127"/>
                  <a:pt x="3734588" y="171151"/>
                </a:cubicBezTo>
                <a:lnTo>
                  <a:pt x="3734588" y="174994"/>
                </a:lnTo>
                <a:lnTo>
                  <a:pt x="3795311" y="174994"/>
                </a:lnTo>
                <a:lnTo>
                  <a:pt x="3795311" y="171151"/>
                </a:lnTo>
                <a:cubicBezTo>
                  <a:pt x="3778402" y="169873"/>
                  <a:pt x="3776349" y="167308"/>
                  <a:pt x="3776349" y="148847"/>
                </a:cubicBezTo>
                <a:lnTo>
                  <a:pt x="3776349" y="57916"/>
                </a:lnTo>
                <a:lnTo>
                  <a:pt x="3775325" y="57146"/>
                </a:lnTo>
                <a:moveTo>
                  <a:pt x="3763284" y="98"/>
                </a:moveTo>
                <a:cubicBezTo>
                  <a:pt x="3756368" y="98"/>
                  <a:pt x="3750472" y="5993"/>
                  <a:pt x="3750472" y="13167"/>
                </a:cubicBezTo>
                <a:cubicBezTo>
                  <a:pt x="3750472" y="20341"/>
                  <a:pt x="3756110" y="26233"/>
                  <a:pt x="3763284" y="26233"/>
                </a:cubicBezTo>
                <a:cubicBezTo>
                  <a:pt x="3770716" y="26233"/>
                  <a:pt x="3776607" y="20595"/>
                  <a:pt x="3776607" y="13167"/>
                </a:cubicBezTo>
                <a:cubicBezTo>
                  <a:pt x="3776607" y="5993"/>
                  <a:pt x="3770716" y="98"/>
                  <a:pt x="3763284" y="98"/>
                </a:cubicBezTo>
                <a:close/>
                <a:moveTo>
                  <a:pt x="3914705" y="158031"/>
                </a:moveTo>
                <a:cubicBezTo>
                  <a:pt x="3910350" y="161612"/>
                  <a:pt x="3907277" y="162894"/>
                  <a:pt x="3903434" y="162894"/>
                </a:cubicBezTo>
                <a:cubicBezTo>
                  <a:pt x="3897542" y="162894"/>
                  <a:pt x="3895748" y="159309"/>
                  <a:pt x="3895748" y="148046"/>
                </a:cubicBezTo>
                <a:lnTo>
                  <a:pt x="3895748" y="98117"/>
                </a:lnTo>
                <a:cubicBezTo>
                  <a:pt x="3895748" y="84802"/>
                  <a:pt x="3894465" y="77377"/>
                  <a:pt x="3890622" y="71232"/>
                </a:cubicBezTo>
                <a:cubicBezTo>
                  <a:pt x="3884985" y="62017"/>
                  <a:pt x="3873968" y="57146"/>
                  <a:pt x="3858854" y="57146"/>
                </a:cubicBezTo>
                <a:cubicBezTo>
                  <a:pt x="3834767" y="57146"/>
                  <a:pt x="3815810" y="69695"/>
                  <a:pt x="3815810" y="85826"/>
                </a:cubicBezTo>
                <a:cubicBezTo>
                  <a:pt x="3815810" y="91718"/>
                  <a:pt x="3820931" y="96835"/>
                  <a:pt x="3826827" y="96835"/>
                </a:cubicBezTo>
                <a:cubicBezTo>
                  <a:pt x="3832973" y="96835"/>
                  <a:pt x="3838356" y="91718"/>
                  <a:pt x="3838356" y="86084"/>
                </a:cubicBezTo>
                <a:cubicBezTo>
                  <a:pt x="3838356" y="85060"/>
                  <a:pt x="3838098" y="83777"/>
                  <a:pt x="3837844" y="81987"/>
                </a:cubicBezTo>
                <a:cubicBezTo>
                  <a:pt x="3837332" y="79684"/>
                  <a:pt x="3837074" y="77635"/>
                  <a:pt x="3837074" y="75841"/>
                </a:cubicBezTo>
                <a:cubicBezTo>
                  <a:pt x="3837074" y="68929"/>
                  <a:pt x="3845272" y="63295"/>
                  <a:pt x="3855523" y="63295"/>
                </a:cubicBezTo>
                <a:cubicBezTo>
                  <a:pt x="3868076" y="63295"/>
                  <a:pt x="3874992" y="70719"/>
                  <a:pt x="3874992" y="84547"/>
                </a:cubicBezTo>
                <a:lnTo>
                  <a:pt x="3874992" y="100166"/>
                </a:lnTo>
                <a:cubicBezTo>
                  <a:pt x="3835537" y="116039"/>
                  <a:pt x="3831182" y="118087"/>
                  <a:pt x="3820165" y="127818"/>
                </a:cubicBezTo>
                <a:cubicBezTo>
                  <a:pt x="3814527" y="132940"/>
                  <a:pt x="3810938" y="141642"/>
                  <a:pt x="3810938" y="150091"/>
                </a:cubicBezTo>
                <a:cubicBezTo>
                  <a:pt x="3810938" y="166225"/>
                  <a:pt x="3822213" y="177497"/>
                  <a:pt x="3837844" y="177497"/>
                </a:cubicBezTo>
                <a:cubicBezTo>
                  <a:pt x="3849115" y="177497"/>
                  <a:pt x="3859620" y="172117"/>
                  <a:pt x="3875250" y="158793"/>
                </a:cubicBezTo>
                <a:cubicBezTo>
                  <a:pt x="3876532" y="172117"/>
                  <a:pt x="3881142" y="177497"/>
                  <a:pt x="3891647" y="177497"/>
                </a:cubicBezTo>
                <a:cubicBezTo>
                  <a:pt x="3900357" y="177497"/>
                  <a:pt x="3905741" y="174424"/>
                  <a:pt x="3914705" y="164689"/>
                </a:cubicBezTo>
                <a:lnTo>
                  <a:pt x="3914705" y="158031"/>
                </a:lnTo>
                <a:moveTo>
                  <a:pt x="3874992" y="143421"/>
                </a:moveTo>
                <a:cubicBezTo>
                  <a:pt x="3874992" y="151365"/>
                  <a:pt x="3873714" y="153672"/>
                  <a:pt x="3868330" y="156745"/>
                </a:cubicBezTo>
                <a:cubicBezTo>
                  <a:pt x="3862184" y="160334"/>
                  <a:pt x="3855011" y="162636"/>
                  <a:pt x="3849627" y="162636"/>
                </a:cubicBezTo>
                <a:cubicBezTo>
                  <a:pt x="3840663" y="162636"/>
                  <a:pt x="3833489" y="153926"/>
                  <a:pt x="3833489" y="142909"/>
                </a:cubicBezTo>
                <a:lnTo>
                  <a:pt x="3833489" y="141885"/>
                </a:lnTo>
                <a:cubicBezTo>
                  <a:pt x="3833489" y="126766"/>
                  <a:pt x="3843990" y="117544"/>
                  <a:pt x="3874992" y="106269"/>
                </a:cubicBezTo>
                <a:lnTo>
                  <a:pt x="3874992" y="143421"/>
                </a:lnTo>
                <a:close/>
                <a:moveTo>
                  <a:pt x="3980553" y="59648"/>
                </a:moveTo>
                <a:lnTo>
                  <a:pt x="3954676" y="59648"/>
                </a:lnTo>
                <a:lnTo>
                  <a:pt x="3954676" y="29927"/>
                </a:lnTo>
                <a:cubicBezTo>
                  <a:pt x="3954676" y="27367"/>
                  <a:pt x="3954422" y="26597"/>
                  <a:pt x="3952881" y="26597"/>
                </a:cubicBezTo>
                <a:cubicBezTo>
                  <a:pt x="3951091" y="28903"/>
                  <a:pt x="3949550" y="31210"/>
                  <a:pt x="3947760" y="33771"/>
                </a:cubicBezTo>
                <a:cubicBezTo>
                  <a:pt x="3938021" y="47864"/>
                  <a:pt x="3927004" y="60164"/>
                  <a:pt x="3922907" y="61188"/>
                </a:cubicBezTo>
                <a:cubicBezTo>
                  <a:pt x="3920088" y="62979"/>
                  <a:pt x="3918548" y="64773"/>
                  <a:pt x="3918548" y="66055"/>
                </a:cubicBezTo>
                <a:cubicBezTo>
                  <a:pt x="3918548" y="66826"/>
                  <a:pt x="3918806" y="67338"/>
                  <a:pt x="3919576" y="67850"/>
                </a:cubicBezTo>
                <a:lnTo>
                  <a:pt x="3933154" y="67850"/>
                </a:lnTo>
                <a:lnTo>
                  <a:pt x="3933154" y="144961"/>
                </a:lnTo>
                <a:cubicBezTo>
                  <a:pt x="3933154" y="166479"/>
                  <a:pt x="3940840" y="177497"/>
                  <a:pt x="3955958" y="177497"/>
                </a:cubicBezTo>
                <a:cubicBezTo>
                  <a:pt x="3968512" y="177497"/>
                  <a:pt x="3978246" y="171351"/>
                  <a:pt x="3986703" y="158027"/>
                </a:cubicBezTo>
                <a:lnTo>
                  <a:pt x="3983372" y="155208"/>
                </a:lnTo>
                <a:cubicBezTo>
                  <a:pt x="3977992" y="161612"/>
                  <a:pt x="3973637" y="164177"/>
                  <a:pt x="3967999" y="164177"/>
                </a:cubicBezTo>
                <a:cubicBezTo>
                  <a:pt x="3958519" y="164177"/>
                  <a:pt x="3954676" y="157257"/>
                  <a:pt x="3954676" y="141118"/>
                </a:cubicBezTo>
                <a:lnTo>
                  <a:pt x="3954676" y="67850"/>
                </a:lnTo>
                <a:lnTo>
                  <a:pt x="3980553" y="67850"/>
                </a:lnTo>
                <a:lnTo>
                  <a:pt x="3980553" y="59648"/>
                </a:lnTo>
                <a:close/>
                <a:moveTo>
                  <a:pt x="4031283" y="57146"/>
                </a:moveTo>
                <a:lnTo>
                  <a:pt x="3991570" y="71157"/>
                </a:lnTo>
                <a:lnTo>
                  <a:pt x="3991570" y="75004"/>
                </a:lnTo>
                <a:lnTo>
                  <a:pt x="3993622" y="74746"/>
                </a:lnTo>
                <a:cubicBezTo>
                  <a:pt x="3996695" y="74234"/>
                  <a:pt x="4000026" y="73976"/>
                  <a:pt x="4002333" y="73976"/>
                </a:cubicBezTo>
                <a:cubicBezTo>
                  <a:pt x="4008482" y="73976"/>
                  <a:pt x="4010785" y="78077"/>
                  <a:pt x="4010785" y="89360"/>
                </a:cubicBezTo>
                <a:lnTo>
                  <a:pt x="4010785" y="148847"/>
                </a:lnTo>
                <a:cubicBezTo>
                  <a:pt x="4010785" y="167308"/>
                  <a:pt x="4008224" y="170127"/>
                  <a:pt x="3990545" y="171151"/>
                </a:cubicBezTo>
                <a:lnTo>
                  <a:pt x="3990545" y="174994"/>
                </a:lnTo>
                <a:lnTo>
                  <a:pt x="4051268" y="174994"/>
                </a:lnTo>
                <a:lnTo>
                  <a:pt x="4051268" y="171151"/>
                </a:lnTo>
                <a:cubicBezTo>
                  <a:pt x="4034360" y="169873"/>
                  <a:pt x="4032307" y="167308"/>
                  <a:pt x="4032307" y="148847"/>
                </a:cubicBezTo>
                <a:lnTo>
                  <a:pt x="4032307" y="57916"/>
                </a:lnTo>
                <a:lnTo>
                  <a:pt x="4031283" y="57146"/>
                </a:lnTo>
                <a:moveTo>
                  <a:pt x="4019241" y="98"/>
                </a:moveTo>
                <a:cubicBezTo>
                  <a:pt x="4012325" y="98"/>
                  <a:pt x="4006430" y="5993"/>
                  <a:pt x="4006430" y="13167"/>
                </a:cubicBezTo>
                <a:cubicBezTo>
                  <a:pt x="4006430" y="20341"/>
                  <a:pt x="4012067" y="26233"/>
                  <a:pt x="4019241" y="26233"/>
                </a:cubicBezTo>
                <a:cubicBezTo>
                  <a:pt x="4026673" y="26233"/>
                  <a:pt x="4032565" y="20595"/>
                  <a:pt x="4032565" y="13167"/>
                </a:cubicBezTo>
                <a:cubicBezTo>
                  <a:pt x="4032565" y="5993"/>
                  <a:pt x="4026673" y="98"/>
                  <a:pt x="4019241" y="98"/>
                </a:cubicBezTo>
                <a:close/>
                <a:moveTo>
                  <a:pt x="4121729" y="57146"/>
                </a:moveTo>
                <a:cubicBezTo>
                  <a:pt x="4088420" y="57146"/>
                  <a:pt x="4065104" y="81733"/>
                  <a:pt x="4065104" y="117067"/>
                </a:cubicBezTo>
                <a:cubicBezTo>
                  <a:pt x="4065104" y="151631"/>
                  <a:pt x="4088932" y="177497"/>
                  <a:pt x="4121213" y="177497"/>
                </a:cubicBezTo>
                <a:cubicBezTo>
                  <a:pt x="4153498" y="177497"/>
                  <a:pt x="4178093" y="150353"/>
                  <a:pt x="4178093" y="115018"/>
                </a:cubicBezTo>
                <a:cubicBezTo>
                  <a:pt x="4178093" y="81475"/>
                  <a:pt x="4154523" y="57146"/>
                  <a:pt x="4121729" y="57146"/>
                </a:cubicBezTo>
                <a:moveTo>
                  <a:pt x="4118399" y="64323"/>
                </a:moveTo>
                <a:cubicBezTo>
                  <a:pt x="4139920" y="64323"/>
                  <a:pt x="4155035" y="88903"/>
                  <a:pt x="4155035" y="123979"/>
                </a:cubicBezTo>
                <a:cubicBezTo>
                  <a:pt x="4155035" y="152913"/>
                  <a:pt x="4143506" y="170323"/>
                  <a:pt x="4124290" y="170323"/>
                </a:cubicBezTo>
                <a:cubicBezTo>
                  <a:pt x="4114297" y="170323"/>
                  <a:pt x="4104817" y="164181"/>
                  <a:pt x="4099437" y="153938"/>
                </a:cubicBezTo>
                <a:cubicBezTo>
                  <a:pt x="4092263" y="140622"/>
                  <a:pt x="4088162" y="122701"/>
                  <a:pt x="4088162" y="104521"/>
                </a:cubicBezTo>
                <a:cubicBezTo>
                  <a:pt x="4088162" y="80196"/>
                  <a:pt x="4100204" y="64323"/>
                  <a:pt x="4118399" y="64323"/>
                </a:cubicBezTo>
                <a:close/>
                <a:moveTo>
                  <a:pt x="4189880" y="73034"/>
                </a:moveTo>
                <a:cubicBezTo>
                  <a:pt x="4191416" y="72264"/>
                  <a:pt x="4193981" y="72010"/>
                  <a:pt x="4196800" y="72010"/>
                </a:cubicBezTo>
                <a:cubicBezTo>
                  <a:pt x="4203974" y="72010"/>
                  <a:pt x="4206276" y="75853"/>
                  <a:pt x="4206276" y="88402"/>
                </a:cubicBezTo>
                <a:lnTo>
                  <a:pt x="4206276" y="151940"/>
                </a:lnTo>
                <a:cubicBezTo>
                  <a:pt x="4206276" y="166542"/>
                  <a:pt x="4203458" y="170127"/>
                  <a:pt x="4190392" y="171151"/>
                </a:cubicBezTo>
                <a:lnTo>
                  <a:pt x="4190392" y="174994"/>
                </a:lnTo>
                <a:lnTo>
                  <a:pt x="4244711" y="174994"/>
                </a:lnTo>
                <a:lnTo>
                  <a:pt x="4244711" y="171151"/>
                </a:lnTo>
                <a:cubicBezTo>
                  <a:pt x="4231641" y="170127"/>
                  <a:pt x="4227798" y="167054"/>
                  <a:pt x="4227798" y="157832"/>
                </a:cubicBezTo>
                <a:lnTo>
                  <a:pt x="4227798" y="85842"/>
                </a:lnTo>
                <a:cubicBezTo>
                  <a:pt x="4240098" y="74312"/>
                  <a:pt x="4245735" y="71239"/>
                  <a:pt x="4254192" y="71239"/>
                </a:cubicBezTo>
                <a:cubicBezTo>
                  <a:pt x="4266745" y="71239"/>
                  <a:pt x="4272895" y="79180"/>
                  <a:pt x="4272895" y="96088"/>
                </a:cubicBezTo>
                <a:lnTo>
                  <a:pt x="4272895" y="149633"/>
                </a:lnTo>
                <a:cubicBezTo>
                  <a:pt x="4272895" y="165772"/>
                  <a:pt x="4269564" y="170127"/>
                  <a:pt x="4256752" y="171151"/>
                </a:cubicBezTo>
                <a:lnTo>
                  <a:pt x="4256752" y="174994"/>
                </a:lnTo>
                <a:lnTo>
                  <a:pt x="4310047" y="174994"/>
                </a:lnTo>
                <a:lnTo>
                  <a:pt x="4310047" y="171151"/>
                </a:lnTo>
                <a:cubicBezTo>
                  <a:pt x="4297490" y="169873"/>
                  <a:pt x="4294417" y="166796"/>
                  <a:pt x="4294417" y="154247"/>
                </a:cubicBezTo>
                <a:lnTo>
                  <a:pt x="4294417" y="95576"/>
                </a:lnTo>
                <a:cubicBezTo>
                  <a:pt x="4294417" y="71497"/>
                  <a:pt x="4283142" y="57146"/>
                  <a:pt x="4264184" y="57146"/>
                </a:cubicBezTo>
                <a:cubicBezTo>
                  <a:pt x="4252397" y="57146"/>
                  <a:pt x="4244453" y="61505"/>
                  <a:pt x="4227032" y="77901"/>
                </a:cubicBezTo>
                <a:lnTo>
                  <a:pt x="4227032" y="57662"/>
                </a:lnTo>
                <a:lnTo>
                  <a:pt x="4225238" y="57146"/>
                </a:lnTo>
                <a:cubicBezTo>
                  <a:pt x="4212684" y="61759"/>
                  <a:pt x="4203974" y="64578"/>
                  <a:pt x="4189880" y="68679"/>
                </a:cubicBezTo>
                <a:lnTo>
                  <a:pt x="4189880" y="73034"/>
                </a:lnTo>
                <a:close/>
                <a:moveTo>
                  <a:pt x="4394595" y="94493"/>
                </a:moveTo>
                <a:lnTo>
                  <a:pt x="4393571" y="59648"/>
                </a:lnTo>
                <a:lnTo>
                  <a:pt x="4390752" y="59648"/>
                </a:lnTo>
                <a:lnTo>
                  <a:pt x="4390240" y="60164"/>
                </a:lnTo>
                <a:cubicBezTo>
                  <a:pt x="4387933" y="61954"/>
                  <a:pt x="4387679" y="62212"/>
                  <a:pt x="4386655" y="62212"/>
                </a:cubicBezTo>
                <a:cubicBezTo>
                  <a:pt x="4385118" y="62212"/>
                  <a:pt x="4382554" y="61700"/>
                  <a:pt x="4379735" y="60418"/>
                </a:cubicBezTo>
                <a:cubicBezTo>
                  <a:pt x="4374097" y="58424"/>
                  <a:pt x="4368464" y="57396"/>
                  <a:pt x="4361802" y="57396"/>
                </a:cubicBezTo>
                <a:cubicBezTo>
                  <a:pt x="4341558" y="57396"/>
                  <a:pt x="4326956" y="70461"/>
                  <a:pt x="4326956" y="88899"/>
                </a:cubicBezTo>
                <a:cubicBezTo>
                  <a:pt x="4326956" y="103235"/>
                  <a:pt x="4335155" y="113478"/>
                  <a:pt x="4356935" y="125770"/>
                </a:cubicBezTo>
                <a:lnTo>
                  <a:pt x="4371795" y="134222"/>
                </a:lnTo>
                <a:cubicBezTo>
                  <a:pt x="4380759" y="139343"/>
                  <a:pt x="4385118" y="145489"/>
                  <a:pt x="4385118" y="153426"/>
                </a:cubicBezTo>
                <a:cubicBezTo>
                  <a:pt x="4385118" y="164693"/>
                  <a:pt x="4376916" y="171863"/>
                  <a:pt x="4363850" y="171863"/>
                </a:cubicBezTo>
                <a:cubicBezTo>
                  <a:pt x="4355140" y="171863"/>
                  <a:pt x="4347196" y="168532"/>
                  <a:pt x="4342329" y="162898"/>
                </a:cubicBezTo>
                <a:cubicBezTo>
                  <a:pt x="4336949" y="156498"/>
                  <a:pt x="4334642" y="150607"/>
                  <a:pt x="4331311" y="136013"/>
                </a:cubicBezTo>
                <a:lnTo>
                  <a:pt x="4327210" y="136013"/>
                </a:lnTo>
                <a:lnTo>
                  <a:pt x="4327210" y="175960"/>
                </a:lnTo>
                <a:lnTo>
                  <a:pt x="4330541" y="175960"/>
                </a:lnTo>
                <a:cubicBezTo>
                  <a:pt x="4332336" y="173399"/>
                  <a:pt x="4333360" y="172887"/>
                  <a:pt x="4336437" y="172887"/>
                </a:cubicBezTo>
                <a:cubicBezTo>
                  <a:pt x="4338743" y="172946"/>
                  <a:pt x="4342329" y="173458"/>
                  <a:pt x="4348220" y="174994"/>
                </a:cubicBezTo>
                <a:cubicBezTo>
                  <a:pt x="4355394" y="176472"/>
                  <a:pt x="4362314" y="177497"/>
                  <a:pt x="4366923" y="177497"/>
                </a:cubicBezTo>
                <a:cubicBezTo>
                  <a:pt x="4386655" y="177497"/>
                  <a:pt x="4403051" y="162644"/>
                  <a:pt x="4403051" y="144719"/>
                </a:cubicBezTo>
                <a:cubicBezTo>
                  <a:pt x="4403051" y="131915"/>
                  <a:pt x="4396902" y="123467"/>
                  <a:pt x="4381529" y="114248"/>
                </a:cubicBezTo>
                <a:lnTo>
                  <a:pt x="4353858" y="97859"/>
                </a:lnTo>
                <a:cubicBezTo>
                  <a:pt x="4346684" y="93762"/>
                  <a:pt x="4342841" y="87362"/>
                  <a:pt x="4342841" y="80446"/>
                </a:cubicBezTo>
                <a:cubicBezTo>
                  <a:pt x="4342841" y="70203"/>
                  <a:pt x="4350785" y="63033"/>
                  <a:pt x="4362568" y="63033"/>
                </a:cubicBezTo>
                <a:cubicBezTo>
                  <a:pt x="4377174" y="63033"/>
                  <a:pt x="4384860" y="71740"/>
                  <a:pt x="4390752" y="94532"/>
                </a:cubicBezTo>
                <a:lnTo>
                  <a:pt x="4394595" y="94493"/>
                </a:lnTo>
                <a:close/>
                <a:moveTo>
                  <a:pt x="4569590" y="59648"/>
                </a:moveTo>
                <a:lnTo>
                  <a:pt x="4543713" y="59648"/>
                </a:lnTo>
                <a:lnTo>
                  <a:pt x="4543713" y="29927"/>
                </a:lnTo>
                <a:cubicBezTo>
                  <a:pt x="4543713" y="27367"/>
                  <a:pt x="4543459" y="26597"/>
                  <a:pt x="4541918" y="26597"/>
                </a:cubicBezTo>
                <a:cubicBezTo>
                  <a:pt x="4540128" y="28903"/>
                  <a:pt x="4538587" y="31210"/>
                  <a:pt x="4536797" y="33771"/>
                </a:cubicBezTo>
                <a:cubicBezTo>
                  <a:pt x="4527058" y="47864"/>
                  <a:pt x="4516041" y="60164"/>
                  <a:pt x="4511944" y="61188"/>
                </a:cubicBezTo>
                <a:cubicBezTo>
                  <a:pt x="4509125" y="62979"/>
                  <a:pt x="4507585" y="64773"/>
                  <a:pt x="4507585" y="66055"/>
                </a:cubicBezTo>
                <a:cubicBezTo>
                  <a:pt x="4507585" y="66826"/>
                  <a:pt x="4507843" y="67338"/>
                  <a:pt x="4508613" y="67850"/>
                </a:cubicBezTo>
                <a:lnTo>
                  <a:pt x="4522191" y="67850"/>
                </a:lnTo>
                <a:lnTo>
                  <a:pt x="4522191" y="144961"/>
                </a:lnTo>
                <a:cubicBezTo>
                  <a:pt x="4522191" y="166479"/>
                  <a:pt x="4529877" y="177497"/>
                  <a:pt x="4544995" y="177497"/>
                </a:cubicBezTo>
                <a:cubicBezTo>
                  <a:pt x="4557549" y="177497"/>
                  <a:pt x="4567283" y="171351"/>
                  <a:pt x="4575740" y="158027"/>
                </a:cubicBezTo>
                <a:lnTo>
                  <a:pt x="4572409" y="155208"/>
                </a:lnTo>
                <a:cubicBezTo>
                  <a:pt x="4567029" y="161612"/>
                  <a:pt x="4562674" y="164177"/>
                  <a:pt x="4557036" y="164177"/>
                </a:cubicBezTo>
                <a:cubicBezTo>
                  <a:pt x="4547556" y="164177"/>
                  <a:pt x="4543713" y="157257"/>
                  <a:pt x="4543713" y="141118"/>
                </a:cubicBezTo>
                <a:lnTo>
                  <a:pt x="4543713" y="67850"/>
                </a:lnTo>
                <a:lnTo>
                  <a:pt x="4569590" y="67850"/>
                </a:lnTo>
                <a:lnTo>
                  <a:pt x="4569590" y="59648"/>
                </a:lnTo>
                <a:close/>
                <a:moveTo>
                  <a:pt x="4639539" y="57146"/>
                </a:moveTo>
                <a:cubicBezTo>
                  <a:pt x="4606230" y="57146"/>
                  <a:pt x="4582913" y="81733"/>
                  <a:pt x="4582913" y="117067"/>
                </a:cubicBezTo>
                <a:cubicBezTo>
                  <a:pt x="4582913" y="151631"/>
                  <a:pt x="4606742" y="177497"/>
                  <a:pt x="4639023" y="177497"/>
                </a:cubicBezTo>
                <a:cubicBezTo>
                  <a:pt x="4671308" y="177497"/>
                  <a:pt x="4695902" y="150353"/>
                  <a:pt x="4695902" y="115018"/>
                </a:cubicBezTo>
                <a:cubicBezTo>
                  <a:pt x="4695902" y="81475"/>
                  <a:pt x="4672332" y="57146"/>
                  <a:pt x="4639539" y="57146"/>
                </a:cubicBezTo>
                <a:moveTo>
                  <a:pt x="4636208" y="64323"/>
                </a:moveTo>
                <a:cubicBezTo>
                  <a:pt x="4657730" y="64323"/>
                  <a:pt x="4672844" y="88903"/>
                  <a:pt x="4672844" y="123979"/>
                </a:cubicBezTo>
                <a:cubicBezTo>
                  <a:pt x="4672844" y="152913"/>
                  <a:pt x="4661315" y="170323"/>
                  <a:pt x="4642099" y="170323"/>
                </a:cubicBezTo>
                <a:cubicBezTo>
                  <a:pt x="4632107" y="170323"/>
                  <a:pt x="4622626" y="164181"/>
                  <a:pt x="4617247" y="153938"/>
                </a:cubicBezTo>
                <a:cubicBezTo>
                  <a:pt x="4610073" y="140622"/>
                  <a:pt x="4605972" y="122701"/>
                  <a:pt x="4605972" y="104521"/>
                </a:cubicBezTo>
                <a:cubicBezTo>
                  <a:pt x="4605972" y="80196"/>
                  <a:pt x="4618013" y="64323"/>
                  <a:pt x="4636208" y="64323"/>
                </a:cubicBezTo>
                <a:close/>
                <a:moveTo>
                  <a:pt x="4859625" y="59648"/>
                </a:moveTo>
                <a:lnTo>
                  <a:pt x="4833748" y="59648"/>
                </a:lnTo>
                <a:lnTo>
                  <a:pt x="4833748" y="29927"/>
                </a:lnTo>
                <a:cubicBezTo>
                  <a:pt x="4833748" y="27367"/>
                  <a:pt x="4833494" y="26597"/>
                  <a:pt x="4831953" y="26597"/>
                </a:cubicBezTo>
                <a:cubicBezTo>
                  <a:pt x="4830163" y="28903"/>
                  <a:pt x="4828623" y="31210"/>
                  <a:pt x="4826832" y="33771"/>
                </a:cubicBezTo>
                <a:cubicBezTo>
                  <a:pt x="4817093" y="47864"/>
                  <a:pt x="4806076" y="60164"/>
                  <a:pt x="4801979" y="61188"/>
                </a:cubicBezTo>
                <a:cubicBezTo>
                  <a:pt x="4799160" y="62979"/>
                  <a:pt x="4797620" y="64773"/>
                  <a:pt x="4797620" y="66055"/>
                </a:cubicBezTo>
                <a:cubicBezTo>
                  <a:pt x="4797620" y="66826"/>
                  <a:pt x="4797878" y="67338"/>
                  <a:pt x="4798648" y="67850"/>
                </a:cubicBezTo>
                <a:lnTo>
                  <a:pt x="4812226" y="67850"/>
                </a:lnTo>
                <a:lnTo>
                  <a:pt x="4812226" y="144961"/>
                </a:lnTo>
                <a:cubicBezTo>
                  <a:pt x="4812226" y="166479"/>
                  <a:pt x="4819912" y="177497"/>
                  <a:pt x="4835030" y="177497"/>
                </a:cubicBezTo>
                <a:cubicBezTo>
                  <a:pt x="4847584" y="177497"/>
                  <a:pt x="4857318" y="171351"/>
                  <a:pt x="4865775" y="158027"/>
                </a:cubicBezTo>
                <a:lnTo>
                  <a:pt x="4862444" y="155208"/>
                </a:lnTo>
                <a:cubicBezTo>
                  <a:pt x="4857064" y="161612"/>
                  <a:pt x="4852709" y="164177"/>
                  <a:pt x="4847072" y="164177"/>
                </a:cubicBezTo>
                <a:cubicBezTo>
                  <a:pt x="4837591" y="164177"/>
                  <a:pt x="4833748" y="157257"/>
                  <a:pt x="4833748" y="141118"/>
                </a:cubicBezTo>
                <a:lnTo>
                  <a:pt x="4833748" y="67850"/>
                </a:lnTo>
                <a:lnTo>
                  <a:pt x="4859625" y="67850"/>
                </a:lnTo>
                <a:lnTo>
                  <a:pt x="4859625" y="59648"/>
                </a:lnTo>
                <a:close/>
                <a:moveTo>
                  <a:pt x="4905745" y="87124"/>
                </a:moveTo>
                <a:cubicBezTo>
                  <a:pt x="4916504" y="75341"/>
                  <a:pt x="4924190" y="70981"/>
                  <a:pt x="4934183" y="70981"/>
                </a:cubicBezTo>
                <a:cubicBezTo>
                  <a:pt x="4946995" y="70981"/>
                  <a:pt x="4953399" y="80208"/>
                  <a:pt x="4953399" y="98141"/>
                </a:cubicBezTo>
                <a:lnTo>
                  <a:pt x="4953399" y="148863"/>
                </a:lnTo>
                <a:cubicBezTo>
                  <a:pt x="4953399" y="166284"/>
                  <a:pt x="4950838" y="169615"/>
                  <a:pt x="4935978" y="171151"/>
                </a:cubicBezTo>
                <a:lnTo>
                  <a:pt x="4935978" y="174994"/>
                </a:lnTo>
                <a:lnTo>
                  <a:pt x="4990297" y="174994"/>
                </a:lnTo>
                <a:lnTo>
                  <a:pt x="4990297" y="171151"/>
                </a:lnTo>
                <a:cubicBezTo>
                  <a:pt x="4976461" y="168591"/>
                  <a:pt x="4974920" y="166542"/>
                  <a:pt x="4974920" y="148863"/>
                </a:cubicBezTo>
                <a:lnTo>
                  <a:pt x="4974920" y="97883"/>
                </a:lnTo>
                <a:cubicBezTo>
                  <a:pt x="4974920" y="70981"/>
                  <a:pt x="4964161" y="57146"/>
                  <a:pt x="4943406" y="57146"/>
                </a:cubicBezTo>
                <a:cubicBezTo>
                  <a:pt x="4928292" y="57146"/>
                  <a:pt x="4917529" y="63295"/>
                  <a:pt x="4905745" y="78668"/>
                </a:cubicBezTo>
                <a:lnTo>
                  <a:pt x="4905745" y="782"/>
                </a:lnTo>
                <a:lnTo>
                  <a:pt x="4904463" y="12"/>
                </a:lnTo>
                <a:cubicBezTo>
                  <a:pt x="4895753" y="3085"/>
                  <a:pt x="4889345" y="5137"/>
                  <a:pt x="4874997" y="9234"/>
                </a:cubicBezTo>
                <a:lnTo>
                  <a:pt x="4868081" y="11287"/>
                </a:lnTo>
                <a:lnTo>
                  <a:pt x="4868081" y="15384"/>
                </a:lnTo>
                <a:cubicBezTo>
                  <a:pt x="4869105" y="15130"/>
                  <a:pt x="4869875" y="15130"/>
                  <a:pt x="4871154" y="15130"/>
                </a:cubicBezTo>
                <a:cubicBezTo>
                  <a:pt x="4882171" y="15130"/>
                  <a:pt x="4884223" y="17178"/>
                  <a:pt x="4884223" y="28196"/>
                </a:cubicBezTo>
                <a:lnTo>
                  <a:pt x="4884223" y="148863"/>
                </a:lnTo>
                <a:cubicBezTo>
                  <a:pt x="4884223" y="166796"/>
                  <a:pt x="4882683" y="169103"/>
                  <a:pt x="4867823" y="171151"/>
                </a:cubicBezTo>
                <a:lnTo>
                  <a:pt x="4867823" y="174994"/>
                </a:lnTo>
                <a:lnTo>
                  <a:pt x="4923166" y="174994"/>
                </a:lnTo>
                <a:lnTo>
                  <a:pt x="4923166" y="171151"/>
                </a:lnTo>
                <a:cubicBezTo>
                  <a:pt x="4908306" y="169615"/>
                  <a:pt x="4905745" y="166542"/>
                  <a:pt x="4905745" y="148863"/>
                </a:cubicBezTo>
                <a:lnTo>
                  <a:pt x="4905745" y="87124"/>
                </a:lnTo>
                <a:close/>
                <a:moveTo>
                  <a:pt x="5098161" y="132904"/>
                </a:moveTo>
                <a:cubicBezTo>
                  <a:pt x="5085866" y="152386"/>
                  <a:pt x="5074845" y="159822"/>
                  <a:pt x="5058448" y="159822"/>
                </a:cubicBezTo>
                <a:cubicBezTo>
                  <a:pt x="5043846" y="159822"/>
                  <a:pt x="5032829" y="152386"/>
                  <a:pt x="5025397" y="137776"/>
                </a:cubicBezTo>
                <a:cubicBezTo>
                  <a:pt x="5020784" y="128033"/>
                  <a:pt x="5018993" y="119573"/>
                  <a:pt x="5018481" y="103935"/>
                </a:cubicBezTo>
                <a:lnTo>
                  <a:pt x="5097395" y="103935"/>
                </a:lnTo>
                <a:cubicBezTo>
                  <a:pt x="5095342" y="87312"/>
                  <a:pt x="5092782" y="79907"/>
                  <a:pt x="5086378" y="71736"/>
                </a:cubicBezTo>
                <a:cubicBezTo>
                  <a:pt x="5078688" y="62529"/>
                  <a:pt x="5066904" y="57146"/>
                  <a:pt x="5053581" y="57146"/>
                </a:cubicBezTo>
                <a:cubicBezTo>
                  <a:pt x="5040769" y="57146"/>
                  <a:pt x="5028728" y="61759"/>
                  <a:pt x="5018993" y="70458"/>
                </a:cubicBezTo>
                <a:cubicBezTo>
                  <a:pt x="5006948" y="80927"/>
                  <a:pt x="5000032" y="99067"/>
                  <a:pt x="5000032" y="120085"/>
                </a:cubicBezTo>
                <a:cubicBezTo>
                  <a:pt x="5000032" y="155462"/>
                  <a:pt x="5018481" y="177497"/>
                  <a:pt x="5047943" y="177497"/>
                </a:cubicBezTo>
                <a:cubicBezTo>
                  <a:pt x="5072284" y="177497"/>
                  <a:pt x="5091499" y="162382"/>
                  <a:pt x="5102262" y="134699"/>
                </a:cubicBezTo>
                <a:lnTo>
                  <a:pt x="5098161" y="132904"/>
                </a:lnTo>
                <a:moveTo>
                  <a:pt x="5018993" y="95737"/>
                </a:moveTo>
                <a:cubicBezTo>
                  <a:pt x="5021808" y="75821"/>
                  <a:pt x="5030522" y="66372"/>
                  <a:pt x="5046149" y="66372"/>
                </a:cubicBezTo>
                <a:cubicBezTo>
                  <a:pt x="5061779" y="66372"/>
                  <a:pt x="5067929" y="73523"/>
                  <a:pt x="5071260" y="95737"/>
                </a:cubicBezTo>
                <a:lnTo>
                  <a:pt x="5018993" y="95737"/>
                </a:lnTo>
                <a:close/>
                <a:moveTo>
                  <a:pt x="5278535" y="94493"/>
                </a:moveTo>
                <a:lnTo>
                  <a:pt x="5277511" y="59648"/>
                </a:lnTo>
                <a:lnTo>
                  <a:pt x="5274692" y="59648"/>
                </a:lnTo>
                <a:lnTo>
                  <a:pt x="5274180" y="60164"/>
                </a:lnTo>
                <a:cubicBezTo>
                  <a:pt x="5271874" y="61954"/>
                  <a:pt x="5271620" y="62212"/>
                  <a:pt x="5270595" y="62212"/>
                </a:cubicBezTo>
                <a:cubicBezTo>
                  <a:pt x="5269059" y="62212"/>
                  <a:pt x="5266494" y="61700"/>
                  <a:pt x="5263675" y="60418"/>
                </a:cubicBezTo>
                <a:cubicBezTo>
                  <a:pt x="5258038" y="58424"/>
                  <a:pt x="5252404" y="57396"/>
                  <a:pt x="5245742" y="57396"/>
                </a:cubicBezTo>
                <a:cubicBezTo>
                  <a:pt x="5225499" y="57396"/>
                  <a:pt x="5210897" y="70461"/>
                  <a:pt x="5210897" y="88899"/>
                </a:cubicBezTo>
                <a:cubicBezTo>
                  <a:pt x="5210897" y="103235"/>
                  <a:pt x="5219095" y="113478"/>
                  <a:pt x="5240875" y="125770"/>
                </a:cubicBezTo>
                <a:lnTo>
                  <a:pt x="5255735" y="134222"/>
                </a:lnTo>
                <a:cubicBezTo>
                  <a:pt x="5264700" y="139343"/>
                  <a:pt x="5269059" y="145489"/>
                  <a:pt x="5269059" y="153426"/>
                </a:cubicBezTo>
                <a:cubicBezTo>
                  <a:pt x="5269059" y="164693"/>
                  <a:pt x="5260857" y="171863"/>
                  <a:pt x="5247791" y="171863"/>
                </a:cubicBezTo>
                <a:cubicBezTo>
                  <a:pt x="5239081" y="171863"/>
                  <a:pt x="5231136" y="168532"/>
                  <a:pt x="5226269" y="162898"/>
                </a:cubicBezTo>
                <a:cubicBezTo>
                  <a:pt x="5220889" y="156498"/>
                  <a:pt x="5218583" y="150607"/>
                  <a:pt x="5215252" y="136013"/>
                </a:cubicBezTo>
                <a:lnTo>
                  <a:pt x="5211151" y="136013"/>
                </a:lnTo>
                <a:lnTo>
                  <a:pt x="5211151" y="175960"/>
                </a:lnTo>
                <a:lnTo>
                  <a:pt x="5214482" y="175960"/>
                </a:lnTo>
                <a:cubicBezTo>
                  <a:pt x="5216276" y="173399"/>
                  <a:pt x="5217301" y="172887"/>
                  <a:pt x="5220377" y="172887"/>
                </a:cubicBezTo>
                <a:cubicBezTo>
                  <a:pt x="5222684" y="172946"/>
                  <a:pt x="5226269" y="173458"/>
                  <a:pt x="5232161" y="174994"/>
                </a:cubicBezTo>
                <a:cubicBezTo>
                  <a:pt x="5239335" y="176472"/>
                  <a:pt x="5246255" y="177497"/>
                  <a:pt x="5250864" y="177497"/>
                </a:cubicBezTo>
                <a:cubicBezTo>
                  <a:pt x="5270595" y="177497"/>
                  <a:pt x="5286992" y="162644"/>
                  <a:pt x="5286992" y="144719"/>
                </a:cubicBezTo>
                <a:cubicBezTo>
                  <a:pt x="5286992" y="131915"/>
                  <a:pt x="5280842" y="123467"/>
                  <a:pt x="5265470" y="114248"/>
                </a:cubicBezTo>
                <a:lnTo>
                  <a:pt x="5237798" y="97859"/>
                </a:lnTo>
                <a:cubicBezTo>
                  <a:pt x="5230624" y="93762"/>
                  <a:pt x="5226781" y="87362"/>
                  <a:pt x="5226781" y="80446"/>
                </a:cubicBezTo>
                <a:cubicBezTo>
                  <a:pt x="5226781" y="70203"/>
                  <a:pt x="5234725" y="63033"/>
                  <a:pt x="5246509" y="63033"/>
                </a:cubicBezTo>
                <a:cubicBezTo>
                  <a:pt x="5261115" y="63033"/>
                  <a:pt x="5268801" y="71740"/>
                  <a:pt x="5274692" y="94532"/>
                </a:cubicBezTo>
                <a:lnTo>
                  <a:pt x="5278535" y="94493"/>
                </a:lnTo>
                <a:close/>
                <a:moveTo>
                  <a:pt x="5419198" y="59648"/>
                </a:moveTo>
                <a:lnTo>
                  <a:pt x="5384610" y="59648"/>
                </a:lnTo>
                <a:lnTo>
                  <a:pt x="5384610" y="63495"/>
                </a:lnTo>
                <a:cubicBezTo>
                  <a:pt x="5392809" y="63495"/>
                  <a:pt x="5396910" y="65797"/>
                  <a:pt x="5396910" y="69898"/>
                </a:cubicBezTo>
                <a:cubicBezTo>
                  <a:pt x="5396910" y="70923"/>
                  <a:pt x="5396652" y="72459"/>
                  <a:pt x="5395881" y="74254"/>
                </a:cubicBezTo>
                <a:lnTo>
                  <a:pt x="5371029" y="144965"/>
                </a:lnTo>
                <a:lnTo>
                  <a:pt x="5341566" y="80145"/>
                </a:lnTo>
                <a:cubicBezTo>
                  <a:pt x="5340026" y="76560"/>
                  <a:pt x="5339002" y="73229"/>
                  <a:pt x="5339002" y="70411"/>
                </a:cubicBezTo>
                <a:cubicBezTo>
                  <a:pt x="5339002" y="65797"/>
                  <a:pt x="5342845" y="64007"/>
                  <a:pt x="5353862" y="63495"/>
                </a:cubicBezTo>
                <a:lnTo>
                  <a:pt x="5353862" y="59648"/>
                </a:lnTo>
                <a:lnTo>
                  <a:pt x="5301083" y="59648"/>
                </a:lnTo>
                <a:lnTo>
                  <a:pt x="5301083" y="63237"/>
                </a:lnTo>
                <a:cubicBezTo>
                  <a:pt x="5307745" y="64261"/>
                  <a:pt x="5312100" y="67080"/>
                  <a:pt x="5314149" y="71435"/>
                </a:cubicBezTo>
                <a:lnTo>
                  <a:pt x="5343357" y="134464"/>
                </a:lnTo>
                <a:lnTo>
                  <a:pt x="5344127" y="136513"/>
                </a:lnTo>
                <a:lnTo>
                  <a:pt x="5347970" y="144199"/>
                </a:lnTo>
                <a:cubicBezTo>
                  <a:pt x="5355144" y="157011"/>
                  <a:pt x="5359245" y="166233"/>
                  <a:pt x="5359245" y="170076"/>
                </a:cubicBezTo>
                <a:cubicBezTo>
                  <a:pt x="5359245" y="173919"/>
                  <a:pt x="5353350" y="190058"/>
                  <a:pt x="5348994" y="197744"/>
                </a:cubicBezTo>
                <a:cubicBezTo>
                  <a:pt x="5345409" y="204406"/>
                  <a:pt x="5339772" y="209273"/>
                  <a:pt x="5336183" y="209273"/>
                </a:cubicBezTo>
                <a:cubicBezTo>
                  <a:pt x="5334646" y="209273"/>
                  <a:pt x="5332340" y="208761"/>
                  <a:pt x="5329779" y="207483"/>
                </a:cubicBezTo>
                <a:cubicBezTo>
                  <a:pt x="5324912" y="205688"/>
                  <a:pt x="5320557" y="204664"/>
                  <a:pt x="5316201" y="204664"/>
                </a:cubicBezTo>
                <a:cubicBezTo>
                  <a:pt x="5310306" y="204664"/>
                  <a:pt x="5305184" y="209789"/>
                  <a:pt x="5305184" y="215935"/>
                </a:cubicBezTo>
                <a:cubicBezTo>
                  <a:pt x="5305184" y="224391"/>
                  <a:pt x="5313383" y="230799"/>
                  <a:pt x="5324142" y="230799"/>
                </a:cubicBezTo>
                <a:cubicBezTo>
                  <a:pt x="5341308" y="230799"/>
                  <a:pt x="5353608" y="216451"/>
                  <a:pt x="5367443" y="179557"/>
                </a:cubicBezTo>
                <a:lnTo>
                  <a:pt x="5406898" y="75024"/>
                </a:lnTo>
                <a:cubicBezTo>
                  <a:pt x="5410229" y="66822"/>
                  <a:pt x="5413048" y="64261"/>
                  <a:pt x="5419198" y="63495"/>
                </a:cubicBezTo>
                <a:lnTo>
                  <a:pt x="5419198" y="59648"/>
                </a:lnTo>
                <a:close/>
                <a:moveTo>
                  <a:pt x="5506310" y="94493"/>
                </a:moveTo>
                <a:lnTo>
                  <a:pt x="5505285" y="59648"/>
                </a:lnTo>
                <a:lnTo>
                  <a:pt x="5502467" y="59648"/>
                </a:lnTo>
                <a:lnTo>
                  <a:pt x="5501954" y="60164"/>
                </a:lnTo>
                <a:cubicBezTo>
                  <a:pt x="5499648" y="61954"/>
                  <a:pt x="5499394" y="62212"/>
                  <a:pt x="5498369" y="62212"/>
                </a:cubicBezTo>
                <a:cubicBezTo>
                  <a:pt x="5496833" y="62212"/>
                  <a:pt x="5494268" y="61700"/>
                  <a:pt x="5491450" y="60418"/>
                </a:cubicBezTo>
                <a:cubicBezTo>
                  <a:pt x="5485812" y="58424"/>
                  <a:pt x="5480178" y="57396"/>
                  <a:pt x="5473517" y="57396"/>
                </a:cubicBezTo>
                <a:cubicBezTo>
                  <a:pt x="5453273" y="57396"/>
                  <a:pt x="5438671" y="70461"/>
                  <a:pt x="5438671" y="88899"/>
                </a:cubicBezTo>
                <a:cubicBezTo>
                  <a:pt x="5438671" y="103235"/>
                  <a:pt x="5446869" y="113478"/>
                  <a:pt x="5468649" y="125770"/>
                </a:cubicBezTo>
                <a:lnTo>
                  <a:pt x="5483509" y="134222"/>
                </a:lnTo>
                <a:cubicBezTo>
                  <a:pt x="5492474" y="139343"/>
                  <a:pt x="5496833" y="145489"/>
                  <a:pt x="5496833" y="153426"/>
                </a:cubicBezTo>
                <a:cubicBezTo>
                  <a:pt x="5496833" y="164693"/>
                  <a:pt x="5488631" y="171863"/>
                  <a:pt x="5475565" y="171863"/>
                </a:cubicBezTo>
                <a:cubicBezTo>
                  <a:pt x="5466855" y="171863"/>
                  <a:pt x="5458911" y="168532"/>
                  <a:pt x="5454043" y="162898"/>
                </a:cubicBezTo>
                <a:cubicBezTo>
                  <a:pt x="5448664" y="156498"/>
                  <a:pt x="5446357" y="150607"/>
                  <a:pt x="5443026" y="136013"/>
                </a:cubicBezTo>
                <a:lnTo>
                  <a:pt x="5438925" y="136013"/>
                </a:lnTo>
                <a:lnTo>
                  <a:pt x="5438925" y="175960"/>
                </a:lnTo>
                <a:lnTo>
                  <a:pt x="5442256" y="175960"/>
                </a:lnTo>
                <a:cubicBezTo>
                  <a:pt x="5444050" y="173399"/>
                  <a:pt x="5445075" y="172887"/>
                  <a:pt x="5448152" y="172887"/>
                </a:cubicBezTo>
                <a:cubicBezTo>
                  <a:pt x="5450458" y="172946"/>
                  <a:pt x="5454043" y="173458"/>
                  <a:pt x="5459935" y="174994"/>
                </a:cubicBezTo>
                <a:cubicBezTo>
                  <a:pt x="5467109" y="176472"/>
                  <a:pt x="5474029" y="177497"/>
                  <a:pt x="5478638" y="177497"/>
                </a:cubicBezTo>
                <a:cubicBezTo>
                  <a:pt x="5498369" y="177497"/>
                  <a:pt x="5514766" y="162644"/>
                  <a:pt x="5514766" y="144719"/>
                </a:cubicBezTo>
                <a:cubicBezTo>
                  <a:pt x="5514766" y="131915"/>
                  <a:pt x="5508616" y="123467"/>
                  <a:pt x="5493244" y="114248"/>
                </a:cubicBezTo>
                <a:lnTo>
                  <a:pt x="5465572" y="97859"/>
                </a:lnTo>
                <a:cubicBezTo>
                  <a:pt x="5458398" y="93762"/>
                  <a:pt x="5454555" y="87362"/>
                  <a:pt x="5454555" y="80446"/>
                </a:cubicBezTo>
                <a:cubicBezTo>
                  <a:pt x="5454555" y="70203"/>
                  <a:pt x="5462499" y="63033"/>
                  <a:pt x="5474283" y="63033"/>
                </a:cubicBezTo>
                <a:cubicBezTo>
                  <a:pt x="5488889" y="63033"/>
                  <a:pt x="5496575" y="71740"/>
                  <a:pt x="5502467" y="94532"/>
                </a:cubicBezTo>
                <a:lnTo>
                  <a:pt x="5506310" y="94493"/>
                </a:lnTo>
                <a:close/>
                <a:moveTo>
                  <a:pt x="5590604" y="59648"/>
                </a:moveTo>
                <a:lnTo>
                  <a:pt x="5564727" y="59648"/>
                </a:lnTo>
                <a:lnTo>
                  <a:pt x="5564727" y="29927"/>
                </a:lnTo>
                <a:cubicBezTo>
                  <a:pt x="5564727" y="27367"/>
                  <a:pt x="5564473" y="26597"/>
                  <a:pt x="5562933" y="26597"/>
                </a:cubicBezTo>
                <a:cubicBezTo>
                  <a:pt x="5561142" y="28903"/>
                  <a:pt x="5559602" y="31210"/>
                  <a:pt x="5557811" y="33771"/>
                </a:cubicBezTo>
                <a:cubicBezTo>
                  <a:pt x="5548073" y="47864"/>
                  <a:pt x="5537056" y="60164"/>
                  <a:pt x="5532958" y="61188"/>
                </a:cubicBezTo>
                <a:cubicBezTo>
                  <a:pt x="5530140" y="62979"/>
                  <a:pt x="5528599" y="64773"/>
                  <a:pt x="5528599" y="66055"/>
                </a:cubicBezTo>
                <a:cubicBezTo>
                  <a:pt x="5528599" y="66826"/>
                  <a:pt x="5528857" y="67338"/>
                  <a:pt x="5529628" y="67850"/>
                </a:cubicBezTo>
                <a:lnTo>
                  <a:pt x="5543205" y="67850"/>
                </a:lnTo>
                <a:lnTo>
                  <a:pt x="5543205" y="144961"/>
                </a:lnTo>
                <a:cubicBezTo>
                  <a:pt x="5543205" y="166479"/>
                  <a:pt x="5550891" y="177497"/>
                  <a:pt x="5566010" y="177497"/>
                </a:cubicBezTo>
                <a:cubicBezTo>
                  <a:pt x="5578563" y="177497"/>
                  <a:pt x="5588298" y="171351"/>
                  <a:pt x="5596754" y="158027"/>
                </a:cubicBezTo>
                <a:lnTo>
                  <a:pt x="5593423" y="155208"/>
                </a:lnTo>
                <a:cubicBezTo>
                  <a:pt x="5588044" y="161612"/>
                  <a:pt x="5583688" y="164177"/>
                  <a:pt x="5578051" y="164177"/>
                </a:cubicBezTo>
                <a:cubicBezTo>
                  <a:pt x="5568570" y="164177"/>
                  <a:pt x="5564727" y="157257"/>
                  <a:pt x="5564727" y="141118"/>
                </a:cubicBezTo>
                <a:lnTo>
                  <a:pt x="5564727" y="67850"/>
                </a:lnTo>
                <a:lnTo>
                  <a:pt x="5590604" y="67850"/>
                </a:lnTo>
                <a:lnTo>
                  <a:pt x="5590604" y="59648"/>
                </a:lnTo>
                <a:close/>
                <a:moveTo>
                  <a:pt x="5701034" y="132904"/>
                </a:moveTo>
                <a:cubicBezTo>
                  <a:pt x="5688738" y="152386"/>
                  <a:pt x="5677717" y="159822"/>
                  <a:pt x="5661321" y="159822"/>
                </a:cubicBezTo>
                <a:cubicBezTo>
                  <a:pt x="5646719" y="159822"/>
                  <a:pt x="5635701" y="152386"/>
                  <a:pt x="5628269" y="137776"/>
                </a:cubicBezTo>
                <a:cubicBezTo>
                  <a:pt x="5623656" y="128033"/>
                  <a:pt x="5621866" y="119573"/>
                  <a:pt x="5621353" y="103935"/>
                </a:cubicBezTo>
                <a:lnTo>
                  <a:pt x="5700267" y="103935"/>
                </a:lnTo>
                <a:cubicBezTo>
                  <a:pt x="5698215" y="87312"/>
                  <a:pt x="5695654" y="79907"/>
                  <a:pt x="5689250" y="71736"/>
                </a:cubicBezTo>
                <a:cubicBezTo>
                  <a:pt x="5681560" y="62529"/>
                  <a:pt x="5669777" y="57146"/>
                  <a:pt x="5656453" y="57146"/>
                </a:cubicBezTo>
                <a:cubicBezTo>
                  <a:pt x="5643642" y="57146"/>
                  <a:pt x="5631600" y="61759"/>
                  <a:pt x="5621866" y="70458"/>
                </a:cubicBezTo>
                <a:cubicBezTo>
                  <a:pt x="5609820" y="80927"/>
                  <a:pt x="5602904" y="99067"/>
                  <a:pt x="5602904" y="120085"/>
                </a:cubicBezTo>
                <a:cubicBezTo>
                  <a:pt x="5602904" y="155462"/>
                  <a:pt x="5621353" y="177497"/>
                  <a:pt x="5650816" y="177497"/>
                </a:cubicBezTo>
                <a:cubicBezTo>
                  <a:pt x="5675156" y="177497"/>
                  <a:pt x="5694372" y="162382"/>
                  <a:pt x="5705135" y="134699"/>
                </a:cubicBezTo>
                <a:lnTo>
                  <a:pt x="5701034" y="132904"/>
                </a:lnTo>
                <a:moveTo>
                  <a:pt x="5621866" y="95737"/>
                </a:moveTo>
                <a:cubicBezTo>
                  <a:pt x="5624681" y="75821"/>
                  <a:pt x="5633395" y="66372"/>
                  <a:pt x="5649021" y="66372"/>
                </a:cubicBezTo>
                <a:cubicBezTo>
                  <a:pt x="5664652" y="66372"/>
                  <a:pt x="5670801" y="73523"/>
                  <a:pt x="5674132" y="95737"/>
                </a:cubicBezTo>
                <a:lnTo>
                  <a:pt x="5621866" y="95737"/>
                </a:lnTo>
                <a:close/>
                <a:moveTo>
                  <a:pt x="5715127" y="73034"/>
                </a:moveTo>
                <a:cubicBezTo>
                  <a:pt x="5718458" y="72264"/>
                  <a:pt x="5720507" y="72010"/>
                  <a:pt x="5723326" y="72010"/>
                </a:cubicBezTo>
                <a:cubicBezTo>
                  <a:pt x="5729987" y="72010"/>
                  <a:pt x="5732294" y="76107"/>
                  <a:pt x="5732294" y="88402"/>
                </a:cubicBezTo>
                <a:lnTo>
                  <a:pt x="5732294" y="153218"/>
                </a:lnTo>
                <a:cubicBezTo>
                  <a:pt x="5732294" y="167054"/>
                  <a:pt x="5728705" y="170897"/>
                  <a:pt x="5714357" y="171151"/>
                </a:cubicBezTo>
                <a:lnTo>
                  <a:pt x="5714357" y="174994"/>
                </a:lnTo>
                <a:lnTo>
                  <a:pt x="5771237" y="174994"/>
                </a:lnTo>
                <a:lnTo>
                  <a:pt x="5771237" y="171151"/>
                </a:lnTo>
                <a:cubicBezTo>
                  <a:pt x="5757659" y="170639"/>
                  <a:pt x="5753816" y="167824"/>
                  <a:pt x="5753816" y="157832"/>
                </a:cubicBezTo>
                <a:lnTo>
                  <a:pt x="5753816" y="85587"/>
                </a:lnTo>
                <a:cubicBezTo>
                  <a:pt x="5753816" y="85075"/>
                  <a:pt x="5755865" y="82511"/>
                  <a:pt x="5757659" y="80720"/>
                </a:cubicBezTo>
                <a:cubicBezTo>
                  <a:pt x="5764063" y="74824"/>
                  <a:pt x="5775080" y="70469"/>
                  <a:pt x="5784048" y="70469"/>
                </a:cubicBezTo>
                <a:cubicBezTo>
                  <a:pt x="5795320" y="70469"/>
                  <a:pt x="5800957" y="79438"/>
                  <a:pt x="5800957" y="97371"/>
                </a:cubicBezTo>
                <a:lnTo>
                  <a:pt x="5800957" y="152964"/>
                </a:lnTo>
                <a:cubicBezTo>
                  <a:pt x="5800957" y="167312"/>
                  <a:pt x="5798138" y="170127"/>
                  <a:pt x="5783536" y="171151"/>
                </a:cubicBezTo>
                <a:lnTo>
                  <a:pt x="5783536" y="174994"/>
                </a:lnTo>
                <a:lnTo>
                  <a:pt x="5840928" y="174994"/>
                </a:lnTo>
                <a:lnTo>
                  <a:pt x="5840928" y="171151"/>
                </a:lnTo>
                <a:cubicBezTo>
                  <a:pt x="5826322" y="170897"/>
                  <a:pt x="5822479" y="166542"/>
                  <a:pt x="5822479" y="150658"/>
                </a:cubicBezTo>
                <a:lnTo>
                  <a:pt x="5822479" y="86100"/>
                </a:lnTo>
                <a:cubicBezTo>
                  <a:pt x="5830165" y="75083"/>
                  <a:pt x="5838622" y="70469"/>
                  <a:pt x="5850409" y="70469"/>
                </a:cubicBezTo>
                <a:cubicBezTo>
                  <a:pt x="5865011" y="70469"/>
                  <a:pt x="5869624" y="77389"/>
                  <a:pt x="5869624" y="98653"/>
                </a:cubicBezTo>
                <a:lnTo>
                  <a:pt x="5869624" y="152706"/>
                </a:lnTo>
                <a:cubicBezTo>
                  <a:pt x="5869624" y="167312"/>
                  <a:pt x="5867576" y="169361"/>
                  <a:pt x="5852715" y="171151"/>
                </a:cubicBezTo>
                <a:lnTo>
                  <a:pt x="5852715" y="174994"/>
                </a:lnTo>
                <a:lnTo>
                  <a:pt x="5908825" y="174994"/>
                </a:lnTo>
                <a:lnTo>
                  <a:pt x="5908825" y="171151"/>
                </a:lnTo>
                <a:lnTo>
                  <a:pt x="5902163" y="170639"/>
                </a:lnTo>
                <a:cubicBezTo>
                  <a:pt x="5894477" y="170127"/>
                  <a:pt x="5891146" y="165518"/>
                  <a:pt x="5891146" y="155525"/>
                </a:cubicBezTo>
                <a:lnTo>
                  <a:pt x="5891146" y="102750"/>
                </a:lnTo>
                <a:cubicBezTo>
                  <a:pt x="5891146" y="72522"/>
                  <a:pt x="5881153" y="57146"/>
                  <a:pt x="5861426" y="57146"/>
                </a:cubicBezTo>
                <a:cubicBezTo>
                  <a:pt x="5846566" y="57146"/>
                  <a:pt x="5833496" y="63807"/>
                  <a:pt x="5819660" y="78668"/>
                </a:cubicBezTo>
                <a:cubicBezTo>
                  <a:pt x="5815051" y="64065"/>
                  <a:pt x="5806341" y="57146"/>
                  <a:pt x="5792505" y="57146"/>
                </a:cubicBezTo>
                <a:cubicBezTo>
                  <a:pt x="5781230" y="57146"/>
                  <a:pt x="5774056" y="60735"/>
                  <a:pt x="5752788" y="76877"/>
                </a:cubicBezTo>
                <a:lnTo>
                  <a:pt x="5752788" y="57662"/>
                </a:lnTo>
                <a:lnTo>
                  <a:pt x="5750997" y="57146"/>
                </a:lnTo>
                <a:cubicBezTo>
                  <a:pt x="5737928" y="62017"/>
                  <a:pt x="5729217" y="64836"/>
                  <a:pt x="5715127" y="68679"/>
                </a:cubicBezTo>
                <a:lnTo>
                  <a:pt x="5715127" y="73034"/>
                </a:lnTo>
                <a:close/>
                <a:moveTo>
                  <a:pt x="6005162" y="15372"/>
                </a:moveTo>
                <a:lnTo>
                  <a:pt x="6006699" y="15372"/>
                </a:lnTo>
                <a:cubicBezTo>
                  <a:pt x="6009518" y="15118"/>
                  <a:pt x="6012591" y="14860"/>
                  <a:pt x="6014643" y="14860"/>
                </a:cubicBezTo>
                <a:cubicBezTo>
                  <a:pt x="6022841" y="14860"/>
                  <a:pt x="6025402" y="18449"/>
                  <a:pt x="6025402" y="30490"/>
                </a:cubicBezTo>
                <a:lnTo>
                  <a:pt x="6025402" y="152706"/>
                </a:lnTo>
                <a:cubicBezTo>
                  <a:pt x="6025402" y="166542"/>
                  <a:pt x="6021817" y="169873"/>
                  <a:pt x="6005675" y="171151"/>
                </a:cubicBezTo>
                <a:lnTo>
                  <a:pt x="6005675" y="174994"/>
                </a:lnTo>
                <a:lnTo>
                  <a:pt x="6066139" y="174994"/>
                </a:lnTo>
                <a:lnTo>
                  <a:pt x="6066139" y="171151"/>
                </a:lnTo>
                <a:cubicBezTo>
                  <a:pt x="6050001" y="170127"/>
                  <a:pt x="6046924" y="167566"/>
                  <a:pt x="6046924" y="153472"/>
                </a:cubicBezTo>
                <a:lnTo>
                  <a:pt x="6046924" y="512"/>
                </a:lnTo>
                <a:lnTo>
                  <a:pt x="6045900" y="0"/>
                </a:lnTo>
                <a:cubicBezTo>
                  <a:pt x="6032576" y="4355"/>
                  <a:pt x="6022841" y="6920"/>
                  <a:pt x="6005162" y="11275"/>
                </a:cubicBezTo>
                <a:lnTo>
                  <a:pt x="6005162" y="15372"/>
                </a:lnTo>
                <a:close/>
                <a:moveTo>
                  <a:pt x="6176056" y="132904"/>
                </a:moveTo>
                <a:cubicBezTo>
                  <a:pt x="6163761" y="152386"/>
                  <a:pt x="6152740" y="159822"/>
                  <a:pt x="6136343" y="159822"/>
                </a:cubicBezTo>
                <a:cubicBezTo>
                  <a:pt x="6121741" y="159822"/>
                  <a:pt x="6110724" y="152386"/>
                  <a:pt x="6103292" y="137776"/>
                </a:cubicBezTo>
                <a:cubicBezTo>
                  <a:pt x="6098679" y="128033"/>
                  <a:pt x="6096888" y="119573"/>
                  <a:pt x="6096376" y="103935"/>
                </a:cubicBezTo>
                <a:lnTo>
                  <a:pt x="6175290" y="103935"/>
                </a:lnTo>
                <a:cubicBezTo>
                  <a:pt x="6173238" y="87312"/>
                  <a:pt x="6170677" y="79907"/>
                  <a:pt x="6164273" y="71736"/>
                </a:cubicBezTo>
                <a:cubicBezTo>
                  <a:pt x="6156583" y="62529"/>
                  <a:pt x="6144800" y="57146"/>
                  <a:pt x="6131476" y="57146"/>
                </a:cubicBezTo>
                <a:cubicBezTo>
                  <a:pt x="6118665" y="57146"/>
                  <a:pt x="6106623" y="61759"/>
                  <a:pt x="6096888" y="70458"/>
                </a:cubicBezTo>
                <a:cubicBezTo>
                  <a:pt x="6084843" y="80927"/>
                  <a:pt x="6077927" y="99067"/>
                  <a:pt x="6077927" y="120085"/>
                </a:cubicBezTo>
                <a:cubicBezTo>
                  <a:pt x="6077927" y="155462"/>
                  <a:pt x="6096376" y="177497"/>
                  <a:pt x="6125839" y="177497"/>
                </a:cubicBezTo>
                <a:cubicBezTo>
                  <a:pt x="6150179" y="177497"/>
                  <a:pt x="6169395" y="162382"/>
                  <a:pt x="6180157" y="134699"/>
                </a:cubicBezTo>
                <a:lnTo>
                  <a:pt x="6176056" y="132904"/>
                </a:lnTo>
                <a:moveTo>
                  <a:pt x="6096888" y="95737"/>
                </a:moveTo>
                <a:cubicBezTo>
                  <a:pt x="6099703" y="75821"/>
                  <a:pt x="6108418" y="66372"/>
                  <a:pt x="6124044" y="66372"/>
                </a:cubicBezTo>
                <a:cubicBezTo>
                  <a:pt x="6139674" y="66372"/>
                  <a:pt x="6145824" y="73523"/>
                  <a:pt x="6149155" y="95737"/>
                </a:cubicBezTo>
                <a:lnTo>
                  <a:pt x="6096888" y="95737"/>
                </a:lnTo>
                <a:close/>
                <a:moveTo>
                  <a:pt x="6301089" y="59648"/>
                </a:moveTo>
                <a:lnTo>
                  <a:pt x="6265477" y="59648"/>
                </a:lnTo>
                <a:lnTo>
                  <a:pt x="6265477" y="63495"/>
                </a:lnTo>
                <a:cubicBezTo>
                  <a:pt x="6273675" y="64261"/>
                  <a:pt x="6277518" y="66822"/>
                  <a:pt x="6277518" y="71689"/>
                </a:cubicBezTo>
                <a:cubicBezTo>
                  <a:pt x="6277518" y="74250"/>
                  <a:pt x="6277006" y="76811"/>
                  <a:pt x="6275982" y="79375"/>
                </a:cubicBezTo>
                <a:lnTo>
                  <a:pt x="6250617" y="145712"/>
                </a:lnTo>
                <a:lnTo>
                  <a:pt x="6224481" y="80141"/>
                </a:lnTo>
                <a:cubicBezTo>
                  <a:pt x="6222945" y="76556"/>
                  <a:pt x="6222175" y="72971"/>
                  <a:pt x="6222175" y="70665"/>
                </a:cubicBezTo>
                <a:cubicBezTo>
                  <a:pt x="6222175" y="66055"/>
                  <a:pt x="6224994" y="64261"/>
                  <a:pt x="6233962" y="63495"/>
                </a:cubicBezTo>
                <a:lnTo>
                  <a:pt x="6233962" y="59648"/>
                </a:lnTo>
                <a:lnTo>
                  <a:pt x="6183744" y="59648"/>
                </a:lnTo>
                <a:lnTo>
                  <a:pt x="6183744" y="63495"/>
                </a:lnTo>
                <a:cubicBezTo>
                  <a:pt x="6193479" y="64007"/>
                  <a:pt x="6195273" y="66568"/>
                  <a:pt x="6207057" y="92949"/>
                </a:cubicBezTo>
                <a:lnTo>
                  <a:pt x="6237805" y="166460"/>
                </a:lnTo>
                <a:cubicBezTo>
                  <a:pt x="6238317" y="167996"/>
                  <a:pt x="6239084" y="169791"/>
                  <a:pt x="6239854" y="171839"/>
                </a:cubicBezTo>
                <a:cubicBezTo>
                  <a:pt x="6241390" y="176449"/>
                  <a:pt x="6242931" y="178497"/>
                  <a:pt x="6244467" y="178497"/>
                </a:cubicBezTo>
                <a:cubicBezTo>
                  <a:pt x="6246003" y="178497"/>
                  <a:pt x="6247798" y="175170"/>
                  <a:pt x="6251641" y="165690"/>
                </a:cubicBezTo>
                <a:lnTo>
                  <a:pt x="6284434" y="83472"/>
                </a:lnTo>
                <a:cubicBezTo>
                  <a:pt x="6291866" y="66055"/>
                  <a:pt x="6293403" y="64261"/>
                  <a:pt x="6301089" y="63495"/>
                </a:cubicBezTo>
                <a:lnTo>
                  <a:pt x="6301089" y="59648"/>
                </a:lnTo>
                <a:close/>
                <a:moveTo>
                  <a:pt x="6407674" y="132904"/>
                </a:moveTo>
                <a:cubicBezTo>
                  <a:pt x="6395378" y="152386"/>
                  <a:pt x="6384357" y="159822"/>
                  <a:pt x="6367961" y="159822"/>
                </a:cubicBezTo>
                <a:cubicBezTo>
                  <a:pt x="6353359" y="159822"/>
                  <a:pt x="6342342" y="152386"/>
                  <a:pt x="6334909" y="137776"/>
                </a:cubicBezTo>
                <a:cubicBezTo>
                  <a:pt x="6330296" y="128033"/>
                  <a:pt x="6328506" y="119573"/>
                  <a:pt x="6327994" y="103935"/>
                </a:cubicBezTo>
                <a:lnTo>
                  <a:pt x="6406907" y="103935"/>
                </a:lnTo>
                <a:cubicBezTo>
                  <a:pt x="6404855" y="87312"/>
                  <a:pt x="6402294" y="79907"/>
                  <a:pt x="6395890" y="71736"/>
                </a:cubicBezTo>
                <a:cubicBezTo>
                  <a:pt x="6388200" y="62529"/>
                  <a:pt x="6376417" y="57146"/>
                  <a:pt x="6363093" y="57146"/>
                </a:cubicBezTo>
                <a:cubicBezTo>
                  <a:pt x="6350282" y="57146"/>
                  <a:pt x="6338240" y="61759"/>
                  <a:pt x="6328506" y="70458"/>
                </a:cubicBezTo>
                <a:cubicBezTo>
                  <a:pt x="6316460" y="80927"/>
                  <a:pt x="6309544" y="99067"/>
                  <a:pt x="6309544" y="120085"/>
                </a:cubicBezTo>
                <a:cubicBezTo>
                  <a:pt x="6309544" y="155462"/>
                  <a:pt x="6327994" y="177497"/>
                  <a:pt x="6357456" y="177497"/>
                </a:cubicBezTo>
                <a:cubicBezTo>
                  <a:pt x="6381796" y="177497"/>
                  <a:pt x="6401012" y="162382"/>
                  <a:pt x="6411775" y="134699"/>
                </a:cubicBezTo>
                <a:lnTo>
                  <a:pt x="6407674" y="132904"/>
                </a:lnTo>
                <a:moveTo>
                  <a:pt x="6328506" y="95737"/>
                </a:moveTo>
                <a:cubicBezTo>
                  <a:pt x="6331321" y="75821"/>
                  <a:pt x="6340035" y="66372"/>
                  <a:pt x="6355661" y="66372"/>
                </a:cubicBezTo>
                <a:cubicBezTo>
                  <a:pt x="6371292" y="66372"/>
                  <a:pt x="6377441" y="73523"/>
                  <a:pt x="6380772" y="95737"/>
                </a:cubicBezTo>
                <a:lnTo>
                  <a:pt x="6328506" y="95737"/>
                </a:lnTo>
                <a:close/>
                <a:moveTo>
                  <a:pt x="6421767" y="15372"/>
                </a:moveTo>
                <a:lnTo>
                  <a:pt x="6423304" y="15372"/>
                </a:lnTo>
                <a:cubicBezTo>
                  <a:pt x="6426123" y="15118"/>
                  <a:pt x="6429195" y="14860"/>
                  <a:pt x="6431248" y="14860"/>
                </a:cubicBezTo>
                <a:cubicBezTo>
                  <a:pt x="6439446" y="14860"/>
                  <a:pt x="6442007" y="18449"/>
                  <a:pt x="6442007" y="30490"/>
                </a:cubicBezTo>
                <a:lnTo>
                  <a:pt x="6442007" y="152706"/>
                </a:lnTo>
                <a:cubicBezTo>
                  <a:pt x="6442007" y="166542"/>
                  <a:pt x="6438422" y="169873"/>
                  <a:pt x="6422280" y="171151"/>
                </a:cubicBezTo>
                <a:lnTo>
                  <a:pt x="6422280" y="174994"/>
                </a:lnTo>
                <a:lnTo>
                  <a:pt x="6482744" y="174994"/>
                </a:lnTo>
                <a:lnTo>
                  <a:pt x="6482744" y="171151"/>
                </a:lnTo>
                <a:cubicBezTo>
                  <a:pt x="6466606" y="170127"/>
                  <a:pt x="6463529" y="167566"/>
                  <a:pt x="6463529" y="153472"/>
                </a:cubicBezTo>
                <a:lnTo>
                  <a:pt x="6463529" y="512"/>
                </a:lnTo>
                <a:lnTo>
                  <a:pt x="6462505" y="0"/>
                </a:lnTo>
                <a:cubicBezTo>
                  <a:pt x="6449181" y="4355"/>
                  <a:pt x="6439446" y="6920"/>
                  <a:pt x="6421767" y="11275"/>
                </a:cubicBezTo>
                <a:lnTo>
                  <a:pt x="6421767" y="15372"/>
                </a:lnTo>
                <a:close/>
                <a:moveTo>
                  <a:pt x="6701041" y="59648"/>
                </a:moveTo>
                <a:lnTo>
                  <a:pt x="6665429" y="59648"/>
                </a:lnTo>
                <a:lnTo>
                  <a:pt x="6665429" y="63495"/>
                </a:lnTo>
                <a:cubicBezTo>
                  <a:pt x="6673627" y="64261"/>
                  <a:pt x="6677470" y="66822"/>
                  <a:pt x="6677470" y="71689"/>
                </a:cubicBezTo>
                <a:cubicBezTo>
                  <a:pt x="6677470" y="74250"/>
                  <a:pt x="6676958" y="76811"/>
                  <a:pt x="6675934" y="79375"/>
                </a:cubicBezTo>
                <a:lnTo>
                  <a:pt x="6650569" y="145712"/>
                </a:lnTo>
                <a:lnTo>
                  <a:pt x="6624434" y="80141"/>
                </a:lnTo>
                <a:cubicBezTo>
                  <a:pt x="6622897" y="76556"/>
                  <a:pt x="6622127" y="72971"/>
                  <a:pt x="6622127" y="70665"/>
                </a:cubicBezTo>
                <a:cubicBezTo>
                  <a:pt x="6622127" y="66055"/>
                  <a:pt x="6624946" y="64261"/>
                  <a:pt x="6633914" y="63495"/>
                </a:cubicBezTo>
                <a:lnTo>
                  <a:pt x="6633914" y="59648"/>
                </a:lnTo>
                <a:lnTo>
                  <a:pt x="6583696" y="59648"/>
                </a:lnTo>
                <a:lnTo>
                  <a:pt x="6583696" y="63495"/>
                </a:lnTo>
                <a:cubicBezTo>
                  <a:pt x="6593431" y="64007"/>
                  <a:pt x="6595226" y="66568"/>
                  <a:pt x="6607009" y="92949"/>
                </a:cubicBezTo>
                <a:lnTo>
                  <a:pt x="6637757" y="166460"/>
                </a:lnTo>
                <a:cubicBezTo>
                  <a:pt x="6638270" y="167996"/>
                  <a:pt x="6639036" y="169791"/>
                  <a:pt x="6639806" y="171839"/>
                </a:cubicBezTo>
                <a:cubicBezTo>
                  <a:pt x="6641342" y="176449"/>
                  <a:pt x="6642883" y="178497"/>
                  <a:pt x="6644419" y="178497"/>
                </a:cubicBezTo>
                <a:cubicBezTo>
                  <a:pt x="6645956" y="178497"/>
                  <a:pt x="6647750" y="175170"/>
                  <a:pt x="6651593" y="165690"/>
                </a:cubicBezTo>
                <a:lnTo>
                  <a:pt x="6684386" y="83472"/>
                </a:lnTo>
                <a:cubicBezTo>
                  <a:pt x="6691818" y="66055"/>
                  <a:pt x="6693355" y="64261"/>
                  <a:pt x="6701041" y="63495"/>
                </a:cubicBezTo>
                <a:lnTo>
                  <a:pt x="6701041" y="59648"/>
                </a:lnTo>
                <a:close/>
                <a:moveTo>
                  <a:pt x="6751771" y="57146"/>
                </a:moveTo>
                <a:lnTo>
                  <a:pt x="6712058" y="71157"/>
                </a:lnTo>
                <a:lnTo>
                  <a:pt x="6712058" y="75004"/>
                </a:lnTo>
                <a:lnTo>
                  <a:pt x="6714111" y="74746"/>
                </a:lnTo>
                <a:cubicBezTo>
                  <a:pt x="6717184" y="74234"/>
                  <a:pt x="6720515" y="73976"/>
                  <a:pt x="6722821" y="73976"/>
                </a:cubicBezTo>
                <a:cubicBezTo>
                  <a:pt x="6728971" y="73976"/>
                  <a:pt x="6731274" y="78077"/>
                  <a:pt x="6731274" y="89360"/>
                </a:cubicBezTo>
                <a:lnTo>
                  <a:pt x="6731274" y="148847"/>
                </a:lnTo>
                <a:cubicBezTo>
                  <a:pt x="6731274" y="167308"/>
                  <a:pt x="6728713" y="170127"/>
                  <a:pt x="6711034" y="171151"/>
                </a:cubicBezTo>
                <a:lnTo>
                  <a:pt x="6711034" y="174994"/>
                </a:lnTo>
                <a:lnTo>
                  <a:pt x="6771757" y="174994"/>
                </a:lnTo>
                <a:lnTo>
                  <a:pt x="6771757" y="171151"/>
                </a:lnTo>
                <a:cubicBezTo>
                  <a:pt x="6754848" y="169873"/>
                  <a:pt x="6752796" y="167308"/>
                  <a:pt x="6752796" y="148847"/>
                </a:cubicBezTo>
                <a:lnTo>
                  <a:pt x="6752796" y="57916"/>
                </a:lnTo>
                <a:lnTo>
                  <a:pt x="6751771" y="57146"/>
                </a:lnTo>
                <a:moveTo>
                  <a:pt x="6739730" y="98"/>
                </a:moveTo>
                <a:cubicBezTo>
                  <a:pt x="6732814" y="98"/>
                  <a:pt x="6726918" y="5993"/>
                  <a:pt x="6726918" y="13167"/>
                </a:cubicBezTo>
                <a:cubicBezTo>
                  <a:pt x="6726918" y="20341"/>
                  <a:pt x="6732556" y="26233"/>
                  <a:pt x="6739730" y="26233"/>
                </a:cubicBezTo>
                <a:cubicBezTo>
                  <a:pt x="6747162" y="26233"/>
                  <a:pt x="6753054" y="20595"/>
                  <a:pt x="6753054" y="13167"/>
                </a:cubicBezTo>
                <a:cubicBezTo>
                  <a:pt x="6753054" y="5993"/>
                  <a:pt x="6747162" y="98"/>
                  <a:pt x="6739730" y="98"/>
                </a:cubicBezTo>
                <a:close/>
                <a:moveTo>
                  <a:pt x="6891409" y="158031"/>
                </a:moveTo>
                <a:cubicBezTo>
                  <a:pt x="6887053" y="161612"/>
                  <a:pt x="6883980" y="162894"/>
                  <a:pt x="6880137" y="162894"/>
                </a:cubicBezTo>
                <a:cubicBezTo>
                  <a:pt x="6874246" y="162894"/>
                  <a:pt x="6872451" y="159309"/>
                  <a:pt x="6872451" y="148046"/>
                </a:cubicBezTo>
                <a:lnTo>
                  <a:pt x="6872451" y="98117"/>
                </a:lnTo>
                <a:cubicBezTo>
                  <a:pt x="6872451" y="84802"/>
                  <a:pt x="6871169" y="77377"/>
                  <a:pt x="6867326" y="71232"/>
                </a:cubicBezTo>
                <a:cubicBezTo>
                  <a:pt x="6861688" y="62017"/>
                  <a:pt x="6850671" y="57146"/>
                  <a:pt x="6835557" y="57146"/>
                </a:cubicBezTo>
                <a:cubicBezTo>
                  <a:pt x="6811470" y="57146"/>
                  <a:pt x="6792513" y="69695"/>
                  <a:pt x="6792513" y="85826"/>
                </a:cubicBezTo>
                <a:cubicBezTo>
                  <a:pt x="6792513" y="91718"/>
                  <a:pt x="6797635" y="96835"/>
                  <a:pt x="6803530" y="96835"/>
                </a:cubicBezTo>
                <a:cubicBezTo>
                  <a:pt x="6809676" y="96835"/>
                  <a:pt x="6815059" y="91718"/>
                  <a:pt x="6815059" y="86084"/>
                </a:cubicBezTo>
                <a:cubicBezTo>
                  <a:pt x="6815059" y="85060"/>
                  <a:pt x="6814801" y="83777"/>
                  <a:pt x="6814547" y="81987"/>
                </a:cubicBezTo>
                <a:cubicBezTo>
                  <a:pt x="6814035" y="79684"/>
                  <a:pt x="6813777" y="77635"/>
                  <a:pt x="6813777" y="75841"/>
                </a:cubicBezTo>
                <a:cubicBezTo>
                  <a:pt x="6813777" y="68929"/>
                  <a:pt x="6821975" y="63295"/>
                  <a:pt x="6832226" y="63295"/>
                </a:cubicBezTo>
                <a:cubicBezTo>
                  <a:pt x="6844780" y="63295"/>
                  <a:pt x="6851696" y="70719"/>
                  <a:pt x="6851696" y="84547"/>
                </a:cubicBezTo>
                <a:lnTo>
                  <a:pt x="6851696" y="100166"/>
                </a:lnTo>
                <a:cubicBezTo>
                  <a:pt x="6812241" y="116039"/>
                  <a:pt x="6807885" y="118087"/>
                  <a:pt x="6796868" y="127818"/>
                </a:cubicBezTo>
                <a:cubicBezTo>
                  <a:pt x="6791231" y="132940"/>
                  <a:pt x="6787642" y="141642"/>
                  <a:pt x="6787642" y="150091"/>
                </a:cubicBezTo>
                <a:cubicBezTo>
                  <a:pt x="6787642" y="166225"/>
                  <a:pt x="6798917" y="177497"/>
                  <a:pt x="6814547" y="177497"/>
                </a:cubicBezTo>
                <a:cubicBezTo>
                  <a:pt x="6825818" y="177497"/>
                  <a:pt x="6836323" y="172117"/>
                  <a:pt x="6851954" y="158793"/>
                </a:cubicBezTo>
                <a:cubicBezTo>
                  <a:pt x="6853236" y="172117"/>
                  <a:pt x="6857845" y="177497"/>
                  <a:pt x="6868350" y="177497"/>
                </a:cubicBezTo>
                <a:cubicBezTo>
                  <a:pt x="6877061" y="177497"/>
                  <a:pt x="6882444" y="174424"/>
                  <a:pt x="6891409" y="164689"/>
                </a:cubicBezTo>
                <a:lnTo>
                  <a:pt x="6891409" y="158031"/>
                </a:lnTo>
                <a:moveTo>
                  <a:pt x="6851696" y="143421"/>
                </a:moveTo>
                <a:cubicBezTo>
                  <a:pt x="6851696" y="151365"/>
                  <a:pt x="6850417" y="153672"/>
                  <a:pt x="6845034" y="156745"/>
                </a:cubicBezTo>
                <a:cubicBezTo>
                  <a:pt x="6838888" y="160334"/>
                  <a:pt x="6831714" y="162636"/>
                  <a:pt x="6826331" y="162636"/>
                </a:cubicBezTo>
                <a:cubicBezTo>
                  <a:pt x="6817366" y="162636"/>
                  <a:pt x="6810192" y="153926"/>
                  <a:pt x="6810192" y="142909"/>
                </a:cubicBezTo>
                <a:lnTo>
                  <a:pt x="6810192" y="141885"/>
                </a:lnTo>
                <a:cubicBezTo>
                  <a:pt x="6810192" y="126766"/>
                  <a:pt x="6820693" y="117544"/>
                  <a:pt x="6851696" y="106269"/>
                </a:cubicBezTo>
                <a:lnTo>
                  <a:pt x="6851696" y="143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maximumcommonsubgraphanalysis">
            <a:extLst xmlns:a="http://schemas.openxmlformats.org/drawingml/2006/main">
              <a:ext uri="{FF2B5EF4-FFF2-40B4-BE49-F238E27FC236}">
                <a16:creationId xmlns:a16="http://schemas.microsoft.com/office/drawing/2014/main" id="{0999D3F6-C74B-4EF9-A544-16C4692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5" y="4753536"/>
            <a:ext cx="3955189" cy="230885"/>
          </a:xfrm>
          <a:custGeom xmlns:a="http://schemas.openxmlformats.org/drawingml/2006/main">
            <a:pathLst>
              <a:path w="3955189" h="230885">
                <a:moveTo>
                  <a:pt x="770" y="73034"/>
                </a:moveTo>
                <a:cubicBezTo>
                  <a:pt x="4101" y="72264"/>
                  <a:pt x="6150" y="72010"/>
                  <a:pt x="8968" y="72010"/>
                </a:cubicBezTo>
                <a:cubicBezTo>
                  <a:pt x="15630" y="72010"/>
                  <a:pt x="17937" y="76107"/>
                  <a:pt x="17937" y="88402"/>
                </a:cubicBezTo>
                <a:lnTo>
                  <a:pt x="17937" y="153218"/>
                </a:lnTo>
                <a:cubicBezTo>
                  <a:pt x="17937" y="167054"/>
                  <a:pt x="14348" y="170897"/>
                  <a:pt x="0" y="171151"/>
                </a:cubicBezTo>
                <a:lnTo>
                  <a:pt x="0" y="174994"/>
                </a:lnTo>
                <a:lnTo>
                  <a:pt x="56880" y="174994"/>
                </a:lnTo>
                <a:lnTo>
                  <a:pt x="56880" y="171151"/>
                </a:lnTo>
                <a:cubicBezTo>
                  <a:pt x="43302" y="170639"/>
                  <a:pt x="39459" y="167824"/>
                  <a:pt x="39459" y="157832"/>
                </a:cubicBezTo>
                <a:lnTo>
                  <a:pt x="39459" y="85587"/>
                </a:lnTo>
                <a:cubicBezTo>
                  <a:pt x="39459" y="85075"/>
                  <a:pt x="41507" y="82511"/>
                  <a:pt x="43302" y="80720"/>
                </a:cubicBezTo>
                <a:cubicBezTo>
                  <a:pt x="49706" y="74824"/>
                  <a:pt x="60723" y="70469"/>
                  <a:pt x="69691" y="70469"/>
                </a:cubicBezTo>
                <a:cubicBezTo>
                  <a:pt x="80962" y="70469"/>
                  <a:pt x="86600" y="79438"/>
                  <a:pt x="86600" y="97371"/>
                </a:cubicBezTo>
                <a:lnTo>
                  <a:pt x="86600" y="152964"/>
                </a:lnTo>
                <a:cubicBezTo>
                  <a:pt x="86600" y="167312"/>
                  <a:pt x="83781" y="170127"/>
                  <a:pt x="69179" y="171151"/>
                </a:cubicBezTo>
                <a:lnTo>
                  <a:pt x="69179" y="174994"/>
                </a:lnTo>
                <a:lnTo>
                  <a:pt x="126571" y="174994"/>
                </a:lnTo>
                <a:lnTo>
                  <a:pt x="126571" y="171151"/>
                </a:lnTo>
                <a:cubicBezTo>
                  <a:pt x="111965" y="170897"/>
                  <a:pt x="108122" y="166542"/>
                  <a:pt x="108122" y="150658"/>
                </a:cubicBezTo>
                <a:lnTo>
                  <a:pt x="108122" y="86100"/>
                </a:lnTo>
                <a:cubicBezTo>
                  <a:pt x="115808" y="75083"/>
                  <a:pt x="124264" y="70469"/>
                  <a:pt x="136052" y="70469"/>
                </a:cubicBezTo>
                <a:cubicBezTo>
                  <a:pt x="150654" y="70469"/>
                  <a:pt x="155267" y="77389"/>
                  <a:pt x="155267" y="98653"/>
                </a:cubicBezTo>
                <a:lnTo>
                  <a:pt x="155267" y="152706"/>
                </a:lnTo>
                <a:cubicBezTo>
                  <a:pt x="155267" y="167312"/>
                  <a:pt x="153218" y="169361"/>
                  <a:pt x="138358" y="171151"/>
                </a:cubicBezTo>
                <a:lnTo>
                  <a:pt x="138358" y="174994"/>
                </a:lnTo>
                <a:lnTo>
                  <a:pt x="194468" y="174994"/>
                </a:lnTo>
                <a:lnTo>
                  <a:pt x="194468" y="171151"/>
                </a:lnTo>
                <a:lnTo>
                  <a:pt x="187806" y="170639"/>
                </a:lnTo>
                <a:cubicBezTo>
                  <a:pt x="180120" y="170127"/>
                  <a:pt x="176789" y="165518"/>
                  <a:pt x="176789" y="155525"/>
                </a:cubicBezTo>
                <a:lnTo>
                  <a:pt x="176789" y="102750"/>
                </a:lnTo>
                <a:cubicBezTo>
                  <a:pt x="176789" y="72522"/>
                  <a:pt x="166796" y="57146"/>
                  <a:pt x="147069" y="57146"/>
                </a:cubicBezTo>
                <a:cubicBezTo>
                  <a:pt x="132209" y="57146"/>
                  <a:pt x="119139" y="63807"/>
                  <a:pt x="105303" y="78668"/>
                </a:cubicBezTo>
                <a:cubicBezTo>
                  <a:pt x="100694" y="64065"/>
                  <a:pt x="91983" y="57146"/>
                  <a:pt x="78148" y="57146"/>
                </a:cubicBezTo>
                <a:cubicBezTo>
                  <a:pt x="66872" y="57146"/>
                  <a:pt x="59699" y="60735"/>
                  <a:pt x="38431" y="76877"/>
                </a:cubicBezTo>
                <a:lnTo>
                  <a:pt x="38431" y="57662"/>
                </a:lnTo>
                <a:lnTo>
                  <a:pt x="36640" y="57146"/>
                </a:lnTo>
                <a:cubicBezTo>
                  <a:pt x="23571" y="62017"/>
                  <a:pt x="14860" y="64836"/>
                  <a:pt x="770" y="68679"/>
                </a:cubicBezTo>
                <a:lnTo>
                  <a:pt x="770" y="73034"/>
                </a:lnTo>
                <a:close/>
                <a:moveTo>
                  <a:pt x="308481" y="158031"/>
                </a:moveTo>
                <a:cubicBezTo>
                  <a:pt x="304126" y="161612"/>
                  <a:pt x="301053" y="162894"/>
                  <a:pt x="297210" y="162894"/>
                </a:cubicBezTo>
                <a:cubicBezTo>
                  <a:pt x="291319" y="162894"/>
                  <a:pt x="289524" y="159309"/>
                  <a:pt x="289524" y="148046"/>
                </a:cubicBezTo>
                <a:lnTo>
                  <a:pt x="289524" y="98117"/>
                </a:lnTo>
                <a:cubicBezTo>
                  <a:pt x="289524" y="84802"/>
                  <a:pt x="288242" y="77377"/>
                  <a:pt x="284399" y="71232"/>
                </a:cubicBezTo>
                <a:cubicBezTo>
                  <a:pt x="278761" y="62017"/>
                  <a:pt x="267744" y="57146"/>
                  <a:pt x="252630" y="57146"/>
                </a:cubicBezTo>
                <a:cubicBezTo>
                  <a:pt x="228543" y="57146"/>
                  <a:pt x="209586" y="69695"/>
                  <a:pt x="209586" y="85826"/>
                </a:cubicBezTo>
                <a:cubicBezTo>
                  <a:pt x="209586" y="91718"/>
                  <a:pt x="214707" y="96835"/>
                  <a:pt x="220603" y="96835"/>
                </a:cubicBezTo>
                <a:cubicBezTo>
                  <a:pt x="226749" y="96835"/>
                  <a:pt x="232132" y="91718"/>
                  <a:pt x="232132" y="86084"/>
                </a:cubicBezTo>
                <a:cubicBezTo>
                  <a:pt x="232132" y="85060"/>
                  <a:pt x="231874" y="83777"/>
                  <a:pt x="231620" y="81987"/>
                </a:cubicBezTo>
                <a:cubicBezTo>
                  <a:pt x="231108" y="79684"/>
                  <a:pt x="230850" y="77635"/>
                  <a:pt x="230850" y="75841"/>
                </a:cubicBezTo>
                <a:cubicBezTo>
                  <a:pt x="230850" y="68929"/>
                  <a:pt x="239048" y="63295"/>
                  <a:pt x="249299" y="63295"/>
                </a:cubicBezTo>
                <a:cubicBezTo>
                  <a:pt x="261852" y="63295"/>
                  <a:pt x="268768" y="70719"/>
                  <a:pt x="268768" y="84547"/>
                </a:cubicBezTo>
                <a:lnTo>
                  <a:pt x="268768" y="100166"/>
                </a:lnTo>
                <a:cubicBezTo>
                  <a:pt x="229313" y="116039"/>
                  <a:pt x="224958" y="118087"/>
                  <a:pt x="213941" y="127818"/>
                </a:cubicBezTo>
                <a:cubicBezTo>
                  <a:pt x="208304" y="132940"/>
                  <a:pt x="204715" y="141642"/>
                  <a:pt x="204715" y="150091"/>
                </a:cubicBezTo>
                <a:cubicBezTo>
                  <a:pt x="204715" y="166225"/>
                  <a:pt x="215990" y="177497"/>
                  <a:pt x="231620" y="177497"/>
                </a:cubicBezTo>
                <a:cubicBezTo>
                  <a:pt x="242891" y="177497"/>
                  <a:pt x="253396" y="172117"/>
                  <a:pt x="269026" y="158793"/>
                </a:cubicBezTo>
                <a:cubicBezTo>
                  <a:pt x="270309" y="172117"/>
                  <a:pt x="274918" y="177497"/>
                  <a:pt x="285423" y="177497"/>
                </a:cubicBezTo>
                <a:cubicBezTo>
                  <a:pt x="294133" y="177497"/>
                  <a:pt x="299517" y="174424"/>
                  <a:pt x="308481" y="164689"/>
                </a:cubicBezTo>
                <a:lnTo>
                  <a:pt x="308481" y="158031"/>
                </a:lnTo>
                <a:moveTo>
                  <a:pt x="268768" y="143421"/>
                </a:moveTo>
                <a:cubicBezTo>
                  <a:pt x="268768" y="151365"/>
                  <a:pt x="267490" y="153672"/>
                  <a:pt x="262107" y="156745"/>
                </a:cubicBezTo>
                <a:cubicBezTo>
                  <a:pt x="255961" y="160334"/>
                  <a:pt x="248787" y="162636"/>
                  <a:pt x="243403" y="162636"/>
                </a:cubicBezTo>
                <a:cubicBezTo>
                  <a:pt x="234439" y="162636"/>
                  <a:pt x="227265" y="153926"/>
                  <a:pt x="227265" y="142909"/>
                </a:cubicBezTo>
                <a:lnTo>
                  <a:pt x="227265" y="141885"/>
                </a:lnTo>
                <a:cubicBezTo>
                  <a:pt x="227265" y="126766"/>
                  <a:pt x="237766" y="117544"/>
                  <a:pt x="268768" y="106269"/>
                </a:cubicBezTo>
                <a:lnTo>
                  <a:pt x="268768" y="143421"/>
                </a:lnTo>
                <a:close/>
                <a:moveTo>
                  <a:pt x="380225" y="174994"/>
                </a:moveTo>
                <a:lnTo>
                  <a:pt x="431721" y="174994"/>
                </a:lnTo>
                <a:lnTo>
                  <a:pt x="431721" y="171151"/>
                </a:lnTo>
                <a:cubicBezTo>
                  <a:pt x="423781" y="171151"/>
                  <a:pt x="418656" y="167054"/>
                  <a:pt x="410712" y="155775"/>
                </a:cubicBezTo>
                <a:lnTo>
                  <a:pt x="377918" y="105534"/>
                </a:lnTo>
                <a:lnTo>
                  <a:pt x="399182" y="74774"/>
                </a:lnTo>
                <a:cubicBezTo>
                  <a:pt x="404050" y="67850"/>
                  <a:pt x="411736" y="63749"/>
                  <a:pt x="419938" y="63495"/>
                </a:cubicBezTo>
                <a:lnTo>
                  <a:pt x="419938" y="59648"/>
                </a:lnTo>
                <a:lnTo>
                  <a:pt x="379455" y="59648"/>
                </a:lnTo>
                <a:lnTo>
                  <a:pt x="379455" y="63495"/>
                </a:lnTo>
                <a:cubicBezTo>
                  <a:pt x="387141" y="64007"/>
                  <a:pt x="389702" y="65543"/>
                  <a:pt x="389702" y="69132"/>
                </a:cubicBezTo>
                <a:cubicBezTo>
                  <a:pt x="389702" y="72209"/>
                  <a:pt x="386629" y="77847"/>
                  <a:pt x="380225" y="85795"/>
                </a:cubicBezTo>
                <a:cubicBezTo>
                  <a:pt x="378943" y="87331"/>
                  <a:pt x="375866" y="91948"/>
                  <a:pt x="372535" y="97074"/>
                </a:cubicBezTo>
                <a:lnTo>
                  <a:pt x="368950" y="91948"/>
                </a:lnTo>
                <a:cubicBezTo>
                  <a:pt x="361776" y="81181"/>
                  <a:pt x="357163" y="72467"/>
                  <a:pt x="357163" y="69132"/>
                </a:cubicBezTo>
                <a:cubicBezTo>
                  <a:pt x="357163" y="65543"/>
                  <a:pt x="360494" y="63749"/>
                  <a:pt x="368180" y="63495"/>
                </a:cubicBezTo>
                <a:lnTo>
                  <a:pt x="368180" y="59648"/>
                </a:lnTo>
                <a:lnTo>
                  <a:pt x="315143" y="59648"/>
                </a:lnTo>
                <a:lnTo>
                  <a:pt x="315143" y="63495"/>
                </a:lnTo>
                <a:lnTo>
                  <a:pt x="317450" y="63495"/>
                </a:lnTo>
                <a:cubicBezTo>
                  <a:pt x="325136" y="63495"/>
                  <a:pt x="329237" y="66826"/>
                  <a:pt x="337177" y="78875"/>
                </a:cubicBezTo>
                <a:lnTo>
                  <a:pt x="361264" y="115785"/>
                </a:lnTo>
                <a:lnTo>
                  <a:pt x="332056" y="158082"/>
                </a:lnTo>
                <a:cubicBezTo>
                  <a:pt x="324370" y="168591"/>
                  <a:pt x="321805" y="170385"/>
                  <a:pt x="313353" y="171151"/>
                </a:cubicBezTo>
                <a:lnTo>
                  <a:pt x="313353" y="174994"/>
                </a:lnTo>
                <a:lnTo>
                  <a:pt x="350501" y="174994"/>
                </a:lnTo>
                <a:lnTo>
                  <a:pt x="350501" y="171151"/>
                </a:lnTo>
                <a:cubicBezTo>
                  <a:pt x="343327" y="171151"/>
                  <a:pt x="340254" y="169873"/>
                  <a:pt x="340254" y="166538"/>
                </a:cubicBezTo>
                <a:cubicBezTo>
                  <a:pt x="340254" y="165002"/>
                  <a:pt x="342049" y="161159"/>
                  <a:pt x="345379" y="156029"/>
                </a:cubicBezTo>
                <a:lnTo>
                  <a:pt x="365619" y="124503"/>
                </a:lnTo>
                <a:lnTo>
                  <a:pt x="388936" y="160388"/>
                </a:lnTo>
                <a:cubicBezTo>
                  <a:pt x="389960" y="161925"/>
                  <a:pt x="390472" y="163465"/>
                  <a:pt x="390472" y="165002"/>
                </a:cubicBezTo>
                <a:cubicBezTo>
                  <a:pt x="390472" y="169615"/>
                  <a:pt x="388677" y="170639"/>
                  <a:pt x="380225" y="171151"/>
                </a:cubicBezTo>
                <a:lnTo>
                  <a:pt x="380225" y="174994"/>
                </a:lnTo>
                <a:close/>
                <a:moveTo>
                  <a:pt x="481939" y="57146"/>
                </a:moveTo>
                <a:lnTo>
                  <a:pt x="442226" y="71157"/>
                </a:lnTo>
                <a:lnTo>
                  <a:pt x="442226" y="75004"/>
                </a:lnTo>
                <a:lnTo>
                  <a:pt x="444278" y="74746"/>
                </a:lnTo>
                <a:cubicBezTo>
                  <a:pt x="447351" y="74234"/>
                  <a:pt x="450682" y="73976"/>
                  <a:pt x="452989" y="73976"/>
                </a:cubicBezTo>
                <a:cubicBezTo>
                  <a:pt x="459138" y="73976"/>
                  <a:pt x="461441" y="78077"/>
                  <a:pt x="461441" y="89360"/>
                </a:cubicBezTo>
                <a:lnTo>
                  <a:pt x="461441" y="148847"/>
                </a:lnTo>
                <a:cubicBezTo>
                  <a:pt x="461441" y="167308"/>
                  <a:pt x="458880" y="170127"/>
                  <a:pt x="441202" y="171151"/>
                </a:cubicBezTo>
                <a:lnTo>
                  <a:pt x="441202" y="174994"/>
                </a:lnTo>
                <a:lnTo>
                  <a:pt x="501924" y="174994"/>
                </a:lnTo>
                <a:lnTo>
                  <a:pt x="501924" y="171151"/>
                </a:lnTo>
                <a:cubicBezTo>
                  <a:pt x="485016" y="169873"/>
                  <a:pt x="482963" y="167308"/>
                  <a:pt x="482963" y="148847"/>
                </a:cubicBezTo>
                <a:lnTo>
                  <a:pt x="482963" y="57916"/>
                </a:lnTo>
                <a:lnTo>
                  <a:pt x="481939" y="57146"/>
                </a:lnTo>
                <a:moveTo>
                  <a:pt x="469898" y="98"/>
                </a:moveTo>
                <a:cubicBezTo>
                  <a:pt x="462982" y="98"/>
                  <a:pt x="457086" y="5993"/>
                  <a:pt x="457086" y="13167"/>
                </a:cubicBezTo>
                <a:cubicBezTo>
                  <a:pt x="457086" y="20341"/>
                  <a:pt x="462724" y="26233"/>
                  <a:pt x="469898" y="26233"/>
                </a:cubicBezTo>
                <a:cubicBezTo>
                  <a:pt x="477330" y="26233"/>
                  <a:pt x="483221" y="20595"/>
                  <a:pt x="483221" y="13167"/>
                </a:cubicBezTo>
                <a:cubicBezTo>
                  <a:pt x="483221" y="5993"/>
                  <a:pt x="477330" y="98"/>
                  <a:pt x="469898" y="98"/>
                </a:cubicBezTo>
                <a:close/>
                <a:moveTo>
                  <a:pt x="513199" y="73034"/>
                </a:moveTo>
                <a:cubicBezTo>
                  <a:pt x="516530" y="72264"/>
                  <a:pt x="518579" y="72010"/>
                  <a:pt x="521397" y="72010"/>
                </a:cubicBezTo>
                <a:cubicBezTo>
                  <a:pt x="528059" y="72010"/>
                  <a:pt x="530366" y="76107"/>
                  <a:pt x="530366" y="88402"/>
                </a:cubicBezTo>
                <a:lnTo>
                  <a:pt x="530366" y="153218"/>
                </a:lnTo>
                <a:cubicBezTo>
                  <a:pt x="530366" y="167054"/>
                  <a:pt x="526777" y="170897"/>
                  <a:pt x="512429" y="171151"/>
                </a:cubicBezTo>
                <a:lnTo>
                  <a:pt x="512429" y="174994"/>
                </a:lnTo>
                <a:lnTo>
                  <a:pt x="569309" y="174994"/>
                </a:lnTo>
                <a:lnTo>
                  <a:pt x="569309" y="171151"/>
                </a:lnTo>
                <a:cubicBezTo>
                  <a:pt x="555731" y="170639"/>
                  <a:pt x="551888" y="167824"/>
                  <a:pt x="551888" y="157832"/>
                </a:cubicBezTo>
                <a:lnTo>
                  <a:pt x="551888" y="85587"/>
                </a:lnTo>
                <a:cubicBezTo>
                  <a:pt x="551888" y="85075"/>
                  <a:pt x="553936" y="82511"/>
                  <a:pt x="555731" y="80720"/>
                </a:cubicBezTo>
                <a:cubicBezTo>
                  <a:pt x="562135" y="74824"/>
                  <a:pt x="573152" y="70469"/>
                  <a:pt x="582120" y="70469"/>
                </a:cubicBezTo>
                <a:cubicBezTo>
                  <a:pt x="593391" y="70469"/>
                  <a:pt x="599029" y="79438"/>
                  <a:pt x="599029" y="97371"/>
                </a:cubicBezTo>
                <a:lnTo>
                  <a:pt x="599029" y="152964"/>
                </a:lnTo>
                <a:cubicBezTo>
                  <a:pt x="599029" y="167312"/>
                  <a:pt x="596210" y="170127"/>
                  <a:pt x="581608" y="171151"/>
                </a:cubicBezTo>
                <a:lnTo>
                  <a:pt x="581608" y="174994"/>
                </a:lnTo>
                <a:lnTo>
                  <a:pt x="639000" y="174994"/>
                </a:lnTo>
                <a:lnTo>
                  <a:pt x="639000" y="171151"/>
                </a:lnTo>
                <a:cubicBezTo>
                  <a:pt x="624394" y="170897"/>
                  <a:pt x="620551" y="166542"/>
                  <a:pt x="620551" y="150658"/>
                </a:cubicBezTo>
                <a:lnTo>
                  <a:pt x="620551" y="86100"/>
                </a:lnTo>
                <a:cubicBezTo>
                  <a:pt x="628237" y="75083"/>
                  <a:pt x="636693" y="70469"/>
                  <a:pt x="648481" y="70469"/>
                </a:cubicBezTo>
                <a:cubicBezTo>
                  <a:pt x="663083" y="70469"/>
                  <a:pt x="667696" y="77389"/>
                  <a:pt x="667696" y="98653"/>
                </a:cubicBezTo>
                <a:lnTo>
                  <a:pt x="667696" y="152706"/>
                </a:lnTo>
                <a:cubicBezTo>
                  <a:pt x="667696" y="167312"/>
                  <a:pt x="665647" y="169361"/>
                  <a:pt x="650787" y="171151"/>
                </a:cubicBezTo>
                <a:lnTo>
                  <a:pt x="650787" y="174994"/>
                </a:lnTo>
                <a:lnTo>
                  <a:pt x="706897" y="174994"/>
                </a:lnTo>
                <a:lnTo>
                  <a:pt x="706897" y="171151"/>
                </a:lnTo>
                <a:lnTo>
                  <a:pt x="700235" y="170639"/>
                </a:lnTo>
                <a:cubicBezTo>
                  <a:pt x="692549" y="170127"/>
                  <a:pt x="689218" y="165518"/>
                  <a:pt x="689218" y="155525"/>
                </a:cubicBezTo>
                <a:lnTo>
                  <a:pt x="689218" y="102750"/>
                </a:lnTo>
                <a:cubicBezTo>
                  <a:pt x="689218" y="72522"/>
                  <a:pt x="679225" y="57146"/>
                  <a:pt x="659498" y="57146"/>
                </a:cubicBezTo>
                <a:cubicBezTo>
                  <a:pt x="644637" y="57146"/>
                  <a:pt x="631568" y="63807"/>
                  <a:pt x="617732" y="78668"/>
                </a:cubicBezTo>
                <a:cubicBezTo>
                  <a:pt x="613123" y="64065"/>
                  <a:pt x="604412" y="57146"/>
                  <a:pt x="590576" y="57146"/>
                </a:cubicBezTo>
                <a:cubicBezTo>
                  <a:pt x="579301" y="57146"/>
                  <a:pt x="572127" y="60735"/>
                  <a:pt x="550860" y="76877"/>
                </a:cubicBezTo>
                <a:lnTo>
                  <a:pt x="550860" y="57662"/>
                </a:lnTo>
                <a:lnTo>
                  <a:pt x="549069" y="57146"/>
                </a:lnTo>
                <a:cubicBezTo>
                  <a:pt x="535999" y="62017"/>
                  <a:pt x="527289" y="64836"/>
                  <a:pt x="513199" y="68679"/>
                </a:cubicBezTo>
                <a:lnTo>
                  <a:pt x="513199" y="73034"/>
                </a:lnTo>
                <a:close/>
                <a:moveTo>
                  <a:pt x="830391" y="162136"/>
                </a:moveTo>
                <a:lnTo>
                  <a:pt x="829113" y="162136"/>
                </a:lnTo>
                <a:cubicBezTo>
                  <a:pt x="817325" y="162136"/>
                  <a:pt x="814507" y="159317"/>
                  <a:pt x="814507" y="147530"/>
                </a:cubicBezTo>
                <a:lnTo>
                  <a:pt x="814507" y="59648"/>
                </a:lnTo>
                <a:lnTo>
                  <a:pt x="774023" y="59648"/>
                </a:lnTo>
                <a:lnTo>
                  <a:pt x="774023" y="64007"/>
                </a:lnTo>
                <a:cubicBezTo>
                  <a:pt x="789912" y="64773"/>
                  <a:pt x="792985" y="67338"/>
                  <a:pt x="792985" y="80145"/>
                </a:cubicBezTo>
                <a:lnTo>
                  <a:pt x="792985" y="140348"/>
                </a:lnTo>
                <a:cubicBezTo>
                  <a:pt x="792985" y="147522"/>
                  <a:pt x="791702" y="151111"/>
                  <a:pt x="788117" y="153926"/>
                </a:cubicBezTo>
                <a:cubicBezTo>
                  <a:pt x="781197" y="159564"/>
                  <a:pt x="773257" y="162636"/>
                  <a:pt x="765571" y="162636"/>
                </a:cubicBezTo>
                <a:cubicBezTo>
                  <a:pt x="755578" y="162636"/>
                  <a:pt x="747380" y="153926"/>
                  <a:pt x="747380" y="143167"/>
                </a:cubicBezTo>
                <a:lnTo>
                  <a:pt x="747380" y="59648"/>
                </a:lnTo>
                <a:lnTo>
                  <a:pt x="709970" y="59648"/>
                </a:lnTo>
                <a:lnTo>
                  <a:pt x="709970" y="63237"/>
                </a:lnTo>
                <a:cubicBezTo>
                  <a:pt x="722269" y="64007"/>
                  <a:pt x="725858" y="67850"/>
                  <a:pt x="725858" y="79633"/>
                </a:cubicBezTo>
                <a:lnTo>
                  <a:pt x="725858" y="144191"/>
                </a:lnTo>
                <a:cubicBezTo>
                  <a:pt x="725858" y="164431"/>
                  <a:pt x="738153" y="177497"/>
                  <a:pt x="756857" y="177497"/>
                </a:cubicBezTo>
                <a:cubicBezTo>
                  <a:pt x="766337" y="177497"/>
                  <a:pt x="776330" y="173399"/>
                  <a:pt x="783250" y="166479"/>
                </a:cubicBezTo>
                <a:lnTo>
                  <a:pt x="794267" y="155466"/>
                </a:lnTo>
                <a:lnTo>
                  <a:pt x="794267" y="176730"/>
                </a:lnTo>
                <a:lnTo>
                  <a:pt x="795291" y="177246"/>
                </a:lnTo>
                <a:cubicBezTo>
                  <a:pt x="808103" y="172125"/>
                  <a:pt x="817325" y="169306"/>
                  <a:pt x="830391" y="165717"/>
                </a:cubicBezTo>
                <a:lnTo>
                  <a:pt x="830391" y="162136"/>
                </a:lnTo>
                <a:close/>
                <a:moveTo>
                  <a:pt x="840642" y="73034"/>
                </a:moveTo>
                <a:cubicBezTo>
                  <a:pt x="843973" y="72264"/>
                  <a:pt x="846022" y="72010"/>
                  <a:pt x="848840" y="72010"/>
                </a:cubicBezTo>
                <a:cubicBezTo>
                  <a:pt x="855502" y="72010"/>
                  <a:pt x="857809" y="76107"/>
                  <a:pt x="857809" y="88402"/>
                </a:cubicBezTo>
                <a:lnTo>
                  <a:pt x="857809" y="153218"/>
                </a:lnTo>
                <a:cubicBezTo>
                  <a:pt x="857809" y="167054"/>
                  <a:pt x="854220" y="170897"/>
                  <a:pt x="839872" y="171151"/>
                </a:cubicBezTo>
                <a:lnTo>
                  <a:pt x="839872" y="174994"/>
                </a:lnTo>
                <a:lnTo>
                  <a:pt x="896752" y="174994"/>
                </a:lnTo>
                <a:lnTo>
                  <a:pt x="896752" y="171151"/>
                </a:lnTo>
                <a:cubicBezTo>
                  <a:pt x="883174" y="170639"/>
                  <a:pt x="879331" y="167824"/>
                  <a:pt x="879331" y="157832"/>
                </a:cubicBezTo>
                <a:lnTo>
                  <a:pt x="879331" y="85587"/>
                </a:lnTo>
                <a:cubicBezTo>
                  <a:pt x="879331" y="85075"/>
                  <a:pt x="881379" y="82511"/>
                  <a:pt x="883174" y="80720"/>
                </a:cubicBezTo>
                <a:cubicBezTo>
                  <a:pt x="889578" y="74824"/>
                  <a:pt x="900595" y="70469"/>
                  <a:pt x="909563" y="70469"/>
                </a:cubicBezTo>
                <a:cubicBezTo>
                  <a:pt x="920834" y="70469"/>
                  <a:pt x="926472" y="79438"/>
                  <a:pt x="926472" y="97371"/>
                </a:cubicBezTo>
                <a:lnTo>
                  <a:pt x="926472" y="152964"/>
                </a:lnTo>
                <a:cubicBezTo>
                  <a:pt x="926472" y="167312"/>
                  <a:pt x="923653" y="170127"/>
                  <a:pt x="909051" y="171151"/>
                </a:cubicBezTo>
                <a:lnTo>
                  <a:pt x="909051" y="174994"/>
                </a:lnTo>
                <a:lnTo>
                  <a:pt x="966443" y="174994"/>
                </a:lnTo>
                <a:lnTo>
                  <a:pt x="966443" y="171151"/>
                </a:lnTo>
                <a:cubicBezTo>
                  <a:pt x="951837" y="170897"/>
                  <a:pt x="947994" y="166542"/>
                  <a:pt x="947994" y="150658"/>
                </a:cubicBezTo>
                <a:lnTo>
                  <a:pt x="947994" y="86100"/>
                </a:lnTo>
                <a:cubicBezTo>
                  <a:pt x="955680" y="75083"/>
                  <a:pt x="964136" y="70469"/>
                  <a:pt x="975924" y="70469"/>
                </a:cubicBezTo>
                <a:cubicBezTo>
                  <a:pt x="990526" y="70469"/>
                  <a:pt x="995139" y="77389"/>
                  <a:pt x="995139" y="98653"/>
                </a:cubicBezTo>
                <a:lnTo>
                  <a:pt x="995139" y="152706"/>
                </a:lnTo>
                <a:cubicBezTo>
                  <a:pt x="995139" y="167312"/>
                  <a:pt x="993090" y="169361"/>
                  <a:pt x="978230" y="171151"/>
                </a:cubicBezTo>
                <a:lnTo>
                  <a:pt x="978230" y="174994"/>
                </a:lnTo>
                <a:lnTo>
                  <a:pt x="1034340" y="174994"/>
                </a:lnTo>
                <a:lnTo>
                  <a:pt x="1034340" y="171151"/>
                </a:lnTo>
                <a:lnTo>
                  <a:pt x="1027678" y="170639"/>
                </a:lnTo>
                <a:cubicBezTo>
                  <a:pt x="1019992" y="170127"/>
                  <a:pt x="1016661" y="165518"/>
                  <a:pt x="1016661" y="155525"/>
                </a:cubicBezTo>
                <a:lnTo>
                  <a:pt x="1016661" y="102750"/>
                </a:lnTo>
                <a:cubicBezTo>
                  <a:pt x="1016661" y="72522"/>
                  <a:pt x="1006668" y="57146"/>
                  <a:pt x="986941" y="57146"/>
                </a:cubicBezTo>
                <a:cubicBezTo>
                  <a:pt x="972081" y="57146"/>
                  <a:pt x="959011" y="63807"/>
                  <a:pt x="945175" y="78668"/>
                </a:cubicBezTo>
                <a:cubicBezTo>
                  <a:pt x="940566" y="64065"/>
                  <a:pt x="931855" y="57146"/>
                  <a:pt x="918020" y="57146"/>
                </a:cubicBezTo>
                <a:cubicBezTo>
                  <a:pt x="906745" y="57146"/>
                  <a:pt x="899571" y="60735"/>
                  <a:pt x="878303" y="76877"/>
                </a:cubicBezTo>
                <a:lnTo>
                  <a:pt x="878303" y="57662"/>
                </a:lnTo>
                <a:lnTo>
                  <a:pt x="876512" y="57146"/>
                </a:lnTo>
                <a:cubicBezTo>
                  <a:pt x="863443" y="62017"/>
                  <a:pt x="854732" y="64836"/>
                  <a:pt x="840642" y="68679"/>
                </a:cubicBezTo>
                <a:lnTo>
                  <a:pt x="840642" y="73034"/>
                </a:lnTo>
                <a:close/>
                <a:moveTo>
                  <a:pt x="1226758" y="134984"/>
                </a:moveTo>
                <a:cubicBezTo>
                  <a:pt x="1214458" y="152906"/>
                  <a:pt x="1205236" y="159051"/>
                  <a:pt x="1190630" y="159051"/>
                </a:cubicBezTo>
                <a:cubicBezTo>
                  <a:pt x="1167313" y="159051"/>
                  <a:pt x="1150917" y="138569"/>
                  <a:pt x="1150917" y="109127"/>
                </a:cubicBezTo>
                <a:cubicBezTo>
                  <a:pt x="1150917" y="82757"/>
                  <a:pt x="1165011" y="64578"/>
                  <a:pt x="1185762" y="64578"/>
                </a:cubicBezTo>
                <a:cubicBezTo>
                  <a:pt x="1194985" y="64578"/>
                  <a:pt x="1198316" y="67392"/>
                  <a:pt x="1200880" y="76865"/>
                </a:cubicBezTo>
                <a:lnTo>
                  <a:pt x="1202417" y="82499"/>
                </a:lnTo>
                <a:cubicBezTo>
                  <a:pt x="1204466" y="89669"/>
                  <a:pt x="1209079" y="94278"/>
                  <a:pt x="1214458" y="94278"/>
                </a:cubicBezTo>
                <a:cubicBezTo>
                  <a:pt x="1221120" y="94278"/>
                  <a:pt x="1226758" y="89411"/>
                  <a:pt x="1226758" y="83523"/>
                </a:cubicBezTo>
                <a:cubicBezTo>
                  <a:pt x="1226758" y="69187"/>
                  <a:pt x="1208821" y="57146"/>
                  <a:pt x="1187299" y="57146"/>
                </a:cubicBezTo>
                <a:cubicBezTo>
                  <a:pt x="1174745" y="57146"/>
                  <a:pt x="1161680" y="62271"/>
                  <a:pt x="1151175" y="71490"/>
                </a:cubicBezTo>
                <a:cubicBezTo>
                  <a:pt x="1138363" y="82757"/>
                  <a:pt x="1131189" y="100166"/>
                  <a:pt x="1131189" y="120390"/>
                </a:cubicBezTo>
                <a:cubicBezTo>
                  <a:pt x="1131189" y="153676"/>
                  <a:pt x="1151429" y="177497"/>
                  <a:pt x="1179871" y="177497"/>
                </a:cubicBezTo>
                <a:cubicBezTo>
                  <a:pt x="1191400" y="177497"/>
                  <a:pt x="1201647" y="173399"/>
                  <a:pt x="1210873" y="165455"/>
                </a:cubicBezTo>
                <a:cubicBezTo>
                  <a:pt x="1217789" y="159305"/>
                  <a:pt x="1222657" y="152393"/>
                  <a:pt x="1230343" y="137287"/>
                </a:cubicBezTo>
                <a:lnTo>
                  <a:pt x="1226758" y="134984"/>
                </a:lnTo>
                <a:close/>
                <a:moveTo>
                  <a:pt x="1302598" y="57146"/>
                </a:moveTo>
                <a:cubicBezTo>
                  <a:pt x="1269289" y="57146"/>
                  <a:pt x="1245973" y="81733"/>
                  <a:pt x="1245973" y="117067"/>
                </a:cubicBezTo>
                <a:cubicBezTo>
                  <a:pt x="1245973" y="151631"/>
                  <a:pt x="1269801" y="177497"/>
                  <a:pt x="1302082" y="177497"/>
                </a:cubicBezTo>
                <a:cubicBezTo>
                  <a:pt x="1334367" y="177497"/>
                  <a:pt x="1358962" y="150353"/>
                  <a:pt x="1358962" y="115018"/>
                </a:cubicBezTo>
                <a:cubicBezTo>
                  <a:pt x="1358962" y="81475"/>
                  <a:pt x="1335392" y="57146"/>
                  <a:pt x="1302598" y="57146"/>
                </a:cubicBezTo>
                <a:moveTo>
                  <a:pt x="1299268" y="64323"/>
                </a:moveTo>
                <a:cubicBezTo>
                  <a:pt x="1320790" y="64323"/>
                  <a:pt x="1335904" y="88903"/>
                  <a:pt x="1335904" y="123979"/>
                </a:cubicBezTo>
                <a:cubicBezTo>
                  <a:pt x="1335904" y="152913"/>
                  <a:pt x="1324375" y="170323"/>
                  <a:pt x="1305159" y="170323"/>
                </a:cubicBezTo>
                <a:cubicBezTo>
                  <a:pt x="1295166" y="170323"/>
                  <a:pt x="1285686" y="164181"/>
                  <a:pt x="1280306" y="153938"/>
                </a:cubicBezTo>
                <a:cubicBezTo>
                  <a:pt x="1273132" y="140622"/>
                  <a:pt x="1269031" y="122701"/>
                  <a:pt x="1269031" y="104521"/>
                </a:cubicBezTo>
                <a:cubicBezTo>
                  <a:pt x="1269031" y="80196"/>
                  <a:pt x="1281073" y="64323"/>
                  <a:pt x="1299268" y="64323"/>
                </a:cubicBezTo>
                <a:close/>
                <a:moveTo>
                  <a:pt x="1371519" y="73034"/>
                </a:moveTo>
                <a:cubicBezTo>
                  <a:pt x="1374850" y="72264"/>
                  <a:pt x="1376899" y="72010"/>
                  <a:pt x="1379717" y="72010"/>
                </a:cubicBezTo>
                <a:cubicBezTo>
                  <a:pt x="1386379" y="72010"/>
                  <a:pt x="1388686" y="76107"/>
                  <a:pt x="1388686" y="88402"/>
                </a:cubicBezTo>
                <a:lnTo>
                  <a:pt x="1388686" y="153218"/>
                </a:lnTo>
                <a:cubicBezTo>
                  <a:pt x="1388686" y="167054"/>
                  <a:pt x="1385097" y="170897"/>
                  <a:pt x="1370749" y="171151"/>
                </a:cubicBezTo>
                <a:lnTo>
                  <a:pt x="1370749" y="174994"/>
                </a:lnTo>
                <a:lnTo>
                  <a:pt x="1427629" y="174994"/>
                </a:lnTo>
                <a:lnTo>
                  <a:pt x="1427629" y="171151"/>
                </a:lnTo>
                <a:cubicBezTo>
                  <a:pt x="1414051" y="170639"/>
                  <a:pt x="1410208" y="167824"/>
                  <a:pt x="1410208" y="157832"/>
                </a:cubicBezTo>
                <a:lnTo>
                  <a:pt x="1410208" y="85587"/>
                </a:lnTo>
                <a:cubicBezTo>
                  <a:pt x="1410208" y="85075"/>
                  <a:pt x="1412256" y="82511"/>
                  <a:pt x="1414051" y="80720"/>
                </a:cubicBezTo>
                <a:cubicBezTo>
                  <a:pt x="1420455" y="74824"/>
                  <a:pt x="1431472" y="70469"/>
                  <a:pt x="1440440" y="70469"/>
                </a:cubicBezTo>
                <a:cubicBezTo>
                  <a:pt x="1451711" y="70469"/>
                  <a:pt x="1457349" y="79438"/>
                  <a:pt x="1457349" y="97371"/>
                </a:cubicBezTo>
                <a:lnTo>
                  <a:pt x="1457349" y="152964"/>
                </a:lnTo>
                <a:cubicBezTo>
                  <a:pt x="1457349" y="167312"/>
                  <a:pt x="1454530" y="170127"/>
                  <a:pt x="1439928" y="171151"/>
                </a:cubicBezTo>
                <a:lnTo>
                  <a:pt x="1439928" y="174994"/>
                </a:lnTo>
                <a:lnTo>
                  <a:pt x="1497320" y="174994"/>
                </a:lnTo>
                <a:lnTo>
                  <a:pt x="1497320" y="171151"/>
                </a:lnTo>
                <a:cubicBezTo>
                  <a:pt x="1482714" y="170897"/>
                  <a:pt x="1478871" y="166542"/>
                  <a:pt x="1478871" y="150658"/>
                </a:cubicBezTo>
                <a:lnTo>
                  <a:pt x="1478871" y="86100"/>
                </a:lnTo>
                <a:cubicBezTo>
                  <a:pt x="1486557" y="75083"/>
                  <a:pt x="1495013" y="70469"/>
                  <a:pt x="1506801" y="70469"/>
                </a:cubicBezTo>
                <a:cubicBezTo>
                  <a:pt x="1521403" y="70469"/>
                  <a:pt x="1526016" y="77389"/>
                  <a:pt x="1526016" y="98653"/>
                </a:cubicBezTo>
                <a:lnTo>
                  <a:pt x="1526016" y="152706"/>
                </a:lnTo>
                <a:cubicBezTo>
                  <a:pt x="1526016" y="167312"/>
                  <a:pt x="1523967" y="169361"/>
                  <a:pt x="1509107" y="171151"/>
                </a:cubicBezTo>
                <a:lnTo>
                  <a:pt x="1509107" y="174994"/>
                </a:lnTo>
                <a:lnTo>
                  <a:pt x="1565217" y="174994"/>
                </a:lnTo>
                <a:lnTo>
                  <a:pt x="1565217" y="171151"/>
                </a:lnTo>
                <a:lnTo>
                  <a:pt x="1558555" y="170639"/>
                </a:lnTo>
                <a:cubicBezTo>
                  <a:pt x="1550869" y="170127"/>
                  <a:pt x="1547538" y="165518"/>
                  <a:pt x="1547538" y="155525"/>
                </a:cubicBezTo>
                <a:lnTo>
                  <a:pt x="1547538" y="102750"/>
                </a:lnTo>
                <a:cubicBezTo>
                  <a:pt x="1547538" y="72522"/>
                  <a:pt x="1537545" y="57146"/>
                  <a:pt x="1517818" y="57146"/>
                </a:cubicBezTo>
                <a:cubicBezTo>
                  <a:pt x="1502957" y="57146"/>
                  <a:pt x="1489888" y="63807"/>
                  <a:pt x="1476052" y="78668"/>
                </a:cubicBezTo>
                <a:cubicBezTo>
                  <a:pt x="1471443" y="64065"/>
                  <a:pt x="1462732" y="57146"/>
                  <a:pt x="1448896" y="57146"/>
                </a:cubicBezTo>
                <a:cubicBezTo>
                  <a:pt x="1437621" y="57146"/>
                  <a:pt x="1430447" y="60735"/>
                  <a:pt x="1409180" y="76877"/>
                </a:cubicBezTo>
                <a:lnTo>
                  <a:pt x="1409180" y="57662"/>
                </a:lnTo>
                <a:lnTo>
                  <a:pt x="1407389" y="57146"/>
                </a:lnTo>
                <a:cubicBezTo>
                  <a:pt x="1394319" y="62017"/>
                  <a:pt x="1385609" y="64836"/>
                  <a:pt x="1371519" y="68679"/>
                </a:cubicBezTo>
                <a:lnTo>
                  <a:pt x="1371519" y="73034"/>
                </a:lnTo>
                <a:close/>
                <a:moveTo>
                  <a:pt x="1570854" y="73034"/>
                </a:moveTo>
                <a:cubicBezTo>
                  <a:pt x="1574185" y="72264"/>
                  <a:pt x="1576234" y="72010"/>
                  <a:pt x="1579053" y="72010"/>
                </a:cubicBezTo>
                <a:cubicBezTo>
                  <a:pt x="1585714" y="72010"/>
                  <a:pt x="1588021" y="76107"/>
                  <a:pt x="1588021" y="88402"/>
                </a:cubicBezTo>
                <a:lnTo>
                  <a:pt x="1588021" y="153218"/>
                </a:lnTo>
                <a:cubicBezTo>
                  <a:pt x="1588021" y="167054"/>
                  <a:pt x="1584432" y="170897"/>
                  <a:pt x="1570084" y="171151"/>
                </a:cubicBezTo>
                <a:lnTo>
                  <a:pt x="1570084" y="174994"/>
                </a:lnTo>
                <a:lnTo>
                  <a:pt x="1626964" y="174994"/>
                </a:lnTo>
                <a:lnTo>
                  <a:pt x="1626964" y="171151"/>
                </a:lnTo>
                <a:cubicBezTo>
                  <a:pt x="1613386" y="170639"/>
                  <a:pt x="1609543" y="167824"/>
                  <a:pt x="1609543" y="157832"/>
                </a:cubicBezTo>
                <a:lnTo>
                  <a:pt x="1609543" y="85587"/>
                </a:lnTo>
                <a:cubicBezTo>
                  <a:pt x="1609543" y="85075"/>
                  <a:pt x="1611592" y="82511"/>
                  <a:pt x="1613386" y="80720"/>
                </a:cubicBezTo>
                <a:cubicBezTo>
                  <a:pt x="1619790" y="74824"/>
                  <a:pt x="1630807" y="70469"/>
                  <a:pt x="1639775" y="70469"/>
                </a:cubicBezTo>
                <a:cubicBezTo>
                  <a:pt x="1651047" y="70469"/>
                  <a:pt x="1656684" y="79438"/>
                  <a:pt x="1656684" y="97371"/>
                </a:cubicBezTo>
                <a:lnTo>
                  <a:pt x="1656684" y="152964"/>
                </a:lnTo>
                <a:cubicBezTo>
                  <a:pt x="1656684" y="167312"/>
                  <a:pt x="1653865" y="170127"/>
                  <a:pt x="1639263" y="171151"/>
                </a:cubicBezTo>
                <a:lnTo>
                  <a:pt x="1639263" y="174994"/>
                </a:lnTo>
                <a:lnTo>
                  <a:pt x="1696655" y="174994"/>
                </a:lnTo>
                <a:lnTo>
                  <a:pt x="1696655" y="171151"/>
                </a:lnTo>
                <a:cubicBezTo>
                  <a:pt x="1682049" y="170897"/>
                  <a:pt x="1678206" y="166542"/>
                  <a:pt x="1678206" y="150658"/>
                </a:cubicBezTo>
                <a:lnTo>
                  <a:pt x="1678206" y="86100"/>
                </a:lnTo>
                <a:cubicBezTo>
                  <a:pt x="1685892" y="75083"/>
                  <a:pt x="1694349" y="70469"/>
                  <a:pt x="1706136" y="70469"/>
                </a:cubicBezTo>
                <a:cubicBezTo>
                  <a:pt x="1720738" y="70469"/>
                  <a:pt x="1725351" y="77389"/>
                  <a:pt x="1725351" y="98653"/>
                </a:cubicBezTo>
                <a:lnTo>
                  <a:pt x="1725351" y="152706"/>
                </a:lnTo>
                <a:cubicBezTo>
                  <a:pt x="1725351" y="167312"/>
                  <a:pt x="1723302" y="169361"/>
                  <a:pt x="1708442" y="171151"/>
                </a:cubicBezTo>
                <a:lnTo>
                  <a:pt x="1708442" y="174994"/>
                </a:lnTo>
                <a:lnTo>
                  <a:pt x="1764552" y="174994"/>
                </a:lnTo>
                <a:lnTo>
                  <a:pt x="1764552" y="171151"/>
                </a:lnTo>
                <a:lnTo>
                  <a:pt x="1757890" y="170639"/>
                </a:lnTo>
                <a:cubicBezTo>
                  <a:pt x="1750204" y="170127"/>
                  <a:pt x="1746873" y="165518"/>
                  <a:pt x="1746873" y="155525"/>
                </a:cubicBezTo>
                <a:lnTo>
                  <a:pt x="1746873" y="102750"/>
                </a:lnTo>
                <a:cubicBezTo>
                  <a:pt x="1746873" y="72522"/>
                  <a:pt x="1736880" y="57146"/>
                  <a:pt x="1717153" y="57146"/>
                </a:cubicBezTo>
                <a:cubicBezTo>
                  <a:pt x="1702293" y="57146"/>
                  <a:pt x="1689223" y="63807"/>
                  <a:pt x="1675387" y="78668"/>
                </a:cubicBezTo>
                <a:cubicBezTo>
                  <a:pt x="1670778" y="64065"/>
                  <a:pt x="1662068" y="57146"/>
                  <a:pt x="1648232" y="57146"/>
                </a:cubicBezTo>
                <a:cubicBezTo>
                  <a:pt x="1636957" y="57146"/>
                  <a:pt x="1629783" y="60735"/>
                  <a:pt x="1608515" y="76877"/>
                </a:cubicBezTo>
                <a:lnTo>
                  <a:pt x="1608515" y="57662"/>
                </a:lnTo>
                <a:lnTo>
                  <a:pt x="1606724" y="57146"/>
                </a:lnTo>
                <a:cubicBezTo>
                  <a:pt x="1593655" y="62017"/>
                  <a:pt x="1584944" y="64836"/>
                  <a:pt x="1570854" y="68679"/>
                </a:cubicBezTo>
                <a:lnTo>
                  <a:pt x="1570854" y="73034"/>
                </a:lnTo>
                <a:close/>
                <a:moveTo>
                  <a:pt x="1829376" y="57146"/>
                </a:moveTo>
                <a:cubicBezTo>
                  <a:pt x="1796067" y="57146"/>
                  <a:pt x="1772750" y="81733"/>
                  <a:pt x="1772750" y="117067"/>
                </a:cubicBezTo>
                <a:cubicBezTo>
                  <a:pt x="1772750" y="151631"/>
                  <a:pt x="1796579" y="177497"/>
                  <a:pt x="1828860" y="177497"/>
                </a:cubicBezTo>
                <a:cubicBezTo>
                  <a:pt x="1861145" y="177497"/>
                  <a:pt x="1885740" y="150353"/>
                  <a:pt x="1885740" y="115018"/>
                </a:cubicBezTo>
                <a:cubicBezTo>
                  <a:pt x="1885740" y="81475"/>
                  <a:pt x="1862169" y="57146"/>
                  <a:pt x="1829376" y="57146"/>
                </a:cubicBezTo>
                <a:moveTo>
                  <a:pt x="1826045" y="64323"/>
                </a:moveTo>
                <a:cubicBezTo>
                  <a:pt x="1847567" y="64323"/>
                  <a:pt x="1862681" y="88903"/>
                  <a:pt x="1862681" y="123979"/>
                </a:cubicBezTo>
                <a:cubicBezTo>
                  <a:pt x="1862681" y="152913"/>
                  <a:pt x="1851152" y="170323"/>
                  <a:pt x="1831937" y="170323"/>
                </a:cubicBezTo>
                <a:cubicBezTo>
                  <a:pt x="1821944" y="170323"/>
                  <a:pt x="1812463" y="164181"/>
                  <a:pt x="1807084" y="153938"/>
                </a:cubicBezTo>
                <a:cubicBezTo>
                  <a:pt x="1799910" y="140622"/>
                  <a:pt x="1795809" y="122701"/>
                  <a:pt x="1795809" y="104521"/>
                </a:cubicBezTo>
                <a:cubicBezTo>
                  <a:pt x="1795809" y="80196"/>
                  <a:pt x="1807850" y="64323"/>
                  <a:pt x="1826045" y="64323"/>
                </a:cubicBezTo>
                <a:close/>
                <a:moveTo>
                  <a:pt x="1897527" y="73034"/>
                </a:moveTo>
                <a:cubicBezTo>
                  <a:pt x="1899064" y="72264"/>
                  <a:pt x="1901628" y="72010"/>
                  <a:pt x="1904447" y="72010"/>
                </a:cubicBezTo>
                <a:cubicBezTo>
                  <a:pt x="1911621" y="72010"/>
                  <a:pt x="1913924" y="75853"/>
                  <a:pt x="1913924" y="88402"/>
                </a:cubicBezTo>
                <a:lnTo>
                  <a:pt x="1913924" y="151940"/>
                </a:lnTo>
                <a:cubicBezTo>
                  <a:pt x="1913924" y="166542"/>
                  <a:pt x="1911105" y="170127"/>
                  <a:pt x="1898039" y="171151"/>
                </a:cubicBezTo>
                <a:lnTo>
                  <a:pt x="1898039" y="174994"/>
                </a:lnTo>
                <a:lnTo>
                  <a:pt x="1952358" y="174994"/>
                </a:lnTo>
                <a:lnTo>
                  <a:pt x="1952358" y="171151"/>
                </a:lnTo>
                <a:cubicBezTo>
                  <a:pt x="1939289" y="170127"/>
                  <a:pt x="1935446" y="167054"/>
                  <a:pt x="1935446" y="157832"/>
                </a:cubicBezTo>
                <a:lnTo>
                  <a:pt x="1935446" y="85842"/>
                </a:lnTo>
                <a:cubicBezTo>
                  <a:pt x="1947745" y="74312"/>
                  <a:pt x="1953383" y="71239"/>
                  <a:pt x="1961839" y="71239"/>
                </a:cubicBezTo>
                <a:cubicBezTo>
                  <a:pt x="1974392" y="71239"/>
                  <a:pt x="1980542" y="79180"/>
                  <a:pt x="1980542" y="96088"/>
                </a:cubicBezTo>
                <a:lnTo>
                  <a:pt x="1980542" y="149633"/>
                </a:lnTo>
                <a:cubicBezTo>
                  <a:pt x="1980542" y="165772"/>
                  <a:pt x="1977211" y="170127"/>
                  <a:pt x="1964400" y="171151"/>
                </a:cubicBezTo>
                <a:lnTo>
                  <a:pt x="1964400" y="174994"/>
                </a:lnTo>
                <a:lnTo>
                  <a:pt x="2017694" y="174994"/>
                </a:lnTo>
                <a:lnTo>
                  <a:pt x="2017694" y="171151"/>
                </a:lnTo>
                <a:cubicBezTo>
                  <a:pt x="2005137" y="169873"/>
                  <a:pt x="2002064" y="166796"/>
                  <a:pt x="2002064" y="154247"/>
                </a:cubicBezTo>
                <a:lnTo>
                  <a:pt x="2002064" y="95576"/>
                </a:lnTo>
                <a:cubicBezTo>
                  <a:pt x="2002064" y="71497"/>
                  <a:pt x="1990789" y="57146"/>
                  <a:pt x="1971832" y="57146"/>
                </a:cubicBezTo>
                <a:cubicBezTo>
                  <a:pt x="1960044" y="57146"/>
                  <a:pt x="1952100" y="61505"/>
                  <a:pt x="1934679" y="77901"/>
                </a:cubicBezTo>
                <a:lnTo>
                  <a:pt x="1934679" y="57662"/>
                </a:lnTo>
                <a:lnTo>
                  <a:pt x="1932885" y="57146"/>
                </a:lnTo>
                <a:cubicBezTo>
                  <a:pt x="1920331" y="61759"/>
                  <a:pt x="1911621" y="64578"/>
                  <a:pt x="1897527" y="68679"/>
                </a:cubicBezTo>
                <a:lnTo>
                  <a:pt x="1897527" y="73034"/>
                </a:lnTo>
                <a:close/>
                <a:moveTo>
                  <a:pt x="2191918" y="94493"/>
                </a:moveTo>
                <a:lnTo>
                  <a:pt x="2190893" y="59648"/>
                </a:lnTo>
                <a:lnTo>
                  <a:pt x="2188074" y="59648"/>
                </a:lnTo>
                <a:lnTo>
                  <a:pt x="2187562" y="60164"/>
                </a:lnTo>
                <a:cubicBezTo>
                  <a:pt x="2185256" y="61954"/>
                  <a:pt x="2185002" y="62212"/>
                  <a:pt x="2183977" y="62212"/>
                </a:cubicBezTo>
                <a:cubicBezTo>
                  <a:pt x="2182441" y="62212"/>
                  <a:pt x="2179876" y="61700"/>
                  <a:pt x="2177057" y="60418"/>
                </a:cubicBezTo>
                <a:cubicBezTo>
                  <a:pt x="2171420" y="58424"/>
                  <a:pt x="2165786" y="57396"/>
                  <a:pt x="2159124" y="57396"/>
                </a:cubicBezTo>
                <a:cubicBezTo>
                  <a:pt x="2138881" y="57396"/>
                  <a:pt x="2124279" y="70461"/>
                  <a:pt x="2124279" y="88899"/>
                </a:cubicBezTo>
                <a:cubicBezTo>
                  <a:pt x="2124279" y="103235"/>
                  <a:pt x="2132477" y="113478"/>
                  <a:pt x="2154257" y="125770"/>
                </a:cubicBezTo>
                <a:lnTo>
                  <a:pt x="2169117" y="134222"/>
                </a:lnTo>
                <a:cubicBezTo>
                  <a:pt x="2178082" y="139343"/>
                  <a:pt x="2182441" y="145489"/>
                  <a:pt x="2182441" y="153426"/>
                </a:cubicBezTo>
                <a:cubicBezTo>
                  <a:pt x="2182441" y="164693"/>
                  <a:pt x="2174239" y="171863"/>
                  <a:pt x="2161173" y="171863"/>
                </a:cubicBezTo>
                <a:cubicBezTo>
                  <a:pt x="2152463" y="171863"/>
                  <a:pt x="2144518" y="168532"/>
                  <a:pt x="2139651" y="162898"/>
                </a:cubicBezTo>
                <a:cubicBezTo>
                  <a:pt x="2134272" y="156498"/>
                  <a:pt x="2131965" y="150607"/>
                  <a:pt x="2128634" y="136013"/>
                </a:cubicBezTo>
                <a:lnTo>
                  <a:pt x="2124533" y="136013"/>
                </a:lnTo>
                <a:lnTo>
                  <a:pt x="2124533" y="175960"/>
                </a:lnTo>
                <a:lnTo>
                  <a:pt x="2127864" y="175960"/>
                </a:lnTo>
                <a:cubicBezTo>
                  <a:pt x="2129658" y="173399"/>
                  <a:pt x="2130683" y="172887"/>
                  <a:pt x="2133759" y="172887"/>
                </a:cubicBezTo>
                <a:cubicBezTo>
                  <a:pt x="2136066" y="172946"/>
                  <a:pt x="2139651" y="173458"/>
                  <a:pt x="2145543" y="174994"/>
                </a:cubicBezTo>
                <a:cubicBezTo>
                  <a:pt x="2152717" y="176472"/>
                  <a:pt x="2159637" y="177497"/>
                  <a:pt x="2164246" y="177497"/>
                </a:cubicBezTo>
                <a:cubicBezTo>
                  <a:pt x="2183977" y="177497"/>
                  <a:pt x="2200374" y="162644"/>
                  <a:pt x="2200374" y="144719"/>
                </a:cubicBezTo>
                <a:cubicBezTo>
                  <a:pt x="2200374" y="131915"/>
                  <a:pt x="2194224" y="123467"/>
                  <a:pt x="2178852" y="114248"/>
                </a:cubicBezTo>
                <a:lnTo>
                  <a:pt x="2151180" y="97859"/>
                </a:lnTo>
                <a:cubicBezTo>
                  <a:pt x="2144006" y="93762"/>
                  <a:pt x="2140163" y="87362"/>
                  <a:pt x="2140163" y="80446"/>
                </a:cubicBezTo>
                <a:cubicBezTo>
                  <a:pt x="2140163" y="70203"/>
                  <a:pt x="2148107" y="63033"/>
                  <a:pt x="2159891" y="63033"/>
                </a:cubicBezTo>
                <a:cubicBezTo>
                  <a:pt x="2174497" y="63033"/>
                  <a:pt x="2182183" y="71740"/>
                  <a:pt x="2188074" y="94532"/>
                </a:cubicBezTo>
                <a:lnTo>
                  <a:pt x="2191918" y="94493"/>
                </a:lnTo>
                <a:close/>
                <a:moveTo>
                  <a:pt x="2333604" y="162136"/>
                </a:moveTo>
                <a:lnTo>
                  <a:pt x="2332326" y="162136"/>
                </a:lnTo>
                <a:cubicBezTo>
                  <a:pt x="2320539" y="162136"/>
                  <a:pt x="2317720" y="159317"/>
                  <a:pt x="2317720" y="147530"/>
                </a:cubicBezTo>
                <a:lnTo>
                  <a:pt x="2317720" y="59648"/>
                </a:lnTo>
                <a:lnTo>
                  <a:pt x="2277237" y="59648"/>
                </a:lnTo>
                <a:lnTo>
                  <a:pt x="2277237" y="64007"/>
                </a:lnTo>
                <a:cubicBezTo>
                  <a:pt x="2293125" y="64773"/>
                  <a:pt x="2296198" y="67338"/>
                  <a:pt x="2296198" y="80145"/>
                </a:cubicBezTo>
                <a:lnTo>
                  <a:pt x="2296198" y="140348"/>
                </a:lnTo>
                <a:cubicBezTo>
                  <a:pt x="2296198" y="147522"/>
                  <a:pt x="2294916" y="151111"/>
                  <a:pt x="2291331" y="153926"/>
                </a:cubicBezTo>
                <a:cubicBezTo>
                  <a:pt x="2284411" y="159564"/>
                  <a:pt x="2276471" y="162636"/>
                  <a:pt x="2268784" y="162636"/>
                </a:cubicBezTo>
                <a:cubicBezTo>
                  <a:pt x="2258792" y="162636"/>
                  <a:pt x="2250593" y="153926"/>
                  <a:pt x="2250593" y="143167"/>
                </a:cubicBezTo>
                <a:lnTo>
                  <a:pt x="2250593" y="59648"/>
                </a:lnTo>
                <a:lnTo>
                  <a:pt x="2213183" y="59648"/>
                </a:lnTo>
                <a:lnTo>
                  <a:pt x="2213183" y="63237"/>
                </a:lnTo>
                <a:cubicBezTo>
                  <a:pt x="2225483" y="64007"/>
                  <a:pt x="2229071" y="67850"/>
                  <a:pt x="2229071" y="79633"/>
                </a:cubicBezTo>
                <a:lnTo>
                  <a:pt x="2229071" y="144191"/>
                </a:lnTo>
                <a:cubicBezTo>
                  <a:pt x="2229071" y="164431"/>
                  <a:pt x="2241367" y="177497"/>
                  <a:pt x="2260070" y="177497"/>
                </a:cubicBezTo>
                <a:cubicBezTo>
                  <a:pt x="2269551" y="177497"/>
                  <a:pt x="2279543" y="173399"/>
                  <a:pt x="2286463" y="166479"/>
                </a:cubicBezTo>
                <a:lnTo>
                  <a:pt x="2297480" y="155466"/>
                </a:lnTo>
                <a:lnTo>
                  <a:pt x="2297480" y="176730"/>
                </a:lnTo>
                <a:lnTo>
                  <a:pt x="2298505" y="177246"/>
                </a:lnTo>
                <a:cubicBezTo>
                  <a:pt x="2311316" y="172125"/>
                  <a:pt x="2320539" y="169306"/>
                  <a:pt x="2333604" y="165717"/>
                </a:cubicBezTo>
                <a:lnTo>
                  <a:pt x="2333604" y="162136"/>
                </a:lnTo>
                <a:close/>
                <a:moveTo>
                  <a:pt x="2378189" y="524"/>
                </a:moveTo>
                <a:lnTo>
                  <a:pt x="2376907" y="12"/>
                </a:lnTo>
                <a:cubicBezTo>
                  <a:pt x="2366144" y="3855"/>
                  <a:pt x="2359228" y="5903"/>
                  <a:pt x="2347187" y="9234"/>
                </a:cubicBezTo>
                <a:lnTo>
                  <a:pt x="2339755" y="11287"/>
                </a:lnTo>
                <a:lnTo>
                  <a:pt x="2339755" y="15384"/>
                </a:lnTo>
                <a:cubicBezTo>
                  <a:pt x="2341291" y="15130"/>
                  <a:pt x="2342315" y="15130"/>
                  <a:pt x="2344110" y="15130"/>
                </a:cubicBezTo>
                <a:cubicBezTo>
                  <a:pt x="2354361" y="15130"/>
                  <a:pt x="2356663" y="17433"/>
                  <a:pt x="2356663" y="28196"/>
                </a:cubicBezTo>
                <a:lnTo>
                  <a:pt x="2356663" y="161108"/>
                </a:lnTo>
                <a:cubicBezTo>
                  <a:pt x="2356663" y="169044"/>
                  <a:pt x="2378443" y="177497"/>
                  <a:pt x="2398941" y="177497"/>
                </a:cubicBezTo>
                <a:cubicBezTo>
                  <a:pt x="2432762" y="177497"/>
                  <a:pt x="2458894" y="149328"/>
                  <a:pt x="2458894" y="112716"/>
                </a:cubicBezTo>
                <a:cubicBezTo>
                  <a:pt x="2458894" y="81224"/>
                  <a:pt x="2439424" y="57146"/>
                  <a:pt x="2413801" y="57146"/>
                </a:cubicBezTo>
                <a:cubicBezTo>
                  <a:pt x="2398171" y="57146"/>
                  <a:pt x="2383311" y="66372"/>
                  <a:pt x="2378189" y="78922"/>
                </a:cubicBezTo>
                <a:lnTo>
                  <a:pt x="2378189" y="524"/>
                </a:lnTo>
                <a:moveTo>
                  <a:pt x="2378189" y="92492"/>
                </a:moveTo>
                <a:cubicBezTo>
                  <a:pt x="2378189" y="82507"/>
                  <a:pt x="2390231" y="73288"/>
                  <a:pt x="2403554" y="73288"/>
                </a:cubicBezTo>
                <a:cubicBezTo>
                  <a:pt x="2423536" y="73288"/>
                  <a:pt x="2436347" y="93258"/>
                  <a:pt x="2436347" y="124495"/>
                </a:cubicBezTo>
                <a:cubicBezTo>
                  <a:pt x="2436347" y="152913"/>
                  <a:pt x="2424048" y="169298"/>
                  <a:pt x="2403042" y="169298"/>
                </a:cubicBezTo>
                <a:cubicBezTo>
                  <a:pt x="2389718" y="169298"/>
                  <a:pt x="2378189" y="163410"/>
                  <a:pt x="2378189" y="157011"/>
                </a:cubicBezTo>
                <a:lnTo>
                  <a:pt x="2378189" y="92492"/>
                </a:lnTo>
                <a:close/>
                <a:moveTo>
                  <a:pt x="2587514" y="75645"/>
                </a:moveTo>
                <a:lnTo>
                  <a:pt x="2587514" y="65653"/>
                </a:lnTo>
                <a:lnTo>
                  <a:pt x="2567786" y="65653"/>
                </a:lnTo>
                <a:cubicBezTo>
                  <a:pt x="2562661" y="65653"/>
                  <a:pt x="2558818" y="64855"/>
                  <a:pt x="2553696" y="63041"/>
                </a:cubicBezTo>
                <a:lnTo>
                  <a:pt x="2548059" y="60993"/>
                </a:lnTo>
                <a:cubicBezTo>
                  <a:pt x="2541139" y="58428"/>
                  <a:pt x="2534223" y="57146"/>
                  <a:pt x="2527561" y="57146"/>
                </a:cubicBezTo>
                <a:cubicBezTo>
                  <a:pt x="2503732" y="57146"/>
                  <a:pt x="2484771" y="75645"/>
                  <a:pt x="2484771" y="98954"/>
                </a:cubicBezTo>
                <a:cubicBezTo>
                  <a:pt x="2484771" y="115093"/>
                  <a:pt x="2491691" y="124823"/>
                  <a:pt x="2508600" y="133276"/>
                </a:cubicBezTo>
                <a:cubicBezTo>
                  <a:pt x="2503732" y="137889"/>
                  <a:pt x="2499123" y="142236"/>
                  <a:pt x="2497583" y="143515"/>
                </a:cubicBezTo>
                <a:cubicBezTo>
                  <a:pt x="2489130" y="150931"/>
                  <a:pt x="2485799" y="156049"/>
                  <a:pt x="2485799" y="161163"/>
                </a:cubicBezTo>
                <a:cubicBezTo>
                  <a:pt x="2485799" y="166534"/>
                  <a:pt x="2488872" y="169603"/>
                  <a:pt x="2499377" y="174729"/>
                </a:cubicBezTo>
                <a:cubicBezTo>
                  <a:pt x="2481186" y="188064"/>
                  <a:pt x="2474270" y="196532"/>
                  <a:pt x="2474270" y="206020"/>
                </a:cubicBezTo>
                <a:cubicBezTo>
                  <a:pt x="2474270" y="219610"/>
                  <a:pt x="2494252" y="230885"/>
                  <a:pt x="2518592" y="230885"/>
                </a:cubicBezTo>
                <a:cubicBezTo>
                  <a:pt x="2537808" y="230885"/>
                  <a:pt x="2557793" y="224223"/>
                  <a:pt x="2571117" y="213460"/>
                </a:cubicBezTo>
                <a:cubicBezTo>
                  <a:pt x="2580856" y="205508"/>
                  <a:pt x="2585211" y="197298"/>
                  <a:pt x="2585211" y="187552"/>
                </a:cubicBezTo>
                <a:cubicBezTo>
                  <a:pt x="2585211" y="171652"/>
                  <a:pt x="2573166" y="160908"/>
                  <a:pt x="2554208" y="160142"/>
                </a:cubicBezTo>
                <a:lnTo>
                  <a:pt x="2521157" y="158606"/>
                </a:lnTo>
                <a:cubicBezTo>
                  <a:pt x="2507575" y="158094"/>
                  <a:pt x="2501172" y="155791"/>
                  <a:pt x="2501172" y="151701"/>
                </a:cubicBezTo>
                <a:cubicBezTo>
                  <a:pt x="2501172" y="146584"/>
                  <a:pt x="2509624" y="137631"/>
                  <a:pt x="2516544" y="135582"/>
                </a:cubicBezTo>
                <a:cubicBezTo>
                  <a:pt x="2518851" y="135840"/>
                  <a:pt x="2520645" y="136095"/>
                  <a:pt x="2521411" y="136095"/>
                </a:cubicBezTo>
                <a:cubicBezTo>
                  <a:pt x="2526279" y="136607"/>
                  <a:pt x="2529610" y="136865"/>
                  <a:pt x="2531150" y="136865"/>
                </a:cubicBezTo>
                <a:cubicBezTo>
                  <a:pt x="2540627" y="136865"/>
                  <a:pt x="2550877" y="133022"/>
                  <a:pt x="2558818" y="126106"/>
                </a:cubicBezTo>
                <a:cubicBezTo>
                  <a:pt x="2567274" y="118932"/>
                  <a:pt x="2571117" y="109967"/>
                  <a:pt x="2571117" y="97164"/>
                </a:cubicBezTo>
                <a:cubicBezTo>
                  <a:pt x="2571117" y="89735"/>
                  <a:pt x="2569835" y="83844"/>
                  <a:pt x="2566250" y="75645"/>
                </a:cubicBezTo>
                <a:lnTo>
                  <a:pt x="2587514" y="75645"/>
                </a:lnTo>
                <a:moveTo>
                  <a:pt x="2504757" y="175495"/>
                </a:moveTo>
                <a:cubicBezTo>
                  <a:pt x="2513213" y="177293"/>
                  <a:pt x="2533711" y="178830"/>
                  <a:pt x="2546264" y="178830"/>
                </a:cubicBezTo>
                <a:cubicBezTo>
                  <a:pt x="2569581" y="178830"/>
                  <a:pt x="2578037" y="182165"/>
                  <a:pt x="2578037" y="191399"/>
                </a:cubicBezTo>
                <a:cubicBezTo>
                  <a:pt x="2578037" y="206278"/>
                  <a:pt x="2558564" y="216279"/>
                  <a:pt x="2529610" y="216279"/>
                </a:cubicBezTo>
                <a:cubicBezTo>
                  <a:pt x="2507063" y="216279"/>
                  <a:pt x="2492203" y="208843"/>
                  <a:pt x="2492203" y="197556"/>
                </a:cubicBezTo>
                <a:cubicBezTo>
                  <a:pt x="2492203" y="191657"/>
                  <a:pt x="2493998" y="188322"/>
                  <a:pt x="2504757" y="175495"/>
                </a:cubicBezTo>
                <a:moveTo>
                  <a:pt x="2506039" y="88453"/>
                </a:moveTo>
                <a:cubicBezTo>
                  <a:pt x="2506039" y="73343"/>
                  <a:pt x="2513213" y="64323"/>
                  <a:pt x="2525000" y="64323"/>
                </a:cubicBezTo>
                <a:cubicBezTo>
                  <a:pt x="2532940" y="64323"/>
                  <a:pt x="2539602" y="68730"/>
                  <a:pt x="2543703" y="76416"/>
                </a:cubicBezTo>
                <a:cubicBezTo>
                  <a:pt x="2548313" y="85380"/>
                  <a:pt x="2551390" y="97164"/>
                  <a:pt x="2551390" y="107152"/>
                </a:cubicBezTo>
                <a:cubicBezTo>
                  <a:pt x="2551390" y="121493"/>
                  <a:pt x="2543958" y="130457"/>
                  <a:pt x="2532174" y="130457"/>
                </a:cubicBezTo>
                <a:cubicBezTo>
                  <a:pt x="2516802" y="130457"/>
                  <a:pt x="2506039" y="113810"/>
                  <a:pt x="2506039" y="89223"/>
                </a:cubicBezTo>
                <a:lnTo>
                  <a:pt x="2506039" y="88453"/>
                </a:lnTo>
                <a:close/>
                <a:moveTo>
                  <a:pt x="2596995" y="75083"/>
                </a:moveTo>
                <a:cubicBezTo>
                  <a:pt x="2600584" y="74312"/>
                  <a:pt x="2602890" y="74054"/>
                  <a:pt x="2605963" y="74054"/>
                </a:cubicBezTo>
                <a:cubicBezTo>
                  <a:pt x="2612367" y="74054"/>
                  <a:pt x="2614674" y="78155"/>
                  <a:pt x="2614674" y="89427"/>
                </a:cubicBezTo>
                <a:lnTo>
                  <a:pt x="2614674" y="153476"/>
                </a:lnTo>
                <a:cubicBezTo>
                  <a:pt x="2614674" y="166284"/>
                  <a:pt x="2612879" y="168078"/>
                  <a:pt x="2596483" y="171151"/>
                </a:cubicBezTo>
                <a:lnTo>
                  <a:pt x="2596483" y="174994"/>
                </a:lnTo>
                <a:lnTo>
                  <a:pt x="2657976" y="174994"/>
                </a:lnTo>
                <a:lnTo>
                  <a:pt x="2657976" y="171151"/>
                </a:lnTo>
                <a:cubicBezTo>
                  <a:pt x="2640551" y="170385"/>
                  <a:pt x="2636196" y="166542"/>
                  <a:pt x="2636196" y="151940"/>
                </a:cubicBezTo>
                <a:lnTo>
                  <a:pt x="2636196" y="94294"/>
                </a:lnTo>
                <a:cubicBezTo>
                  <a:pt x="2636196" y="86096"/>
                  <a:pt x="2647213" y="73288"/>
                  <a:pt x="2654132" y="73288"/>
                </a:cubicBezTo>
                <a:cubicBezTo>
                  <a:pt x="2655669" y="73288"/>
                  <a:pt x="2657976" y="74570"/>
                  <a:pt x="2660794" y="77131"/>
                </a:cubicBezTo>
                <a:cubicBezTo>
                  <a:pt x="2664891" y="80716"/>
                  <a:pt x="2667710" y="82253"/>
                  <a:pt x="2671041" y="82253"/>
                </a:cubicBezTo>
                <a:cubicBezTo>
                  <a:pt x="2677191" y="82253"/>
                  <a:pt x="2681034" y="77897"/>
                  <a:pt x="2681034" y="70727"/>
                </a:cubicBezTo>
                <a:cubicBezTo>
                  <a:pt x="2681034" y="62271"/>
                  <a:pt x="2675654" y="57146"/>
                  <a:pt x="2666944" y="57146"/>
                </a:cubicBezTo>
                <a:cubicBezTo>
                  <a:pt x="2656181" y="57146"/>
                  <a:pt x="2648753" y="63041"/>
                  <a:pt x="2636196" y="81228"/>
                </a:cubicBezTo>
                <a:lnTo>
                  <a:pt x="2636196" y="57662"/>
                </a:lnTo>
                <a:lnTo>
                  <a:pt x="2634917" y="57146"/>
                </a:lnTo>
                <a:cubicBezTo>
                  <a:pt x="2621335" y="62783"/>
                  <a:pt x="2612113" y="66114"/>
                  <a:pt x="2596995" y="70981"/>
                </a:cubicBezTo>
                <a:lnTo>
                  <a:pt x="2596995" y="75083"/>
                </a:lnTo>
                <a:close/>
                <a:moveTo>
                  <a:pt x="2793767" y="158031"/>
                </a:moveTo>
                <a:cubicBezTo>
                  <a:pt x="2789412" y="161612"/>
                  <a:pt x="2786339" y="162894"/>
                  <a:pt x="2782496" y="162894"/>
                </a:cubicBezTo>
                <a:cubicBezTo>
                  <a:pt x="2776604" y="162894"/>
                  <a:pt x="2774810" y="159309"/>
                  <a:pt x="2774810" y="148046"/>
                </a:cubicBezTo>
                <a:lnTo>
                  <a:pt x="2774810" y="98117"/>
                </a:lnTo>
                <a:cubicBezTo>
                  <a:pt x="2774810" y="84802"/>
                  <a:pt x="2773527" y="77377"/>
                  <a:pt x="2769684" y="71232"/>
                </a:cubicBezTo>
                <a:cubicBezTo>
                  <a:pt x="2764047" y="62017"/>
                  <a:pt x="2753030" y="57146"/>
                  <a:pt x="2737916" y="57146"/>
                </a:cubicBezTo>
                <a:cubicBezTo>
                  <a:pt x="2713829" y="57146"/>
                  <a:pt x="2694872" y="69695"/>
                  <a:pt x="2694872" y="85826"/>
                </a:cubicBezTo>
                <a:cubicBezTo>
                  <a:pt x="2694872" y="91718"/>
                  <a:pt x="2699993" y="96835"/>
                  <a:pt x="2705889" y="96835"/>
                </a:cubicBezTo>
                <a:cubicBezTo>
                  <a:pt x="2712034" y="96835"/>
                  <a:pt x="2717418" y="91718"/>
                  <a:pt x="2717418" y="86084"/>
                </a:cubicBezTo>
                <a:cubicBezTo>
                  <a:pt x="2717418" y="85060"/>
                  <a:pt x="2717160" y="83777"/>
                  <a:pt x="2716906" y="81987"/>
                </a:cubicBezTo>
                <a:cubicBezTo>
                  <a:pt x="2716394" y="79684"/>
                  <a:pt x="2716136" y="77635"/>
                  <a:pt x="2716136" y="75841"/>
                </a:cubicBezTo>
                <a:cubicBezTo>
                  <a:pt x="2716136" y="68929"/>
                  <a:pt x="2724334" y="63295"/>
                  <a:pt x="2734585" y="63295"/>
                </a:cubicBezTo>
                <a:cubicBezTo>
                  <a:pt x="2747138" y="63295"/>
                  <a:pt x="2754054" y="70719"/>
                  <a:pt x="2754054" y="84547"/>
                </a:cubicBezTo>
                <a:lnTo>
                  <a:pt x="2754054" y="100166"/>
                </a:lnTo>
                <a:cubicBezTo>
                  <a:pt x="2714599" y="116039"/>
                  <a:pt x="2710244" y="118087"/>
                  <a:pt x="2699227" y="127818"/>
                </a:cubicBezTo>
                <a:cubicBezTo>
                  <a:pt x="2693589" y="132940"/>
                  <a:pt x="2690000" y="141642"/>
                  <a:pt x="2690000" y="150091"/>
                </a:cubicBezTo>
                <a:cubicBezTo>
                  <a:pt x="2690000" y="166225"/>
                  <a:pt x="2701275" y="177497"/>
                  <a:pt x="2716906" y="177497"/>
                </a:cubicBezTo>
                <a:cubicBezTo>
                  <a:pt x="2728177" y="177497"/>
                  <a:pt x="2738682" y="172117"/>
                  <a:pt x="2754312" y="158793"/>
                </a:cubicBezTo>
                <a:cubicBezTo>
                  <a:pt x="2755594" y="172117"/>
                  <a:pt x="2760204" y="177497"/>
                  <a:pt x="2770709" y="177497"/>
                </a:cubicBezTo>
                <a:cubicBezTo>
                  <a:pt x="2779419" y="177497"/>
                  <a:pt x="2784802" y="174424"/>
                  <a:pt x="2793767" y="164689"/>
                </a:cubicBezTo>
                <a:lnTo>
                  <a:pt x="2793767" y="158031"/>
                </a:lnTo>
                <a:moveTo>
                  <a:pt x="2754054" y="143421"/>
                </a:moveTo>
                <a:cubicBezTo>
                  <a:pt x="2754054" y="151365"/>
                  <a:pt x="2752776" y="153672"/>
                  <a:pt x="2747392" y="156745"/>
                </a:cubicBezTo>
                <a:cubicBezTo>
                  <a:pt x="2741246" y="160334"/>
                  <a:pt x="2734072" y="162636"/>
                  <a:pt x="2728689" y="162636"/>
                </a:cubicBezTo>
                <a:cubicBezTo>
                  <a:pt x="2719724" y="162636"/>
                  <a:pt x="2712550" y="153926"/>
                  <a:pt x="2712550" y="142909"/>
                </a:cubicBezTo>
                <a:lnTo>
                  <a:pt x="2712550" y="141885"/>
                </a:lnTo>
                <a:cubicBezTo>
                  <a:pt x="2712550" y="126766"/>
                  <a:pt x="2723051" y="117544"/>
                  <a:pt x="2754054" y="106269"/>
                </a:cubicBezTo>
                <a:lnTo>
                  <a:pt x="2754054" y="143421"/>
                </a:lnTo>
                <a:close/>
                <a:moveTo>
                  <a:pt x="2796586" y="74250"/>
                </a:moveTo>
                <a:cubicBezTo>
                  <a:pt x="2798892" y="73996"/>
                  <a:pt x="2800687" y="73996"/>
                  <a:pt x="2802993" y="73996"/>
                </a:cubicBezTo>
                <a:cubicBezTo>
                  <a:pt x="2811704" y="73996"/>
                  <a:pt x="2813498" y="76556"/>
                  <a:pt x="2813498" y="88598"/>
                </a:cubicBezTo>
                <a:lnTo>
                  <a:pt x="2813498" y="208507"/>
                </a:lnTo>
                <a:cubicBezTo>
                  <a:pt x="2813498" y="221831"/>
                  <a:pt x="2810679" y="224649"/>
                  <a:pt x="2795561" y="226186"/>
                </a:cubicBezTo>
                <a:lnTo>
                  <a:pt x="2795561" y="230541"/>
                </a:lnTo>
                <a:lnTo>
                  <a:pt x="2857566" y="230541"/>
                </a:lnTo>
                <a:lnTo>
                  <a:pt x="2857566" y="225932"/>
                </a:lnTo>
                <a:cubicBezTo>
                  <a:pt x="2838351" y="225674"/>
                  <a:pt x="2835020" y="222855"/>
                  <a:pt x="2835020" y="206712"/>
                </a:cubicBezTo>
                <a:lnTo>
                  <a:pt x="2835020" y="166483"/>
                </a:lnTo>
                <a:cubicBezTo>
                  <a:pt x="2843989" y="174936"/>
                  <a:pt x="2850134" y="177497"/>
                  <a:pt x="2860897" y="177497"/>
                </a:cubicBezTo>
                <a:cubicBezTo>
                  <a:pt x="2891130" y="177497"/>
                  <a:pt x="2914700" y="148816"/>
                  <a:pt x="2914700" y="111691"/>
                </a:cubicBezTo>
                <a:cubicBezTo>
                  <a:pt x="2914700" y="79946"/>
                  <a:pt x="2896767" y="57146"/>
                  <a:pt x="2871914" y="57146"/>
                </a:cubicBezTo>
                <a:cubicBezTo>
                  <a:pt x="2857566" y="57146"/>
                  <a:pt x="2846291" y="63553"/>
                  <a:pt x="2835020" y="77385"/>
                </a:cubicBezTo>
                <a:lnTo>
                  <a:pt x="2835020" y="57662"/>
                </a:lnTo>
                <a:lnTo>
                  <a:pt x="2833484" y="57146"/>
                </a:lnTo>
                <a:cubicBezTo>
                  <a:pt x="2819648" y="62529"/>
                  <a:pt x="2810679" y="65860"/>
                  <a:pt x="2796586" y="70215"/>
                </a:cubicBezTo>
                <a:lnTo>
                  <a:pt x="2796586" y="74250"/>
                </a:lnTo>
                <a:moveTo>
                  <a:pt x="2835020" y="89419"/>
                </a:moveTo>
                <a:cubicBezTo>
                  <a:pt x="2835020" y="81737"/>
                  <a:pt x="2849368" y="72522"/>
                  <a:pt x="2861151" y="72522"/>
                </a:cubicBezTo>
                <a:cubicBezTo>
                  <a:pt x="2880113" y="72522"/>
                  <a:pt x="2892666" y="91979"/>
                  <a:pt x="2892666" y="121680"/>
                </a:cubicBezTo>
                <a:cubicBezTo>
                  <a:pt x="2892666" y="150099"/>
                  <a:pt x="2880113" y="169298"/>
                  <a:pt x="2861667" y="169298"/>
                </a:cubicBezTo>
                <a:cubicBezTo>
                  <a:pt x="2849622" y="169298"/>
                  <a:pt x="2835020" y="160083"/>
                  <a:pt x="2835020" y="152401"/>
                </a:cubicBezTo>
                <a:lnTo>
                  <a:pt x="2835020" y="89419"/>
                </a:lnTo>
                <a:close/>
                <a:moveTo>
                  <a:pt x="2962615" y="87124"/>
                </a:moveTo>
                <a:cubicBezTo>
                  <a:pt x="2973374" y="75341"/>
                  <a:pt x="2981060" y="70981"/>
                  <a:pt x="2991053" y="70981"/>
                </a:cubicBezTo>
                <a:cubicBezTo>
                  <a:pt x="3003865" y="70981"/>
                  <a:pt x="3010268" y="80208"/>
                  <a:pt x="3010268" y="98141"/>
                </a:cubicBezTo>
                <a:lnTo>
                  <a:pt x="3010268" y="148863"/>
                </a:lnTo>
                <a:cubicBezTo>
                  <a:pt x="3010268" y="166284"/>
                  <a:pt x="3007708" y="169615"/>
                  <a:pt x="2992847" y="171151"/>
                </a:cubicBezTo>
                <a:lnTo>
                  <a:pt x="2992847" y="174994"/>
                </a:lnTo>
                <a:lnTo>
                  <a:pt x="3047166" y="174994"/>
                </a:lnTo>
                <a:lnTo>
                  <a:pt x="3047166" y="171151"/>
                </a:lnTo>
                <a:cubicBezTo>
                  <a:pt x="3033331" y="168591"/>
                  <a:pt x="3031790" y="166542"/>
                  <a:pt x="3031790" y="148863"/>
                </a:cubicBezTo>
                <a:lnTo>
                  <a:pt x="3031790" y="97883"/>
                </a:lnTo>
                <a:cubicBezTo>
                  <a:pt x="3031790" y="70981"/>
                  <a:pt x="3021031" y="57146"/>
                  <a:pt x="3000276" y="57146"/>
                </a:cubicBezTo>
                <a:cubicBezTo>
                  <a:pt x="2985161" y="57146"/>
                  <a:pt x="2974398" y="63295"/>
                  <a:pt x="2962615" y="78668"/>
                </a:cubicBezTo>
                <a:lnTo>
                  <a:pt x="2962615" y="782"/>
                </a:lnTo>
                <a:lnTo>
                  <a:pt x="2961333" y="12"/>
                </a:lnTo>
                <a:cubicBezTo>
                  <a:pt x="2952622" y="3085"/>
                  <a:pt x="2946215" y="5137"/>
                  <a:pt x="2931867" y="9234"/>
                </a:cubicBezTo>
                <a:lnTo>
                  <a:pt x="2924951" y="11287"/>
                </a:lnTo>
                <a:lnTo>
                  <a:pt x="2924951" y="15384"/>
                </a:lnTo>
                <a:cubicBezTo>
                  <a:pt x="2925975" y="15130"/>
                  <a:pt x="2926745" y="15130"/>
                  <a:pt x="2928024" y="15130"/>
                </a:cubicBezTo>
                <a:cubicBezTo>
                  <a:pt x="2939041" y="15130"/>
                  <a:pt x="2941093" y="17178"/>
                  <a:pt x="2941093" y="28196"/>
                </a:cubicBezTo>
                <a:lnTo>
                  <a:pt x="2941093" y="148863"/>
                </a:lnTo>
                <a:cubicBezTo>
                  <a:pt x="2941093" y="166796"/>
                  <a:pt x="2939553" y="169103"/>
                  <a:pt x="2924693" y="171151"/>
                </a:cubicBezTo>
                <a:lnTo>
                  <a:pt x="2924693" y="174994"/>
                </a:lnTo>
                <a:lnTo>
                  <a:pt x="2980036" y="174994"/>
                </a:lnTo>
                <a:lnTo>
                  <a:pt x="2980036" y="171151"/>
                </a:lnTo>
                <a:cubicBezTo>
                  <a:pt x="2965176" y="169615"/>
                  <a:pt x="2962615" y="166542"/>
                  <a:pt x="2962615" y="148863"/>
                </a:cubicBezTo>
                <a:lnTo>
                  <a:pt x="2962615" y="87124"/>
                </a:lnTo>
                <a:close/>
                <a:moveTo>
                  <a:pt x="3253417" y="158031"/>
                </a:moveTo>
                <a:cubicBezTo>
                  <a:pt x="3249061" y="161612"/>
                  <a:pt x="3245988" y="162894"/>
                  <a:pt x="3242145" y="162894"/>
                </a:cubicBezTo>
                <a:cubicBezTo>
                  <a:pt x="3236254" y="162894"/>
                  <a:pt x="3234459" y="159309"/>
                  <a:pt x="3234459" y="148046"/>
                </a:cubicBezTo>
                <a:lnTo>
                  <a:pt x="3234459" y="98117"/>
                </a:lnTo>
                <a:cubicBezTo>
                  <a:pt x="3234459" y="84802"/>
                  <a:pt x="3233177" y="77377"/>
                  <a:pt x="3229334" y="71232"/>
                </a:cubicBezTo>
                <a:cubicBezTo>
                  <a:pt x="3223696" y="62017"/>
                  <a:pt x="3212679" y="57146"/>
                  <a:pt x="3197565" y="57146"/>
                </a:cubicBezTo>
                <a:cubicBezTo>
                  <a:pt x="3173478" y="57146"/>
                  <a:pt x="3154521" y="69695"/>
                  <a:pt x="3154521" y="85826"/>
                </a:cubicBezTo>
                <a:cubicBezTo>
                  <a:pt x="3154521" y="91718"/>
                  <a:pt x="3159643" y="96835"/>
                  <a:pt x="3165538" y="96835"/>
                </a:cubicBezTo>
                <a:cubicBezTo>
                  <a:pt x="3171684" y="96835"/>
                  <a:pt x="3177067" y="91718"/>
                  <a:pt x="3177067" y="86084"/>
                </a:cubicBezTo>
                <a:cubicBezTo>
                  <a:pt x="3177067" y="85060"/>
                  <a:pt x="3176809" y="83777"/>
                  <a:pt x="3176555" y="81987"/>
                </a:cubicBezTo>
                <a:cubicBezTo>
                  <a:pt x="3176043" y="79684"/>
                  <a:pt x="3175785" y="77635"/>
                  <a:pt x="3175785" y="75841"/>
                </a:cubicBezTo>
                <a:cubicBezTo>
                  <a:pt x="3175785" y="68929"/>
                  <a:pt x="3183983" y="63295"/>
                  <a:pt x="3194234" y="63295"/>
                </a:cubicBezTo>
                <a:cubicBezTo>
                  <a:pt x="3206788" y="63295"/>
                  <a:pt x="3213704" y="70719"/>
                  <a:pt x="3213704" y="84547"/>
                </a:cubicBezTo>
                <a:lnTo>
                  <a:pt x="3213704" y="100166"/>
                </a:lnTo>
                <a:cubicBezTo>
                  <a:pt x="3174249" y="116039"/>
                  <a:pt x="3169893" y="118087"/>
                  <a:pt x="3158876" y="127818"/>
                </a:cubicBezTo>
                <a:cubicBezTo>
                  <a:pt x="3153239" y="132940"/>
                  <a:pt x="3149650" y="141642"/>
                  <a:pt x="3149650" y="150091"/>
                </a:cubicBezTo>
                <a:cubicBezTo>
                  <a:pt x="3149650" y="166225"/>
                  <a:pt x="3160925" y="177497"/>
                  <a:pt x="3176555" y="177497"/>
                </a:cubicBezTo>
                <a:cubicBezTo>
                  <a:pt x="3187826" y="177497"/>
                  <a:pt x="3198331" y="172117"/>
                  <a:pt x="3213962" y="158793"/>
                </a:cubicBezTo>
                <a:cubicBezTo>
                  <a:pt x="3215244" y="172117"/>
                  <a:pt x="3219853" y="177497"/>
                  <a:pt x="3230358" y="177497"/>
                </a:cubicBezTo>
                <a:cubicBezTo>
                  <a:pt x="3239069" y="177497"/>
                  <a:pt x="3244452" y="174424"/>
                  <a:pt x="3253417" y="164689"/>
                </a:cubicBezTo>
                <a:lnTo>
                  <a:pt x="3253417" y="158031"/>
                </a:lnTo>
                <a:moveTo>
                  <a:pt x="3213704" y="143421"/>
                </a:moveTo>
                <a:cubicBezTo>
                  <a:pt x="3213704" y="151365"/>
                  <a:pt x="3212425" y="153672"/>
                  <a:pt x="3207042" y="156745"/>
                </a:cubicBezTo>
                <a:cubicBezTo>
                  <a:pt x="3200896" y="160334"/>
                  <a:pt x="3193722" y="162636"/>
                  <a:pt x="3188339" y="162636"/>
                </a:cubicBezTo>
                <a:cubicBezTo>
                  <a:pt x="3179374" y="162636"/>
                  <a:pt x="3172200" y="153926"/>
                  <a:pt x="3172200" y="142909"/>
                </a:cubicBezTo>
                <a:lnTo>
                  <a:pt x="3172200" y="141885"/>
                </a:lnTo>
                <a:cubicBezTo>
                  <a:pt x="3172200" y="126766"/>
                  <a:pt x="3182701" y="117544"/>
                  <a:pt x="3213704" y="106269"/>
                </a:cubicBezTo>
                <a:lnTo>
                  <a:pt x="3213704" y="143421"/>
                </a:lnTo>
                <a:close/>
                <a:moveTo>
                  <a:pt x="3258030" y="73034"/>
                </a:moveTo>
                <a:cubicBezTo>
                  <a:pt x="3259566" y="72264"/>
                  <a:pt x="3262131" y="72010"/>
                  <a:pt x="3264950" y="72010"/>
                </a:cubicBezTo>
                <a:cubicBezTo>
                  <a:pt x="3272124" y="72010"/>
                  <a:pt x="3274426" y="75853"/>
                  <a:pt x="3274426" y="88402"/>
                </a:cubicBezTo>
                <a:lnTo>
                  <a:pt x="3274426" y="151940"/>
                </a:lnTo>
                <a:cubicBezTo>
                  <a:pt x="3274426" y="166542"/>
                  <a:pt x="3271608" y="170127"/>
                  <a:pt x="3258542" y="171151"/>
                </a:cubicBezTo>
                <a:lnTo>
                  <a:pt x="3258542" y="174994"/>
                </a:lnTo>
                <a:lnTo>
                  <a:pt x="3312861" y="174994"/>
                </a:lnTo>
                <a:lnTo>
                  <a:pt x="3312861" y="171151"/>
                </a:lnTo>
                <a:cubicBezTo>
                  <a:pt x="3299791" y="170127"/>
                  <a:pt x="3295948" y="167054"/>
                  <a:pt x="3295948" y="157832"/>
                </a:cubicBezTo>
                <a:lnTo>
                  <a:pt x="3295948" y="85842"/>
                </a:lnTo>
                <a:cubicBezTo>
                  <a:pt x="3308248" y="74312"/>
                  <a:pt x="3313885" y="71239"/>
                  <a:pt x="3322341" y="71239"/>
                </a:cubicBezTo>
                <a:cubicBezTo>
                  <a:pt x="3334895" y="71239"/>
                  <a:pt x="3341045" y="79180"/>
                  <a:pt x="3341045" y="96088"/>
                </a:cubicBezTo>
                <a:lnTo>
                  <a:pt x="3341045" y="149633"/>
                </a:lnTo>
                <a:cubicBezTo>
                  <a:pt x="3341045" y="165772"/>
                  <a:pt x="3337714" y="170127"/>
                  <a:pt x="3324902" y="171151"/>
                </a:cubicBezTo>
                <a:lnTo>
                  <a:pt x="3324902" y="174994"/>
                </a:lnTo>
                <a:lnTo>
                  <a:pt x="3378197" y="174994"/>
                </a:lnTo>
                <a:lnTo>
                  <a:pt x="3378197" y="171151"/>
                </a:lnTo>
                <a:cubicBezTo>
                  <a:pt x="3365639" y="169873"/>
                  <a:pt x="3362567" y="166796"/>
                  <a:pt x="3362567" y="154247"/>
                </a:cubicBezTo>
                <a:lnTo>
                  <a:pt x="3362567" y="95576"/>
                </a:lnTo>
                <a:cubicBezTo>
                  <a:pt x="3362567" y="71497"/>
                  <a:pt x="3351292" y="57146"/>
                  <a:pt x="3332334" y="57146"/>
                </a:cubicBezTo>
                <a:cubicBezTo>
                  <a:pt x="3320547" y="57146"/>
                  <a:pt x="3312603" y="61505"/>
                  <a:pt x="3295182" y="77901"/>
                </a:cubicBezTo>
                <a:lnTo>
                  <a:pt x="3295182" y="57662"/>
                </a:lnTo>
                <a:lnTo>
                  <a:pt x="3293387" y="57146"/>
                </a:lnTo>
                <a:cubicBezTo>
                  <a:pt x="3280834" y="61759"/>
                  <a:pt x="3272124" y="64578"/>
                  <a:pt x="3258030" y="68679"/>
                </a:cubicBezTo>
                <a:lnTo>
                  <a:pt x="3258030" y="73034"/>
                </a:lnTo>
                <a:close/>
                <a:moveTo>
                  <a:pt x="3495284" y="158031"/>
                </a:moveTo>
                <a:cubicBezTo>
                  <a:pt x="3490928" y="161612"/>
                  <a:pt x="3487856" y="162894"/>
                  <a:pt x="3484012" y="162894"/>
                </a:cubicBezTo>
                <a:cubicBezTo>
                  <a:pt x="3478121" y="162894"/>
                  <a:pt x="3476326" y="159309"/>
                  <a:pt x="3476326" y="148046"/>
                </a:cubicBezTo>
                <a:lnTo>
                  <a:pt x="3476326" y="98117"/>
                </a:lnTo>
                <a:cubicBezTo>
                  <a:pt x="3476326" y="84802"/>
                  <a:pt x="3475044" y="77377"/>
                  <a:pt x="3471201" y="71232"/>
                </a:cubicBezTo>
                <a:cubicBezTo>
                  <a:pt x="3465563" y="62017"/>
                  <a:pt x="3454546" y="57146"/>
                  <a:pt x="3439432" y="57146"/>
                </a:cubicBezTo>
                <a:cubicBezTo>
                  <a:pt x="3415346" y="57146"/>
                  <a:pt x="3396388" y="69695"/>
                  <a:pt x="3396388" y="85826"/>
                </a:cubicBezTo>
                <a:cubicBezTo>
                  <a:pt x="3396388" y="91718"/>
                  <a:pt x="3401510" y="96835"/>
                  <a:pt x="3407405" y="96835"/>
                </a:cubicBezTo>
                <a:cubicBezTo>
                  <a:pt x="3413551" y="96835"/>
                  <a:pt x="3418934" y="91718"/>
                  <a:pt x="3418934" y="86084"/>
                </a:cubicBezTo>
                <a:cubicBezTo>
                  <a:pt x="3418934" y="85060"/>
                  <a:pt x="3418676" y="83777"/>
                  <a:pt x="3418422" y="81987"/>
                </a:cubicBezTo>
                <a:cubicBezTo>
                  <a:pt x="3417910" y="79684"/>
                  <a:pt x="3417652" y="77635"/>
                  <a:pt x="3417652" y="75841"/>
                </a:cubicBezTo>
                <a:cubicBezTo>
                  <a:pt x="3417652" y="68929"/>
                  <a:pt x="3425850" y="63295"/>
                  <a:pt x="3436101" y="63295"/>
                </a:cubicBezTo>
                <a:cubicBezTo>
                  <a:pt x="3448655" y="63295"/>
                  <a:pt x="3455571" y="70719"/>
                  <a:pt x="3455571" y="84547"/>
                </a:cubicBezTo>
                <a:lnTo>
                  <a:pt x="3455571" y="100166"/>
                </a:lnTo>
                <a:cubicBezTo>
                  <a:pt x="3416116" y="116039"/>
                  <a:pt x="3411760" y="118087"/>
                  <a:pt x="3400743" y="127818"/>
                </a:cubicBezTo>
                <a:cubicBezTo>
                  <a:pt x="3395106" y="132940"/>
                  <a:pt x="3391517" y="141642"/>
                  <a:pt x="3391517" y="150091"/>
                </a:cubicBezTo>
                <a:cubicBezTo>
                  <a:pt x="3391517" y="166225"/>
                  <a:pt x="3402792" y="177497"/>
                  <a:pt x="3418422" y="177497"/>
                </a:cubicBezTo>
                <a:cubicBezTo>
                  <a:pt x="3429693" y="177497"/>
                  <a:pt x="3440198" y="172117"/>
                  <a:pt x="3455829" y="158793"/>
                </a:cubicBezTo>
                <a:cubicBezTo>
                  <a:pt x="3457111" y="172117"/>
                  <a:pt x="3461720" y="177497"/>
                  <a:pt x="3472225" y="177497"/>
                </a:cubicBezTo>
                <a:cubicBezTo>
                  <a:pt x="3480936" y="177497"/>
                  <a:pt x="3486319" y="174424"/>
                  <a:pt x="3495284" y="164689"/>
                </a:cubicBezTo>
                <a:lnTo>
                  <a:pt x="3495284" y="158031"/>
                </a:lnTo>
                <a:moveTo>
                  <a:pt x="3455571" y="143421"/>
                </a:moveTo>
                <a:cubicBezTo>
                  <a:pt x="3455571" y="151365"/>
                  <a:pt x="3454292" y="153672"/>
                  <a:pt x="3448909" y="156745"/>
                </a:cubicBezTo>
                <a:cubicBezTo>
                  <a:pt x="3442763" y="160334"/>
                  <a:pt x="3435589" y="162636"/>
                  <a:pt x="3430206" y="162636"/>
                </a:cubicBezTo>
                <a:cubicBezTo>
                  <a:pt x="3421241" y="162636"/>
                  <a:pt x="3414067" y="153926"/>
                  <a:pt x="3414067" y="142909"/>
                </a:cubicBezTo>
                <a:lnTo>
                  <a:pt x="3414067" y="141885"/>
                </a:lnTo>
                <a:cubicBezTo>
                  <a:pt x="3414067" y="126766"/>
                  <a:pt x="3424568" y="117544"/>
                  <a:pt x="3455571" y="106269"/>
                </a:cubicBezTo>
                <a:lnTo>
                  <a:pt x="3455571" y="143421"/>
                </a:lnTo>
                <a:close/>
                <a:moveTo>
                  <a:pt x="3500667" y="15372"/>
                </a:moveTo>
                <a:lnTo>
                  <a:pt x="3502203" y="15372"/>
                </a:lnTo>
                <a:cubicBezTo>
                  <a:pt x="3505022" y="15118"/>
                  <a:pt x="3508095" y="14860"/>
                  <a:pt x="3510148" y="14860"/>
                </a:cubicBezTo>
                <a:cubicBezTo>
                  <a:pt x="3518346" y="14860"/>
                  <a:pt x="3520907" y="18449"/>
                  <a:pt x="3520907" y="30490"/>
                </a:cubicBezTo>
                <a:lnTo>
                  <a:pt x="3520907" y="152706"/>
                </a:lnTo>
                <a:cubicBezTo>
                  <a:pt x="3520907" y="166542"/>
                  <a:pt x="3517322" y="169873"/>
                  <a:pt x="3501179" y="171151"/>
                </a:cubicBezTo>
                <a:lnTo>
                  <a:pt x="3501179" y="174994"/>
                </a:lnTo>
                <a:lnTo>
                  <a:pt x="3561644" y="174994"/>
                </a:lnTo>
                <a:lnTo>
                  <a:pt x="3561644" y="171151"/>
                </a:lnTo>
                <a:cubicBezTo>
                  <a:pt x="3545505" y="170127"/>
                  <a:pt x="3542429" y="167566"/>
                  <a:pt x="3542429" y="153472"/>
                </a:cubicBezTo>
                <a:lnTo>
                  <a:pt x="3542429" y="512"/>
                </a:lnTo>
                <a:lnTo>
                  <a:pt x="3541404" y="0"/>
                </a:lnTo>
                <a:cubicBezTo>
                  <a:pt x="3528081" y="4355"/>
                  <a:pt x="3518346" y="6920"/>
                  <a:pt x="3500667" y="11275"/>
                </a:cubicBezTo>
                <a:lnTo>
                  <a:pt x="3500667" y="15372"/>
                </a:lnTo>
                <a:close/>
                <a:moveTo>
                  <a:pt x="3688727" y="59648"/>
                </a:moveTo>
                <a:lnTo>
                  <a:pt x="3654139" y="59648"/>
                </a:lnTo>
                <a:lnTo>
                  <a:pt x="3654139" y="63495"/>
                </a:lnTo>
                <a:cubicBezTo>
                  <a:pt x="3662337" y="63495"/>
                  <a:pt x="3666439" y="65797"/>
                  <a:pt x="3666439" y="69898"/>
                </a:cubicBezTo>
                <a:cubicBezTo>
                  <a:pt x="3666439" y="70923"/>
                  <a:pt x="3666181" y="72459"/>
                  <a:pt x="3665410" y="74254"/>
                </a:cubicBezTo>
                <a:lnTo>
                  <a:pt x="3640557" y="144965"/>
                </a:lnTo>
                <a:lnTo>
                  <a:pt x="3611095" y="80145"/>
                </a:lnTo>
                <a:cubicBezTo>
                  <a:pt x="3609555" y="76560"/>
                  <a:pt x="3608531" y="73229"/>
                  <a:pt x="3608531" y="70411"/>
                </a:cubicBezTo>
                <a:cubicBezTo>
                  <a:pt x="3608531" y="65797"/>
                  <a:pt x="3612374" y="64007"/>
                  <a:pt x="3623391" y="63495"/>
                </a:cubicBezTo>
                <a:lnTo>
                  <a:pt x="3623391" y="59648"/>
                </a:lnTo>
                <a:lnTo>
                  <a:pt x="3570612" y="59648"/>
                </a:lnTo>
                <a:lnTo>
                  <a:pt x="3570612" y="63237"/>
                </a:lnTo>
                <a:cubicBezTo>
                  <a:pt x="3577274" y="64261"/>
                  <a:pt x="3581629" y="67080"/>
                  <a:pt x="3583678" y="71435"/>
                </a:cubicBezTo>
                <a:lnTo>
                  <a:pt x="3612886" y="134464"/>
                </a:lnTo>
                <a:lnTo>
                  <a:pt x="3613656" y="136513"/>
                </a:lnTo>
                <a:lnTo>
                  <a:pt x="3617499" y="144199"/>
                </a:lnTo>
                <a:cubicBezTo>
                  <a:pt x="3624673" y="157011"/>
                  <a:pt x="3628774" y="166233"/>
                  <a:pt x="3628774" y="170076"/>
                </a:cubicBezTo>
                <a:cubicBezTo>
                  <a:pt x="3628774" y="173919"/>
                  <a:pt x="3622879" y="190058"/>
                  <a:pt x="3618523" y="197744"/>
                </a:cubicBezTo>
                <a:cubicBezTo>
                  <a:pt x="3614938" y="204406"/>
                  <a:pt x="3609301" y="209273"/>
                  <a:pt x="3605712" y="209273"/>
                </a:cubicBezTo>
                <a:cubicBezTo>
                  <a:pt x="3604175" y="209273"/>
                  <a:pt x="3601869" y="208761"/>
                  <a:pt x="3599308" y="207483"/>
                </a:cubicBezTo>
                <a:cubicBezTo>
                  <a:pt x="3594441" y="205688"/>
                  <a:pt x="3590085" y="204664"/>
                  <a:pt x="3585730" y="204664"/>
                </a:cubicBezTo>
                <a:cubicBezTo>
                  <a:pt x="3579835" y="204664"/>
                  <a:pt x="3574713" y="209789"/>
                  <a:pt x="3574713" y="215935"/>
                </a:cubicBezTo>
                <a:cubicBezTo>
                  <a:pt x="3574713" y="224391"/>
                  <a:pt x="3582911" y="230799"/>
                  <a:pt x="3593671" y="230799"/>
                </a:cubicBezTo>
                <a:cubicBezTo>
                  <a:pt x="3610837" y="230799"/>
                  <a:pt x="3623137" y="216451"/>
                  <a:pt x="3636972" y="179557"/>
                </a:cubicBezTo>
                <a:lnTo>
                  <a:pt x="3676427" y="75024"/>
                </a:lnTo>
                <a:cubicBezTo>
                  <a:pt x="3679758" y="66822"/>
                  <a:pt x="3682577" y="64261"/>
                  <a:pt x="3688727" y="63495"/>
                </a:cubicBezTo>
                <a:lnTo>
                  <a:pt x="3688727" y="59648"/>
                </a:lnTo>
                <a:close/>
                <a:moveTo>
                  <a:pt x="3775838" y="94493"/>
                </a:moveTo>
                <a:lnTo>
                  <a:pt x="3774814" y="59648"/>
                </a:lnTo>
                <a:lnTo>
                  <a:pt x="3771995" y="59648"/>
                </a:lnTo>
                <a:lnTo>
                  <a:pt x="3771483" y="60164"/>
                </a:lnTo>
                <a:cubicBezTo>
                  <a:pt x="3769177" y="61954"/>
                  <a:pt x="3768922" y="62212"/>
                  <a:pt x="3767898" y="62212"/>
                </a:cubicBezTo>
                <a:cubicBezTo>
                  <a:pt x="3766362" y="62212"/>
                  <a:pt x="3763797" y="61700"/>
                  <a:pt x="3760978" y="60418"/>
                </a:cubicBezTo>
                <a:cubicBezTo>
                  <a:pt x="3755341" y="58424"/>
                  <a:pt x="3749707" y="57396"/>
                  <a:pt x="3743045" y="57396"/>
                </a:cubicBezTo>
                <a:cubicBezTo>
                  <a:pt x="3722802" y="57396"/>
                  <a:pt x="3708200" y="70461"/>
                  <a:pt x="3708200" y="88899"/>
                </a:cubicBezTo>
                <a:cubicBezTo>
                  <a:pt x="3708200" y="103235"/>
                  <a:pt x="3716398" y="113478"/>
                  <a:pt x="3738178" y="125770"/>
                </a:cubicBezTo>
                <a:lnTo>
                  <a:pt x="3753038" y="134222"/>
                </a:lnTo>
                <a:cubicBezTo>
                  <a:pt x="3762003" y="139343"/>
                  <a:pt x="3766362" y="145489"/>
                  <a:pt x="3766362" y="153426"/>
                </a:cubicBezTo>
                <a:cubicBezTo>
                  <a:pt x="3766362" y="164693"/>
                  <a:pt x="3758159" y="171863"/>
                  <a:pt x="3745094" y="171863"/>
                </a:cubicBezTo>
                <a:cubicBezTo>
                  <a:pt x="3736383" y="171863"/>
                  <a:pt x="3728439" y="168532"/>
                  <a:pt x="3723572" y="162898"/>
                </a:cubicBezTo>
                <a:cubicBezTo>
                  <a:pt x="3718192" y="156498"/>
                  <a:pt x="3715886" y="150607"/>
                  <a:pt x="3712555" y="136013"/>
                </a:cubicBezTo>
                <a:lnTo>
                  <a:pt x="3708454" y="136013"/>
                </a:lnTo>
                <a:lnTo>
                  <a:pt x="3708454" y="175960"/>
                </a:lnTo>
                <a:lnTo>
                  <a:pt x="3711785" y="175960"/>
                </a:lnTo>
                <a:cubicBezTo>
                  <a:pt x="3713579" y="173399"/>
                  <a:pt x="3714603" y="172887"/>
                  <a:pt x="3717680" y="172887"/>
                </a:cubicBezTo>
                <a:cubicBezTo>
                  <a:pt x="3719987" y="172946"/>
                  <a:pt x="3723572" y="173458"/>
                  <a:pt x="3729464" y="174994"/>
                </a:cubicBezTo>
                <a:cubicBezTo>
                  <a:pt x="3736638" y="176472"/>
                  <a:pt x="3743557" y="177497"/>
                  <a:pt x="3748167" y="177497"/>
                </a:cubicBezTo>
                <a:cubicBezTo>
                  <a:pt x="3767898" y="177497"/>
                  <a:pt x="3784295" y="162644"/>
                  <a:pt x="3784295" y="144719"/>
                </a:cubicBezTo>
                <a:cubicBezTo>
                  <a:pt x="3784295" y="131915"/>
                  <a:pt x="3778145" y="123467"/>
                  <a:pt x="3762773" y="114248"/>
                </a:cubicBezTo>
                <a:lnTo>
                  <a:pt x="3735101" y="97859"/>
                </a:lnTo>
                <a:cubicBezTo>
                  <a:pt x="3727927" y="93762"/>
                  <a:pt x="3724084" y="87362"/>
                  <a:pt x="3724084" y="80446"/>
                </a:cubicBezTo>
                <a:cubicBezTo>
                  <a:pt x="3724084" y="70203"/>
                  <a:pt x="3732028" y="63033"/>
                  <a:pt x="3743811" y="63033"/>
                </a:cubicBezTo>
                <a:cubicBezTo>
                  <a:pt x="3758417" y="63033"/>
                  <a:pt x="3766104" y="71740"/>
                  <a:pt x="3771995" y="94532"/>
                </a:cubicBezTo>
                <a:lnTo>
                  <a:pt x="3775838" y="94493"/>
                </a:lnTo>
                <a:close/>
                <a:moveTo>
                  <a:pt x="3839636" y="57146"/>
                </a:moveTo>
                <a:lnTo>
                  <a:pt x="3799923" y="71157"/>
                </a:lnTo>
                <a:lnTo>
                  <a:pt x="3799923" y="75004"/>
                </a:lnTo>
                <a:lnTo>
                  <a:pt x="3801975" y="74746"/>
                </a:lnTo>
                <a:cubicBezTo>
                  <a:pt x="3805048" y="74234"/>
                  <a:pt x="3808379" y="73976"/>
                  <a:pt x="3810686" y="73976"/>
                </a:cubicBezTo>
                <a:cubicBezTo>
                  <a:pt x="3816835" y="73976"/>
                  <a:pt x="3819138" y="78077"/>
                  <a:pt x="3819138" y="89360"/>
                </a:cubicBezTo>
                <a:lnTo>
                  <a:pt x="3819138" y="148847"/>
                </a:lnTo>
                <a:cubicBezTo>
                  <a:pt x="3819138" y="167308"/>
                  <a:pt x="3816577" y="170127"/>
                  <a:pt x="3798898" y="171151"/>
                </a:cubicBezTo>
                <a:lnTo>
                  <a:pt x="3798898" y="174994"/>
                </a:lnTo>
                <a:lnTo>
                  <a:pt x="3859621" y="174994"/>
                </a:lnTo>
                <a:lnTo>
                  <a:pt x="3859621" y="171151"/>
                </a:lnTo>
                <a:cubicBezTo>
                  <a:pt x="3842713" y="169873"/>
                  <a:pt x="3840660" y="167308"/>
                  <a:pt x="3840660" y="148847"/>
                </a:cubicBezTo>
                <a:lnTo>
                  <a:pt x="3840660" y="57916"/>
                </a:lnTo>
                <a:lnTo>
                  <a:pt x="3839636" y="57146"/>
                </a:lnTo>
                <a:moveTo>
                  <a:pt x="3827594" y="98"/>
                </a:moveTo>
                <a:cubicBezTo>
                  <a:pt x="3820678" y="98"/>
                  <a:pt x="3814783" y="5993"/>
                  <a:pt x="3814783" y="13167"/>
                </a:cubicBezTo>
                <a:cubicBezTo>
                  <a:pt x="3814783" y="20341"/>
                  <a:pt x="3820420" y="26233"/>
                  <a:pt x="3827594" y="26233"/>
                </a:cubicBezTo>
                <a:cubicBezTo>
                  <a:pt x="3835026" y="26233"/>
                  <a:pt x="3840918" y="20595"/>
                  <a:pt x="3840918" y="13167"/>
                </a:cubicBezTo>
                <a:cubicBezTo>
                  <a:pt x="3840918" y="5993"/>
                  <a:pt x="3835026" y="98"/>
                  <a:pt x="3827594" y="98"/>
                </a:cubicBezTo>
                <a:close/>
                <a:moveTo>
                  <a:pt x="3946733" y="94493"/>
                </a:moveTo>
                <a:lnTo>
                  <a:pt x="3945709" y="59648"/>
                </a:lnTo>
                <a:lnTo>
                  <a:pt x="3942890" y="59648"/>
                </a:lnTo>
                <a:lnTo>
                  <a:pt x="3942378" y="60164"/>
                </a:lnTo>
                <a:cubicBezTo>
                  <a:pt x="3940071" y="61954"/>
                  <a:pt x="3939817" y="62212"/>
                  <a:pt x="3938793" y="62212"/>
                </a:cubicBezTo>
                <a:cubicBezTo>
                  <a:pt x="3937256" y="62212"/>
                  <a:pt x="3934692" y="61700"/>
                  <a:pt x="3931873" y="60418"/>
                </a:cubicBezTo>
                <a:cubicBezTo>
                  <a:pt x="3926235" y="58424"/>
                  <a:pt x="3920602" y="57396"/>
                  <a:pt x="3913940" y="57396"/>
                </a:cubicBezTo>
                <a:cubicBezTo>
                  <a:pt x="3893696" y="57396"/>
                  <a:pt x="3879094" y="70461"/>
                  <a:pt x="3879094" y="88899"/>
                </a:cubicBezTo>
                <a:cubicBezTo>
                  <a:pt x="3879094" y="103235"/>
                  <a:pt x="3887292" y="113478"/>
                  <a:pt x="3909072" y="125770"/>
                </a:cubicBezTo>
                <a:lnTo>
                  <a:pt x="3923932" y="134222"/>
                </a:lnTo>
                <a:cubicBezTo>
                  <a:pt x="3932897" y="139343"/>
                  <a:pt x="3937256" y="145489"/>
                  <a:pt x="3937256" y="153426"/>
                </a:cubicBezTo>
                <a:cubicBezTo>
                  <a:pt x="3937256" y="164693"/>
                  <a:pt x="3929054" y="171863"/>
                  <a:pt x="3915988" y="171863"/>
                </a:cubicBezTo>
                <a:cubicBezTo>
                  <a:pt x="3907278" y="171863"/>
                  <a:pt x="3899334" y="168532"/>
                  <a:pt x="3894466" y="162898"/>
                </a:cubicBezTo>
                <a:cubicBezTo>
                  <a:pt x="3889087" y="156498"/>
                  <a:pt x="3886780" y="150607"/>
                  <a:pt x="3883449" y="136013"/>
                </a:cubicBezTo>
                <a:lnTo>
                  <a:pt x="3879348" y="136013"/>
                </a:lnTo>
                <a:lnTo>
                  <a:pt x="3879348" y="175960"/>
                </a:lnTo>
                <a:lnTo>
                  <a:pt x="3882679" y="175960"/>
                </a:lnTo>
                <a:cubicBezTo>
                  <a:pt x="3884474" y="173399"/>
                  <a:pt x="3885498" y="172887"/>
                  <a:pt x="3888575" y="172887"/>
                </a:cubicBezTo>
                <a:cubicBezTo>
                  <a:pt x="3890881" y="172946"/>
                  <a:pt x="3894466" y="173458"/>
                  <a:pt x="3900358" y="174994"/>
                </a:cubicBezTo>
                <a:cubicBezTo>
                  <a:pt x="3907532" y="176472"/>
                  <a:pt x="3914452" y="177497"/>
                  <a:pt x="3919061" y="177497"/>
                </a:cubicBezTo>
                <a:cubicBezTo>
                  <a:pt x="3938793" y="177497"/>
                  <a:pt x="3955189" y="162644"/>
                  <a:pt x="3955189" y="144719"/>
                </a:cubicBezTo>
                <a:cubicBezTo>
                  <a:pt x="3955189" y="131915"/>
                  <a:pt x="3949039" y="123467"/>
                  <a:pt x="3933667" y="114248"/>
                </a:cubicBezTo>
                <a:lnTo>
                  <a:pt x="3905996" y="97859"/>
                </a:lnTo>
                <a:cubicBezTo>
                  <a:pt x="3898822" y="93762"/>
                  <a:pt x="3894979" y="87362"/>
                  <a:pt x="3894979" y="80446"/>
                </a:cubicBezTo>
                <a:cubicBezTo>
                  <a:pt x="3894979" y="70203"/>
                  <a:pt x="3902923" y="63033"/>
                  <a:pt x="3914706" y="63033"/>
                </a:cubicBezTo>
                <a:cubicBezTo>
                  <a:pt x="3929312" y="63033"/>
                  <a:pt x="3936998" y="71740"/>
                  <a:pt x="3942890" y="94532"/>
                </a:cubicBezTo>
                <a:lnTo>
                  <a:pt x="3946733" y="94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F8BB3-DABD-4A0D-A5B2-34CB4AB9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10" y="5151832"/>
            <a:ext cx="2435358" cy="1701042"/>
          </a:xfrm>
          <a:custGeom xmlns:a="http://schemas.openxmlformats.org/drawingml/2006/main">
            <a:pathLst>
              <a:path w="2435358" h="1701042">
                <a:moveTo>
                  <a:pt x="0" y="0"/>
                </a:moveTo>
                <a:lnTo>
                  <a:pt x="2435358" y="0"/>
                </a:lnTo>
                <a:lnTo>
                  <a:pt x="2435358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ADBAD-3E7E-4F8C-86E0-5995947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10" y="5151832"/>
            <a:ext cx="2435358" cy="1701042"/>
          </a:xfrm>
          <a:custGeom xmlns:a="http://schemas.openxmlformats.org/drawingml/2006/main">
            <a:pathLst>
              <a:path w="2435358" h="1701042" fill="none">
                <a:moveTo>
                  <a:pt x="0" y="0"/>
                </a:moveTo>
                <a:lnTo>
                  <a:pt x="2435358" y="0"/>
                </a:lnTo>
                <a:lnTo>
                  <a:pt x="2435358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9E40A-8B1C-4A75-AF40-E953DA6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332" y="5549394"/>
            <a:ext cx="2430991" cy="6517"/>
          </a:xfrm>
          <a:custGeom xmlns:a="http://schemas.openxmlformats.org/drawingml/2006/main">
            <a:pathLst>
              <a:path w="2430991" h="6517" fill="none">
                <a:moveTo>
                  <a:pt x="0" y="0"/>
                </a:moveTo>
                <a:lnTo>
                  <a:pt x="2430991" y="0"/>
                </a:lnTo>
                <a:lnTo>
                  <a:pt x="2430991" y="6517"/>
                </a:lnTo>
                <a:lnTo>
                  <a:pt x="0" y="65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88" name="Text &lt;&lt;subsystem&gt;&gt;">
            <a:extLst xmlns:a="http://schemas.openxmlformats.org/drawingml/2006/main">
              <a:ext uri="{FF2B5EF4-FFF2-40B4-BE49-F238E27FC236}">
                <a16:creationId xmlns:a16="http://schemas.microsoft.com/office/drawing/2014/main" id="{530F9477-B1D8-4E69-B054-977AEF8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962" y="5209834"/>
            <a:ext cx="867450" cy="114761"/>
          </a:xfrm>
          <a:custGeom xmlns:a="http://schemas.openxmlformats.org/drawingml/2006/main">
            <a:pathLst>
              <a:path w="867450" h="114761">
                <a:moveTo>
                  <a:pt x="0" y="49822"/>
                </a:moveTo>
                <a:lnTo>
                  <a:pt x="0" y="39665"/>
                </a:lnTo>
                <a:lnTo>
                  <a:pt x="58711" y="14874"/>
                </a:lnTo>
                <a:lnTo>
                  <a:pt x="58711" y="25758"/>
                </a:lnTo>
                <a:lnTo>
                  <a:pt x="12153" y="44804"/>
                </a:lnTo>
                <a:lnTo>
                  <a:pt x="58711" y="64092"/>
                </a:lnTo>
                <a:lnTo>
                  <a:pt x="58711" y="74976"/>
                </a:lnTo>
                <a:lnTo>
                  <a:pt x="0" y="49822"/>
                </a:lnTo>
                <a:close/>
                <a:moveTo>
                  <a:pt x="72317" y="49822"/>
                </a:moveTo>
                <a:lnTo>
                  <a:pt x="72317" y="39665"/>
                </a:lnTo>
                <a:lnTo>
                  <a:pt x="131028" y="14874"/>
                </a:lnTo>
                <a:lnTo>
                  <a:pt x="131028" y="25758"/>
                </a:lnTo>
                <a:lnTo>
                  <a:pt x="84471" y="44804"/>
                </a:lnTo>
                <a:lnTo>
                  <a:pt x="131028" y="64092"/>
                </a:lnTo>
                <a:lnTo>
                  <a:pt x="131028" y="74976"/>
                </a:lnTo>
                <a:lnTo>
                  <a:pt x="72317" y="49822"/>
                </a:lnTo>
                <a:close/>
                <a:moveTo>
                  <a:pt x="141672" y="69413"/>
                </a:moveTo>
                <a:lnTo>
                  <a:pt x="152435" y="67720"/>
                </a:lnTo>
                <a:cubicBezTo>
                  <a:pt x="153039" y="72014"/>
                  <a:pt x="154722" y="75305"/>
                  <a:pt x="157483" y="77593"/>
                </a:cubicBezTo>
                <a:cubicBezTo>
                  <a:pt x="160244" y="79879"/>
                  <a:pt x="164104" y="81022"/>
                  <a:pt x="169062" y="81022"/>
                </a:cubicBezTo>
                <a:cubicBezTo>
                  <a:pt x="174061" y="81022"/>
                  <a:pt x="177769" y="80012"/>
                  <a:pt x="180188" y="77993"/>
                </a:cubicBezTo>
                <a:cubicBezTo>
                  <a:pt x="182606" y="75973"/>
                  <a:pt x="183815" y="73603"/>
                  <a:pt x="183815" y="70885"/>
                </a:cubicBezTo>
                <a:cubicBezTo>
                  <a:pt x="183815" y="68445"/>
                  <a:pt x="182747" y="66525"/>
                  <a:pt x="180611" y="65126"/>
                </a:cubicBezTo>
                <a:cubicBezTo>
                  <a:pt x="179119" y="64166"/>
                  <a:pt x="175411" y="62946"/>
                  <a:pt x="169485" y="61466"/>
                </a:cubicBezTo>
                <a:cubicBezTo>
                  <a:pt x="161504" y="59449"/>
                  <a:pt x="155972" y="57704"/>
                  <a:pt x="152888" y="56232"/>
                </a:cubicBezTo>
                <a:cubicBezTo>
                  <a:pt x="149804" y="54759"/>
                  <a:pt x="147466" y="52722"/>
                  <a:pt x="145874" y="50119"/>
                </a:cubicBezTo>
                <a:cubicBezTo>
                  <a:pt x="144282" y="47517"/>
                  <a:pt x="143486" y="44642"/>
                  <a:pt x="143486" y="41495"/>
                </a:cubicBezTo>
                <a:cubicBezTo>
                  <a:pt x="143486" y="38631"/>
                  <a:pt x="144141" y="35978"/>
                  <a:pt x="145451" y="33537"/>
                </a:cubicBezTo>
                <a:cubicBezTo>
                  <a:pt x="146761" y="31096"/>
                  <a:pt x="148545" y="29068"/>
                  <a:pt x="150802" y="27455"/>
                </a:cubicBezTo>
                <a:cubicBezTo>
                  <a:pt x="152495" y="26204"/>
                  <a:pt x="154803" y="25145"/>
                  <a:pt x="157725" y="24278"/>
                </a:cubicBezTo>
                <a:cubicBezTo>
                  <a:pt x="160648" y="23410"/>
                  <a:pt x="163782" y="22976"/>
                  <a:pt x="167127" y="22976"/>
                </a:cubicBezTo>
                <a:cubicBezTo>
                  <a:pt x="172166" y="22976"/>
                  <a:pt x="176590" y="23707"/>
                  <a:pt x="180399" y="25168"/>
                </a:cubicBezTo>
                <a:cubicBezTo>
                  <a:pt x="184208" y="26628"/>
                  <a:pt x="187020" y="28606"/>
                  <a:pt x="188834" y="31103"/>
                </a:cubicBezTo>
                <a:cubicBezTo>
                  <a:pt x="190648" y="33599"/>
                  <a:pt x="191897" y="36936"/>
                  <a:pt x="192583" y="41116"/>
                </a:cubicBezTo>
                <a:lnTo>
                  <a:pt x="181941" y="42567"/>
                </a:lnTo>
                <a:cubicBezTo>
                  <a:pt x="181457" y="39261"/>
                  <a:pt x="180057" y="36682"/>
                  <a:pt x="177739" y="34827"/>
                </a:cubicBezTo>
                <a:cubicBezTo>
                  <a:pt x="175421" y="32973"/>
                  <a:pt x="172146" y="32046"/>
                  <a:pt x="167913" y="32046"/>
                </a:cubicBezTo>
                <a:cubicBezTo>
                  <a:pt x="162915" y="32046"/>
                  <a:pt x="159348" y="32869"/>
                  <a:pt x="157211" y="34514"/>
                </a:cubicBezTo>
                <a:cubicBezTo>
                  <a:pt x="155075" y="36158"/>
                  <a:pt x="154007" y="38083"/>
                  <a:pt x="154007" y="40290"/>
                </a:cubicBezTo>
                <a:cubicBezTo>
                  <a:pt x="154007" y="41693"/>
                  <a:pt x="154450" y="42957"/>
                  <a:pt x="155337" y="44080"/>
                </a:cubicBezTo>
                <a:cubicBezTo>
                  <a:pt x="156224" y="45243"/>
                  <a:pt x="157614" y="46205"/>
                  <a:pt x="159509" y="46967"/>
                </a:cubicBezTo>
                <a:cubicBezTo>
                  <a:pt x="160597" y="47369"/>
                  <a:pt x="163802" y="48292"/>
                  <a:pt x="169123" y="49736"/>
                </a:cubicBezTo>
                <a:cubicBezTo>
                  <a:pt x="176822" y="51790"/>
                  <a:pt x="182193" y="53472"/>
                  <a:pt x="185236" y="54781"/>
                </a:cubicBezTo>
                <a:cubicBezTo>
                  <a:pt x="188280" y="56089"/>
                  <a:pt x="190668" y="57993"/>
                  <a:pt x="192401" y="60491"/>
                </a:cubicBezTo>
                <a:cubicBezTo>
                  <a:pt x="194135" y="62987"/>
                  <a:pt x="195001" y="66088"/>
                  <a:pt x="195001" y="69793"/>
                </a:cubicBezTo>
                <a:cubicBezTo>
                  <a:pt x="195001" y="73418"/>
                  <a:pt x="193943" y="76832"/>
                  <a:pt x="191827" y="80034"/>
                </a:cubicBezTo>
                <a:cubicBezTo>
                  <a:pt x="189711" y="83235"/>
                  <a:pt x="186657" y="85711"/>
                  <a:pt x="182667" y="87463"/>
                </a:cubicBezTo>
                <a:cubicBezTo>
                  <a:pt x="178676" y="89216"/>
                  <a:pt x="174161" y="90092"/>
                  <a:pt x="169123" y="90092"/>
                </a:cubicBezTo>
                <a:cubicBezTo>
                  <a:pt x="160779" y="90092"/>
                  <a:pt x="154420" y="88353"/>
                  <a:pt x="150046" y="84877"/>
                </a:cubicBezTo>
                <a:cubicBezTo>
                  <a:pt x="145673" y="81400"/>
                  <a:pt x="142881" y="76245"/>
                  <a:pt x="141672" y="69413"/>
                </a:cubicBezTo>
                <a:close/>
                <a:moveTo>
                  <a:pt x="250024" y="88640"/>
                </a:moveTo>
                <a:lnTo>
                  <a:pt x="250024" y="79208"/>
                </a:lnTo>
                <a:cubicBezTo>
                  <a:pt x="245025" y="86464"/>
                  <a:pt x="238233" y="90092"/>
                  <a:pt x="229647" y="90092"/>
                </a:cubicBezTo>
                <a:cubicBezTo>
                  <a:pt x="225858" y="90092"/>
                  <a:pt x="222321" y="89366"/>
                  <a:pt x="219036" y="87915"/>
                </a:cubicBezTo>
                <a:cubicBezTo>
                  <a:pt x="215750" y="86464"/>
                  <a:pt x="213312" y="84640"/>
                  <a:pt x="211720" y="82443"/>
                </a:cubicBezTo>
                <a:cubicBezTo>
                  <a:pt x="210127" y="80246"/>
                  <a:pt x="209009" y="77555"/>
                  <a:pt x="208364" y="74371"/>
                </a:cubicBezTo>
                <a:cubicBezTo>
                  <a:pt x="207920" y="72235"/>
                  <a:pt x="207699" y="68849"/>
                  <a:pt x="207699" y="64213"/>
                </a:cubicBezTo>
                <a:lnTo>
                  <a:pt x="207699" y="24428"/>
                </a:lnTo>
                <a:lnTo>
                  <a:pt x="218582" y="24428"/>
                </a:lnTo>
                <a:lnTo>
                  <a:pt x="218582" y="60041"/>
                </a:lnTo>
                <a:cubicBezTo>
                  <a:pt x="218582" y="65725"/>
                  <a:pt x="218804" y="69554"/>
                  <a:pt x="219247" y="71529"/>
                </a:cubicBezTo>
                <a:cubicBezTo>
                  <a:pt x="219933" y="74391"/>
                  <a:pt x="221384" y="76638"/>
                  <a:pt x="223601" y="78271"/>
                </a:cubicBezTo>
                <a:cubicBezTo>
                  <a:pt x="225818" y="79903"/>
                  <a:pt x="228559" y="80720"/>
                  <a:pt x="231824" y="80720"/>
                </a:cubicBezTo>
                <a:cubicBezTo>
                  <a:pt x="235089" y="80720"/>
                  <a:pt x="238152" y="79883"/>
                  <a:pt x="241014" y="78210"/>
                </a:cubicBezTo>
                <a:cubicBezTo>
                  <a:pt x="243876" y="76538"/>
                  <a:pt x="245902" y="74260"/>
                  <a:pt x="247091" y="71378"/>
                </a:cubicBezTo>
                <a:cubicBezTo>
                  <a:pt x="248280" y="68496"/>
                  <a:pt x="248875" y="64314"/>
                  <a:pt x="248875" y="58832"/>
                </a:cubicBezTo>
                <a:lnTo>
                  <a:pt x="248875" y="24428"/>
                </a:lnTo>
                <a:lnTo>
                  <a:pt x="259758" y="24428"/>
                </a:lnTo>
                <a:lnTo>
                  <a:pt x="259758" y="88640"/>
                </a:lnTo>
                <a:lnTo>
                  <a:pt x="250024" y="88640"/>
                </a:lnTo>
                <a:close/>
                <a:moveTo>
                  <a:pt x="286827" y="88640"/>
                </a:moveTo>
                <a:lnTo>
                  <a:pt x="276730" y="88640"/>
                </a:lnTo>
                <a:lnTo>
                  <a:pt x="276730" y="0"/>
                </a:lnTo>
                <a:lnTo>
                  <a:pt x="287613" y="0"/>
                </a:lnTo>
                <a:lnTo>
                  <a:pt x="287613" y="31740"/>
                </a:lnTo>
                <a:cubicBezTo>
                  <a:pt x="292209" y="25898"/>
                  <a:pt x="298074" y="22976"/>
                  <a:pt x="305208" y="22976"/>
                </a:cubicBezTo>
                <a:cubicBezTo>
                  <a:pt x="309159" y="22976"/>
                  <a:pt x="312897" y="23772"/>
                  <a:pt x="316425" y="25365"/>
                </a:cubicBezTo>
                <a:cubicBezTo>
                  <a:pt x="319952" y="26957"/>
                  <a:pt x="322854" y="29194"/>
                  <a:pt x="325131" y="32076"/>
                </a:cubicBezTo>
                <a:cubicBezTo>
                  <a:pt x="327409" y="34958"/>
                  <a:pt x="329193" y="38435"/>
                  <a:pt x="330482" y="42506"/>
                </a:cubicBezTo>
                <a:cubicBezTo>
                  <a:pt x="331772" y="46578"/>
                  <a:pt x="332417" y="50931"/>
                  <a:pt x="332417" y="55567"/>
                </a:cubicBezTo>
                <a:cubicBezTo>
                  <a:pt x="332417" y="66571"/>
                  <a:pt x="329696" y="75076"/>
                  <a:pt x="324255" y="81082"/>
                </a:cubicBezTo>
                <a:cubicBezTo>
                  <a:pt x="318813" y="87089"/>
                  <a:pt x="312283" y="90092"/>
                  <a:pt x="304664" y="90092"/>
                </a:cubicBezTo>
                <a:cubicBezTo>
                  <a:pt x="297086" y="90092"/>
                  <a:pt x="291140" y="86887"/>
                  <a:pt x="286827" y="80478"/>
                </a:cubicBezTo>
                <a:lnTo>
                  <a:pt x="286827" y="88640"/>
                </a:lnTo>
                <a:moveTo>
                  <a:pt x="286706" y="56052"/>
                </a:moveTo>
                <a:cubicBezTo>
                  <a:pt x="286706" y="63713"/>
                  <a:pt x="287754" y="69249"/>
                  <a:pt x="289851" y="72659"/>
                </a:cubicBezTo>
                <a:cubicBezTo>
                  <a:pt x="293277" y="78234"/>
                  <a:pt x="297912" y="81022"/>
                  <a:pt x="303757" y="81022"/>
                </a:cubicBezTo>
                <a:cubicBezTo>
                  <a:pt x="308514" y="81022"/>
                  <a:pt x="312625" y="78966"/>
                  <a:pt x="316092" y="74855"/>
                </a:cubicBezTo>
                <a:cubicBezTo>
                  <a:pt x="319559" y="70743"/>
                  <a:pt x="321292" y="64616"/>
                  <a:pt x="321292" y="56474"/>
                </a:cubicBezTo>
                <a:cubicBezTo>
                  <a:pt x="321292" y="48131"/>
                  <a:pt x="319629" y="41974"/>
                  <a:pt x="316304" y="38004"/>
                </a:cubicBezTo>
                <a:cubicBezTo>
                  <a:pt x="312978" y="34032"/>
                  <a:pt x="308957" y="32046"/>
                  <a:pt x="304241" y="32046"/>
                </a:cubicBezTo>
                <a:cubicBezTo>
                  <a:pt x="299484" y="32046"/>
                  <a:pt x="295373" y="34102"/>
                  <a:pt x="291906" y="38213"/>
                </a:cubicBezTo>
                <a:cubicBezTo>
                  <a:pt x="288440" y="42325"/>
                  <a:pt x="286706" y="48271"/>
                  <a:pt x="286706" y="56052"/>
                </a:cubicBezTo>
                <a:close/>
                <a:moveTo>
                  <a:pt x="341287" y="69413"/>
                </a:moveTo>
                <a:lnTo>
                  <a:pt x="352049" y="67720"/>
                </a:lnTo>
                <a:cubicBezTo>
                  <a:pt x="352654" y="72014"/>
                  <a:pt x="354337" y="75305"/>
                  <a:pt x="357098" y="77593"/>
                </a:cubicBezTo>
                <a:cubicBezTo>
                  <a:pt x="359859" y="79879"/>
                  <a:pt x="363719" y="81022"/>
                  <a:pt x="368677" y="81022"/>
                </a:cubicBezTo>
                <a:cubicBezTo>
                  <a:pt x="373675" y="81022"/>
                  <a:pt x="377384" y="80012"/>
                  <a:pt x="379803" y="77993"/>
                </a:cubicBezTo>
                <a:cubicBezTo>
                  <a:pt x="382221" y="75973"/>
                  <a:pt x="383430" y="73603"/>
                  <a:pt x="383430" y="70885"/>
                </a:cubicBezTo>
                <a:cubicBezTo>
                  <a:pt x="383430" y="68445"/>
                  <a:pt x="382362" y="66525"/>
                  <a:pt x="380226" y="65126"/>
                </a:cubicBezTo>
                <a:cubicBezTo>
                  <a:pt x="378734" y="64166"/>
                  <a:pt x="375026" y="62946"/>
                  <a:pt x="369100" y="61466"/>
                </a:cubicBezTo>
                <a:cubicBezTo>
                  <a:pt x="361119" y="59449"/>
                  <a:pt x="355587" y="57704"/>
                  <a:pt x="352503" y="56232"/>
                </a:cubicBezTo>
                <a:cubicBezTo>
                  <a:pt x="349419" y="54759"/>
                  <a:pt x="347081" y="52722"/>
                  <a:pt x="345489" y="50119"/>
                </a:cubicBezTo>
                <a:cubicBezTo>
                  <a:pt x="343897" y="47517"/>
                  <a:pt x="343101" y="44642"/>
                  <a:pt x="343101" y="41495"/>
                </a:cubicBezTo>
                <a:cubicBezTo>
                  <a:pt x="343101" y="38631"/>
                  <a:pt x="343756" y="35978"/>
                  <a:pt x="345066" y="33537"/>
                </a:cubicBezTo>
                <a:cubicBezTo>
                  <a:pt x="346376" y="31096"/>
                  <a:pt x="348160" y="29068"/>
                  <a:pt x="350417" y="27455"/>
                </a:cubicBezTo>
                <a:cubicBezTo>
                  <a:pt x="352110" y="26204"/>
                  <a:pt x="354418" y="25145"/>
                  <a:pt x="357340" y="24278"/>
                </a:cubicBezTo>
                <a:cubicBezTo>
                  <a:pt x="360263" y="23410"/>
                  <a:pt x="363397" y="22976"/>
                  <a:pt x="366742" y="22976"/>
                </a:cubicBezTo>
                <a:cubicBezTo>
                  <a:pt x="371781" y="22976"/>
                  <a:pt x="376205" y="23707"/>
                  <a:pt x="380014" y="25168"/>
                </a:cubicBezTo>
                <a:cubicBezTo>
                  <a:pt x="383823" y="26628"/>
                  <a:pt x="386635" y="28606"/>
                  <a:pt x="388449" y="31103"/>
                </a:cubicBezTo>
                <a:cubicBezTo>
                  <a:pt x="390263" y="33599"/>
                  <a:pt x="391512" y="36936"/>
                  <a:pt x="392198" y="41116"/>
                </a:cubicBezTo>
                <a:lnTo>
                  <a:pt x="381556" y="42567"/>
                </a:lnTo>
                <a:cubicBezTo>
                  <a:pt x="381072" y="39261"/>
                  <a:pt x="379672" y="36682"/>
                  <a:pt x="377354" y="34827"/>
                </a:cubicBezTo>
                <a:cubicBezTo>
                  <a:pt x="375036" y="32973"/>
                  <a:pt x="371761" y="32046"/>
                  <a:pt x="367528" y="32046"/>
                </a:cubicBezTo>
                <a:cubicBezTo>
                  <a:pt x="362530" y="32046"/>
                  <a:pt x="358963" y="32869"/>
                  <a:pt x="356826" y="34514"/>
                </a:cubicBezTo>
                <a:cubicBezTo>
                  <a:pt x="354690" y="36158"/>
                  <a:pt x="353622" y="38083"/>
                  <a:pt x="353622" y="40290"/>
                </a:cubicBezTo>
                <a:cubicBezTo>
                  <a:pt x="353622" y="41693"/>
                  <a:pt x="354065" y="42957"/>
                  <a:pt x="354952" y="44080"/>
                </a:cubicBezTo>
                <a:cubicBezTo>
                  <a:pt x="355839" y="45243"/>
                  <a:pt x="357229" y="46205"/>
                  <a:pt x="359124" y="46967"/>
                </a:cubicBezTo>
                <a:cubicBezTo>
                  <a:pt x="360212" y="47369"/>
                  <a:pt x="363417" y="48292"/>
                  <a:pt x="368738" y="49736"/>
                </a:cubicBezTo>
                <a:cubicBezTo>
                  <a:pt x="376437" y="51790"/>
                  <a:pt x="381808" y="53472"/>
                  <a:pt x="384851" y="54781"/>
                </a:cubicBezTo>
                <a:cubicBezTo>
                  <a:pt x="387895" y="56089"/>
                  <a:pt x="390283" y="57993"/>
                  <a:pt x="392016" y="60491"/>
                </a:cubicBezTo>
                <a:cubicBezTo>
                  <a:pt x="393750" y="62987"/>
                  <a:pt x="394616" y="66088"/>
                  <a:pt x="394616" y="69793"/>
                </a:cubicBezTo>
                <a:cubicBezTo>
                  <a:pt x="394616" y="73418"/>
                  <a:pt x="393558" y="76832"/>
                  <a:pt x="391442" y="80034"/>
                </a:cubicBezTo>
                <a:cubicBezTo>
                  <a:pt x="389326" y="83235"/>
                  <a:pt x="386272" y="85711"/>
                  <a:pt x="382282" y="87463"/>
                </a:cubicBezTo>
                <a:cubicBezTo>
                  <a:pt x="378291" y="89216"/>
                  <a:pt x="373776" y="90092"/>
                  <a:pt x="368738" y="90092"/>
                </a:cubicBezTo>
                <a:cubicBezTo>
                  <a:pt x="360394" y="90092"/>
                  <a:pt x="354035" y="88353"/>
                  <a:pt x="349661" y="84877"/>
                </a:cubicBezTo>
                <a:cubicBezTo>
                  <a:pt x="345288" y="81400"/>
                  <a:pt x="342496" y="76245"/>
                  <a:pt x="341287" y="69413"/>
                </a:cubicBezTo>
                <a:close/>
                <a:moveTo>
                  <a:pt x="407072" y="113431"/>
                </a:moveTo>
                <a:lnTo>
                  <a:pt x="405863" y="103212"/>
                </a:lnTo>
                <a:cubicBezTo>
                  <a:pt x="408241" y="103857"/>
                  <a:pt x="410317" y="104180"/>
                  <a:pt x="412091" y="104180"/>
                </a:cubicBezTo>
                <a:cubicBezTo>
                  <a:pt x="414509" y="104180"/>
                  <a:pt x="416444" y="103772"/>
                  <a:pt x="417895" y="102955"/>
                </a:cubicBezTo>
                <a:cubicBezTo>
                  <a:pt x="419346" y="102140"/>
                  <a:pt x="420535" y="100998"/>
                  <a:pt x="421462" y="99530"/>
                </a:cubicBezTo>
                <a:cubicBezTo>
                  <a:pt x="422148" y="98429"/>
                  <a:pt x="423256" y="95697"/>
                  <a:pt x="424788" y="91333"/>
                </a:cubicBezTo>
                <a:cubicBezTo>
                  <a:pt x="424990" y="90721"/>
                  <a:pt x="425312" y="89823"/>
                  <a:pt x="425755" y="88640"/>
                </a:cubicBezTo>
                <a:lnTo>
                  <a:pt x="401388" y="24428"/>
                </a:lnTo>
                <a:lnTo>
                  <a:pt x="413118" y="24428"/>
                </a:lnTo>
                <a:lnTo>
                  <a:pt x="426481" y="61526"/>
                </a:lnTo>
                <a:cubicBezTo>
                  <a:pt x="428214" y="66232"/>
                  <a:pt x="429766" y="71179"/>
                  <a:pt x="431137" y="76366"/>
                </a:cubicBezTo>
                <a:cubicBezTo>
                  <a:pt x="432386" y="71379"/>
                  <a:pt x="433878" y="66513"/>
                  <a:pt x="435611" y="61768"/>
                </a:cubicBezTo>
                <a:lnTo>
                  <a:pt x="449336" y="24428"/>
                </a:lnTo>
                <a:lnTo>
                  <a:pt x="460220" y="24428"/>
                </a:lnTo>
                <a:lnTo>
                  <a:pt x="435792" y="89772"/>
                </a:lnTo>
                <a:cubicBezTo>
                  <a:pt x="433172" y="96831"/>
                  <a:pt x="431137" y="101692"/>
                  <a:pt x="429686" y="104354"/>
                </a:cubicBezTo>
                <a:cubicBezTo>
                  <a:pt x="427751" y="107944"/>
                  <a:pt x="425534" y="110576"/>
                  <a:pt x="423035" y="112250"/>
                </a:cubicBezTo>
                <a:cubicBezTo>
                  <a:pt x="420535" y="113924"/>
                  <a:pt x="417552" y="114761"/>
                  <a:pt x="414086" y="114761"/>
                </a:cubicBezTo>
                <a:cubicBezTo>
                  <a:pt x="411990" y="114761"/>
                  <a:pt x="409652" y="114318"/>
                  <a:pt x="407072" y="113431"/>
                </a:cubicBezTo>
                <a:close/>
                <a:moveTo>
                  <a:pt x="465117" y="69413"/>
                </a:moveTo>
                <a:lnTo>
                  <a:pt x="475880" y="67720"/>
                </a:lnTo>
                <a:cubicBezTo>
                  <a:pt x="476485" y="72014"/>
                  <a:pt x="478168" y="75305"/>
                  <a:pt x="480929" y="77593"/>
                </a:cubicBezTo>
                <a:cubicBezTo>
                  <a:pt x="483690" y="79879"/>
                  <a:pt x="487550" y="81022"/>
                  <a:pt x="492508" y="81022"/>
                </a:cubicBezTo>
                <a:cubicBezTo>
                  <a:pt x="497506" y="81022"/>
                  <a:pt x="501215" y="80012"/>
                  <a:pt x="503633" y="77993"/>
                </a:cubicBezTo>
                <a:cubicBezTo>
                  <a:pt x="506052" y="75973"/>
                  <a:pt x="507261" y="73603"/>
                  <a:pt x="507261" y="70885"/>
                </a:cubicBezTo>
                <a:cubicBezTo>
                  <a:pt x="507261" y="68445"/>
                  <a:pt x="506193" y="66525"/>
                  <a:pt x="504056" y="65126"/>
                </a:cubicBezTo>
                <a:cubicBezTo>
                  <a:pt x="502565" y="64166"/>
                  <a:pt x="498856" y="62946"/>
                  <a:pt x="492931" y="61466"/>
                </a:cubicBezTo>
                <a:cubicBezTo>
                  <a:pt x="484950" y="59449"/>
                  <a:pt x="479417" y="57704"/>
                  <a:pt x="476334" y="56232"/>
                </a:cubicBezTo>
                <a:cubicBezTo>
                  <a:pt x="473250" y="54759"/>
                  <a:pt x="470912" y="52722"/>
                  <a:pt x="469320" y="50119"/>
                </a:cubicBezTo>
                <a:cubicBezTo>
                  <a:pt x="467728" y="47517"/>
                  <a:pt x="466931" y="44642"/>
                  <a:pt x="466931" y="41495"/>
                </a:cubicBezTo>
                <a:cubicBezTo>
                  <a:pt x="466931" y="38631"/>
                  <a:pt x="467586" y="35978"/>
                  <a:pt x="468896" y="33537"/>
                </a:cubicBezTo>
                <a:cubicBezTo>
                  <a:pt x="470207" y="31096"/>
                  <a:pt x="471990" y="29068"/>
                  <a:pt x="474248" y="27455"/>
                </a:cubicBezTo>
                <a:cubicBezTo>
                  <a:pt x="475941" y="26204"/>
                  <a:pt x="478248" y="25145"/>
                  <a:pt x="481171" y="24278"/>
                </a:cubicBezTo>
                <a:cubicBezTo>
                  <a:pt x="484093" y="23410"/>
                  <a:pt x="487227" y="22976"/>
                  <a:pt x="490573" y="22976"/>
                </a:cubicBezTo>
                <a:cubicBezTo>
                  <a:pt x="495612" y="22976"/>
                  <a:pt x="500036" y="23707"/>
                  <a:pt x="503845" y="25168"/>
                </a:cubicBezTo>
                <a:cubicBezTo>
                  <a:pt x="507654" y="26628"/>
                  <a:pt x="510466" y="28606"/>
                  <a:pt x="512280" y="31103"/>
                </a:cubicBezTo>
                <a:cubicBezTo>
                  <a:pt x="514093" y="33599"/>
                  <a:pt x="515343" y="36936"/>
                  <a:pt x="516028" y="41116"/>
                </a:cubicBezTo>
                <a:lnTo>
                  <a:pt x="505387" y="42567"/>
                </a:lnTo>
                <a:cubicBezTo>
                  <a:pt x="504903" y="39261"/>
                  <a:pt x="503502" y="36682"/>
                  <a:pt x="501184" y="34827"/>
                </a:cubicBezTo>
                <a:cubicBezTo>
                  <a:pt x="498867" y="32973"/>
                  <a:pt x="495591" y="32046"/>
                  <a:pt x="491359" y="32046"/>
                </a:cubicBezTo>
                <a:cubicBezTo>
                  <a:pt x="486361" y="32046"/>
                  <a:pt x="482793" y="32869"/>
                  <a:pt x="480657" y="34514"/>
                </a:cubicBezTo>
                <a:cubicBezTo>
                  <a:pt x="478520" y="36158"/>
                  <a:pt x="477452" y="38083"/>
                  <a:pt x="477452" y="40290"/>
                </a:cubicBezTo>
                <a:cubicBezTo>
                  <a:pt x="477452" y="41693"/>
                  <a:pt x="477896" y="42957"/>
                  <a:pt x="478782" y="44080"/>
                </a:cubicBezTo>
                <a:cubicBezTo>
                  <a:pt x="479669" y="45243"/>
                  <a:pt x="481060" y="46205"/>
                  <a:pt x="482954" y="46967"/>
                </a:cubicBezTo>
                <a:cubicBezTo>
                  <a:pt x="484043" y="47369"/>
                  <a:pt x="487247" y="48292"/>
                  <a:pt x="492568" y="49736"/>
                </a:cubicBezTo>
                <a:cubicBezTo>
                  <a:pt x="500267" y="51790"/>
                  <a:pt x="505639" y="53472"/>
                  <a:pt x="508682" y="54781"/>
                </a:cubicBezTo>
                <a:cubicBezTo>
                  <a:pt x="511725" y="56089"/>
                  <a:pt x="514114" y="57993"/>
                  <a:pt x="515847" y="60491"/>
                </a:cubicBezTo>
                <a:cubicBezTo>
                  <a:pt x="517580" y="62987"/>
                  <a:pt x="518447" y="66088"/>
                  <a:pt x="518447" y="69793"/>
                </a:cubicBezTo>
                <a:cubicBezTo>
                  <a:pt x="518447" y="73418"/>
                  <a:pt x="517389" y="76832"/>
                  <a:pt x="515273" y="80034"/>
                </a:cubicBezTo>
                <a:cubicBezTo>
                  <a:pt x="513156" y="83235"/>
                  <a:pt x="510103" y="85711"/>
                  <a:pt x="506112" y="87463"/>
                </a:cubicBezTo>
                <a:cubicBezTo>
                  <a:pt x="502122" y="89216"/>
                  <a:pt x="497607" y="90092"/>
                  <a:pt x="492568" y="90092"/>
                </a:cubicBezTo>
                <a:cubicBezTo>
                  <a:pt x="484224" y="90092"/>
                  <a:pt x="477865" y="88353"/>
                  <a:pt x="473492" y="84877"/>
                </a:cubicBezTo>
                <a:cubicBezTo>
                  <a:pt x="469118" y="81400"/>
                  <a:pt x="466327" y="76245"/>
                  <a:pt x="465117" y="69413"/>
                </a:cubicBezTo>
                <a:close/>
                <a:moveTo>
                  <a:pt x="555148" y="79027"/>
                </a:moveTo>
                <a:lnTo>
                  <a:pt x="556721" y="88640"/>
                </a:lnTo>
                <a:cubicBezTo>
                  <a:pt x="553657" y="89205"/>
                  <a:pt x="550916" y="89487"/>
                  <a:pt x="548497" y="89487"/>
                </a:cubicBezTo>
                <a:cubicBezTo>
                  <a:pt x="544547" y="89487"/>
                  <a:pt x="541484" y="88862"/>
                  <a:pt x="539307" y="87613"/>
                </a:cubicBezTo>
                <a:cubicBezTo>
                  <a:pt x="537130" y="86363"/>
                  <a:pt x="535598" y="84720"/>
                  <a:pt x="534712" y="82685"/>
                </a:cubicBezTo>
                <a:cubicBezTo>
                  <a:pt x="533825" y="80649"/>
                  <a:pt x="533381" y="76366"/>
                  <a:pt x="533381" y="69836"/>
                </a:cubicBezTo>
                <a:lnTo>
                  <a:pt x="533381" y="32893"/>
                </a:lnTo>
                <a:lnTo>
                  <a:pt x="525400" y="32893"/>
                </a:lnTo>
                <a:lnTo>
                  <a:pt x="525400" y="24428"/>
                </a:lnTo>
                <a:lnTo>
                  <a:pt x="533381" y="24428"/>
                </a:lnTo>
                <a:lnTo>
                  <a:pt x="533381" y="8482"/>
                </a:lnTo>
                <a:lnTo>
                  <a:pt x="544204" y="1935"/>
                </a:lnTo>
                <a:lnTo>
                  <a:pt x="544204" y="24428"/>
                </a:lnTo>
                <a:lnTo>
                  <a:pt x="555148" y="24428"/>
                </a:lnTo>
                <a:lnTo>
                  <a:pt x="555148" y="32893"/>
                </a:lnTo>
                <a:lnTo>
                  <a:pt x="544204" y="32893"/>
                </a:lnTo>
                <a:lnTo>
                  <a:pt x="544204" y="70441"/>
                </a:lnTo>
                <a:cubicBezTo>
                  <a:pt x="544204" y="73545"/>
                  <a:pt x="544396" y="75540"/>
                  <a:pt x="544779" y="76427"/>
                </a:cubicBezTo>
                <a:cubicBezTo>
                  <a:pt x="545162" y="77314"/>
                  <a:pt x="545787" y="78019"/>
                  <a:pt x="546653" y="78543"/>
                </a:cubicBezTo>
                <a:cubicBezTo>
                  <a:pt x="547520" y="79067"/>
                  <a:pt x="548759" y="79329"/>
                  <a:pt x="550372" y="79329"/>
                </a:cubicBezTo>
                <a:cubicBezTo>
                  <a:pt x="551581" y="79329"/>
                  <a:pt x="553173" y="79228"/>
                  <a:pt x="555148" y="79027"/>
                </a:cubicBezTo>
                <a:close/>
                <a:moveTo>
                  <a:pt x="609769" y="67962"/>
                </a:moveTo>
                <a:lnTo>
                  <a:pt x="621015" y="69352"/>
                </a:lnTo>
                <a:cubicBezTo>
                  <a:pt x="619241" y="75923"/>
                  <a:pt x="615956" y="81022"/>
                  <a:pt x="611159" y="84650"/>
                </a:cubicBezTo>
                <a:cubicBezTo>
                  <a:pt x="606363" y="88278"/>
                  <a:pt x="600235" y="90092"/>
                  <a:pt x="592778" y="90092"/>
                </a:cubicBezTo>
                <a:cubicBezTo>
                  <a:pt x="583386" y="90092"/>
                  <a:pt x="575939" y="87199"/>
                  <a:pt x="570437" y="81415"/>
                </a:cubicBezTo>
                <a:cubicBezTo>
                  <a:pt x="564934" y="75631"/>
                  <a:pt x="562183" y="67518"/>
                  <a:pt x="562183" y="57078"/>
                </a:cubicBezTo>
                <a:cubicBezTo>
                  <a:pt x="562183" y="46275"/>
                  <a:pt x="564965" y="37891"/>
                  <a:pt x="570527" y="31925"/>
                </a:cubicBezTo>
                <a:cubicBezTo>
                  <a:pt x="576090" y="25959"/>
                  <a:pt x="583306" y="22976"/>
                  <a:pt x="592174" y="22976"/>
                </a:cubicBezTo>
                <a:cubicBezTo>
                  <a:pt x="600760" y="22976"/>
                  <a:pt x="607773" y="25894"/>
                  <a:pt x="613215" y="31730"/>
                </a:cubicBezTo>
                <a:cubicBezTo>
                  <a:pt x="618657" y="37565"/>
                  <a:pt x="621378" y="45775"/>
                  <a:pt x="621378" y="56358"/>
                </a:cubicBezTo>
                <a:cubicBezTo>
                  <a:pt x="621378" y="57002"/>
                  <a:pt x="621358" y="57968"/>
                  <a:pt x="621317" y="59255"/>
                </a:cubicBezTo>
                <a:lnTo>
                  <a:pt x="573430" y="59255"/>
                </a:lnTo>
                <a:cubicBezTo>
                  <a:pt x="573833" y="66289"/>
                  <a:pt x="575828" y="71675"/>
                  <a:pt x="579416" y="75414"/>
                </a:cubicBezTo>
                <a:cubicBezTo>
                  <a:pt x="583003" y="79153"/>
                  <a:pt x="587478" y="81022"/>
                  <a:pt x="592839" y="81022"/>
                </a:cubicBezTo>
                <a:cubicBezTo>
                  <a:pt x="596829" y="81022"/>
                  <a:pt x="600235" y="79984"/>
                  <a:pt x="603057" y="77908"/>
                </a:cubicBezTo>
                <a:cubicBezTo>
                  <a:pt x="605879" y="75831"/>
                  <a:pt x="608116" y="72515"/>
                  <a:pt x="609769" y="67962"/>
                </a:cubicBezTo>
                <a:moveTo>
                  <a:pt x="574034" y="50185"/>
                </a:moveTo>
                <a:lnTo>
                  <a:pt x="609890" y="50185"/>
                </a:lnTo>
                <a:cubicBezTo>
                  <a:pt x="609406" y="44872"/>
                  <a:pt x="608035" y="40887"/>
                  <a:pt x="605778" y="38230"/>
                </a:cubicBezTo>
                <a:cubicBezTo>
                  <a:pt x="602311" y="34107"/>
                  <a:pt x="597817" y="32046"/>
                  <a:pt x="592295" y="32046"/>
                </a:cubicBezTo>
                <a:cubicBezTo>
                  <a:pt x="587296" y="32046"/>
                  <a:pt x="583094" y="33692"/>
                  <a:pt x="579688" y="36983"/>
                </a:cubicBezTo>
                <a:cubicBezTo>
                  <a:pt x="576282" y="40274"/>
                  <a:pt x="574397" y="44674"/>
                  <a:pt x="574034" y="50185"/>
                </a:cubicBezTo>
                <a:close/>
                <a:moveTo>
                  <a:pt x="634661" y="88640"/>
                </a:moveTo>
                <a:lnTo>
                  <a:pt x="634661" y="24428"/>
                </a:lnTo>
                <a:lnTo>
                  <a:pt x="644396" y="24428"/>
                </a:lnTo>
                <a:lnTo>
                  <a:pt x="644396" y="33376"/>
                </a:lnTo>
                <a:cubicBezTo>
                  <a:pt x="646411" y="30250"/>
                  <a:pt x="649092" y="27735"/>
                  <a:pt x="652437" y="25831"/>
                </a:cubicBezTo>
                <a:cubicBezTo>
                  <a:pt x="655783" y="23928"/>
                  <a:pt x="659592" y="22976"/>
                  <a:pt x="663865" y="22976"/>
                </a:cubicBezTo>
                <a:cubicBezTo>
                  <a:pt x="668622" y="22976"/>
                  <a:pt x="672522" y="23959"/>
                  <a:pt x="675565" y="25924"/>
                </a:cubicBezTo>
                <a:cubicBezTo>
                  <a:pt x="678608" y="27888"/>
                  <a:pt x="680755" y="30634"/>
                  <a:pt x="682004" y="34162"/>
                </a:cubicBezTo>
                <a:cubicBezTo>
                  <a:pt x="687083" y="26705"/>
                  <a:pt x="693694" y="22976"/>
                  <a:pt x="701837" y="22976"/>
                </a:cubicBezTo>
                <a:cubicBezTo>
                  <a:pt x="708206" y="22976"/>
                  <a:pt x="713103" y="24740"/>
                  <a:pt x="716529" y="28267"/>
                </a:cubicBezTo>
                <a:cubicBezTo>
                  <a:pt x="719956" y="31794"/>
                  <a:pt x="721669" y="37226"/>
                  <a:pt x="721669" y="44562"/>
                </a:cubicBezTo>
                <a:lnTo>
                  <a:pt x="721669" y="88640"/>
                </a:lnTo>
                <a:lnTo>
                  <a:pt x="710846" y="88640"/>
                </a:lnTo>
                <a:lnTo>
                  <a:pt x="710846" y="48146"/>
                </a:lnTo>
                <a:cubicBezTo>
                  <a:pt x="710846" y="43788"/>
                  <a:pt x="710493" y="40651"/>
                  <a:pt x="709788" y="38735"/>
                </a:cubicBezTo>
                <a:cubicBezTo>
                  <a:pt x="709082" y="36818"/>
                  <a:pt x="707802" y="35274"/>
                  <a:pt x="705948" y="34104"/>
                </a:cubicBezTo>
                <a:cubicBezTo>
                  <a:pt x="704094" y="32933"/>
                  <a:pt x="701917" y="32348"/>
                  <a:pt x="699418" y="32348"/>
                </a:cubicBezTo>
                <a:cubicBezTo>
                  <a:pt x="694903" y="32348"/>
                  <a:pt x="691155" y="33852"/>
                  <a:pt x="688172" y="36859"/>
                </a:cubicBezTo>
                <a:cubicBezTo>
                  <a:pt x="685189" y="39864"/>
                  <a:pt x="683697" y="44676"/>
                  <a:pt x="683697" y="51294"/>
                </a:cubicBezTo>
                <a:lnTo>
                  <a:pt x="683697" y="88640"/>
                </a:lnTo>
                <a:lnTo>
                  <a:pt x="672814" y="88640"/>
                </a:lnTo>
                <a:lnTo>
                  <a:pt x="672814" y="46875"/>
                </a:lnTo>
                <a:cubicBezTo>
                  <a:pt x="672814" y="42033"/>
                  <a:pt x="671927" y="38401"/>
                  <a:pt x="670153" y="35980"/>
                </a:cubicBezTo>
                <a:cubicBezTo>
                  <a:pt x="668380" y="33559"/>
                  <a:pt x="665478" y="32348"/>
                  <a:pt x="661447" y="32348"/>
                </a:cubicBezTo>
                <a:cubicBezTo>
                  <a:pt x="658383" y="32348"/>
                  <a:pt x="655551" y="33156"/>
                  <a:pt x="652951" y="34771"/>
                </a:cubicBezTo>
                <a:cubicBezTo>
                  <a:pt x="650351" y="36384"/>
                  <a:pt x="648467" y="38745"/>
                  <a:pt x="647298" y="41853"/>
                </a:cubicBezTo>
                <a:cubicBezTo>
                  <a:pt x="646129" y="44959"/>
                  <a:pt x="645545" y="49438"/>
                  <a:pt x="645545" y="55289"/>
                </a:cubicBezTo>
                <a:lnTo>
                  <a:pt x="645545" y="88640"/>
                </a:lnTo>
                <a:lnTo>
                  <a:pt x="634661" y="88640"/>
                </a:lnTo>
                <a:close/>
                <a:moveTo>
                  <a:pt x="795132" y="49822"/>
                </a:moveTo>
                <a:lnTo>
                  <a:pt x="736422" y="74976"/>
                </a:lnTo>
                <a:lnTo>
                  <a:pt x="736422" y="64092"/>
                </a:lnTo>
                <a:lnTo>
                  <a:pt x="782919" y="44804"/>
                </a:lnTo>
                <a:lnTo>
                  <a:pt x="736422" y="25758"/>
                </a:lnTo>
                <a:lnTo>
                  <a:pt x="736422" y="14874"/>
                </a:lnTo>
                <a:lnTo>
                  <a:pt x="795132" y="39665"/>
                </a:lnTo>
                <a:lnTo>
                  <a:pt x="795132" y="49822"/>
                </a:lnTo>
                <a:close/>
                <a:moveTo>
                  <a:pt x="867450" y="49822"/>
                </a:moveTo>
                <a:lnTo>
                  <a:pt x="808739" y="74976"/>
                </a:lnTo>
                <a:lnTo>
                  <a:pt x="808739" y="64092"/>
                </a:lnTo>
                <a:lnTo>
                  <a:pt x="855236" y="44804"/>
                </a:lnTo>
                <a:lnTo>
                  <a:pt x="808739" y="25758"/>
                </a:lnTo>
                <a:lnTo>
                  <a:pt x="808739" y="14874"/>
                </a:lnTo>
                <a:lnTo>
                  <a:pt x="867450" y="39665"/>
                </a:lnTo>
                <a:lnTo>
                  <a:pt x="867450" y="49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Microservice_B">
            <a:extLst xmlns:a="http://schemas.openxmlformats.org/drawingml/2006/main">
              <a:ext uri="{FF2B5EF4-FFF2-40B4-BE49-F238E27FC236}">
                <a16:creationId xmlns:a16="http://schemas.microsoft.com/office/drawing/2014/main" id="{D05E5FC3-10FF-4169-B2FD-0B6EB8D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850" y="5359734"/>
            <a:ext cx="900504" cy="113189"/>
          </a:xfrm>
          <a:custGeom xmlns:a="http://schemas.openxmlformats.org/drawingml/2006/main">
            <a:pathLst>
              <a:path w="900504" h="113189">
                <a:moveTo>
                  <a:pt x="103272" y="15721"/>
                </a:moveTo>
                <a:lnTo>
                  <a:pt x="120262" y="15721"/>
                </a:lnTo>
                <a:lnTo>
                  <a:pt x="120262" y="0"/>
                </a:lnTo>
                <a:lnTo>
                  <a:pt x="103272" y="0"/>
                </a:lnTo>
                <a:lnTo>
                  <a:pt x="103272" y="15721"/>
                </a:lnTo>
                <a:close/>
                <a:moveTo>
                  <a:pt x="51395" y="88640"/>
                </a:moveTo>
                <a:lnTo>
                  <a:pt x="68990" y="18865"/>
                </a:lnTo>
                <a:lnTo>
                  <a:pt x="68990" y="88640"/>
                </a:lnTo>
                <a:lnTo>
                  <a:pt x="85617" y="88640"/>
                </a:lnTo>
                <a:lnTo>
                  <a:pt x="85617" y="0"/>
                </a:lnTo>
                <a:lnTo>
                  <a:pt x="58771" y="0"/>
                </a:lnTo>
                <a:lnTo>
                  <a:pt x="42869" y="60464"/>
                </a:lnTo>
                <a:lnTo>
                  <a:pt x="26786" y="0"/>
                </a:lnTo>
                <a:lnTo>
                  <a:pt x="0" y="0"/>
                </a:lnTo>
                <a:lnTo>
                  <a:pt x="0" y="88640"/>
                </a:lnTo>
                <a:lnTo>
                  <a:pt x="16628" y="88640"/>
                </a:lnTo>
                <a:lnTo>
                  <a:pt x="16628" y="18865"/>
                </a:lnTo>
                <a:lnTo>
                  <a:pt x="34162" y="88640"/>
                </a:lnTo>
                <a:lnTo>
                  <a:pt x="51395" y="88640"/>
                </a:lnTo>
                <a:close/>
                <a:moveTo>
                  <a:pt x="222834" y="64888"/>
                </a:moveTo>
                <a:lnTo>
                  <a:pt x="222851" y="63659"/>
                </a:lnTo>
                <a:lnTo>
                  <a:pt x="222873" y="62469"/>
                </a:lnTo>
                <a:lnTo>
                  <a:pt x="222900" y="61318"/>
                </a:lnTo>
                <a:lnTo>
                  <a:pt x="222932" y="60207"/>
                </a:lnTo>
                <a:lnTo>
                  <a:pt x="222969" y="59134"/>
                </a:lnTo>
                <a:lnTo>
                  <a:pt x="223011" y="58100"/>
                </a:lnTo>
                <a:lnTo>
                  <a:pt x="223058" y="57106"/>
                </a:lnTo>
                <a:lnTo>
                  <a:pt x="223110" y="56150"/>
                </a:lnTo>
                <a:lnTo>
                  <a:pt x="223167" y="55234"/>
                </a:lnTo>
                <a:lnTo>
                  <a:pt x="223228" y="54357"/>
                </a:lnTo>
                <a:lnTo>
                  <a:pt x="223295" y="53518"/>
                </a:lnTo>
                <a:lnTo>
                  <a:pt x="223367" y="52719"/>
                </a:lnTo>
                <a:lnTo>
                  <a:pt x="223443" y="51959"/>
                </a:lnTo>
                <a:lnTo>
                  <a:pt x="223525" y="51238"/>
                </a:lnTo>
                <a:lnTo>
                  <a:pt x="223611" y="50556"/>
                </a:lnTo>
                <a:lnTo>
                  <a:pt x="223702" y="49913"/>
                </a:lnTo>
                <a:lnTo>
                  <a:pt x="223798" y="49309"/>
                </a:lnTo>
                <a:lnTo>
                  <a:pt x="223899" y="48744"/>
                </a:lnTo>
                <a:lnTo>
                  <a:pt x="224006" y="48218"/>
                </a:lnTo>
                <a:lnTo>
                  <a:pt x="224117" y="47731"/>
                </a:lnTo>
                <a:lnTo>
                  <a:pt x="224233" y="47283"/>
                </a:lnTo>
                <a:lnTo>
                  <a:pt x="224353" y="46860"/>
                </a:lnTo>
                <a:lnTo>
                  <a:pt x="224477" y="46448"/>
                </a:lnTo>
                <a:lnTo>
                  <a:pt x="224604" y="46048"/>
                </a:lnTo>
                <a:lnTo>
                  <a:pt x="224736" y="45658"/>
                </a:lnTo>
                <a:lnTo>
                  <a:pt x="224870" y="45279"/>
                </a:lnTo>
                <a:lnTo>
                  <a:pt x="225009" y="44912"/>
                </a:lnTo>
                <a:lnTo>
                  <a:pt x="225151" y="44555"/>
                </a:lnTo>
                <a:lnTo>
                  <a:pt x="225297" y="44209"/>
                </a:lnTo>
                <a:lnTo>
                  <a:pt x="225447" y="43875"/>
                </a:lnTo>
                <a:lnTo>
                  <a:pt x="225600" y="43551"/>
                </a:lnTo>
                <a:lnTo>
                  <a:pt x="225757" y="43239"/>
                </a:lnTo>
                <a:lnTo>
                  <a:pt x="225918" y="42937"/>
                </a:lnTo>
                <a:lnTo>
                  <a:pt x="226082" y="42647"/>
                </a:lnTo>
                <a:lnTo>
                  <a:pt x="226250" y="42367"/>
                </a:lnTo>
                <a:lnTo>
                  <a:pt x="226422" y="42099"/>
                </a:lnTo>
                <a:lnTo>
                  <a:pt x="226597" y="41841"/>
                </a:lnTo>
                <a:lnTo>
                  <a:pt x="226776" y="41595"/>
                </a:lnTo>
                <a:lnTo>
                  <a:pt x="226959" y="41359"/>
                </a:lnTo>
                <a:lnTo>
                  <a:pt x="227145" y="41135"/>
                </a:lnTo>
                <a:lnTo>
                  <a:pt x="227335" y="40922"/>
                </a:lnTo>
                <a:lnTo>
                  <a:pt x="227529" y="40719"/>
                </a:lnTo>
                <a:lnTo>
                  <a:pt x="227727" y="40528"/>
                </a:lnTo>
                <a:lnTo>
                  <a:pt x="227928" y="40348"/>
                </a:lnTo>
                <a:lnTo>
                  <a:pt x="228132" y="40178"/>
                </a:lnTo>
                <a:lnTo>
                  <a:pt x="228341" y="40018"/>
                </a:lnTo>
                <a:lnTo>
                  <a:pt x="228553" y="39865"/>
                </a:lnTo>
                <a:lnTo>
                  <a:pt x="228769" y="39718"/>
                </a:lnTo>
                <a:lnTo>
                  <a:pt x="228989" y="39578"/>
                </a:lnTo>
                <a:lnTo>
                  <a:pt x="229213" y="39445"/>
                </a:lnTo>
                <a:lnTo>
                  <a:pt x="229440" y="39319"/>
                </a:lnTo>
                <a:lnTo>
                  <a:pt x="229671" y="39199"/>
                </a:lnTo>
                <a:lnTo>
                  <a:pt x="229906" y="39087"/>
                </a:lnTo>
                <a:lnTo>
                  <a:pt x="230145" y="38981"/>
                </a:lnTo>
                <a:lnTo>
                  <a:pt x="230387" y="38882"/>
                </a:lnTo>
                <a:lnTo>
                  <a:pt x="230634" y="38790"/>
                </a:lnTo>
                <a:lnTo>
                  <a:pt x="230884" y="38705"/>
                </a:lnTo>
                <a:lnTo>
                  <a:pt x="231137" y="38626"/>
                </a:lnTo>
                <a:lnTo>
                  <a:pt x="231395" y="38555"/>
                </a:lnTo>
                <a:lnTo>
                  <a:pt x="231656" y="38490"/>
                </a:lnTo>
                <a:lnTo>
                  <a:pt x="231922" y="38432"/>
                </a:lnTo>
                <a:lnTo>
                  <a:pt x="232190" y="38381"/>
                </a:lnTo>
                <a:lnTo>
                  <a:pt x="232463" y="38336"/>
                </a:lnTo>
                <a:lnTo>
                  <a:pt x="232740" y="38299"/>
                </a:lnTo>
                <a:lnTo>
                  <a:pt x="233020" y="38268"/>
                </a:lnTo>
                <a:lnTo>
                  <a:pt x="233304" y="38244"/>
                </a:lnTo>
                <a:lnTo>
                  <a:pt x="233592" y="38227"/>
                </a:lnTo>
                <a:lnTo>
                  <a:pt x="233883" y="38217"/>
                </a:lnTo>
                <a:lnTo>
                  <a:pt x="234179" y="38213"/>
                </a:lnTo>
                <a:lnTo>
                  <a:pt x="234487" y="38218"/>
                </a:lnTo>
                <a:lnTo>
                  <a:pt x="234798" y="38233"/>
                </a:lnTo>
                <a:lnTo>
                  <a:pt x="235110" y="38257"/>
                </a:lnTo>
                <a:lnTo>
                  <a:pt x="235425" y="38291"/>
                </a:lnTo>
                <a:lnTo>
                  <a:pt x="235742" y="38334"/>
                </a:lnTo>
                <a:lnTo>
                  <a:pt x="236061" y="38387"/>
                </a:lnTo>
                <a:lnTo>
                  <a:pt x="236382" y="38450"/>
                </a:lnTo>
                <a:lnTo>
                  <a:pt x="236705" y="38522"/>
                </a:lnTo>
                <a:lnTo>
                  <a:pt x="237030" y="38604"/>
                </a:lnTo>
                <a:lnTo>
                  <a:pt x="237357" y="38696"/>
                </a:lnTo>
                <a:lnTo>
                  <a:pt x="237687" y="38798"/>
                </a:lnTo>
                <a:lnTo>
                  <a:pt x="238018" y="38909"/>
                </a:lnTo>
                <a:lnTo>
                  <a:pt x="238352" y="39029"/>
                </a:lnTo>
                <a:lnTo>
                  <a:pt x="238688" y="39160"/>
                </a:lnTo>
                <a:lnTo>
                  <a:pt x="239025" y="39300"/>
                </a:lnTo>
                <a:lnTo>
                  <a:pt x="239365" y="39450"/>
                </a:lnTo>
                <a:lnTo>
                  <a:pt x="239707" y="39609"/>
                </a:lnTo>
                <a:lnTo>
                  <a:pt x="240051" y="39778"/>
                </a:lnTo>
                <a:lnTo>
                  <a:pt x="240398" y="39957"/>
                </a:lnTo>
                <a:lnTo>
                  <a:pt x="240746" y="40145"/>
                </a:lnTo>
                <a:lnTo>
                  <a:pt x="241096" y="40343"/>
                </a:lnTo>
                <a:lnTo>
                  <a:pt x="241449" y="40550"/>
                </a:lnTo>
                <a:lnTo>
                  <a:pt x="241803" y="40768"/>
                </a:lnTo>
                <a:lnTo>
                  <a:pt x="242160" y="40995"/>
                </a:lnTo>
                <a:lnTo>
                  <a:pt x="247421" y="26181"/>
                </a:lnTo>
                <a:lnTo>
                  <a:pt x="246971" y="25919"/>
                </a:lnTo>
                <a:lnTo>
                  <a:pt x="246521" y="25669"/>
                </a:lnTo>
                <a:lnTo>
                  <a:pt x="246069" y="25430"/>
                </a:lnTo>
                <a:lnTo>
                  <a:pt x="245615" y="25202"/>
                </a:lnTo>
                <a:lnTo>
                  <a:pt x="245160" y="24985"/>
                </a:lnTo>
                <a:lnTo>
                  <a:pt x="244703" y="24779"/>
                </a:lnTo>
                <a:lnTo>
                  <a:pt x="244245" y="24584"/>
                </a:lnTo>
                <a:lnTo>
                  <a:pt x="243786" y="24401"/>
                </a:lnTo>
                <a:lnTo>
                  <a:pt x="243325" y="24228"/>
                </a:lnTo>
                <a:lnTo>
                  <a:pt x="242863" y="24067"/>
                </a:lnTo>
                <a:lnTo>
                  <a:pt x="242399" y="23917"/>
                </a:lnTo>
                <a:lnTo>
                  <a:pt x="241933" y="23778"/>
                </a:lnTo>
                <a:lnTo>
                  <a:pt x="241467" y="23650"/>
                </a:lnTo>
                <a:lnTo>
                  <a:pt x="240998" y="23533"/>
                </a:lnTo>
                <a:lnTo>
                  <a:pt x="240529" y="23427"/>
                </a:lnTo>
                <a:lnTo>
                  <a:pt x="240057" y="23332"/>
                </a:lnTo>
                <a:lnTo>
                  <a:pt x="239585" y="23249"/>
                </a:lnTo>
                <a:lnTo>
                  <a:pt x="239110" y="23177"/>
                </a:lnTo>
                <a:lnTo>
                  <a:pt x="238635" y="23115"/>
                </a:lnTo>
                <a:lnTo>
                  <a:pt x="238158" y="23065"/>
                </a:lnTo>
                <a:lnTo>
                  <a:pt x="237679" y="23026"/>
                </a:lnTo>
                <a:lnTo>
                  <a:pt x="237199" y="22999"/>
                </a:lnTo>
                <a:lnTo>
                  <a:pt x="236718" y="22982"/>
                </a:lnTo>
                <a:lnTo>
                  <a:pt x="236235" y="22976"/>
                </a:lnTo>
                <a:lnTo>
                  <a:pt x="235894" y="22980"/>
                </a:lnTo>
                <a:lnTo>
                  <a:pt x="235555" y="22991"/>
                </a:lnTo>
                <a:lnTo>
                  <a:pt x="235220" y="23009"/>
                </a:lnTo>
                <a:lnTo>
                  <a:pt x="234888" y="23033"/>
                </a:lnTo>
                <a:lnTo>
                  <a:pt x="234560" y="23066"/>
                </a:lnTo>
                <a:lnTo>
                  <a:pt x="234234" y="23105"/>
                </a:lnTo>
                <a:lnTo>
                  <a:pt x="233911" y="23151"/>
                </a:lnTo>
                <a:lnTo>
                  <a:pt x="233591" y="23205"/>
                </a:lnTo>
                <a:lnTo>
                  <a:pt x="233274" y="23265"/>
                </a:lnTo>
                <a:lnTo>
                  <a:pt x="232961" y="23333"/>
                </a:lnTo>
                <a:lnTo>
                  <a:pt x="232650" y="23408"/>
                </a:lnTo>
                <a:lnTo>
                  <a:pt x="232342" y="23490"/>
                </a:lnTo>
                <a:lnTo>
                  <a:pt x="232038" y="23580"/>
                </a:lnTo>
                <a:lnTo>
                  <a:pt x="231736" y="23676"/>
                </a:lnTo>
                <a:lnTo>
                  <a:pt x="231438" y="23779"/>
                </a:lnTo>
                <a:lnTo>
                  <a:pt x="231142" y="23890"/>
                </a:lnTo>
                <a:lnTo>
                  <a:pt x="230850" y="24008"/>
                </a:lnTo>
                <a:lnTo>
                  <a:pt x="230560" y="24133"/>
                </a:lnTo>
                <a:lnTo>
                  <a:pt x="230274" y="24265"/>
                </a:lnTo>
                <a:lnTo>
                  <a:pt x="229991" y="24404"/>
                </a:lnTo>
                <a:lnTo>
                  <a:pt x="229711" y="24550"/>
                </a:lnTo>
                <a:lnTo>
                  <a:pt x="229433" y="24704"/>
                </a:lnTo>
                <a:lnTo>
                  <a:pt x="229159" y="24864"/>
                </a:lnTo>
                <a:lnTo>
                  <a:pt x="228888" y="25032"/>
                </a:lnTo>
                <a:lnTo>
                  <a:pt x="228617" y="25211"/>
                </a:lnTo>
                <a:lnTo>
                  <a:pt x="228343" y="25405"/>
                </a:lnTo>
                <a:lnTo>
                  <a:pt x="228067" y="25615"/>
                </a:lnTo>
                <a:lnTo>
                  <a:pt x="227787" y="25840"/>
                </a:lnTo>
                <a:lnTo>
                  <a:pt x="227505" y="26080"/>
                </a:lnTo>
                <a:lnTo>
                  <a:pt x="227220" y="26336"/>
                </a:lnTo>
                <a:lnTo>
                  <a:pt x="226932" y="26607"/>
                </a:lnTo>
                <a:lnTo>
                  <a:pt x="226641" y="26893"/>
                </a:lnTo>
                <a:lnTo>
                  <a:pt x="226347" y="27195"/>
                </a:lnTo>
                <a:lnTo>
                  <a:pt x="226051" y="27512"/>
                </a:lnTo>
                <a:lnTo>
                  <a:pt x="225752" y="27844"/>
                </a:lnTo>
                <a:lnTo>
                  <a:pt x="225449" y="28191"/>
                </a:lnTo>
                <a:lnTo>
                  <a:pt x="225144" y="28554"/>
                </a:lnTo>
                <a:lnTo>
                  <a:pt x="224837" y="28933"/>
                </a:lnTo>
                <a:lnTo>
                  <a:pt x="224526" y="29326"/>
                </a:lnTo>
                <a:lnTo>
                  <a:pt x="224212" y="29735"/>
                </a:lnTo>
                <a:lnTo>
                  <a:pt x="223896" y="30159"/>
                </a:lnTo>
                <a:lnTo>
                  <a:pt x="223577" y="30599"/>
                </a:lnTo>
                <a:lnTo>
                  <a:pt x="223255" y="31053"/>
                </a:lnTo>
                <a:lnTo>
                  <a:pt x="222930" y="31524"/>
                </a:lnTo>
                <a:lnTo>
                  <a:pt x="222602" y="32009"/>
                </a:lnTo>
                <a:lnTo>
                  <a:pt x="222272" y="32510"/>
                </a:lnTo>
                <a:lnTo>
                  <a:pt x="221938" y="33026"/>
                </a:lnTo>
                <a:lnTo>
                  <a:pt x="221602" y="33558"/>
                </a:lnTo>
                <a:lnTo>
                  <a:pt x="221602" y="24428"/>
                </a:lnTo>
                <a:lnTo>
                  <a:pt x="205821" y="24428"/>
                </a:lnTo>
                <a:lnTo>
                  <a:pt x="205821" y="88640"/>
                </a:lnTo>
                <a:lnTo>
                  <a:pt x="222812" y="88640"/>
                </a:lnTo>
                <a:lnTo>
                  <a:pt x="222812" y="68808"/>
                </a:lnTo>
                <a:lnTo>
                  <a:pt x="222814" y="67462"/>
                </a:lnTo>
                <a:lnTo>
                  <a:pt x="222821" y="66155"/>
                </a:lnTo>
                <a:lnTo>
                  <a:pt x="222834" y="64888"/>
                </a:lnTo>
                <a:close/>
                <a:moveTo>
                  <a:pt x="507145" y="25202"/>
                </a:moveTo>
                <a:lnTo>
                  <a:pt x="506690" y="24985"/>
                </a:lnTo>
                <a:lnTo>
                  <a:pt x="506234" y="24779"/>
                </a:lnTo>
                <a:lnTo>
                  <a:pt x="505776" y="24584"/>
                </a:lnTo>
                <a:lnTo>
                  <a:pt x="505316" y="24401"/>
                </a:lnTo>
                <a:lnTo>
                  <a:pt x="504855" y="24228"/>
                </a:lnTo>
                <a:lnTo>
                  <a:pt x="504393" y="24067"/>
                </a:lnTo>
                <a:lnTo>
                  <a:pt x="503929" y="23917"/>
                </a:lnTo>
                <a:lnTo>
                  <a:pt x="503464" y="23778"/>
                </a:lnTo>
                <a:lnTo>
                  <a:pt x="502997" y="23650"/>
                </a:lnTo>
                <a:lnTo>
                  <a:pt x="502529" y="23533"/>
                </a:lnTo>
                <a:lnTo>
                  <a:pt x="502059" y="23427"/>
                </a:lnTo>
                <a:lnTo>
                  <a:pt x="501588" y="23332"/>
                </a:lnTo>
                <a:lnTo>
                  <a:pt x="501115" y="23249"/>
                </a:lnTo>
                <a:lnTo>
                  <a:pt x="500641" y="23177"/>
                </a:lnTo>
                <a:lnTo>
                  <a:pt x="500165" y="23115"/>
                </a:lnTo>
                <a:lnTo>
                  <a:pt x="499688" y="23065"/>
                </a:lnTo>
                <a:lnTo>
                  <a:pt x="499210" y="23026"/>
                </a:lnTo>
                <a:lnTo>
                  <a:pt x="498730" y="22999"/>
                </a:lnTo>
                <a:lnTo>
                  <a:pt x="498248" y="22982"/>
                </a:lnTo>
                <a:lnTo>
                  <a:pt x="497765" y="22976"/>
                </a:lnTo>
                <a:lnTo>
                  <a:pt x="497424" y="22980"/>
                </a:lnTo>
                <a:lnTo>
                  <a:pt x="497086" y="22991"/>
                </a:lnTo>
                <a:lnTo>
                  <a:pt x="496751" y="23009"/>
                </a:lnTo>
                <a:lnTo>
                  <a:pt x="496419" y="23033"/>
                </a:lnTo>
                <a:lnTo>
                  <a:pt x="496090" y="23066"/>
                </a:lnTo>
                <a:lnTo>
                  <a:pt x="495764" y="23105"/>
                </a:lnTo>
                <a:lnTo>
                  <a:pt x="495441" y="23151"/>
                </a:lnTo>
                <a:lnTo>
                  <a:pt x="495121" y="23205"/>
                </a:lnTo>
                <a:lnTo>
                  <a:pt x="494805" y="23265"/>
                </a:lnTo>
                <a:lnTo>
                  <a:pt x="494491" y="23333"/>
                </a:lnTo>
                <a:lnTo>
                  <a:pt x="494180" y="23408"/>
                </a:lnTo>
                <a:lnTo>
                  <a:pt x="493873" y="23490"/>
                </a:lnTo>
                <a:lnTo>
                  <a:pt x="493568" y="23580"/>
                </a:lnTo>
                <a:lnTo>
                  <a:pt x="493267" y="23676"/>
                </a:lnTo>
                <a:lnTo>
                  <a:pt x="492968" y="23779"/>
                </a:lnTo>
                <a:lnTo>
                  <a:pt x="492673" y="23890"/>
                </a:lnTo>
                <a:lnTo>
                  <a:pt x="492380" y="24008"/>
                </a:lnTo>
                <a:lnTo>
                  <a:pt x="492091" y="24133"/>
                </a:lnTo>
                <a:lnTo>
                  <a:pt x="491805" y="24265"/>
                </a:lnTo>
                <a:lnTo>
                  <a:pt x="491521" y="24404"/>
                </a:lnTo>
                <a:lnTo>
                  <a:pt x="491241" y="24550"/>
                </a:lnTo>
                <a:lnTo>
                  <a:pt x="490964" y="24704"/>
                </a:lnTo>
                <a:lnTo>
                  <a:pt x="490690" y="24864"/>
                </a:lnTo>
                <a:lnTo>
                  <a:pt x="490419" y="25032"/>
                </a:lnTo>
                <a:lnTo>
                  <a:pt x="490148" y="25211"/>
                </a:lnTo>
                <a:lnTo>
                  <a:pt x="489874" y="25405"/>
                </a:lnTo>
                <a:lnTo>
                  <a:pt x="489597" y="25615"/>
                </a:lnTo>
                <a:lnTo>
                  <a:pt x="489318" y="25840"/>
                </a:lnTo>
                <a:lnTo>
                  <a:pt x="489035" y="26080"/>
                </a:lnTo>
                <a:lnTo>
                  <a:pt x="488750" y="26336"/>
                </a:lnTo>
                <a:lnTo>
                  <a:pt x="488462" y="26607"/>
                </a:lnTo>
                <a:lnTo>
                  <a:pt x="488171" y="26893"/>
                </a:lnTo>
                <a:lnTo>
                  <a:pt x="487878" y="27195"/>
                </a:lnTo>
                <a:lnTo>
                  <a:pt x="487581" y="27512"/>
                </a:lnTo>
                <a:lnTo>
                  <a:pt x="487282" y="27844"/>
                </a:lnTo>
                <a:lnTo>
                  <a:pt x="486980" y="28191"/>
                </a:lnTo>
                <a:lnTo>
                  <a:pt x="486675" y="28554"/>
                </a:lnTo>
                <a:lnTo>
                  <a:pt x="486367" y="28933"/>
                </a:lnTo>
                <a:lnTo>
                  <a:pt x="486056" y="29326"/>
                </a:lnTo>
                <a:lnTo>
                  <a:pt x="485743" y="29735"/>
                </a:lnTo>
                <a:lnTo>
                  <a:pt x="485426" y="30159"/>
                </a:lnTo>
                <a:lnTo>
                  <a:pt x="485107" y="30599"/>
                </a:lnTo>
                <a:lnTo>
                  <a:pt x="484785" y="31053"/>
                </a:lnTo>
                <a:lnTo>
                  <a:pt x="484460" y="31524"/>
                </a:lnTo>
                <a:lnTo>
                  <a:pt x="484133" y="32009"/>
                </a:lnTo>
                <a:lnTo>
                  <a:pt x="483802" y="32510"/>
                </a:lnTo>
                <a:lnTo>
                  <a:pt x="483469" y="33026"/>
                </a:lnTo>
                <a:lnTo>
                  <a:pt x="483133" y="33558"/>
                </a:lnTo>
                <a:lnTo>
                  <a:pt x="483133" y="24428"/>
                </a:lnTo>
                <a:lnTo>
                  <a:pt x="467352" y="24428"/>
                </a:lnTo>
                <a:lnTo>
                  <a:pt x="467352" y="88640"/>
                </a:lnTo>
                <a:lnTo>
                  <a:pt x="484342" y="88640"/>
                </a:lnTo>
                <a:lnTo>
                  <a:pt x="484342" y="68808"/>
                </a:lnTo>
                <a:lnTo>
                  <a:pt x="484344" y="67462"/>
                </a:lnTo>
                <a:lnTo>
                  <a:pt x="484352" y="66155"/>
                </a:lnTo>
                <a:lnTo>
                  <a:pt x="484364" y="64888"/>
                </a:lnTo>
                <a:lnTo>
                  <a:pt x="484381" y="63659"/>
                </a:lnTo>
                <a:lnTo>
                  <a:pt x="484404" y="62469"/>
                </a:lnTo>
                <a:lnTo>
                  <a:pt x="484431" y="61318"/>
                </a:lnTo>
                <a:lnTo>
                  <a:pt x="484463" y="60207"/>
                </a:lnTo>
                <a:lnTo>
                  <a:pt x="484500" y="59134"/>
                </a:lnTo>
                <a:lnTo>
                  <a:pt x="484542" y="58100"/>
                </a:lnTo>
                <a:lnTo>
                  <a:pt x="484589" y="57106"/>
                </a:lnTo>
                <a:lnTo>
                  <a:pt x="484640" y="56150"/>
                </a:lnTo>
                <a:lnTo>
                  <a:pt x="484697" y="55234"/>
                </a:lnTo>
                <a:lnTo>
                  <a:pt x="484759" y="54357"/>
                </a:lnTo>
                <a:lnTo>
                  <a:pt x="484825" y="53518"/>
                </a:lnTo>
                <a:lnTo>
                  <a:pt x="484897" y="52719"/>
                </a:lnTo>
                <a:lnTo>
                  <a:pt x="484974" y="51959"/>
                </a:lnTo>
                <a:lnTo>
                  <a:pt x="485055" y="51238"/>
                </a:lnTo>
                <a:lnTo>
                  <a:pt x="485141" y="50556"/>
                </a:lnTo>
                <a:lnTo>
                  <a:pt x="485233" y="49913"/>
                </a:lnTo>
                <a:lnTo>
                  <a:pt x="485329" y="49309"/>
                </a:lnTo>
                <a:lnTo>
                  <a:pt x="485430" y="48744"/>
                </a:lnTo>
                <a:lnTo>
                  <a:pt x="485536" y="48218"/>
                </a:lnTo>
                <a:lnTo>
                  <a:pt x="485647" y="47731"/>
                </a:lnTo>
                <a:lnTo>
                  <a:pt x="485763" y="47283"/>
                </a:lnTo>
                <a:lnTo>
                  <a:pt x="485883" y="46860"/>
                </a:lnTo>
                <a:lnTo>
                  <a:pt x="486007" y="46448"/>
                </a:lnTo>
                <a:lnTo>
                  <a:pt x="486135" y="46048"/>
                </a:lnTo>
                <a:lnTo>
                  <a:pt x="486266" y="45658"/>
                </a:lnTo>
                <a:lnTo>
                  <a:pt x="486401" y="45279"/>
                </a:lnTo>
                <a:lnTo>
                  <a:pt x="486539" y="44912"/>
                </a:lnTo>
                <a:lnTo>
                  <a:pt x="486682" y="44555"/>
                </a:lnTo>
                <a:lnTo>
                  <a:pt x="486828" y="44209"/>
                </a:lnTo>
                <a:lnTo>
                  <a:pt x="486977" y="43875"/>
                </a:lnTo>
                <a:lnTo>
                  <a:pt x="487131" y="43551"/>
                </a:lnTo>
                <a:lnTo>
                  <a:pt x="487288" y="43239"/>
                </a:lnTo>
                <a:lnTo>
                  <a:pt x="487448" y="42937"/>
                </a:lnTo>
                <a:lnTo>
                  <a:pt x="487613" y="42647"/>
                </a:lnTo>
                <a:lnTo>
                  <a:pt x="487781" y="42367"/>
                </a:lnTo>
                <a:lnTo>
                  <a:pt x="487952" y="42099"/>
                </a:lnTo>
                <a:lnTo>
                  <a:pt x="488128" y="41841"/>
                </a:lnTo>
                <a:lnTo>
                  <a:pt x="488307" y="41595"/>
                </a:lnTo>
                <a:lnTo>
                  <a:pt x="488489" y="41359"/>
                </a:lnTo>
                <a:lnTo>
                  <a:pt x="488676" y="41135"/>
                </a:lnTo>
                <a:lnTo>
                  <a:pt x="488866" y="40922"/>
                </a:lnTo>
                <a:lnTo>
                  <a:pt x="489060" y="40719"/>
                </a:lnTo>
                <a:lnTo>
                  <a:pt x="489257" y="40528"/>
                </a:lnTo>
                <a:lnTo>
                  <a:pt x="489458" y="40348"/>
                </a:lnTo>
                <a:lnTo>
                  <a:pt x="489663" y="40178"/>
                </a:lnTo>
                <a:lnTo>
                  <a:pt x="489871" y="40018"/>
                </a:lnTo>
                <a:lnTo>
                  <a:pt x="490084" y="39865"/>
                </a:lnTo>
                <a:lnTo>
                  <a:pt x="490300" y="39718"/>
                </a:lnTo>
                <a:lnTo>
                  <a:pt x="490519" y="39578"/>
                </a:lnTo>
                <a:lnTo>
                  <a:pt x="490743" y="39445"/>
                </a:lnTo>
                <a:lnTo>
                  <a:pt x="490970" y="39319"/>
                </a:lnTo>
                <a:lnTo>
                  <a:pt x="491202" y="39199"/>
                </a:lnTo>
                <a:lnTo>
                  <a:pt x="491436" y="39087"/>
                </a:lnTo>
                <a:lnTo>
                  <a:pt x="491675" y="38981"/>
                </a:lnTo>
                <a:lnTo>
                  <a:pt x="491918" y="38882"/>
                </a:lnTo>
                <a:lnTo>
                  <a:pt x="492164" y="38790"/>
                </a:lnTo>
                <a:lnTo>
                  <a:pt x="492414" y="38705"/>
                </a:lnTo>
                <a:lnTo>
                  <a:pt x="492668" y="38626"/>
                </a:lnTo>
                <a:lnTo>
                  <a:pt x="492925" y="38555"/>
                </a:lnTo>
                <a:lnTo>
                  <a:pt x="493187" y="38490"/>
                </a:lnTo>
                <a:lnTo>
                  <a:pt x="493452" y="38432"/>
                </a:lnTo>
                <a:lnTo>
                  <a:pt x="493721" y="38381"/>
                </a:lnTo>
                <a:lnTo>
                  <a:pt x="493994" y="38336"/>
                </a:lnTo>
                <a:lnTo>
                  <a:pt x="494270" y="38299"/>
                </a:lnTo>
                <a:lnTo>
                  <a:pt x="494550" y="38268"/>
                </a:lnTo>
                <a:lnTo>
                  <a:pt x="494834" y="38244"/>
                </a:lnTo>
                <a:lnTo>
                  <a:pt x="495122" y="38227"/>
                </a:lnTo>
                <a:lnTo>
                  <a:pt x="495414" y="38217"/>
                </a:lnTo>
                <a:lnTo>
                  <a:pt x="495709" y="38213"/>
                </a:lnTo>
                <a:lnTo>
                  <a:pt x="496018" y="38218"/>
                </a:lnTo>
                <a:lnTo>
                  <a:pt x="496328" y="38233"/>
                </a:lnTo>
                <a:lnTo>
                  <a:pt x="496641" y="38257"/>
                </a:lnTo>
                <a:lnTo>
                  <a:pt x="496955" y="38291"/>
                </a:lnTo>
                <a:lnTo>
                  <a:pt x="497272" y="38334"/>
                </a:lnTo>
                <a:lnTo>
                  <a:pt x="497591" y="38387"/>
                </a:lnTo>
                <a:lnTo>
                  <a:pt x="497912" y="38450"/>
                </a:lnTo>
                <a:lnTo>
                  <a:pt x="498235" y="38522"/>
                </a:lnTo>
                <a:lnTo>
                  <a:pt x="498561" y="38604"/>
                </a:lnTo>
                <a:lnTo>
                  <a:pt x="498888" y="38696"/>
                </a:lnTo>
                <a:lnTo>
                  <a:pt x="499217" y="38798"/>
                </a:lnTo>
                <a:lnTo>
                  <a:pt x="499549" y="38909"/>
                </a:lnTo>
                <a:lnTo>
                  <a:pt x="499882" y="39029"/>
                </a:lnTo>
                <a:lnTo>
                  <a:pt x="500218" y="39160"/>
                </a:lnTo>
                <a:lnTo>
                  <a:pt x="500556" y="39300"/>
                </a:lnTo>
                <a:lnTo>
                  <a:pt x="500896" y="39450"/>
                </a:lnTo>
                <a:lnTo>
                  <a:pt x="501238" y="39609"/>
                </a:lnTo>
                <a:lnTo>
                  <a:pt x="501582" y="39778"/>
                </a:lnTo>
                <a:lnTo>
                  <a:pt x="501928" y="39957"/>
                </a:lnTo>
                <a:lnTo>
                  <a:pt x="502276" y="40145"/>
                </a:lnTo>
                <a:lnTo>
                  <a:pt x="502627" y="40343"/>
                </a:lnTo>
                <a:lnTo>
                  <a:pt x="502979" y="40550"/>
                </a:lnTo>
                <a:lnTo>
                  <a:pt x="503334" y="40768"/>
                </a:lnTo>
                <a:lnTo>
                  <a:pt x="503691" y="40995"/>
                </a:lnTo>
                <a:lnTo>
                  <a:pt x="508848" y="26471"/>
                </a:lnTo>
                <a:lnTo>
                  <a:pt x="533903" y="88640"/>
                </a:lnTo>
                <a:lnTo>
                  <a:pt x="549200" y="88640"/>
                </a:lnTo>
                <a:lnTo>
                  <a:pt x="574716" y="24428"/>
                </a:lnTo>
                <a:lnTo>
                  <a:pt x="557242" y="24428"/>
                </a:lnTo>
                <a:lnTo>
                  <a:pt x="545028" y="57199"/>
                </a:lnTo>
                <a:lnTo>
                  <a:pt x="544948" y="57426"/>
                </a:lnTo>
                <a:lnTo>
                  <a:pt x="544868" y="57653"/>
                </a:lnTo>
                <a:lnTo>
                  <a:pt x="544788" y="57879"/>
                </a:lnTo>
                <a:lnTo>
                  <a:pt x="544709" y="58106"/>
                </a:lnTo>
                <a:lnTo>
                  <a:pt x="544630" y="58333"/>
                </a:lnTo>
                <a:lnTo>
                  <a:pt x="544552" y="58560"/>
                </a:lnTo>
                <a:lnTo>
                  <a:pt x="544474" y="58786"/>
                </a:lnTo>
                <a:lnTo>
                  <a:pt x="544397" y="59013"/>
                </a:lnTo>
                <a:lnTo>
                  <a:pt x="544320" y="59240"/>
                </a:lnTo>
                <a:lnTo>
                  <a:pt x="544243" y="59467"/>
                </a:lnTo>
                <a:lnTo>
                  <a:pt x="544167" y="59693"/>
                </a:lnTo>
                <a:lnTo>
                  <a:pt x="544091" y="59920"/>
                </a:lnTo>
                <a:lnTo>
                  <a:pt x="544016" y="60147"/>
                </a:lnTo>
                <a:lnTo>
                  <a:pt x="543941" y="60373"/>
                </a:lnTo>
                <a:lnTo>
                  <a:pt x="543866" y="60600"/>
                </a:lnTo>
                <a:lnTo>
                  <a:pt x="543792" y="60827"/>
                </a:lnTo>
                <a:lnTo>
                  <a:pt x="543718" y="61054"/>
                </a:lnTo>
                <a:lnTo>
                  <a:pt x="543645" y="61280"/>
                </a:lnTo>
                <a:lnTo>
                  <a:pt x="543572" y="61507"/>
                </a:lnTo>
                <a:lnTo>
                  <a:pt x="543500" y="61734"/>
                </a:lnTo>
                <a:lnTo>
                  <a:pt x="543428" y="61961"/>
                </a:lnTo>
                <a:lnTo>
                  <a:pt x="543356" y="62187"/>
                </a:lnTo>
                <a:lnTo>
                  <a:pt x="543285" y="62414"/>
                </a:lnTo>
                <a:lnTo>
                  <a:pt x="543214" y="62641"/>
                </a:lnTo>
                <a:lnTo>
                  <a:pt x="543182" y="62757"/>
                </a:lnTo>
                <a:lnTo>
                  <a:pt x="543147" y="62882"/>
                </a:lnTo>
                <a:lnTo>
                  <a:pt x="543107" y="63018"/>
                </a:lnTo>
                <a:lnTo>
                  <a:pt x="543065" y="63163"/>
                </a:lnTo>
                <a:lnTo>
                  <a:pt x="543018" y="63318"/>
                </a:lnTo>
                <a:lnTo>
                  <a:pt x="542969" y="63484"/>
                </a:lnTo>
                <a:lnTo>
                  <a:pt x="542915" y="63659"/>
                </a:lnTo>
                <a:lnTo>
                  <a:pt x="542858" y="63843"/>
                </a:lnTo>
                <a:lnTo>
                  <a:pt x="542798" y="64038"/>
                </a:lnTo>
                <a:lnTo>
                  <a:pt x="542733" y="64243"/>
                </a:lnTo>
                <a:lnTo>
                  <a:pt x="542666" y="64457"/>
                </a:lnTo>
                <a:lnTo>
                  <a:pt x="542594" y="64682"/>
                </a:lnTo>
                <a:lnTo>
                  <a:pt x="542520" y="64916"/>
                </a:lnTo>
                <a:lnTo>
                  <a:pt x="542441" y="65160"/>
                </a:lnTo>
                <a:lnTo>
                  <a:pt x="542359" y="65414"/>
                </a:lnTo>
                <a:lnTo>
                  <a:pt x="542274" y="65678"/>
                </a:lnTo>
                <a:lnTo>
                  <a:pt x="542184" y="65951"/>
                </a:lnTo>
                <a:lnTo>
                  <a:pt x="542092" y="66235"/>
                </a:lnTo>
                <a:lnTo>
                  <a:pt x="541996" y="66528"/>
                </a:lnTo>
                <a:lnTo>
                  <a:pt x="541896" y="66831"/>
                </a:lnTo>
                <a:lnTo>
                  <a:pt x="541792" y="67145"/>
                </a:lnTo>
                <a:lnTo>
                  <a:pt x="541685" y="67468"/>
                </a:lnTo>
                <a:lnTo>
                  <a:pt x="541575" y="67800"/>
                </a:lnTo>
                <a:lnTo>
                  <a:pt x="541461" y="68143"/>
                </a:lnTo>
                <a:lnTo>
                  <a:pt x="537954" y="57199"/>
                </a:lnTo>
                <a:lnTo>
                  <a:pt x="525861" y="24428"/>
                </a:lnTo>
                <a:lnTo>
                  <a:pt x="508024" y="24428"/>
                </a:lnTo>
                <a:lnTo>
                  <a:pt x="508663" y="26013"/>
                </a:lnTo>
                <a:lnTo>
                  <a:pt x="508502" y="25919"/>
                </a:lnTo>
                <a:lnTo>
                  <a:pt x="508051" y="25669"/>
                </a:lnTo>
                <a:lnTo>
                  <a:pt x="507599" y="25430"/>
                </a:lnTo>
                <a:lnTo>
                  <a:pt x="507145" y="25202"/>
                </a:lnTo>
                <a:close/>
                <a:moveTo>
                  <a:pt x="192570" y="40114"/>
                </a:moveTo>
                <a:lnTo>
                  <a:pt x="192257" y="39335"/>
                </a:lnTo>
                <a:lnTo>
                  <a:pt x="191931" y="38574"/>
                </a:lnTo>
                <a:lnTo>
                  <a:pt x="191591" y="37832"/>
                </a:lnTo>
                <a:lnTo>
                  <a:pt x="191237" y="37108"/>
                </a:lnTo>
                <a:lnTo>
                  <a:pt x="190870" y="36403"/>
                </a:lnTo>
                <a:lnTo>
                  <a:pt x="190490" y="35716"/>
                </a:lnTo>
                <a:lnTo>
                  <a:pt x="190096" y="35047"/>
                </a:lnTo>
                <a:lnTo>
                  <a:pt x="189688" y="34397"/>
                </a:lnTo>
                <a:lnTo>
                  <a:pt x="189267" y="33765"/>
                </a:lnTo>
                <a:lnTo>
                  <a:pt x="188832" y="33151"/>
                </a:lnTo>
                <a:lnTo>
                  <a:pt x="188384" y="32556"/>
                </a:lnTo>
                <a:lnTo>
                  <a:pt x="187922" y="31979"/>
                </a:lnTo>
                <a:lnTo>
                  <a:pt x="187447" y="31420"/>
                </a:lnTo>
                <a:lnTo>
                  <a:pt x="186958" y="30880"/>
                </a:lnTo>
                <a:lnTo>
                  <a:pt x="186455" y="30358"/>
                </a:lnTo>
                <a:lnTo>
                  <a:pt x="185939" y="29855"/>
                </a:lnTo>
                <a:lnTo>
                  <a:pt x="185410" y="29370"/>
                </a:lnTo>
                <a:lnTo>
                  <a:pt x="184867" y="28903"/>
                </a:lnTo>
                <a:lnTo>
                  <a:pt x="184310" y="28455"/>
                </a:lnTo>
                <a:lnTo>
                  <a:pt x="183740" y="28025"/>
                </a:lnTo>
                <a:lnTo>
                  <a:pt x="183155" y="27613"/>
                </a:lnTo>
                <a:lnTo>
                  <a:pt x="182553" y="27219"/>
                </a:lnTo>
                <a:lnTo>
                  <a:pt x="181934" y="26842"/>
                </a:lnTo>
                <a:lnTo>
                  <a:pt x="181299" y="26482"/>
                </a:lnTo>
                <a:lnTo>
                  <a:pt x="180647" y="26141"/>
                </a:lnTo>
                <a:lnTo>
                  <a:pt x="179978" y="25816"/>
                </a:lnTo>
                <a:lnTo>
                  <a:pt x="179292" y="25510"/>
                </a:lnTo>
                <a:lnTo>
                  <a:pt x="178590" y="25220"/>
                </a:lnTo>
                <a:lnTo>
                  <a:pt x="177872" y="24949"/>
                </a:lnTo>
                <a:lnTo>
                  <a:pt x="177136" y="24694"/>
                </a:lnTo>
                <a:lnTo>
                  <a:pt x="176384" y="24458"/>
                </a:lnTo>
                <a:lnTo>
                  <a:pt x="175615" y="24239"/>
                </a:lnTo>
                <a:lnTo>
                  <a:pt x="174829" y="24037"/>
                </a:lnTo>
                <a:lnTo>
                  <a:pt x="174027" y="23853"/>
                </a:lnTo>
                <a:lnTo>
                  <a:pt x="173208" y="23686"/>
                </a:lnTo>
                <a:lnTo>
                  <a:pt x="172373" y="23537"/>
                </a:lnTo>
                <a:lnTo>
                  <a:pt x="171520" y="23406"/>
                </a:lnTo>
                <a:lnTo>
                  <a:pt x="170651" y="23292"/>
                </a:lnTo>
                <a:lnTo>
                  <a:pt x="169766" y="23196"/>
                </a:lnTo>
                <a:lnTo>
                  <a:pt x="168863" y="23117"/>
                </a:lnTo>
                <a:lnTo>
                  <a:pt x="167944" y="23055"/>
                </a:lnTo>
                <a:lnTo>
                  <a:pt x="167008" y="23011"/>
                </a:lnTo>
                <a:lnTo>
                  <a:pt x="166056" y="22985"/>
                </a:lnTo>
                <a:lnTo>
                  <a:pt x="165087" y="22976"/>
                </a:lnTo>
                <a:lnTo>
                  <a:pt x="163903" y="22992"/>
                </a:lnTo>
                <a:lnTo>
                  <a:pt x="162739" y="23038"/>
                </a:lnTo>
                <a:lnTo>
                  <a:pt x="161597" y="23115"/>
                </a:lnTo>
                <a:lnTo>
                  <a:pt x="160475" y="23222"/>
                </a:lnTo>
                <a:lnTo>
                  <a:pt x="159373" y="23361"/>
                </a:lnTo>
                <a:lnTo>
                  <a:pt x="158292" y="23530"/>
                </a:lnTo>
                <a:lnTo>
                  <a:pt x="157232" y="23730"/>
                </a:lnTo>
                <a:lnTo>
                  <a:pt x="156192" y="23961"/>
                </a:lnTo>
                <a:lnTo>
                  <a:pt x="155172" y="24222"/>
                </a:lnTo>
                <a:lnTo>
                  <a:pt x="154174" y="24514"/>
                </a:lnTo>
                <a:lnTo>
                  <a:pt x="153196" y="24837"/>
                </a:lnTo>
                <a:lnTo>
                  <a:pt x="152238" y="25191"/>
                </a:lnTo>
                <a:lnTo>
                  <a:pt x="151301" y="25575"/>
                </a:lnTo>
                <a:lnTo>
                  <a:pt x="150385" y="25991"/>
                </a:lnTo>
                <a:lnTo>
                  <a:pt x="149489" y="26437"/>
                </a:lnTo>
                <a:lnTo>
                  <a:pt x="148614" y="26913"/>
                </a:lnTo>
                <a:lnTo>
                  <a:pt x="147759" y="27421"/>
                </a:lnTo>
                <a:lnTo>
                  <a:pt x="146925" y="27959"/>
                </a:lnTo>
                <a:lnTo>
                  <a:pt x="146111" y="28528"/>
                </a:lnTo>
                <a:lnTo>
                  <a:pt x="145318" y="29128"/>
                </a:lnTo>
                <a:lnTo>
                  <a:pt x="144546" y="29758"/>
                </a:lnTo>
                <a:lnTo>
                  <a:pt x="143794" y="30420"/>
                </a:lnTo>
                <a:lnTo>
                  <a:pt x="143063" y="31112"/>
                </a:lnTo>
                <a:lnTo>
                  <a:pt x="142352" y="31834"/>
                </a:lnTo>
                <a:lnTo>
                  <a:pt x="141666" y="32585"/>
                </a:lnTo>
                <a:lnTo>
                  <a:pt x="141010" y="33360"/>
                </a:lnTo>
                <a:lnTo>
                  <a:pt x="140382" y="34159"/>
                </a:lnTo>
                <a:lnTo>
                  <a:pt x="139784" y="34983"/>
                </a:lnTo>
                <a:lnTo>
                  <a:pt x="139215" y="35831"/>
                </a:lnTo>
                <a:lnTo>
                  <a:pt x="138675" y="36704"/>
                </a:lnTo>
                <a:lnTo>
                  <a:pt x="138164" y="37601"/>
                </a:lnTo>
                <a:lnTo>
                  <a:pt x="137683" y="38522"/>
                </a:lnTo>
                <a:lnTo>
                  <a:pt x="137231" y="39468"/>
                </a:lnTo>
                <a:lnTo>
                  <a:pt x="136808" y="40439"/>
                </a:lnTo>
                <a:lnTo>
                  <a:pt x="136414" y="41434"/>
                </a:lnTo>
                <a:lnTo>
                  <a:pt x="136049" y="42453"/>
                </a:lnTo>
                <a:lnTo>
                  <a:pt x="135713" y="43497"/>
                </a:lnTo>
                <a:lnTo>
                  <a:pt x="135407" y="44566"/>
                </a:lnTo>
                <a:lnTo>
                  <a:pt x="135130" y="45658"/>
                </a:lnTo>
                <a:lnTo>
                  <a:pt x="134881" y="46776"/>
                </a:lnTo>
                <a:lnTo>
                  <a:pt x="134663" y="47917"/>
                </a:lnTo>
                <a:lnTo>
                  <a:pt x="134473" y="49084"/>
                </a:lnTo>
                <a:lnTo>
                  <a:pt x="134312" y="50274"/>
                </a:lnTo>
                <a:lnTo>
                  <a:pt x="134181" y="51489"/>
                </a:lnTo>
                <a:lnTo>
                  <a:pt x="134079" y="52729"/>
                </a:lnTo>
                <a:lnTo>
                  <a:pt x="134006" y="53993"/>
                </a:lnTo>
                <a:lnTo>
                  <a:pt x="133962" y="55282"/>
                </a:lnTo>
                <a:lnTo>
                  <a:pt x="133948" y="56594"/>
                </a:lnTo>
                <a:lnTo>
                  <a:pt x="133962" y="57893"/>
                </a:lnTo>
                <a:lnTo>
                  <a:pt x="134006" y="59167"/>
                </a:lnTo>
                <a:lnTo>
                  <a:pt x="134078" y="60418"/>
                </a:lnTo>
                <a:lnTo>
                  <a:pt x="134180" y="61645"/>
                </a:lnTo>
                <a:lnTo>
                  <a:pt x="134311" y="62848"/>
                </a:lnTo>
                <a:lnTo>
                  <a:pt x="134471" y="64028"/>
                </a:lnTo>
                <a:lnTo>
                  <a:pt x="134660" y="65184"/>
                </a:lnTo>
                <a:lnTo>
                  <a:pt x="134878" y="66316"/>
                </a:lnTo>
                <a:lnTo>
                  <a:pt x="135125" y="67424"/>
                </a:lnTo>
                <a:lnTo>
                  <a:pt x="135401" y="68509"/>
                </a:lnTo>
                <a:lnTo>
                  <a:pt x="135707" y="69570"/>
                </a:lnTo>
                <a:lnTo>
                  <a:pt x="136041" y="70607"/>
                </a:lnTo>
                <a:lnTo>
                  <a:pt x="136405" y="71621"/>
                </a:lnTo>
                <a:lnTo>
                  <a:pt x="136797" y="72610"/>
                </a:lnTo>
                <a:lnTo>
                  <a:pt x="137219" y="73576"/>
                </a:lnTo>
                <a:lnTo>
                  <a:pt x="137670" y="74519"/>
                </a:lnTo>
                <a:lnTo>
                  <a:pt x="138149" y="75437"/>
                </a:lnTo>
                <a:lnTo>
                  <a:pt x="138658" y="76332"/>
                </a:lnTo>
                <a:lnTo>
                  <a:pt x="139196" y="77203"/>
                </a:lnTo>
                <a:lnTo>
                  <a:pt x="139763" y="78051"/>
                </a:lnTo>
                <a:lnTo>
                  <a:pt x="140359" y="78875"/>
                </a:lnTo>
                <a:lnTo>
                  <a:pt x="140984" y="79675"/>
                </a:lnTo>
                <a:lnTo>
                  <a:pt x="141639" y="80451"/>
                </a:lnTo>
                <a:lnTo>
                  <a:pt x="142322" y="81203"/>
                </a:lnTo>
                <a:lnTo>
                  <a:pt x="143030" y="81929"/>
                </a:lnTo>
                <a:lnTo>
                  <a:pt x="143757" y="82623"/>
                </a:lnTo>
                <a:lnTo>
                  <a:pt x="144505" y="83287"/>
                </a:lnTo>
                <a:lnTo>
                  <a:pt x="145272" y="83919"/>
                </a:lnTo>
                <a:lnTo>
                  <a:pt x="146059" y="84521"/>
                </a:lnTo>
                <a:lnTo>
                  <a:pt x="146866" y="85092"/>
                </a:lnTo>
                <a:lnTo>
                  <a:pt x="147693" y="85632"/>
                </a:lnTo>
                <a:lnTo>
                  <a:pt x="148540" y="86141"/>
                </a:lnTo>
                <a:lnTo>
                  <a:pt x="149406" y="86620"/>
                </a:lnTo>
                <a:lnTo>
                  <a:pt x="150292" y="87067"/>
                </a:lnTo>
                <a:lnTo>
                  <a:pt x="151199" y="87484"/>
                </a:lnTo>
                <a:lnTo>
                  <a:pt x="152125" y="87870"/>
                </a:lnTo>
                <a:lnTo>
                  <a:pt x="153071" y="88224"/>
                </a:lnTo>
                <a:lnTo>
                  <a:pt x="154036" y="88549"/>
                </a:lnTo>
                <a:lnTo>
                  <a:pt x="155022" y="88842"/>
                </a:lnTo>
                <a:lnTo>
                  <a:pt x="156027" y="89104"/>
                </a:lnTo>
                <a:lnTo>
                  <a:pt x="157052" y="89336"/>
                </a:lnTo>
                <a:lnTo>
                  <a:pt x="158097" y="89536"/>
                </a:lnTo>
                <a:lnTo>
                  <a:pt x="159162" y="89706"/>
                </a:lnTo>
                <a:lnTo>
                  <a:pt x="160247" y="89845"/>
                </a:lnTo>
                <a:lnTo>
                  <a:pt x="161352" y="89953"/>
                </a:lnTo>
                <a:lnTo>
                  <a:pt x="162476" y="90030"/>
                </a:lnTo>
                <a:lnTo>
                  <a:pt x="163620" y="90076"/>
                </a:lnTo>
                <a:lnTo>
                  <a:pt x="164784" y="90092"/>
                </a:lnTo>
                <a:lnTo>
                  <a:pt x="165809" y="90081"/>
                </a:lnTo>
                <a:lnTo>
                  <a:pt x="166815" y="90051"/>
                </a:lnTo>
                <a:lnTo>
                  <a:pt x="167805" y="90000"/>
                </a:lnTo>
                <a:lnTo>
                  <a:pt x="168777" y="89929"/>
                </a:lnTo>
                <a:lnTo>
                  <a:pt x="169731" y="89837"/>
                </a:lnTo>
                <a:lnTo>
                  <a:pt x="170668" y="89725"/>
                </a:lnTo>
                <a:lnTo>
                  <a:pt x="171588" y="89593"/>
                </a:lnTo>
                <a:lnTo>
                  <a:pt x="172490" y="89440"/>
                </a:lnTo>
                <a:lnTo>
                  <a:pt x="173375" y="89267"/>
                </a:lnTo>
                <a:lnTo>
                  <a:pt x="174242" y="89073"/>
                </a:lnTo>
                <a:lnTo>
                  <a:pt x="175092" y="88860"/>
                </a:lnTo>
                <a:lnTo>
                  <a:pt x="175925" y="88625"/>
                </a:lnTo>
                <a:lnTo>
                  <a:pt x="176740" y="88371"/>
                </a:lnTo>
                <a:lnTo>
                  <a:pt x="177538" y="88096"/>
                </a:lnTo>
                <a:lnTo>
                  <a:pt x="178318" y="87801"/>
                </a:lnTo>
                <a:lnTo>
                  <a:pt x="179081" y="87485"/>
                </a:lnTo>
                <a:lnTo>
                  <a:pt x="179826" y="87149"/>
                </a:lnTo>
                <a:lnTo>
                  <a:pt x="180554" y="86793"/>
                </a:lnTo>
                <a:lnTo>
                  <a:pt x="181265" y="86416"/>
                </a:lnTo>
                <a:lnTo>
                  <a:pt x="181958" y="86019"/>
                </a:lnTo>
                <a:lnTo>
                  <a:pt x="182634" y="85601"/>
                </a:lnTo>
                <a:lnTo>
                  <a:pt x="183292" y="85163"/>
                </a:lnTo>
                <a:lnTo>
                  <a:pt x="183933" y="84705"/>
                </a:lnTo>
                <a:lnTo>
                  <a:pt x="184556" y="84227"/>
                </a:lnTo>
                <a:lnTo>
                  <a:pt x="185163" y="83728"/>
                </a:lnTo>
                <a:lnTo>
                  <a:pt x="185752" y="83210"/>
                </a:lnTo>
                <a:lnTo>
                  <a:pt x="186326" y="82672"/>
                </a:lnTo>
                <a:lnTo>
                  <a:pt x="186882" y="82115"/>
                </a:lnTo>
                <a:lnTo>
                  <a:pt x="187422" y="81539"/>
                </a:lnTo>
                <a:lnTo>
                  <a:pt x="187946" y="80943"/>
                </a:lnTo>
                <a:lnTo>
                  <a:pt x="188453" y="80327"/>
                </a:lnTo>
                <a:lnTo>
                  <a:pt x="188943" y="79692"/>
                </a:lnTo>
                <a:lnTo>
                  <a:pt x="189417" y="79037"/>
                </a:lnTo>
                <a:lnTo>
                  <a:pt x="189874" y="78363"/>
                </a:lnTo>
                <a:lnTo>
                  <a:pt x="190315" y="77669"/>
                </a:lnTo>
                <a:lnTo>
                  <a:pt x="190739" y="76956"/>
                </a:lnTo>
                <a:lnTo>
                  <a:pt x="191146" y="76223"/>
                </a:lnTo>
                <a:lnTo>
                  <a:pt x="191537" y="75471"/>
                </a:lnTo>
                <a:lnTo>
                  <a:pt x="191911" y="74699"/>
                </a:lnTo>
                <a:lnTo>
                  <a:pt x="192269" y="73907"/>
                </a:lnTo>
                <a:lnTo>
                  <a:pt x="192610" y="73096"/>
                </a:lnTo>
                <a:lnTo>
                  <a:pt x="192934" y="72266"/>
                </a:lnTo>
                <a:lnTo>
                  <a:pt x="193242" y="71416"/>
                </a:lnTo>
                <a:lnTo>
                  <a:pt x="193533" y="70547"/>
                </a:lnTo>
                <a:lnTo>
                  <a:pt x="193808" y="69658"/>
                </a:lnTo>
                <a:lnTo>
                  <a:pt x="194066" y="68749"/>
                </a:lnTo>
                <a:lnTo>
                  <a:pt x="194308" y="67821"/>
                </a:lnTo>
                <a:lnTo>
                  <a:pt x="194533" y="66873"/>
                </a:lnTo>
                <a:lnTo>
                  <a:pt x="177845" y="63971"/>
                </a:lnTo>
                <a:lnTo>
                  <a:pt x="177736" y="64524"/>
                </a:lnTo>
                <a:lnTo>
                  <a:pt x="177620" y="65062"/>
                </a:lnTo>
                <a:lnTo>
                  <a:pt x="177499" y="65587"/>
                </a:lnTo>
                <a:lnTo>
                  <a:pt x="177371" y="66098"/>
                </a:lnTo>
                <a:lnTo>
                  <a:pt x="177237" y="66596"/>
                </a:lnTo>
                <a:lnTo>
                  <a:pt x="177096" y="67079"/>
                </a:lnTo>
                <a:lnTo>
                  <a:pt x="176950" y="67549"/>
                </a:lnTo>
                <a:lnTo>
                  <a:pt x="176797" y="68005"/>
                </a:lnTo>
                <a:lnTo>
                  <a:pt x="176637" y="68448"/>
                </a:lnTo>
                <a:lnTo>
                  <a:pt x="176472" y="68876"/>
                </a:lnTo>
                <a:lnTo>
                  <a:pt x="176300" y="69291"/>
                </a:lnTo>
                <a:lnTo>
                  <a:pt x="176121" y="69693"/>
                </a:lnTo>
                <a:lnTo>
                  <a:pt x="175937" y="70080"/>
                </a:lnTo>
                <a:lnTo>
                  <a:pt x="175746" y="70454"/>
                </a:lnTo>
                <a:lnTo>
                  <a:pt x="175549" y="70813"/>
                </a:lnTo>
                <a:lnTo>
                  <a:pt x="175345" y="71160"/>
                </a:lnTo>
                <a:lnTo>
                  <a:pt x="175136" y="71492"/>
                </a:lnTo>
                <a:lnTo>
                  <a:pt x="174920" y="71811"/>
                </a:lnTo>
                <a:lnTo>
                  <a:pt x="174697" y="72116"/>
                </a:lnTo>
                <a:lnTo>
                  <a:pt x="174469" y="72407"/>
                </a:lnTo>
                <a:lnTo>
                  <a:pt x="174234" y="72684"/>
                </a:lnTo>
                <a:lnTo>
                  <a:pt x="173993" y="72948"/>
                </a:lnTo>
                <a:lnTo>
                  <a:pt x="173745" y="73198"/>
                </a:lnTo>
                <a:lnTo>
                  <a:pt x="173491" y="73434"/>
                </a:lnTo>
                <a:lnTo>
                  <a:pt x="173231" y="73658"/>
                </a:lnTo>
                <a:lnTo>
                  <a:pt x="172965" y="73873"/>
                </a:lnTo>
                <a:lnTo>
                  <a:pt x="172693" y="74079"/>
                </a:lnTo>
                <a:lnTo>
                  <a:pt x="172415" y="74274"/>
                </a:lnTo>
                <a:lnTo>
                  <a:pt x="172130" y="74461"/>
                </a:lnTo>
                <a:lnTo>
                  <a:pt x="171840" y="74637"/>
                </a:lnTo>
                <a:lnTo>
                  <a:pt x="171543" y="74805"/>
                </a:lnTo>
                <a:lnTo>
                  <a:pt x="171241" y="74962"/>
                </a:lnTo>
                <a:lnTo>
                  <a:pt x="170932" y="75110"/>
                </a:lnTo>
                <a:lnTo>
                  <a:pt x="170617" y="75249"/>
                </a:lnTo>
                <a:lnTo>
                  <a:pt x="170296" y="75378"/>
                </a:lnTo>
                <a:lnTo>
                  <a:pt x="169969" y="75497"/>
                </a:lnTo>
                <a:lnTo>
                  <a:pt x="169636" y="75607"/>
                </a:lnTo>
                <a:lnTo>
                  <a:pt x="169297" y="75707"/>
                </a:lnTo>
                <a:lnTo>
                  <a:pt x="168952" y="75798"/>
                </a:lnTo>
                <a:lnTo>
                  <a:pt x="168600" y="75879"/>
                </a:lnTo>
                <a:lnTo>
                  <a:pt x="168243" y="75951"/>
                </a:lnTo>
                <a:lnTo>
                  <a:pt x="167879" y="76013"/>
                </a:lnTo>
                <a:lnTo>
                  <a:pt x="167510" y="76065"/>
                </a:lnTo>
                <a:lnTo>
                  <a:pt x="167134" y="76108"/>
                </a:lnTo>
                <a:lnTo>
                  <a:pt x="166752" y="76142"/>
                </a:lnTo>
                <a:lnTo>
                  <a:pt x="166364" y="76166"/>
                </a:lnTo>
                <a:lnTo>
                  <a:pt x="165970" y="76180"/>
                </a:lnTo>
                <a:lnTo>
                  <a:pt x="165570" y="76185"/>
                </a:lnTo>
                <a:lnTo>
                  <a:pt x="165036" y="76177"/>
                </a:lnTo>
                <a:lnTo>
                  <a:pt x="164510" y="76152"/>
                </a:lnTo>
                <a:lnTo>
                  <a:pt x="163994" y="76111"/>
                </a:lnTo>
                <a:lnTo>
                  <a:pt x="163487" y="76054"/>
                </a:lnTo>
                <a:lnTo>
                  <a:pt x="162989" y="75981"/>
                </a:lnTo>
                <a:lnTo>
                  <a:pt x="162500" y="75891"/>
                </a:lnTo>
                <a:lnTo>
                  <a:pt x="162020" y="75785"/>
                </a:lnTo>
                <a:lnTo>
                  <a:pt x="161550" y="75663"/>
                </a:lnTo>
                <a:lnTo>
                  <a:pt x="161088" y="75524"/>
                </a:lnTo>
                <a:lnTo>
                  <a:pt x="160636" y="75369"/>
                </a:lnTo>
                <a:lnTo>
                  <a:pt x="160192" y="75197"/>
                </a:lnTo>
                <a:lnTo>
                  <a:pt x="159758" y="75010"/>
                </a:lnTo>
                <a:lnTo>
                  <a:pt x="159333" y="74806"/>
                </a:lnTo>
                <a:lnTo>
                  <a:pt x="158917" y="74585"/>
                </a:lnTo>
                <a:lnTo>
                  <a:pt x="158511" y="74348"/>
                </a:lnTo>
                <a:lnTo>
                  <a:pt x="158113" y="74095"/>
                </a:lnTo>
                <a:lnTo>
                  <a:pt x="157725" y="73826"/>
                </a:lnTo>
                <a:lnTo>
                  <a:pt x="157345" y="73541"/>
                </a:lnTo>
                <a:lnTo>
                  <a:pt x="156975" y="73239"/>
                </a:lnTo>
                <a:lnTo>
                  <a:pt x="156614" y="72920"/>
                </a:lnTo>
                <a:lnTo>
                  <a:pt x="156262" y="72586"/>
                </a:lnTo>
                <a:lnTo>
                  <a:pt x="155919" y="72235"/>
                </a:lnTo>
                <a:lnTo>
                  <a:pt x="155586" y="71867"/>
                </a:lnTo>
                <a:lnTo>
                  <a:pt x="155261" y="71484"/>
                </a:lnTo>
                <a:lnTo>
                  <a:pt x="154948" y="71080"/>
                </a:lnTo>
                <a:lnTo>
                  <a:pt x="154648" y="70653"/>
                </a:lnTo>
                <a:lnTo>
                  <a:pt x="154361" y="70203"/>
                </a:lnTo>
                <a:lnTo>
                  <a:pt x="154088" y="69730"/>
                </a:lnTo>
                <a:lnTo>
                  <a:pt x="153828" y="69234"/>
                </a:lnTo>
                <a:lnTo>
                  <a:pt x="153581" y="68714"/>
                </a:lnTo>
                <a:lnTo>
                  <a:pt x="153348" y="68171"/>
                </a:lnTo>
                <a:lnTo>
                  <a:pt x="153128" y="67605"/>
                </a:lnTo>
                <a:lnTo>
                  <a:pt x="152922" y="67016"/>
                </a:lnTo>
                <a:lnTo>
                  <a:pt x="152728" y="66403"/>
                </a:lnTo>
                <a:lnTo>
                  <a:pt x="152548" y="65767"/>
                </a:lnTo>
                <a:lnTo>
                  <a:pt x="152382" y="65108"/>
                </a:lnTo>
                <a:lnTo>
                  <a:pt x="152228" y="64426"/>
                </a:lnTo>
                <a:lnTo>
                  <a:pt x="152088" y="63720"/>
                </a:lnTo>
                <a:lnTo>
                  <a:pt x="151962" y="62991"/>
                </a:lnTo>
                <a:lnTo>
                  <a:pt x="151848" y="62239"/>
                </a:lnTo>
                <a:lnTo>
                  <a:pt x="151748" y="61464"/>
                </a:lnTo>
                <a:lnTo>
                  <a:pt x="151662" y="60666"/>
                </a:lnTo>
                <a:lnTo>
                  <a:pt x="151588" y="59844"/>
                </a:lnTo>
                <a:lnTo>
                  <a:pt x="151528" y="58999"/>
                </a:lnTo>
                <a:lnTo>
                  <a:pt x="151482" y="58131"/>
                </a:lnTo>
                <a:lnTo>
                  <a:pt x="151448" y="57240"/>
                </a:lnTo>
                <a:lnTo>
                  <a:pt x="151428" y="56325"/>
                </a:lnTo>
                <a:lnTo>
                  <a:pt x="151422" y="55387"/>
                </a:lnTo>
                <a:lnTo>
                  <a:pt x="151428" y="54543"/>
                </a:lnTo>
                <a:lnTo>
                  <a:pt x="151448" y="53720"/>
                </a:lnTo>
                <a:lnTo>
                  <a:pt x="151481" y="52917"/>
                </a:lnTo>
                <a:lnTo>
                  <a:pt x="151527" y="52135"/>
                </a:lnTo>
                <a:lnTo>
                  <a:pt x="151586" y="51373"/>
                </a:lnTo>
                <a:lnTo>
                  <a:pt x="151658" y="50631"/>
                </a:lnTo>
                <a:lnTo>
                  <a:pt x="151743" y="49910"/>
                </a:lnTo>
                <a:lnTo>
                  <a:pt x="151842" y="49209"/>
                </a:lnTo>
                <a:lnTo>
                  <a:pt x="151953" y="48528"/>
                </a:lnTo>
                <a:lnTo>
                  <a:pt x="152078" y="47868"/>
                </a:lnTo>
                <a:lnTo>
                  <a:pt x="152216" y="47229"/>
                </a:lnTo>
                <a:lnTo>
                  <a:pt x="152367" y="46609"/>
                </a:lnTo>
                <a:lnTo>
                  <a:pt x="152531" y="46011"/>
                </a:lnTo>
                <a:lnTo>
                  <a:pt x="152708" y="45432"/>
                </a:lnTo>
                <a:lnTo>
                  <a:pt x="152898" y="44874"/>
                </a:lnTo>
                <a:lnTo>
                  <a:pt x="153101" y="44336"/>
                </a:lnTo>
                <a:lnTo>
                  <a:pt x="153318" y="43819"/>
                </a:lnTo>
                <a:lnTo>
                  <a:pt x="153547" y="43322"/>
                </a:lnTo>
                <a:lnTo>
                  <a:pt x="153790" y="42846"/>
                </a:lnTo>
                <a:lnTo>
                  <a:pt x="154046" y="42390"/>
                </a:lnTo>
                <a:lnTo>
                  <a:pt x="154315" y="41954"/>
                </a:lnTo>
                <a:lnTo>
                  <a:pt x="154597" y="41539"/>
                </a:lnTo>
                <a:lnTo>
                  <a:pt x="154892" y="41144"/>
                </a:lnTo>
                <a:lnTo>
                  <a:pt x="155201" y="40770"/>
                </a:lnTo>
                <a:lnTo>
                  <a:pt x="155520" y="40413"/>
                </a:lnTo>
                <a:lnTo>
                  <a:pt x="155848" y="40072"/>
                </a:lnTo>
                <a:lnTo>
                  <a:pt x="156186" y="39746"/>
                </a:lnTo>
                <a:lnTo>
                  <a:pt x="156532" y="39434"/>
                </a:lnTo>
                <a:lnTo>
                  <a:pt x="156887" y="39139"/>
                </a:lnTo>
                <a:lnTo>
                  <a:pt x="157251" y="38858"/>
                </a:lnTo>
                <a:lnTo>
                  <a:pt x="157624" y="38592"/>
                </a:lnTo>
                <a:lnTo>
                  <a:pt x="158006" y="38342"/>
                </a:lnTo>
                <a:lnTo>
                  <a:pt x="158396" y="38107"/>
                </a:lnTo>
                <a:lnTo>
                  <a:pt x="158796" y="37887"/>
                </a:lnTo>
                <a:lnTo>
                  <a:pt x="159205" y="37682"/>
                </a:lnTo>
                <a:lnTo>
                  <a:pt x="159622" y="37492"/>
                </a:lnTo>
                <a:lnTo>
                  <a:pt x="160049" y="37318"/>
                </a:lnTo>
                <a:lnTo>
                  <a:pt x="160484" y="37158"/>
                </a:lnTo>
                <a:lnTo>
                  <a:pt x="160928" y="37014"/>
                </a:lnTo>
                <a:lnTo>
                  <a:pt x="161382" y="36885"/>
                </a:lnTo>
                <a:lnTo>
                  <a:pt x="161844" y="36771"/>
                </a:lnTo>
                <a:lnTo>
                  <a:pt x="162315" y="36673"/>
                </a:lnTo>
                <a:lnTo>
                  <a:pt x="162795" y="36589"/>
                </a:lnTo>
                <a:lnTo>
                  <a:pt x="163284" y="36521"/>
                </a:lnTo>
                <a:lnTo>
                  <a:pt x="163782" y="36468"/>
                </a:lnTo>
                <a:lnTo>
                  <a:pt x="164288" y="36430"/>
                </a:lnTo>
                <a:lnTo>
                  <a:pt x="164804" y="36407"/>
                </a:lnTo>
                <a:lnTo>
                  <a:pt x="165329" y="36399"/>
                </a:lnTo>
                <a:lnTo>
                  <a:pt x="165723" y="36404"/>
                </a:lnTo>
                <a:lnTo>
                  <a:pt x="166112" y="36417"/>
                </a:lnTo>
                <a:lnTo>
                  <a:pt x="166495" y="36439"/>
                </a:lnTo>
                <a:lnTo>
                  <a:pt x="166871" y="36470"/>
                </a:lnTo>
                <a:lnTo>
                  <a:pt x="167241" y="36509"/>
                </a:lnTo>
                <a:lnTo>
                  <a:pt x="167605" y="36557"/>
                </a:lnTo>
                <a:lnTo>
                  <a:pt x="167963" y="36614"/>
                </a:lnTo>
                <a:lnTo>
                  <a:pt x="168315" y="36680"/>
                </a:lnTo>
                <a:lnTo>
                  <a:pt x="168660" y="36754"/>
                </a:lnTo>
                <a:lnTo>
                  <a:pt x="168999" y="36838"/>
                </a:lnTo>
                <a:lnTo>
                  <a:pt x="169332" y="36930"/>
                </a:lnTo>
                <a:lnTo>
                  <a:pt x="169659" y="37031"/>
                </a:lnTo>
                <a:lnTo>
                  <a:pt x="169980" y="37140"/>
                </a:lnTo>
                <a:lnTo>
                  <a:pt x="170294" y="37258"/>
                </a:lnTo>
                <a:lnTo>
                  <a:pt x="170603" y="37386"/>
                </a:lnTo>
                <a:lnTo>
                  <a:pt x="170905" y="37521"/>
                </a:lnTo>
                <a:lnTo>
                  <a:pt x="171201" y="37666"/>
                </a:lnTo>
                <a:lnTo>
                  <a:pt x="171490" y="37819"/>
                </a:lnTo>
                <a:lnTo>
                  <a:pt x="171774" y="37982"/>
                </a:lnTo>
                <a:lnTo>
                  <a:pt x="172051" y="38152"/>
                </a:lnTo>
                <a:lnTo>
                  <a:pt x="172322" y="38332"/>
                </a:lnTo>
                <a:lnTo>
                  <a:pt x="172587" y="38521"/>
                </a:lnTo>
                <a:lnTo>
                  <a:pt x="172846" y="38718"/>
                </a:lnTo>
                <a:lnTo>
                  <a:pt x="173098" y="38924"/>
                </a:lnTo>
                <a:lnTo>
                  <a:pt x="173344" y="39138"/>
                </a:lnTo>
                <a:lnTo>
                  <a:pt x="173582" y="39362"/>
                </a:lnTo>
                <a:lnTo>
                  <a:pt x="173813" y="39593"/>
                </a:lnTo>
                <a:lnTo>
                  <a:pt x="174036" y="39834"/>
                </a:lnTo>
                <a:lnTo>
                  <a:pt x="174252" y="40083"/>
                </a:lnTo>
                <a:lnTo>
                  <a:pt x="174461" y="40340"/>
                </a:lnTo>
                <a:lnTo>
                  <a:pt x="174661" y="40606"/>
                </a:lnTo>
                <a:lnTo>
                  <a:pt x="174855" y="40880"/>
                </a:lnTo>
                <a:lnTo>
                  <a:pt x="175041" y="41164"/>
                </a:lnTo>
                <a:lnTo>
                  <a:pt x="175220" y="41455"/>
                </a:lnTo>
                <a:lnTo>
                  <a:pt x="175391" y="41755"/>
                </a:lnTo>
                <a:lnTo>
                  <a:pt x="175555" y="42064"/>
                </a:lnTo>
                <a:lnTo>
                  <a:pt x="175711" y="42381"/>
                </a:lnTo>
                <a:lnTo>
                  <a:pt x="175860" y="42707"/>
                </a:lnTo>
                <a:lnTo>
                  <a:pt x="176001" y="43042"/>
                </a:lnTo>
                <a:lnTo>
                  <a:pt x="176135" y="43385"/>
                </a:lnTo>
                <a:lnTo>
                  <a:pt x="176261" y="43736"/>
                </a:lnTo>
                <a:lnTo>
                  <a:pt x="176380" y="44096"/>
                </a:lnTo>
                <a:lnTo>
                  <a:pt x="176492" y="44465"/>
                </a:lnTo>
                <a:lnTo>
                  <a:pt x="176596" y="44842"/>
                </a:lnTo>
                <a:lnTo>
                  <a:pt x="176692" y="45228"/>
                </a:lnTo>
                <a:lnTo>
                  <a:pt x="176782" y="45622"/>
                </a:lnTo>
                <a:lnTo>
                  <a:pt x="176863" y="46025"/>
                </a:lnTo>
                <a:lnTo>
                  <a:pt x="176938" y="46436"/>
                </a:lnTo>
                <a:lnTo>
                  <a:pt x="193686" y="43413"/>
                </a:lnTo>
                <a:lnTo>
                  <a:pt x="193428" y="42561"/>
                </a:lnTo>
                <a:lnTo>
                  <a:pt x="193155" y="41727"/>
                </a:lnTo>
                <a:lnTo>
                  <a:pt x="192869" y="40911"/>
                </a:lnTo>
                <a:lnTo>
                  <a:pt x="192570" y="40114"/>
                </a:lnTo>
                <a:close/>
                <a:moveTo>
                  <a:pt x="250902" y="59222"/>
                </a:moveTo>
                <a:lnTo>
                  <a:pt x="250968" y="60092"/>
                </a:lnTo>
                <a:lnTo>
                  <a:pt x="251047" y="60950"/>
                </a:lnTo>
                <a:lnTo>
                  <a:pt x="251141" y="61796"/>
                </a:lnTo>
                <a:lnTo>
                  <a:pt x="251250" y="62631"/>
                </a:lnTo>
                <a:lnTo>
                  <a:pt x="251373" y="63454"/>
                </a:lnTo>
                <a:lnTo>
                  <a:pt x="251511" y="64265"/>
                </a:lnTo>
                <a:lnTo>
                  <a:pt x="251663" y="65065"/>
                </a:lnTo>
                <a:lnTo>
                  <a:pt x="251830" y="65853"/>
                </a:lnTo>
                <a:lnTo>
                  <a:pt x="252011" y="66629"/>
                </a:lnTo>
                <a:lnTo>
                  <a:pt x="252206" y="67394"/>
                </a:lnTo>
                <a:lnTo>
                  <a:pt x="252416" y="68147"/>
                </a:lnTo>
                <a:lnTo>
                  <a:pt x="252641" y="68889"/>
                </a:lnTo>
                <a:lnTo>
                  <a:pt x="252880" y="69619"/>
                </a:lnTo>
                <a:lnTo>
                  <a:pt x="253133" y="70337"/>
                </a:lnTo>
                <a:lnTo>
                  <a:pt x="253401" y="71043"/>
                </a:lnTo>
                <a:lnTo>
                  <a:pt x="253684" y="71738"/>
                </a:lnTo>
                <a:lnTo>
                  <a:pt x="253981" y="72421"/>
                </a:lnTo>
                <a:lnTo>
                  <a:pt x="254292" y="73093"/>
                </a:lnTo>
                <a:lnTo>
                  <a:pt x="254618" y="73753"/>
                </a:lnTo>
                <a:lnTo>
                  <a:pt x="254959" y="74401"/>
                </a:lnTo>
                <a:lnTo>
                  <a:pt x="255313" y="75037"/>
                </a:lnTo>
                <a:lnTo>
                  <a:pt x="255681" y="75660"/>
                </a:lnTo>
                <a:lnTo>
                  <a:pt x="256062" y="76270"/>
                </a:lnTo>
                <a:lnTo>
                  <a:pt x="256456" y="76868"/>
                </a:lnTo>
                <a:lnTo>
                  <a:pt x="256864" y="77452"/>
                </a:lnTo>
                <a:lnTo>
                  <a:pt x="257285" y="78023"/>
                </a:lnTo>
                <a:lnTo>
                  <a:pt x="257719" y="78582"/>
                </a:lnTo>
                <a:lnTo>
                  <a:pt x="258167" y="79127"/>
                </a:lnTo>
                <a:lnTo>
                  <a:pt x="258628" y="79660"/>
                </a:lnTo>
                <a:lnTo>
                  <a:pt x="259102" y="80180"/>
                </a:lnTo>
                <a:lnTo>
                  <a:pt x="259590" y="80687"/>
                </a:lnTo>
                <a:lnTo>
                  <a:pt x="260091" y="81181"/>
                </a:lnTo>
                <a:lnTo>
                  <a:pt x="260605" y="81662"/>
                </a:lnTo>
                <a:lnTo>
                  <a:pt x="261132" y="82130"/>
                </a:lnTo>
                <a:lnTo>
                  <a:pt x="261673" y="82585"/>
                </a:lnTo>
                <a:lnTo>
                  <a:pt x="262228" y="83027"/>
                </a:lnTo>
                <a:lnTo>
                  <a:pt x="262795" y="83457"/>
                </a:lnTo>
                <a:lnTo>
                  <a:pt x="263376" y="83873"/>
                </a:lnTo>
                <a:lnTo>
                  <a:pt x="263971" y="84277"/>
                </a:lnTo>
                <a:lnTo>
                  <a:pt x="264578" y="84667"/>
                </a:lnTo>
                <a:lnTo>
                  <a:pt x="265199" y="85045"/>
                </a:lnTo>
                <a:lnTo>
                  <a:pt x="265834" y="85410"/>
                </a:lnTo>
                <a:lnTo>
                  <a:pt x="266481" y="85762"/>
                </a:lnTo>
                <a:lnTo>
                  <a:pt x="267142" y="86101"/>
                </a:lnTo>
                <a:lnTo>
                  <a:pt x="267811" y="86427"/>
                </a:lnTo>
                <a:lnTo>
                  <a:pt x="268483" y="86738"/>
                </a:lnTo>
                <a:lnTo>
                  <a:pt x="269158" y="87036"/>
                </a:lnTo>
                <a:lnTo>
                  <a:pt x="269835" y="87320"/>
                </a:lnTo>
                <a:lnTo>
                  <a:pt x="270516" y="87591"/>
                </a:lnTo>
                <a:lnTo>
                  <a:pt x="271199" y="87847"/>
                </a:lnTo>
                <a:lnTo>
                  <a:pt x="271885" y="88089"/>
                </a:lnTo>
                <a:lnTo>
                  <a:pt x="272574" y="88318"/>
                </a:lnTo>
                <a:lnTo>
                  <a:pt x="273266" y="88533"/>
                </a:lnTo>
                <a:lnTo>
                  <a:pt x="273960" y="88734"/>
                </a:lnTo>
                <a:lnTo>
                  <a:pt x="274657" y="88921"/>
                </a:lnTo>
                <a:lnTo>
                  <a:pt x="275358" y="89094"/>
                </a:lnTo>
                <a:lnTo>
                  <a:pt x="276061" y="89253"/>
                </a:lnTo>
                <a:lnTo>
                  <a:pt x="276767" y="89399"/>
                </a:lnTo>
                <a:lnTo>
                  <a:pt x="277475" y="89530"/>
                </a:lnTo>
                <a:lnTo>
                  <a:pt x="278187" y="89648"/>
                </a:lnTo>
                <a:lnTo>
                  <a:pt x="278901" y="89752"/>
                </a:lnTo>
                <a:lnTo>
                  <a:pt x="279619" y="89842"/>
                </a:lnTo>
                <a:lnTo>
                  <a:pt x="280339" y="89918"/>
                </a:lnTo>
                <a:lnTo>
                  <a:pt x="281061" y="89981"/>
                </a:lnTo>
                <a:lnTo>
                  <a:pt x="281787" y="90029"/>
                </a:lnTo>
                <a:lnTo>
                  <a:pt x="282516" y="90064"/>
                </a:lnTo>
                <a:lnTo>
                  <a:pt x="283247" y="90085"/>
                </a:lnTo>
                <a:lnTo>
                  <a:pt x="283981" y="90092"/>
                </a:lnTo>
                <a:lnTo>
                  <a:pt x="285162" y="90075"/>
                </a:lnTo>
                <a:lnTo>
                  <a:pt x="286326" y="90025"/>
                </a:lnTo>
                <a:lnTo>
                  <a:pt x="287473" y="89942"/>
                </a:lnTo>
                <a:lnTo>
                  <a:pt x="288603" y="89825"/>
                </a:lnTo>
                <a:lnTo>
                  <a:pt x="289716" y="89676"/>
                </a:lnTo>
                <a:lnTo>
                  <a:pt x="290812" y="89493"/>
                </a:lnTo>
                <a:lnTo>
                  <a:pt x="291891" y="89276"/>
                </a:lnTo>
                <a:lnTo>
                  <a:pt x="292954" y="89027"/>
                </a:lnTo>
                <a:lnTo>
                  <a:pt x="293999" y="88744"/>
                </a:lnTo>
                <a:lnTo>
                  <a:pt x="295028" y="88428"/>
                </a:lnTo>
                <a:lnTo>
                  <a:pt x="296039" y="88078"/>
                </a:lnTo>
                <a:lnTo>
                  <a:pt x="297034" y="87696"/>
                </a:lnTo>
                <a:lnTo>
                  <a:pt x="298012" y="87280"/>
                </a:lnTo>
                <a:lnTo>
                  <a:pt x="298973" y="86831"/>
                </a:lnTo>
                <a:lnTo>
                  <a:pt x="299917" y="86348"/>
                </a:lnTo>
                <a:lnTo>
                  <a:pt x="300844" y="85832"/>
                </a:lnTo>
                <a:lnTo>
                  <a:pt x="301754" y="85283"/>
                </a:lnTo>
                <a:lnTo>
                  <a:pt x="302648" y="84701"/>
                </a:lnTo>
                <a:lnTo>
                  <a:pt x="303524" y="84085"/>
                </a:lnTo>
                <a:lnTo>
                  <a:pt x="304384" y="83436"/>
                </a:lnTo>
                <a:lnTo>
                  <a:pt x="305227" y="82754"/>
                </a:lnTo>
                <a:lnTo>
                  <a:pt x="306052" y="82039"/>
                </a:lnTo>
                <a:lnTo>
                  <a:pt x="306861" y="81290"/>
                </a:lnTo>
                <a:lnTo>
                  <a:pt x="307653" y="80508"/>
                </a:lnTo>
                <a:lnTo>
                  <a:pt x="308420" y="79701"/>
                </a:lnTo>
                <a:lnTo>
                  <a:pt x="309155" y="78876"/>
                </a:lnTo>
                <a:lnTo>
                  <a:pt x="309857" y="78034"/>
                </a:lnTo>
                <a:lnTo>
                  <a:pt x="310526" y="77175"/>
                </a:lnTo>
                <a:lnTo>
                  <a:pt x="311163" y="76298"/>
                </a:lnTo>
                <a:lnTo>
                  <a:pt x="311767" y="75404"/>
                </a:lnTo>
                <a:lnTo>
                  <a:pt x="312338" y="74493"/>
                </a:lnTo>
                <a:lnTo>
                  <a:pt x="312877" y="73565"/>
                </a:lnTo>
                <a:lnTo>
                  <a:pt x="313383" y="72619"/>
                </a:lnTo>
                <a:lnTo>
                  <a:pt x="313856" y="71656"/>
                </a:lnTo>
                <a:lnTo>
                  <a:pt x="314297" y="70675"/>
                </a:lnTo>
                <a:lnTo>
                  <a:pt x="314705" y="69677"/>
                </a:lnTo>
                <a:lnTo>
                  <a:pt x="315080" y="68662"/>
                </a:lnTo>
                <a:lnTo>
                  <a:pt x="315423" y="67630"/>
                </a:lnTo>
                <a:lnTo>
                  <a:pt x="315733" y="66580"/>
                </a:lnTo>
                <a:lnTo>
                  <a:pt x="316011" y="65513"/>
                </a:lnTo>
                <a:lnTo>
                  <a:pt x="316255" y="64429"/>
                </a:lnTo>
                <a:lnTo>
                  <a:pt x="316468" y="63327"/>
                </a:lnTo>
                <a:lnTo>
                  <a:pt x="316647" y="62208"/>
                </a:lnTo>
                <a:lnTo>
                  <a:pt x="316794" y="61071"/>
                </a:lnTo>
                <a:lnTo>
                  <a:pt x="316908" y="59918"/>
                </a:lnTo>
                <a:lnTo>
                  <a:pt x="316990" y="58747"/>
                </a:lnTo>
                <a:lnTo>
                  <a:pt x="317039" y="57558"/>
                </a:lnTo>
                <a:lnTo>
                  <a:pt x="317055" y="56353"/>
                </a:lnTo>
                <a:lnTo>
                  <a:pt x="317039" y="55157"/>
                </a:lnTo>
                <a:lnTo>
                  <a:pt x="316991" y="53979"/>
                </a:lnTo>
                <a:lnTo>
                  <a:pt x="316910" y="52818"/>
                </a:lnTo>
                <a:lnTo>
                  <a:pt x="316797" y="51674"/>
                </a:lnTo>
                <a:lnTo>
                  <a:pt x="316651" y="50548"/>
                </a:lnTo>
                <a:lnTo>
                  <a:pt x="316473" y="49439"/>
                </a:lnTo>
                <a:lnTo>
                  <a:pt x="316263" y="48347"/>
                </a:lnTo>
                <a:lnTo>
                  <a:pt x="316021" y="47273"/>
                </a:lnTo>
                <a:lnTo>
                  <a:pt x="315746" y="46216"/>
                </a:lnTo>
                <a:lnTo>
                  <a:pt x="315439" y="45176"/>
                </a:lnTo>
                <a:lnTo>
                  <a:pt x="315099" y="44154"/>
                </a:lnTo>
                <a:lnTo>
                  <a:pt x="314727" y="43149"/>
                </a:lnTo>
                <a:lnTo>
                  <a:pt x="314323" y="42161"/>
                </a:lnTo>
                <a:lnTo>
                  <a:pt x="313887" y="41191"/>
                </a:lnTo>
                <a:lnTo>
                  <a:pt x="313418" y="40237"/>
                </a:lnTo>
                <a:lnTo>
                  <a:pt x="312917" y="39302"/>
                </a:lnTo>
                <a:lnTo>
                  <a:pt x="312383" y="38383"/>
                </a:lnTo>
                <a:lnTo>
                  <a:pt x="311818" y="37482"/>
                </a:lnTo>
                <a:lnTo>
                  <a:pt x="311219" y="36598"/>
                </a:lnTo>
                <a:lnTo>
                  <a:pt x="310589" y="35732"/>
                </a:lnTo>
                <a:lnTo>
                  <a:pt x="309926" y="34883"/>
                </a:lnTo>
                <a:lnTo>
                  <a:pt x="309231" y="34051"/>
                </a:lnTo>
                <a:lnTo>
                  <a:pt x="308504" y="33236"/>
                </a:lnTo>
                <a:lnTo>
                  <a:pt x="307744" y="32439"/>
                </a:lnTo>
                <a:lnTo>
                  <a:pt x="306959" y="31667"/>
                </a:lnTo>
                <a:lnTo>
                  <a:pt x="306155" y="30928"/>
                </a:lnTo>
                <a:lnTo>
                  <a:pt x="305334" y="30221"/>
                </a:lnTo>
                <a:lnTo>
                  <a:pt x="304494" y="29548"/>
                </a:lnTo>
                <a:lnTo>
                  <a:pt x="303636" y="28907"/>
                </a:lnTo>
                <a:lnTo>
                  <a:pt x="302759" y="28299"/>
                </a:lnTo>
                <a:lnTo>
                  <a:pt x="301865" y="27724"/>
                </a:lnTo>
                <a:lnTo>
                  <a:pt x="300952" y="27182"/>
                </a:lnTo>
                <a:lnTo>
                  <a:pt x="300020" y="26673"/>
                </a:lnTo>
                <a:lnTo>
                  <a:pt x="299071" y="26196"/>
                </a:lnTo>
                <a:lnTo>
                  <a:pt x="298103" y="25753"/>
                </a:lnTo>
                <a:lnTo>
                  <a:pt x="297117" y="25342"/>
                </a:lnTo>
                <a:lnTo>
                  <a:pt x="296113" y="24964"/>
                </a:lnTo>
                <a:lnTo>
                  <a:pt x="295090" y="24619"/>
                </a:lnTo>
                <a:lnTo>
                  <a:pt x="294050" y="24307"/>
                </a:lnTo>
                <a:lnTo>
                  <a:pt x="292991" y="24028"/>
                </a:lnTo>
                <a:lnTo>
                  <a:pt x="291913" y="23781"/>
                </a:lnTo>
                <a:lnTo>
                  <a:pt x="290818" y="23568"/>
                </a:lnTo>
                <a:lnTo>
                  <a:pt x="289704" y="23387"/>
                </a:lnTo>
                <a:lnTo>
                  <a:pt x="288572" y="23239"/>
                </a:lnTo>
                <a:lnTo>
                  <a:pt x="287421" y="23124"/>
                </a:lnTo>
                <a:lnTo>
                  <a:pt x="286253" y="23042"/>
                </a:lnTo>
                <a:lnTo>
                  <a:pt x="285066" y="22993"/>
                </a:lnTo>
                <a:lnTo>
                  <a:pt x="283860" y="22976"/>
                </a:lnTo>
                <a:lnTo>
                  <a:pt x="283078" y="22984"/>
                </a:lnTo>
                <a:lnTo>
                  <a:pt x="282301" y="23005"/>
                </a:lnTo>
                <a:lnTo>
                  <a:pt x="281530" y="23042"/>
                </a:lnTo>
                <a:lnTo>
                  <a:pt x="280766" y="23092"/>
                </a:lnTo>
                <a:lnTo>
                  <a:pt x="280008" y="23157"/>
                </a:lnTo>
                <a:lnTo>
                  <a:pt x="279256" y="23237"/>
                </a:lnTo>
                <a:lnTo>
                  <a:pt x="278510" y="23331"/>
                </a:lnTo>
                <a:lnTo>
                  <a:pt x="277770" y="23440"/>
                </a:lnTo>
                <a:lnTo>
                  <a:pt x="277037" y="23563"/>
                </a:lnTo>
                <a:lnTo>
                  <a:pt x="276310" y="23701"/>
                </a:lnTo>
                <a:lnTo>
                  <a:pt x="275589" y="23853"/>
                </a:lnTo>
                <a:lnTo>
                  <a:pt x="274874" y="24019"/>
                </a:lnTo>
                <a:lnTo>
                  <a:pt x="274165" y="24200"/>
                </a:lnTo>
                <a:lnTo>
                  <a:pt x="273463" y="24396"/>
                </a:lnTo>
                <a:lnTo>
                  <a:pt x="272767" y="24606"/>
                </a:lnTo>
                <a:lnTo>
                  <a:pt x="272077" y="24831"/>
                </a:lnTo>
                <a:lnTo>
                  <a:pt x="271393" y="25070"/>
                </a:lnTo>
                <a:lnTo>
                  <a:pt x="270715" y="25323"/>
                </a:lnTo>
                <a:lnTo>
                  <a:pt x="270044" y="25591"/>
                </a:lnTo>
                <a:lnTo>
                  <a:pt x="269378" y="25874"/>
                </a:lnTo>
                <a:lnTo>
                  <a:pt x="268719" y="26171"/>
                </a:lnTo>
                <a:lnTo>
                  <a:pt x="268067" y="26482"/>
                </a:lnTo>
                <a:lnTo>
                  <a:pt x="267420" y="26808"/>
                </a:lnTo>
                <a:lnTo>
                  <a:pt x="266779" y="27148"/>
                </a:lnTo>
                <a:lnTo>
                  <a:pt x="266148" y="27503"/>
                </a:lnTo>
                <a:lnTo>
                  <a:pt x="265529" y="27870"/>
                </a:lnTo>
                <a:lnTo>
                  <a:pt x="264921" y="28250"/>
                </a:lnTo>
                <a:lnTo>
                  <a:pt x="264326" y="28643"/>
                </a:lnTo>
                <a:lnTo>
                  <a:pt x="263743" y="29049"/>
                </a:lnTo>
                <a:lnTo>
                  <a:pt x="263172" y="29469"/>
                </a:lnTo>
                <a:lnTo>
                  <a:pt x="262613" y="29901"/>
                </a:lnTo>
                <a:lnTo>
                  <a:pt x="262067" y="30346"/>
                </a:lnTo>
                <a:lnTo>
                  <a:pt x="261532" y="30805"/>
                </a:lnTo>
                <a:lnTo>
                  <a:pt x="261009" y="31276"/>
                </a:lnTo>
                <a:lnTo>
                  <a:pt x="260498" y="31760"/>
                </a:lnTo>
                <a:lnTo>
                  <a:pt x="260000" y="32258"/>
                </a:lnTo>
                <a:lnTo>
                  <a:pt x="259513" y="32768"/>
                </a:lnTo>
                <a:lnTo>
                  <a:pt x="259039" y="33291"/>
                </a:lnTo>
                <a:lnTo>
                  <a:pt x="258577" y="33828"/>
                </a:lnTo>
                <a:lnTo>
                  <a:pt x="258126" y="34377"/>
                </a:lnTo>
                <a:lnTo>
                  <a:pt x="257688" y="34940"/>
                </a:lnTo>
                <a:lnTo>
                  <a:pt x="257262" y="35515"/>
                </a:lnTo>
                <a:lnTo>
                  <a:pt x="256848" y="36104"/>
                </a:lnTo>
                <a:lnTo>
                  <a:pt x="256446" y="36705"/>
                </a:lnTo>
                <a:lnTo>
                  <a:pt x="256056" y="37320"/>
                </a:lnTo>
                <a:lnTo>
                  <a:pt x="255678" y="37947"/>
                </a:lnTo>
                <a:lnTo>
                  <a:pt x="255312" y="38588"/>
                </a:lnTo>
                <a:lnTo>
                  <a:pt x="254959" y="39241"/>
                </a:lnTo>
                <a:lnTo>
                  <a:pt x="254618" y="39902"/>
                </a:lnTo>
                <a:lnTo>
                  <a:pt x="254292" y="40565"/>
                </a:lnTo>
                <a:lnTo>
                  <a:pt x="253981" y="41230"/>
                </a:lnTo>
                <a:lnTo>
                  <a:pt x="253684" y="41897"/>
                </a:lnTo>
                <a:lnTo>
                  <a:pt x="253401" y="42565"/>
                </a:lnTo>
                <a:lnTo>
                  <a:pt x="253133" y="43236"/>
                </a:lnTo>
                <a:lnTo>
                  <a:pt x="252880" y="43908"/>
                </a:lnTo>
                <a:lnTo>
                  <a:pt x="252641" y="44582"/>
                </a:lnTo>
                <a:lnTo>
                  <a:pt x="252416" y="45258"/>
                </a:lnTo>
                <a:lnTo>
                  <a:pt x="252206" y="45936"/>
                </a:lnTo>
                <a:lnTo>
                  <a:pt x="252011" y="46616"/>
                </a:lnTo>
                <a:lnTo>
                  <a:pt x="251830" y="47298"/>
                </a:lnTo>
                <a:lnTo>
                  <a:pt x="251663" y="47982"/>
                </a:lnTo>
                <a:lnTo>
                  <a:pt x="251511" y="48667"/>
                </a:lnTo>
                <a:lnTo>
                  <a:pt x="251373" y="49355"/>
                </a:lnTo>
                <a:lnTo>
                  <a:pt x="251250" y="50044"/>
                </a:lnTo>
                <a:lnTo>
                  <a:pt x="251141" y="50735"/>
                </a:lnTo>
                <a:lnTo>
                  <a:pt x="251047" y="51429"/>
                </a:lnTo>
                <a:lnTo>
                  <a:pt x="250968" y="52124"/>
                </a:lnTo>
                <a:lnTo>
                  <a:pt x="250902" y="52820"/>
                </a:lnTo>
                <a:lnTo>
                  <a:pt x="250852" y="53519"/>
                </a:lnTo>
                <a:lnTo>
                  <a:pt x="250816" y="54220"/>
                </a:lnTo>
                <a:lnTo>
                  <a:pt x="250794" y="54923"/>
                </a:lnTo>
                <a:lnTo>
                  <a:pt x="250787" y="55627"/>
                </a:lnTo>
                <a:lnTo>
                  <a:pt x="250794" y="56543"/>
                </a:lnTo>
                <a:lnTo>
                  <a:pt x="250816" y="57448"/>
                </a:lnTo>
                <a:lnTo>
                  <a:pt x="250852" y="58341"/>
                </a:lnTo>
                <a:lnTo>
                  <a:pt x="250902" y="59222"/>
                </a:lnTo>
                <a:close/>
                <a:moveTo>
                  <a:pt x="268326" y="53484"/>
                </a:moveTo>
                <a:lnTo>
                  <a:pt x="268397" y="52760"/>
                </a:lnTo>
                <a:lnTo>
                  <a:pt x="268484" y="52051"/>
                </a:lnTo>
                <a:lnTo>
                  <a:pt x="268586" y="51358"/>
                </a:lnTo>
                <a:lnTo>
                  <a:pt x="268704" y="50681"/>
                </a:lnTo>
                <a:lnTo>
                  <a:pt x="268838" y="50019"/>
                </a:lnTo>
                <a:lnTo>
                  <a:pt x="268988" y="49372"/>
                </a:lnTo>
                <a:lnTo>
                  <a:pt x="269153" y="48741"/>
                </a:lnTo>
                <a:lnTo>
                  <a:pt x="269334" y="48126"/>
                </a:lnTo>
                <a:lnTo>
                  <a:pt x="269531" y="47526"/>
                </a:lnTo>
                <a:lnTo>
                  <a:pt x="269743" y="46941"/>
                </a:lnTo>
                <a:lnTo>
                  <a:pt x="269972" y="46372"/>
                </a:lnTo>
                <a:lnTo>
                  <a:pt x="270216" y="45818"/>
                </a:lnTo>
                <a:lnTo>
                  <a:pt x="270476" y="45280"/>
                </a:lnTo>
                <a:lnTo>
                  <a:pt x="270751" y="44758"/>
                </a:lnTo>
                <a:lnTo>
                  <a:pt x="271042" y="44251"/>
                </a:lnTo>
                <a:lnTo>
                  <a:pt x="271349" y="43759"/>
                </a:lnTo>
                <a:lnTo>
                  <a:pt x="271672" y="43283"/>
                </a:lnTo>
                <a:lnTo>
                  <a:pt x="272011" y="42822"/>
                </a:lnTo>
                <a:lnTo>
                  <a:pt x="272365" y="42377"/>
                </a:lnTo>
                <a:lnTo>
                  <a:pt x="272735" y="41947"/>
                </a:lnTo>
                <a:lnTo>
                  <a:pt x="273117" y="41534"/>
                </a:lnTo>
                <a:lnTo>
                  <a:pt x="273506" y="41138"/>
                </a:lnTo>
                <a:lnTo>
                  <a:pt x="273902" y="40760"/>
                </a:lnTo>
                <a:lnTo>
                  <a:pt x="274305" y="40400"/>
                </a:lnTo>
                <a:lnTo>
                  <a:pt x="274716" y="40057"/>
                </a:lnTo>
                <a:lnTo>
                  <a:pt x="275135" y="39732"/>
                </a:lnTo>
                <a:lnTo>
                  <a:pt x="275560" y="39424"/>
                </a:lnTo>
                <a:lnTo>
                  <a:pt x="275993" y="39134"/>
                </a:lnTo>
                <a:lnTo>
                  <a:pt x="276434" y="38861"/>
                </a:lnTo>
                <a:lnTo>
                  <a:pt x="276881" y="38606"/>
                </a:lnTo>
                <a:lnTo>
                  <a:pt x="277337" y="38369"/>
                </a:lnTo>
                <a:lnTo>
                  <a:pt x="277799" y="38149"/>
                </a:lnTo>
                <a:lnTo>
                  <a:pt x="278269" y="37947"/>
                </a:lnTo>
                <a:lnTo>
                  <a:pt x="278746" y="37762"/>
                </a:lnTo>
                <a:lnTo>
                  <a:pt x="279230" y="37595"/>
                </a:lnTo>
                <a:lnTo>
                  <a:pt x="279722" y="37446"/>
                </a:lnTo>
                <a:lnTo>
                  <a:pt x="280221" y="37314"/>
                </a:lnTo>
                <a:lnTo>
                  <a:pt x="280728" y="37200"/>
                </a:lnTo>
                <a:lnTo>
                  <a:pt x="281242" y="37103"/>
                </a:lnTo>
                <a:lnTo>
                  <a:pt x="281763" y="37024"/>
                </a:lnTo>
                <a:lnTo>
                  <a:pt x="282291" y="36962"/>
                </a:lnTo>
                <a:lnTo>
                  <a:pt x="282827" y="36918"/>
                </a:lnTo>
                <a:lnTo>
                  <a:pt x="283370" y="36892"/>
                </a:lnTo>
                <a:lnTo>
                  <a:pt x="283921" y="36883"/>
                </a:lnTo>
                <a:lnTo>
                  <a:pt x="284471" y="36892"/>
                </a:lnTo>
                <a:lnTo>
                  <a:pt x="285015" y="36918"/>
                </a:lnTo>
                <a:lnTo>
                  <a:pt x="285550" y="36962"/>
                </a:lnTo>
                <a:lnTo>
                  <a:pt x="286078" y="37024"/>
                </a:lnTo>
                <a:lnTo>
                  <a:pt x="286599" y="37103"/>
                </a:lnTo>
                <a:lnTo>
                  <a:pt x="287112" y="37200"/>
                </a:lnTo>
                <a:lnTo>
                  <a:pt x="287618" y="37314"/>
                </a:lnTo>
                <a:lnTo>
                  <a:pt x="288116" y="37446"/>
                </a:lnTo>
                <a:lnTo>
                  <a:pt x="288607" y="37595"/>
                </a:lnTo>
                <a:lnTo>
                  <a:pt x="289091" y="37762"/>
                </a:lnTo>
                <a:lnTo>
                  <a:pt x="289567" y="37947"/>
                </a:lnTo>
                <a:lnTo>
                  <a:pt x="290035" y="38149"/>
                </a:lnTo>
                <a:lnTo>
                  <a:pt x="290496" y="38369"/>
                </a:lnTo>
                <a:lnTo>
                  <a:pt x="290950" y="38606"/>
                </a:lnTo>
                <a:lnTo>
                  <a:pt x="291396" y="38861"/>
                </a:lnTo>
                <a:lnTo>
                  <a:pt x="291835" y="39134"/>
                </a:lnTo>
                <a:lnTo>
                  <a:pt x="292266" y="39424"/>
                </a:lnTo>
                <a:lnTo>
                  <a:pt x="292690" y="39732"/>
                </a:lnTo>
                <a:lnTo>
                  <a:pt x="293107" y="40057"/>
                </a:lnTo>
                <a:lnTo>
                  <a:pt x="293515" y="40400"/>
                </a:lnTo>
                <a:lnTo>
                  <a:pt x="293917" y="40760"/>
                </a:lnTo>
                <a:lnTo>
                  <a:pt x="294311" y="41138"/>
                </a:lnTo>
                <a:lnTo>
                  <a:pt x="294697" y="41534"/>
                </a:lnTo>
                <a:lnTo>
                  <a:pt x="295077" y="41947"/>
                </a:lnTo>
                <a:lnTo>
                  <a:pt x="295444" y="42377"/>
                </a:lnTo>
                <a:lnTo>
                  <a:pt x="295796" y="42821"/>
                </a:lnTo>
                <a:lnTo>
                  <a:pt x="296132" y="43281"/>
                </a:lnTo>
                <a:lnTo>
                  <a:pt x="296453" y="43755"/>
                </a:lnTo>
                <a:lnTo>
                  <a:pt x="296758" y="44245"/>
                </a:lnTo>
                <a:lnTo>
                  <a:pt x="297047" y="44750"/>
                </a:lnTo>
                <a:lnTo>
                  <a:pt x="297321" y="45270"/>
                </a:lnTo>
                <a:lnTo>
                  <a:pt x="297579" y="45805"/>
                </a:lnTo>
                <a:lnTo>
                  <a:pt x="297822" y="46355"/>
                </a:lnTo>
                <a:lnTo>
                  <a:pt x="298048" y="46920"/>
                </a:lnTo>
                <a:lnTo>
                  <a:pt x="298260" y="47500"/>
                </a:lnTo>
                <a:lnTo>
                  <a:pt x="298455" y="48095"/>
                </a:lnTo>
                <a:lnTo>
                  <a:pt x="298635" y="48706"/>
                </a:lnTo>
                <a:lnTo>
                  <a:pt x="298799" y="49331"/>
                </a:lnTo>
                <a:lnTo>
                  <a:pt x="298948" y="49972"/>
                </a:lnTo>
                <a:lnTo>
                  <a:pt x="299081" y="50627"/>
                </a:lnTo>
                <a:lnTo>
                  <a:pt x="299198" y="51298"/>
                </a:lnTo>
                <a:lnTo>
                  <a:pt x="299300" y="51983"/>
                </a:lnTo>
                <a:lnTo>
                  <a:pt x="299386" y="52684"/>
                </a:lnTo>
                <a:lnTo>
                  <a:pt x="299456" y="53400"/>
                </a:lnTo>
                <a:lnTo>
                  <a:pt x="299511" y="54130"/>
                </a:lnTo>
                <a:lnTo>
                  <a:pt x="299550" y="54876"/>
                </a:lnTo>
                <a:lnTo>
                  <a:pt x="299573" y="55637"/>
                </a:lnTo>
                <a:lnTo>
                  <a:pt x="299581" y="56413"/>
                </a:lnTo>
                <a:lnTo>
                  <a:pt x="299573" y="57209"/>
                </a:lnTo>
                <a:lnTo>
                  <a:pt x="299550" y="57989"/>
                </a:lnTo>
                <a:lnTo>
                  <a:pt x="299511" y="58753"/>
                </a:lnTo>
                <a:lnTo>
                  <a:pt x="299456" y="59501"/>
                </a:lnTo>
                <a:lnTo>
                  <a:pt x="299386" y="60233"/>
                </a:lnTo>
                <a:lnTo>
                  <a:pt x="299300" y="60949"/>
                </a:lnTo>
                <a:lnTo>
                  <a:pt x="299198" y="61649"/>
                </a:lnTo>
                <a:lnTo>
                  <a:pt x="299081" y="62334"/>
                </a:lnTo>
                <a:lnTo>
                  <a:pt x="298948" y="63002"/>
                </a:lnTo>
                <a:lnTo>
                  <a:pt x="298799" y="63655"/>
                </a:lnTo>
                <a:lnTo>
                  <a:pt x="298635" y="64291"/>
                </a:lnTo>
                <a:lnTo>
                  <a:pt x="298455" y="64912"/>
                </a:lnTo>
                <a:lnTo>
                  <a:pt x="298260" y="65517"/>
                </a:lnTo>
                <a:lnTo>
                  <a:pt x="298048" y="66106"/>
                </a:lnTo>
                <a:lnTo>
                  <a:pt x="297822" y="66679"/>
                </a:lnTo>
                <a:lnTo>
                  <a:pt x="297579" y="67236"/>
                </a:lnTo>
                <a:lnTo>
                  <a:pt x="297321" y="67777"/>
                </a:lnTo>
                <a:lnTo>
                  <a:pt x="297047" y="68303"/>
                </a:lnTo>
                <a:lnTo>
                  <a:pt x="296758" y="68812"/>
                </a:lnTo>
                <a:lnTo>
                  <a:pt x="296453" y="69306"/>
                </a:lnTo>
                <a:lnTo>
                  <a:pt x="296132" y="69783"/>
                </a:lnTo>
                <a:lnTo>
                  <a:pt x="295796" y="70245"/>
                </a:lnTo>
                <a:lnTo>
                  <a:pt x="295444" y="70691"/>
                </a:lnTo>
                <a:lnTo>
                  <a:pt x="295077" y="71121"/>
                </a:lnTo>
                <a:lnTo>
                  <a:pt x="294697" y="71534"/>
                </a:lnTo>
                <a:lnTo>
                  <a:pt x="294311" y="71930"/>
                </a:lnTo>
                <a:lnTo>
                  <a:pt x="293917" y="72308"/>
                </a:lnTo>
                <a:lnTo>
                  <a:pt x="293515" y="72668"/>
                </a:lnTo>
                <a:lnTo>
                  <a:pt x="293107" y="73011"/>
                </a:lnTo>
                <a:lnTo>
                  <a:pt x="292690" y="73336"/>
                </a:lnTo>
                <a:lnTo>
                  <a:pt x="292266" y="73644"/>
                </a:lnTo>
                <a:lnTo>
                  <a:pt x="291835" y="73934"/>
                </a:lnTo>
                <a:lnTo>
                  <a:pt x="291396" y="74207"/>
                </a:lnTo>
                <a:lnTo>
                  <a:pt x="290950" y="74462"/>
                </a:lnTo>
                <a:lnTo>
                  <a:pt x="290496" y="74699"/>
                </a:lnTo>
                <a:lnTo>
                  <a:pt x="290035" y="74919"/>
                </a:lnTo>
                <a:lnTo>
                  <a:pt x="289567" y="75121"/>
                </a:lnTo>
                <a:lnTo>
                  <a:pt x="289091" y="75306"/>
                </a:lnTo>
                <a:lnTo>
                  <a:pt x="288607" y="75473"/>
                </a:lnTo>
                <a:lnTo>
                  <a:pt x="288116" y="75622"/>
                </a:lnTo>
                <a:lnTo>
                  <a:pt x="287618" y="75754"/>
                </a:lnTo>
                <a:lnTo>
                  <a:pt x="287112" y="75868"/>
                </a:lnTo>
                <a:lnTo>
                  <a:pt x="286599" y="75965"/>
                </a:lnTo>
                <a:lnTo>
                  <a:pt x="286078" y="76044"/>
                </a:lnTo>
                <a:lnTo>
                  <a:pt x="285550" y="76106"/>
                </a:lnTo>
                <a:lnTo>
                  <a:pt x="285015" y="76150"/>
                </a:lnTo>
                <a:lnTo>
                  <a:pt x="284471" y="76176"/>
                </a:lnTo>
                <a:lnTo>
                  <a:pt x="283921" y="76185"/>
                </a:lnTo>
                <a:lnTo>
                  <a:pt x="283370" y="76176"/>
                </a:lnTo>
                <a:lnTo>
                  <a:pt x="282827" y="76150"/>
                </a:lnTo>
                <a:lnTo>
                  <a:pt x="282291" y="76106"/>
                </a:lnTo>
                <a:lnTo>
                  <a:pt x="281763" y="76044"/>
                </a:lnTo>
                <a:lnTo>
                  <a:pt x="281242" y="75965"/>
                </a:lnTo>
                <a:lnTo>
                  <a:pt x="280728" y="75868"/>
                </a:lnTo>
                <a:lnTo>
                  <a:pt x="280221" y="75754"/>
                </a:lnTo>
                <a:lnTo>
                  <a:pt x="279722" y="75622"/>
                </a:lnTo>
                <a:lnTo>
                  <a:pt x="279230" y="75473"/>
                </a:lnTo>
                <a:lnTo>
                  <a:pt x="278746" y="75306"/>
                </a:lnTo>
                <a:lnTo>
                  <a:pt x="278269" y="75121"/>
                </a:lnTo>
                <a:lnTo>
                  <a:pt x="277799" y="74919"/>
                </a:lnTo>
                <a:lnTo>
                  <a:pt x="277337" y="74699"/>
                </a:lnTo>
                <a:lnTo>
                  <a:pt x="276881" y="74462"/>
                </a:lnTo>
                <a:lnTo>
                  <a:pt x="276434" y="74207"/>
                </a:lnTo>
                <a:lnTo>
                  <a:pt x="275993" y="73934"/>
                </a:lnTo>
                <a:lnTo>
                  <a:pt x="275560" y="73644"/>
                </a:lnTo>
                <a:lnTo>
                  <a:pt x="275135" y="73336"/>
                </a:lnTo>
                <a:lnTo>
                  <a:pt x="274716" y="73011"/>
                </a:lnTo>
                <a:lnTo>
                  <a:pt x="274305" y="72668"/>
                </a:lnTo>
                <a:lnTo>
                  <a:pt x="273902" y="72308"/>
                </a:lnTo>
                <a:lnTo>
                  <a:pt x="273506" y="71930"/>
                </a:lnTo>
                <a:lnTo>
                  <a:pt x="273117" y="71534"/>
                </a:lnTo>
                <a:lnTo>
                  <a:pt x="272735" y="71121"/>
                </a:lnTo>
                <a:lnTo>
                  <a:pt x="272365" y="70691"/>
                </a:lnTo>
                <a:lnTo>
                  <a:pt x="272011" y="70246"/>
                </a:lnTo>
                <a:lnTo>
                  <a:pt x="271672" y="69785"/>
                </a:lnTo>
                <a:lnTo>
                  <a:pt x="271349" y="69309"/>
                </a:lnTo>
                <a:lnTo>
                  <a:pt x="271042" y="68817"/>
                </a:lnTo>
                <a:lnTo>
                  <a:pt x="270751" y="68310"/>
                </a:lnTo>
                <a:lnTo>
                  <a:pt x="270476" y="67788"/>
                </a:lnTo>
                <a:lnTo>
                  <a:pt x="270216" y="67250"/>
                </a:lnTo>
                <a:lnTo>
                  <a:pt x="269972" y="66696"/>
                </a:lnTo>
                <a:lnTo>
                  <a:pt x="269743" y="66127"/>
                </a:lnTo>
                <a:lnTo>
                  <a:pt x="269531" y="65542"/>
                </a:lnTo>
                <a:lnTo>
                  <a:pt x="269334" y="64942"/>
                </a:lnTo>
                <a:lnTo>
                  <a:pt x="269153" y="64327"/>
                </a:lnTo>
                <a:lnTo>
                  <a:pt x="268988" y="63696"/>
                </a:lnTo>
                <a:lnTo>
                  <a:pt x="268838" y="63049"/>
                </a:lnTo>
                <a:lnTo>
                  <a:pt x="268704" y="62387"/>
                </a:lnTo>
                <a:lnTo>
                  <a:pt x="268586" y="61710"/>
                </a:lnTo>
                <a:lnTo>
                  <a:pt x="268484" y="61017"/>
                </a:lnTo>
                <a:lnTo>
                  <a:pt x="268397" y="60308"/>
                </a:lnTo>
                <a:lnTo>
                  <a:pt x="268326" y="59585"/>
                </a:lnTo>
                <a:lnTo>
                  <a:pt x="268271" y="58845"/>
                </a:lnTo>
                <a:lnTo>
                  <a:pt x="268232" y="58090"/>
                </a:lnTo>
                <a:lnTo>
                  <a:pt x="268208" y="57320"/>
                </a:lnTo>
                <a:lnTo>
                  <a:pt x="268200" y="56534"/>
                </a:lnTo>
                <a:lnTo>
                  <a:pt x="268208" y="55748"/>
                </a:lnTo>
                <a:lnTo>
                  <a:pt x="268232" y="54978"/>
                </a:lnTo>
                <a:lnTo>
                  <a:pt x="268271" y="54223"/>
                </a:lnTo>
                <a:lnTo>
                  <a:pt x="268326" y="53484"/>
                </a:lnTo>
                <a:close/>
                <a:moveTo>
                  <a:pt x="325324" y="73309"/>
                </a:moveTo>
                <a:lnTo>
                  <a:pt x="325604" y="74008"/>
                </a:lnTo>
                <a:lnTo>
                  <a:pt x="325901" y="74694"/>
                </a:lnTo>
                <a:lnTo>
                  <a:pt x="326217" y="75367"/>
                </a:lnTo>
                <a:lnTo>
                  <a:pt x="326551" y="76026"/>
                </a:lnTo>
                <a:lnTo>
                  <a:pt x="326904" y="76673"/>
                </a:lnTo>
                <a:lnTo>
                  <a:pt x="327275" y="77306"/>
                </a:lnTo>
                <a:lnTo>
                  <a:pt x="327664" y="77926"/>
                </a:lnTo>
                <a:lnTo>
                  <a:pt x="328072" y="78533"/>
                </a:lnTo>
                <a:lnTo>
                  <a:pt x="328498" y="79127"/>
                </a:lnTo>
                <a:lnTo>
                  <a:pt x="328943" y="79707"/>
                </a:lnTo>
                <a:lnTo>
                  <a:pt x="329406" y="80275"/>
                </a:lnTo>
                <a:lnTo>
                  <a:pt x="329887" y="80829"/>
                </a:lnTo>
                <a:lnTo>
                  <a:pt x="330387" y="81370"/>
                </a:lnTo>
                <a:lnTo>
                  <a:pt x="330905" y="81898"/>
                </a:lnTo>
                <a:lnTo>
                  <a:pt x="331441" y="82412"/>
                </a:lnTo>
                <a:lnTo>
                  <a:pt x="331996" y="82914"/>
                </a:lnTo>
                <a:lnTo>
                  <a:pt x="332569" y="83402"/>
                </a:lnTo>
                <a:lnTo>
                  <a:pt x="333160" y="83877"/>
                </a:lnTo>
                <a:lnTo>
                  <a:pt x="333770" y="84339"/>
                </a:lnTo>
                <a:lnTo>
                  <a:pt x="334398" y="84788"/>
                </a:lnTo>
                <a:lnTo>
                  <a:pt x="335045" y="85221"/>
                </a:lnTo>
                <a:lnTo>
                  <a:pt x="335711" y="85635"/>
                </a:lnTo>
                <a:lnTo>
                  <a:pt x="336396" y="86031"/>
                </a:lnTo>
                <a:lnTo>
                  <a:pt x="337100" y="86408"/>
                </a:lnTo>
                <a:lnTo>
                  <a:pt x="337823" y="86768"/>
                </a:lnTo>
                <a:lnTo>
                  <a:pt x="338565" y="87108"/>
                </a:lnTo>
                <a:lnTo>
                  <a:pt x="339325" y="87430"/>
                </a:lnTo>
                <a:lnTo>
                  <a:pt x="340105" y="87734"/>
                </a:lnTo>
                <a:lnTo>
                  <a:pt x="340904" y="88020"/>
                </a:lnTo>
                <a:lnTo>
                  <a:pt x="341722" y="88287"/>
                </a:lnTo>
                <a:lnTo>
                  <a:pt x="342559" y="88535"/>
                </a:lnTo>
                <a:lnTo>
                  <a:pt x="343415" y="88766"/>
                </a:lnTo>
                <a:lnTo>
                  <a:pt x="344290" y="88977"/>
                </a:lnTo>
                <a:lnTo>
                  <a:pt x="345184" y="89171"/>
                </a:lnTo>
                <a:lnTo>
                  <a:pt x="346097" y="89346"/>
                </a:lnTo>
                <a:lnTo>
                  <a:pt x="347029" y="89502"/>
                </a:lnTo>
                <a:lnTo>
                  <a:pt x="347979" y="89640"/>
                </a:lnTo>
                <a:lnTo>
                  <a:pt x="348949" y="89760"/>
                </a:lnTo>
                <a:lnTo>
                  <a:pt x="349938" y="89861"/>
                </a:lnTo>
                <a:lnTo>
                  <a:pt x="350946" y="89944"/>
                </a:lnTo>
                <a:lnTo>
                  <a:pt x="351973" y="90009"/>
                </a:lnTo>
                <a:lnTo>
                  <a:pt x="353019" y="90055"/>
                </a:lnTo>
                <a:lnTo>
                  <a:pt x="354084" y="90082"/>
                </a:lnTo>
                <a:lnTo>
                  <a:pt x="355168" y="90092"/>
                </a:lnTo>
                <a:lnTo>
                  <a:pt x="356360" y="90081"/>
                </a:lnTo>
                <a:lnTo>
                  <a:pt x="357527" y="90048"/>
                </a:lnTo>
                <a:lnTo>
                  <a:pt x="358670" y="89992"/>
                </a:lnTo>
                <a:lnTo>
                  <a:pt x="359788" y="89915"/>
                </a:lnTo>
                <a:lnTo>
                  <a:pt x="360882" y="89816"/>
                </a:lnTo>
                <a:lnTo>
                  <a:pt x="361951" y="89695"/>
                </a:lnTo>
                <a:lnTo>
                  <a:pt x="362996" y="89551"/>
                </a:lnTo>
                <a:lnTo>
                  <a:pt x="364016" y="89386"/>
                </a:lnTo>
                <a:lnTo>
                  <a:pt x="365011" y="89198"/>
                </a:lnTo>
                <a:lnTo>
                  <a:pt x="365982" y="88989"/>
                </a:lnTo>
                <a:lnTo>
                  <a:pt x="366928" y="88757"/>
                </a:lnTo>
                <a:lnTo>
                  <a:pt x="367850" y="88503"/>
                </a:lnTo>
                <a:lnTo>
                  <a:pt x="368747" y="88228"/>
                </a:lnTo>
                <a:lnTo>
                  <a:pt x="369620" y="87930"/>
                </a:lnTo>
                <a:lnTo>
                  <a:pt x="370468" y="87610"/>
                </a:lnTo>
                <a:lnTo>
                  <a:pt x="371291" y="87268"/>
                </a:lnTo>
                <a:lnTo>
                  <a:pt x="372090" y="86904"/>
                </a:lnTo>
                <a:lnTo>
                  <a:pt x="372865" y="86518"/>
                </a:lnTo>
                <a:lnTo>
                  <a:pt x="373615" y="86110"/>
                </a:lnTo>
                <a:lnTo>
                  <a:pt x="374340" y="85680"/>
                </a:lnTo>
                <a:lnTo>
                  <a:pt x="375041" y="85228"/>
                </a:lnTo>
                <a:lnTo>
                  <a:pt x="375717" y="84754"/>
                </a:lnTo>
                <a:lnTo>
                  <a:pt x="376368" y="84257"/>
                </a:lnTo>
                <a:lnTo>
                  <a:pt x="376995" y="83739"/>
                </a:lnTo>
                <a:lnTo>
                  <a:pt x="377597" y="83205"/>
                </a:lnTo>
                <a:lnTo>
                  <a:pt x="378173" y="82663"/>
                </a:lnTo>
                <a:lnTo>
                  <a:pt x="378724" y="82112"/>
                </a:lnTo>
                <a:lnTo>
                  <a:pt x="379249" y="81553"/>
                </a:lnTo>
                <a:lnTo>
                  <a:pt x="379749" y="80985"/>
                </a:lnTo>
                <a:lnTo>
                  <a:pt x="380223" y="80408"/>
                </a:lnTo>
                <a:lnTo>
                  <a:pt x="380671" y="79822"/>
                </a:lnTo>
                <a:lnTo>
                  <a:pt x="381093" y="79228"/>
                </a:lnTo>
                <a:lnTo>
                  <a:pt x="381490" y="78626"/>
                </a:lnTo>
                <a:lnTo>
                  <a:pt x="381862" y="78015"/>
                </a:lnTo>
                <a:lnTo>
                  <a:pt x="382208" y="77395"/>
                </a:lnTo>
                <a:lnTo>
                  <a:pt x="382528" y="76766"/>
                </a:lnTo>
                <a:lnTo>
                  <a:pt x="382822" y="76129"/>
                </a:lnTo>
                <a:lnTo>
                  <a:pt x="383091" y="75484"/>
                </a:lnTo>
                <a:lnTo>
                  <a:pt x="383335" y="74829"/>
                </a:lnTo>
                <a:lnTo>
                  <a:pt x="383552" y="74166"/>
                </a:lnTo>
                <a:lnTo>
                  <a:pt x="383744" y="73495"/>
                </a:lnTo>
                <a:lnTo>
                  <a:pt x="383911" y="72815"/>
                </a:lnTo>
                <a:lnTo>
                  <a:pt x="384052" y="72126"/>
                </a:lnTo>
                <a:lnTo>
                  <a:pt x="384167" y="71429"/>
                </a:lnTo>
                <a:lnTo>
                  <a:pt x="384257" y="70723"/>
                </a:lnTo>
                <a:lnTo>
                  <a:pt x="384321" y="70008"/>
                </a:lnTo>
                <a:lnTo>
                  <a:pt x="384359" y="69285"/>
                </a:lnTo>
                <a:lnTo>
                  <a:pt x="384372" y="68553"/>
                </a:lnTo>
                <a:lnTo>
                  <a:pt x="384363" y="67884"/>
                </a:lnTo>
                <a:lnTo>
                  <a:pt x="384335" y="67227"/>
                </a:lnTo>
                <a:lnTo>
                  <a:pt x="384289" y="66582"/>
                </a:lnTo>
                <a:lnTo>
                  <a:pt x="384224" y="65950"/>
                </a:lnTo>
                <a:lnTo>
                  <a:pt x="384141" y="65330"/>
                </a:lnTo>
                <a:lnTo>
                  <a:pt x="384039" y="64723"/>
                </a:lnTo>
                <a:lnTo>
                  <a:pt x="383919" y="64128"/>
                </a:lnTo>
                <a:lnTo>
                  <a:pt x="383781" y="63546"/>
                </a:lnTo>
                <a:lnTo>
                  <a:pt x="383624" y="62975"/>
                </a:lnTo>
                <a:lnTo>
                  <a:pt x="383448" y="62418"/>
                </a:lnTo>
                <a:lnTo>
                  <a:pt x="383254" y="61872"/>
                </a:lnTo>
                <a:lnTo>
                  <a:pt x="383042" y="61339"/>
                </a:lnTo>
                <a:lnTo>
                  <a:pt x="382811" y="60818"/>
                </a:lnTo>
                <a:lnTo>
                  <a:pt x="382561" y="60310"/>
                </a:lnTo>
                <a:lnTo>
                  <a:pt x="382293" y="59814"/>
                </a:lnTo>
                <a:lnTo>
                  <a:pt x="382007" y="59331"/>
                </a:lnTo>
                <a:lnTo>
                  <a:pt x="381702" y="58860"/>
                </a:lnTo>
                <a:lnTo>
                  <a:pt x="381379" y="58401"/>
                </a:lnTo>
                <a:lnTo>
                  <a:pt x="381037" y="57954"/>
                </a:lnTo>
                <a:lnTo>
                  <a:pt x="380677" y="57521"/>
                </a:lnTo>
                <a:lnTo>
                  <a:pt x="380298" y="57099"/>
                </a:lnTo>
                <a:lnTo>
                  <a:pt x="379901" y="56690"/>
                </a:lnTo>
                <a:lnTo>
                  <a:pt x="379485" y="56293"/>
                </a:lnTo>
                <a:lnTo>
                  <a:pt x="379051" y="55909"/>
                </a:lnTo>
                <a:lnTo>
                  <a:pt x="378588" y="55538"/>
                </a:lnTo>
                <a:lnTo>
                  <a:pt x="378097" y="55172"/>
                </a:lnTo>
                <a:lnTo>
                  <a:pt x="377578" y="54811"/>
                </a:lnTo>
                <a:lnTo>
                  <a:pt x="377030" y="54455"/>
                </a:lnTo>
                <a:lnTo>
                  <a:pt x="376453" y="54104"/>
                </a:lnTo>
                <a:lnTo>
                  <a:pt x="375848" y="53758"/>
                </a:lnTo>
                <a:lnTo>
                  <a:pt x="375215" y="53416"/>
                </a:lnTo>
                <a:lnTo>
                  <a:pt x="374553" y="53080"/>
                </a:lnTo>
                <a:lnTo>
                  <a:pt x="373863" y="52748"/>
                </a:lnTo>
                <a:lnTo>
                  <a:pt x="373144" y="52421"/>
                </a:lnTo>
                <a:lnTo>
                  <a:pt x="372397" y="52099"/>
                </a:lnTo>
                <a:lnTo>
                  <a:pt x="371621" y="51781"/>
                </a:lnTo>
                <a:lnTo>
                  <a:pt x="370817" y="51469"/>
                </a:lnTo>
                <a:lnTo>
                  <a:pt x="369985" y="51161"/>
                </a:lnTo>
                <a:lnTo>
                  <a:pt x="369124" y="50859"/>
                </a:lnTo>
                <a:lnTo>
                  <a:pt x="368235" y="50561"/>
                </a:lnTo>
                <a:lnTo>
                  <a:pt x="367317" y="50268"/>
                </a:lnTo>
                <a:lnTo>
                  <a:pt x="366371" y="49980"/>
                </a:lnTo>
                <a:lnTo>
                  <a:pt x="365396" y="49696"/>
                </a:lnTo>
                <a:lnTo>
                  <a:pt x="364393" y="49418"/>
                </a:lnTo>
                <a:lnTo>
                  <a:pt x="363361" y="49144"/>
                </a:lnTo>
                <a:lnTo>
                  <a:pt x="362301" y="48875"/>
                </a:lnTo>
                <a:lnTo>
                  <a:pt x="361212" y="48612"/>
                </a:lnTo>
                <a:lnTo>
                  <a:pt x="360095" y="48352"/>
                </a:lnTo>
                <a:lnTo>
                  <a:pt x="358984" y="48098"/>
                </a:lnTo>
                <a:lnTo>
                  <a:pt x="357911" y="47849"/>
                </a:lnTo>
                <a:lnTo>
                  <a:pt x="356878" y="47604"/>
                </a:lnTo>
                <a:lnTo>
                  <a:pt x="355884" y="47364"/>
                </a:lnTo>
                <a:lnTo>
                  <a:pt x="354929" y="47129"/>
                </a:lnTo>
                <a:lnTo>
                  <a:pt x="354013" y="46899"/>
                </a:lnTo>
                <a:lnTo>
                  <a:pt x="353136" y="46674"/>
                </a:lnTo>
                <a:lnTo>
                  <a:pt x="352299" y="46453"/>
                </a:lnTo>
                <a:lnTo>
                  <a:pt x="351501" y="46238"/>
                </a:lnTo>
                <a:lnTo>
                  <a:pt x="350741" y="46027"/>
                </a:lnTo>
                <a:lnTo>
                  <a:pt x="350021" y="45821"/>
                </a:lnTo>
                <a:lnTo>
                  <a:pt x="349340" y="45620"/>
                </a:lnTo>
                <a:lnTo>
                  <a:pt x="348699" y="45423"/>
                </a:lnTo>
                <a:lnTo>
                  <a:pt x="348096" y="45232"/>
                </a:lnTo>
                <a:lnTo>
                  <a:pt x="347533" y="45045"/>
                </a:lnTo>
                <a:lnTo>
                  <a:pt x="347008" y="44863"/>
                </a:lnTo>
                <a:lnTo>
                  <a:pt x="346523" y="44686"/>
                </a:lnTo>
                <a:lnTo>
                  <a:pt x="346077" y="44514"/>
                </a:lnTo>
                <a:lnTo>
                  <a:pt x="345670" y="44346"/>
                </a:lnTo>
                <a:lnTo>
                  <a:pt x="345303" y="44184"/>
                </a:lnTo>
                <a:lnTo>
                  <a:pt x="344974" y="44026"/>
                </a:lnTo>
                <a:lnTo>
                  <a:pt x="344685" y="43873"/>
                </a:lnTo>
                <a:lnTo>
                  <a:pt x="344435" y="43725"/>
                </a:lnTo>
                <a:lnTo>
                  <a:pt x="344224" y="43581"/>
                </a:lnTo>
                <a:lnTo>
                  <a:pt x="344086" y="43475"/>
                </a:lnTo>
                <a:lnTo>
                  <a:pt x="343953" y="43366"/>
                </a:lnTo>
                <a:lnTo>
                  <a:pt x="343827" y="43256"/>
                </a:lnTo>
                <a:lnTo>
                  <a:pt x="343706" y="43144"/>
                </a:lnTo>
                <a:lnTo>
                  <a:pt x="343592" y="43030"/>
                </a:lnTo>
                <a:lnTo>
                  <a:pt x="343483" y="42914"/>
                </a:lnTo>
                <a:lnTo>
                  <a:pt x="343380" y="42796"/>
                </a:lnTo>
                <a:lnTo>
                  <a:pt x="343283" y="42676"/>
                </a:lnTo>
                <a:lnTo>
                  <a:pt x="343192" y="42554"/>
                </a:lnTo>
                <a:lnTo>
                  <a:pt x="343107" y="42431"/>
                </a:lnTo>
                <a:lnTo>
                  <a:pt x="343027" y="42305"/>
                </a:lnTo>
                <a:lnTo>
                  <a:pt x="342954" y="42178"/>
                </a:lnTo>
                <a:lnTo>
                  <a:pt x="342886" y="42049"/>
                </a:lnTo>
                <a:lnTo>
                  <a:pt x="342825" y="41918"/>
                </a:lnTo>
                <a:lnTo>
                  <a:pt x="342769" y="41785"/>
                </a:lnTo>
                <a:lnTo>
                  <a:pt x="342719" y="41650"/>
                </a:lnTo>
                <a:lnTo>
                  <a:pt x="342675" y="41513"/>
                </a:lnTo>
                <a:lnTo>
                  <a:pt x="342636" y="41375"/>
                </a:lnTo>
                <a:lnTo>
                  <a:pt x="342604" y="41234"/>
                </a:lnTo>
                <a:lnTo>
                  <a:pt x="342578" y="41092"/>
                </a:lnTo>
                <a:lnTo>
                  <a:pt x="342557" y="40948"/>
                </a:lnTo>
                <a:lnTo>
                  <a:pt x="342542" y="40801"/>
                </a:lnTo>
                <a:lnTo>
                  <a:pt x="342534" y="40653"/>
                </a:lnTo>
                <a:lnTo>
                  <a:pt x="342531" y="40503"/>
                </a:lnTo>
                <a:lnTo>
                  <a:pt x="342534" y="40329"/>
                </a:lnTo>
                <a:lnTo>
                  <a:pt x="342544" y="40157"/>
                </a:lnTo>
                <a:lnTo>
                  <a:pt x="342561" y="39987"/>
                </a:lnTo>
                <a:lnTo>
                  <a:pt x="342584" y="39821"/>
                </a:lnTo>
                <a:lnTo>
                  <a:pt x="342615" y="39657"/>
                </a:lnTo>
                <a:lnTo>
                  <a:pt x="342652" y="39496"/>
                </a:lnTo>
                <a:lnTo>
                  <a:pt x="342695" y="39337"/>
                </a:lnTo>
                <a:lnTo>
                  <a:pt x="342746" y="39181"/>
                </a:lnTo>
                <a:lnTo>
                  <a:pt x="342803" y="39028"/>
                </a:lnTo>
                <a:lnTo>
                  <a:pt x="342867" y="38878"/>
                </a:lnTo>
                <a:lnTo>
                  <a:pt x="342937" y="38731"/>
                </a:lnTo>
                <a:lnTo>
                  <a:pt x="343014" y="38586"/>
                </a:lnTo>
                <a:lnTo>
                  <a:pt x="343098" y="38444"/>
                </a:lnTo>
                <a:lnTo>
                  <a:pt x="343189" y="38305"/>
                </a:lnTo>
                <a:lnTo>
                  <a:pt x="343286" y="38168"/>
                </a:lnTo>
                <a:lnTo>
                  <a:pt x="343391" y="38034"/>
                </a:lnTo>
                <a:lnTo>
                  <a:pt x="343501" y="37903"/>
                </a:lnTo>
                <a:lnTo>
                  <a:pt x="343619" y="37775"/>
                </a:lnTo>
                <a:lnTo>
                  <a:pt x="343743" y="37650"/>
                </a:lnTo>
                <a:lnTo>
                  <a:pt x="343874" y="37527"/>
                </a:lnTo>
                <a:lnTo>
                  <a:pt x="344012" y="37407"/>
                </a:lnTo>
                <a:lnTo>
                  <a:pt x="344156" y="37289"/>
                </a:lnTo>
                <a:lnTo>
                  <a:pt x="344308" y="37175"/>
                </a:lnTo>
                <a:lnTo>
                  <a:pt x="344466" y="37063"/>
                </a:lnTo>
                <a:lnTo>
                  <a:pt x="344714" y="36910"/>
                </a:lnTo>
                <a:lnTo>
                  <a:pt x="344976" y="36764"/>
                </a:lnTo>
                <a:lnTo>
                  <a:pt x="345251" y="36624"/>
                </a:lnTo>
                <a:lnTo>
                  <a:pt x="345539" y="36490"/>
                </a:lnTo>
                <a:lnTo>
                  <a:pt x="345840" y="36364"/>
                </a:lnTo>
                <a:lnTo>
                  <a:pt x="346155" y="36243"/>
                </a:lnTo>
                <a:lnTo>
                  <a:pt x="346483" y="36130"/>
                </a:lnTo>
                <a:lnTo>
                  <a:pt x="346824" y="36022"/>
                </a:lnTo>
                <a:lnTo>
                  <a:pt x="347178" y="35922"/>
                </a:lnTo>
                <a:lnTo>
                  <a:pt x="347545" y="35827"/>
                </a:lnTo>
                <a:lnTo>
                  <a:pt x="347926" y="35740"/>
                </a:lnTo>
                <a:lnTo>
                  <a:pt x="348320" y="35658"/>
                </a:lnTo>
                <a:lnTo>
                  <a:pt x="348727" y="35584"/>
                </a:lnTo>
                <a:lnTo>
                  <a:pt x="349148" y="35515"/>
                </a:lnTo>
                <a:lnTo>
                  <a:pt x="349581" y="35453"/>
                </a:lnTo>
                <a:lnTo>
                  <a:pt x="350028" y="35398"/>
                </a:lnTo>
                <a:lnTo>
                  <a:pt x="350488" y="35349"/>
                </a:lnTo>
                <a:lnTo>
                  <a:pt x="350962" y="35307"/>
                </a:lnTo>
                <a:lnTo>
                  <a:pt x="351448" y="35271"/>
                </a:lnTo>
                <a:lnTo>
                  <a:pt x="351948" y="35242"/>
                </a:lnTo>
                <a:lnTo>
                  <a:pt x="352461" y="35219"/>
                </a:lnTo>
                <a:lnTo>
                  <a:pt x="352987" y="35203"/>
                </a:lnTo>
                <a:lnTo>
                  <a:pt x="353527" y="35193"/>
                </a:lnTo>
                <a:lnTo>
                  <a:pt x="354079" y="35190"/>
                </a:lnTo>
                <a:lnTo>
                  <a:pt x="354518" y="35194"/>
                </a:lnTo>
                <a:lnTo>
                  <a:pt x="354949" y="35204"/>
                </a:lnTo>
                <a:lnTo>
                  <a:pt x="355371" y="35221"/>
                </a:lnTo>
                <a:lnTo>
                  <a:pt x="355785" y="35246"/>
                </a:lnTo>
                <a:lnTo>
                  <a:pt x="356190" y="35277"/>
                </a:lnTo>
                <a:lnTo>
                  <a:pt x="356587" y="35315"/>
                </a:lnTo>
                <a:lnTo>
                  <a:pt x="356975" y="35360"/>
                </a:lnTo>
                <a:lnTo>
                  <a:pt x="357354" y="35412"/>
                </a:lnTo>
                <a:lnTo>
                  <a:pt x="357726" y="35471"/>
                </a:lnTo>
                <a:lnTo>
                  <a:pt x="358088" y="35537"/>
                </a:lnTo>
                <a:lnTo>
                  <a:pt x="358442" y="35609"/>
                </a:lnTo>
                <a:lnTo>
                  <a:pt x="358788" y="35689"/>
                </a:lnTo>
                <a:lnTo>
                  <a:pt x="359125" y="35776"/>
                </a:lnTo>
                <a:lnTo>
                  <a:pt x="359454" y="35869"/>
                </a:lnTo>
                <a:lnTo>
                  <a:pt x="359774" y="35970"/>
                </a:lnTo>
                <a:lnTo>
                  <a:pt x="360085" y="36077"/>
                </a:lnTo>
                <a:lnTo>
                  <a:pt x="360389" y="36191"/>
                </a:lnTo>
                <a:lnTo>
                  <a:pt x="360683" y="36313"/>
                </a:lnTo>
                <a:lnTo>
                  <a:pt x="360969" y="36441"/>
                </a:lnTo>
                <a:lnTo>
                  <a:pt x="361247" y="36576"/>
                </a:lnTo>
                <a:lnTo>
                  <a:pt x="361516" y="36718"/>
                </a:lnTo>
                <a:lnTo>
                  <a:pt x="361777" y="36867"/>
                </a:lnTo>
                <a:lnTo>
                  <a:pt x="362029" y="37023"/>
                </a:lnTo>
                <a:lnTo>
                  <a:pt x="362272" y="37185"/>
                </a:lnTo>
                <a:lnTo>
                  <a:pt x="362508" y="37355"/>
                </a:lnTo>
                <a:lnTo>
                  <a:pt x="362738" y="37530"/>
                </a:lnTo>
                <a:lnTo>
                  <a:pt x="362961" y="37712"/>
                </a:lnTo>
                <a:lnTo>
                  <a:pt x="363178" y="37899"/>
                </a:lnTo>
                <a:lnTo>
                  <a:pt x="363389" y="38093"/>
                </a:lnTo>
                <a:lnTo>
                  <a:pt x="363593" y="38293"/>
                </a:lnTo>
                <a:lnTo>
                  <a:pt x="363791" y="38499"/>
                </a:lnTo>
                <a:lnTo>
                  <a:pt x="363982" y="38711"/>
                </a:lnTo>
                <a:lnTo>
                  <a:pt x="364167" y="38929"/>
                </a:lnTo>
                <a:lnTo>
                  <a:pt x="364345" y="39153"/>
                </a:lnTo>
                <a:lnTo>
                  <a:pt x="364518" y="39383"/>
                </a:lnTo>
                <a:lnTo>
                  <a:pt x="364683" y="39619"/>
                </a:lnTo>
                <a:lnTo>
                  <a:pt x="364843" y="39862"/>
                </a:lnTo>
                <a:lnTo>
                  <a:pt x="364995" y="40110"/>
                </a:lnTo>
                <a:lnTo>
                  <a:pt x="365142" y="40365"/>
                </a:lnTo>
                <a:lnTo>
                  <a:pt x="365282" y="40625"/>
                </a:lnTo>
                <a:lnTo>
                  <a:pt x="365416" y="40892"/>
                </a:lnTo>
                <a:lnTo>
                  <a:pt x="365543" y="41165"/>
                </a:lnTo>
                <a:lnTo>
                  <a:pt x="365664" y="41444"/>
                </a:lnTo>
                <a:lnTo>
                  <a:pt x="365778" y="41729"/>
                </a:lnTo>
                <a:lnTo>
                  <a:pt x="365886" y="42020"/>
                </a:lnTo>
                <a:lnTo>
                  <a:pt x="365988" y="42317"/>
                </a:lnTo>
                <a:lnTo>
                  <a:pt x="366083" y="42620"/>
                </a:lnTo>
                <a:lnTo>
                  <a:pt x="366172" y="42930"/>
                </a:lnTo>
                <a:lnTo>
                  <a:pt x="382195" y="39906"/>
                </a:lnTo>
                <a:lnTo>
                  <a:pt x="381987" y="39216"/>
                </a:lnTo>
                <a:lnTo>
                  <a:pt x="381764" y="38539"/>
                </a:lnTo>
                <a:lnTo>
                  <a:pt x="381528" y="37877"/>
                </a:lnTo>
                <a:lnTo>
                  <a:pt x="381278" y="37229"/>
                </a:lnTo>
                <a:lnTo>
                  <a:pt x="381014" y="36595"/>
                </a:lnTo>
                <a:lnTo>
                  <a:pt x="380736" y="35975"/>
                </a:lnTo>
                <a:lnTo>
                  <a:pt x="380445" y="35370"/>
                </a:lnTo>
                <a:lnTo>
                  <a:pt x="380139" y="34779"/>
                </a:lnTo>
                <a:lnTo>
                  <a:pt x="379820" y="34202"/>
                </a:lnTo>
                <a:lnTo>
                  <a:pt x="379487" y="33639"/>
                </a:lnTo>
                <a:lnTo>
                  <a:pt x="379140" y="33090"/>
                </a:lnTo>
                <a:lnTo>
                  <a:pt x="378779" y="32556"/>
                </a:lnTo>
                <a:lnTo>
                  <a:pt x="378404" y="32036"/>
                </a:lnTo>
                <a:lnTo>
                  <a:pt x="378016" y="31530"/>
                </a:lnTo>
                <a:lnTo>
                  <a:pt x="377613" y="31039"/>
                </a:lnTo>
                <a:lnTo>
                  <a:pt x="377197" y="30561"/>
                </a:lnTo>
                <a:lnTo>
                  <a:pt x="376767" y="30098"/>
                </a:lnTo>
                <a:lnTo>
                  <a:pt x="376323" y="29649"/>
                </a:lnTo>
                <a:lnTo>
                  <a:pt x="375865" y="29214"/>
                </a:lnTo>
                <a:lnTo>
                  <a:pt x="375393" y="28794"/>
                </a:lnTo>
                <a:lnTo>
                  <a:pt x="374907" y="28388"/>
                </a:lnTo>
                <a:lnTo>
                  <a:pt x="374408" y="27996"/>
                </a:lnTo>
                <a:lnTo>
                  <a:pt x="373895" y="27618"/>
                </a:lnTo>
                <a:lnTo>
                  <a:pt x="373367" y="27254"/>
                </a:lnTo>
                <a:lnTo>
                  <a:pt x="372822" y="26905"/>
                </a:lnTo>
                <a:lnTo>
                  <a:pt x="372252" y="26571"/>
                </a:lnTo>
                <a:lnTo>
                  <a:pt x="371659" y="26252"/>
                </a:lnTo>
                <a:lnTo>
                  <a:pt x="371043" y="25947"/>
                </a:lnTo>
                <a:lnTo>
                  <a:pt x="370403" y="25657"/>
                </a:lnTo>
                <a:lnTo>
                  <a:pt x="369740" y="25383"/>
                </a:lnTo>
                <a:lnTo>
                  <a:pt x="369053" y="25123"/>
                </a:lnTo>
                <a:lnTo>
                  <a:pt x="368342" y="24878"/>
                </a:lnTo>
                <a:lnTo>
                  <a:pt x="367608" y="24647"/>
                </a:lnTo>
                <a:lnTo>
                  <a:pt x="366851" y="24432"/>
                </a:lnTo>
                <a:lnTo>
                  <a:pt x="366070" y="24232"/>
                </a:lnTo>
                <a:lnTo>
                  <a:pt x="365265" y="24046"/>
                </a:lnTo>
                <a:lnTo>
                  <a:pt x="364437" y="23875"/>
                </a:lnTo>
                <a:lnTo>
                  <a:pt x="363586" y="23719"/>
                </a:lnTo>
                <a:lnTo>
                  <a:pt x="362711" y="23578"/>
                </a:lnTo>
                <a:lnTo>
                  <a:pt x="361812" y="23452"/>
                </a:lnTo>
                <a:lnTo>
                  <a:pt x="360890" y="23340"/>
                </a:lnTo>
                <a:lnTo>
                  <a:pt x="359944" y="23244"/>
                </a:lnTo>
                <a:lnTo>
                  <a:pt x="358975" y="23162"/>
                </a:lnTo>
                <a:lnTo>
                  <a:pt x="357983" y="23095"/>
                </a:lnTo>
                <a:lnTo>
                  <a:pt x="356966" y="23043"/>
                </a:lnTo>
                <a:lnTo>
                  <a:pt x="355927" y="23006"/>
                </a:lnTo>
                <a:lnTo>
                  <a:pt x="354864" y="22984"/>
                </a:lnTo>
                <a:lnTo>
                  <a:pt x="353777" y="22976"/>
                </a:lnTo>
                <a:lnTo>
                  <a:pt x="352636" y="22986"/>
                </a:lnTo>
                <a:lnTo>
                  <a:pt x="351520" y="23016"/>
                </a:lnTo>
                <a:lnTo>
                  <a:pt x="350429" y="23065"/>
                </a:lnTo>
                <a:lnTo>
                  <a:pt x="349363" y="23134"/>
                </a:lnTo>
                <a:lnTo>
                  <a:pt x="348323" y="23223"/>
                </a:lnTo>
                <a:lnTo>
                  <a:pt x="347307" y="23331"/>
                </a:lnTo>
                <a:lnTo>
                  <a:pt x="346317" y="23459"/>
                </a:lnTo>
                <a:lnTo>
                  <a:pt x="345352" y="23607"/>
                </a:lnTo>
                <a:lnTo>
                  <a:pt x="344413" y="23775"/>
                </a:lnTo>
                <a:lnTo>
                  <a:pt x="343498" y="23962"/>
                </a:lnTo>
                <a:lnTo>
                  <a:pt x="342609" y="24169"/>
                </a:lnTo>
                <a:lnTo>
                  <a:pt x="341745" y="24396"/>
                </a:lnTo>
                <a:lnTo>
                  <a:pt x="340906" y="24642"/>
                </a:lnTo>
                <a:lnTo>
                  <a:pt x="340092" y="24908"/>
                </a:lnTo>
                <a:lnTo>
                  <a:pt x="339303" y="25194"/>
                </a:lnTo>
                <a:lnTo>
                  <a:pt x="338540" y="25500"/>
                </a:lnTo>
                <a:lnTo>
                  <a:pt x="337802" y="25825"/>
                </a:lnTo>
                <a:lnTo>
                  <a:pt x="337089" y="26170"/>
                </a:lnTo>
                <a:lnTo>
                  <a:pt x="336401" y="26535"/>
                </a:lnTo>
                <a:lnTo>
                  <a:pt x="335739" y="26919"/>
                </a:lnTo>
                <a:lnTo>
                  <a:pt x="335101" y="27324"/>
                </a:lnTo>
                <a:lnTo>
                  <a:pt x="334489" y="27747"/>
                </a:lnTo>
                <a:lnTo>
                  <a:pt x="333902" y="28191"/>
                </a:lnTo>
                <a:lnTo>
                  <a:pt x="333340" y="28654"/>
                </a:lnTo>
                <a:lnTo>
                  <a:pt x="332802" y="29132"/>
                </a:lnTo>
                <a:lnTo>
                  <a:pt x="332287" y="29619"/>
                </a:lnTo>
                <a:lnTo>
                  <a:pt x="331795" y="30115"/>
                </a:lnTo>
                <a:lnTo>
                  <a:pt x="331326" y="30621"/>
                </a:lnTo>
                <a:lnTo>
                  <a:pt x="330880" y="31136"/>
                </a:lnTo>
                <a:lnTo>
                  <a:pt x="330457" y="31659"/>
                </a:lnTo>
                <a:lnTo>
                  <a:pt x="330056" y="32193"/>
                </a:lnTo>
                <a:lnTo>
                  <a:pt x="329679" y="32735"/>
                </a:lnTo>
                <a:lnTo>
                  <a:pt x="329324" y="33287"/>
                </a:lnTo>
                <a:lnTo>
                  <a:pt x="328992" y="33848"/>
                </a:lnTo>
                <a:lnTo>
                  <a:pt x="328683" y="34418"/>
                </a:lnTo>
                <a:lnTo>
                  <a:pt x="328397" y="34997"/>
                </a:lnTo>
                <a:lnTo>
                  <a:pt x="328134" y="35585"/>
                </a:lnTo>
                <a:lnTo>
                  <a:pt x="327894" y="36183"/>
                </a:lnTo>
                <a:lnTo>
                  <a:pt x="327676" y="36790"/>
                </a:lnTo>
                <a:lnTo>
                  <a:pt x="327482" y="37407"/>
                </a:lnTo>
                <a:lnTo>
                  <a:pt x="327310" y="38032"/>
                </a:lnTo>
                <a:lnTo>
                  <a:pt x="327161" y="38667"/>
                </a:lnTo>
                <a:lnTo>
                  <a:pt x="327036" y="39311"/>
                </a:lnTo>
                <a:lnTo>
                  <a:pt x="326933" y="39964"/>
                </a:lnTo>
                <a:lnTo>
                  <a:pt x="326852" y="40626"/>
                </a:lnTo>
                <a:lnTo>
                  <a:pt x="326795" y="41298"/>
                </a:lnTo>
                <a:lnTo>
                  <a:pt x="326761" y="41979"/>
                </a:lnTo>
                <a:lnTo>
                  <a:pt x="326749" y="42669"/>
                </a:lnTo>
                <a:lnTo>
                  <a:pt x="326763" y="43432"/>
                </a:lnTo>
                <a:lnTo>
                  <a:pt x="326802" y="44181"/>
                </a:lnTo>
                <a:lnTo>
                  <a:pt x="326869" y="44916"/>
                </a:lnTo>
                <a:lnTo>
                  <a:pt x="326961" y="45637"/>
                </a:lnTo>
                <a:lnTo>
                  <a:pt x="327080" y="46344"/>
                </a:lnTo>
                <a:lnTo>
                  <a:pt x="327226" y="47037"/>
                </a:lnTo>
                <a:lnTo>
                  <a:pt x="327398" y="47716"/>
                </a:lnTo>
                <a:lnTo>
                  <a:pt x="327596" y="48380"/>
                </a:lnTo>
                <a:lnTo>
                  <a:pt x="327821" y="49031"/>
                </a:lnTo>
                <a:lnTo>
                  <a:pt x="328072" y="49668"/>
                </a:lnTo>
                <a:lnTo>
                  <a:pt x="328350" y="50290"/>
                </a:lnTo>
                <a:lnTo>
                  <a:pt x="328654" y="50899"/>
                </a:lnTo>
                <a:lnTo>
                  <a:pt x="328985" y="51494"/>
                </a:lnTo>
                <a:lnTo>
                  <a:pt x="329342" y="52074"/>
                </a:lnTo>
                <a:lnTo>
                  <a:pt x="329725" y="52641"/>
                </a:lnTo>
                <a:lnTo>
                  <a:pt x="330135" y="53193"/>
                </a:lnTo>
                <a:lnTo>
                  <a:pt x="330572" y="53731"/>
                </a:lnTo>
                <a:lnTo>
                  <a:pt x="331035" y="54256"/>
                </a:lnTo>
                <a:lnTo>
                  <a:pt x="331524" y="54766"/>
                </a:lnTo>
                <a:lnTo>
                  <a:pt x="332040" y="55262"/>
                </a:lnTo>
                <a:lnTo>
                  <a:pt x="332582" y="55744"/>
                </a:lnTo>
                <a:lnTo>
                  <a:pt x="333151" y="56212"/>
                </a:lnTo>
                <a:lnTo>
                  <a:pt x="333746" y="56666"/>
                </a:lnTo>
                <a:lnTo>
                  <a:pt x="334368" y="57107"/>
                </a:lnTo>
                <a:lnTo>
                  <a:pt x="334853" y="57420"/>
                </a:lnTo>
                <a:lnTo>
                  <a:pt x="335390" y="57736"/>
                </a:lnTo>
                <a:lnTo>
                  <a:pt x="335979" y="58055"/>
                </a:lnTo>
                <a:lnTo>
                  <a:pt x="336620" y="58377"/>
                </a:lnTo>
                <a:lnTo>
                  <a:pt x="337314" y="58701"/>
                </a:lnTo>
                <a:lnTo>
                  <a:pt x="338060" y="59028"/>
                </a:lnTo>
                <a:lnTo>
                  <a:pt x="338858" y="59358"/>
                </a:lnTo>
                <a:lnTo>
                  <a:pt x="339709" y="59690"/>
                </a:lnTo>
                <a:lnTo>
                  <a:pt x="340612" y="60025"/>
                </a:lnTo>
                <a:lnTo>
                  <a:pt x="341567" y="60363"/>
                </a:lnTo>
                <a:lnTo>
                  <a:pt x="342574" y="60704"/>
                </a:lnTo>
                <a:lnTo>
                  <a:pt x="343634" y="61047"/>
                </a:lnTo>
                <a:lnTo>
                  <a:pt x="344746" y="61393"/>
                </a:lnTo>
                <a:lnTo>
                  <a:pt x="345910" y="61742"/>
                </a:lnTo>
                <a:lnTo>
                  <a:pt x="347127" y="62093"/>
                </a:lnTo>
                <a:lnTo>
                  <a:pt x="348396" y="62448"/>
                </a:lnTo>
                <a:lnTo>
                  <a:pt x="349717" y="62804"/>
                </a:lnTo>
                <a:lnTo>
                  <a:pt x="351090" y="63164"/>
                </a:lnTo>
                <a:lnTo>
                  <a:pt x="352516" y="63526"/>
                </a:lnTo>
                <a:lnTo>
                  <a:pt x="353994" y="63891"/>
                </a:lnTo>
                <a:lnTo>
                  <a:pt x="355524" y="64259"/>
                </a:lnTo>
                <a:lnTo>
                  <a:pt x="357106" y="64630"/>
                </a:lnTo>
                <a:lnTo>
                  <a:pt x="358741" y="65003"/>
                </a:lnTo>
                <a:lnTo>
                  <a:pt x="360428" y="65379"/>
                </a:lnTo>
                <a:lnTo>
                  <a:pt x="360790" y="65465"/>
                </a:lnTo>
                <a:lnTo>
                  <a:pt x="361142" y="65551"/>
                </a:lnTo>
                <a:lnTo>
                  <a:pt x="361482" y="65638"/>
                </a:lnTo>
                <a:lnTo>
                  <a:pt x="361812" y="65726"/>
                </a:lnTo>
                <a:lnTo>
                  <a:pt x="362131" y="65814"/>
                </a:lnTo>
                <a:lnTo>
                  <a:pt x="362438" y="65903"/>
                </a:lnTo>
                <a:lnTo>
                  <a:pt x="362735" y="65993"/>
                </a:lnTo>
                <a:lnTo>
                  <a:pt x="363021" y="66083"/>
                </a:lnTo>
                <a:lnTo>
                  <a:pt x="363296" y="66174"/>
                </a:lnTo>
                <a:lnTo>
                  <a:pt x="363560" y="66265"/>
                </a:lnTo>
                <a:lnTo>
                  <a:pt x="363814" y="66357"/>
                </a:lnTo>
                <a:lnTo>
                  <a:pt x="364056" y="66450"/>
                </a:lnTo>
                <a:lnTo>
                  <a:pt x="364287" y="66544"/>
                </a:lnTo>
                <a:lnTo>
                  <a:pt x="364508" y="66638"/>
                </a:lnTo>
                <a:lnTo>
                  <a:pt x="364717" y="66732"/>
                </a:lnTo>
                <a:lnTo>
                  <a:pt x="364916" y="66827"/>
                </a:lnTo>
                <a:lnTo>
                  <a:pt x="365104" y="66923"/>
                </a:lnTo>
                <a:lnTo>
                  <a:pt x="365280" y="67020"/>
                </a:lnTo>
                <a:lnTo>
                  <a:pt x="365446" y="67117"/>
                </a:lnTo>
                <a:lnTo>
                  <a:pt x="365601" y="67215"/>
                </a:lnTo>
                <a:lnTo>
                  <a:pt x="365745" y="67313"/>
                </a:lnTo>
                <a:lnTo>
                  <a:pt x="365878" y="67412"/>
                </a:lnTo>
                <a:lnTo>
                  <a:pt x="366000" y="67512"/>
                </a:lnTo>
                <a:lnTo>
                  <a:pt x="366112" y="67612"/>
                </a:lnTo>
                <a:lnTo>
                  <a:pt x="366210" y="67719"/>
                </a:lnTo>
                <a:lnTo>
                  <a:pt x="366305" y="67828"/>
                </a:lnTo>
                <a:lnTo>
                  <a:pt x="366395" y="67940"/>
                </a:lnTo>
                <a:lnTo>
                  <a:pt x="366481" y="68053"/>
                </a:lnTo>
                <a:lnTo>
                  <a:pt x="366563" y="68169"/>
                </a:lnTo>
                <a:lnTo>
                  <a:pt x="366641" y="68288"/>
                </a:lnTo>
                <a:lnTo>
                  <a:pt x="366714" y="68408"/>
                </a:lnTo>
                <a:lnTo>
                  <a:pt x="366784" y="68531"/>
                </a:lnTo>
                <a:lnTo>
                  <a:pt x="366849" y="68657"/>
                </a:lnTo>
                <a:lnTo>
                  <a:pt x="366909" y="68784"/>
                </a:lnTo>
                <a:lnTo>
                  <a:pt x="366966" y="68914"/>
                </a:lnTo>
                <a:lnTo>
                  <a:pt x="367019" y="69046"/>
                </a:lnTo>
                <a:lnTo>
                  <a:pt x="367067" y="69181"/>
                </a:lnTo>
                <a:lnTo>
                  <a:pt x="367111" y="69318"/>
                </a:lnTo>
                <a:lnTo>
                  <a:pt x="367151" y="69457"/>
                </a:lnTo>
                <a:lnTo>
                  <a:pt x="367187" y="69598"/>
                </a:lnTo>
                <a:lnTo>
                  <a:pt x="367218" y="69742"/>
                </a:lnTo>
                <a:lnTo>
                  <a:pt x="367245" y="69888"/>
                </a:lnTo>
                <a:lnTo>
                  <a:pt x="367268" y="70036"/>
                </a:lnTo>
                <a:lnTo>
                  <a:pt x="367287" y="70187"/>
                </a:lnTo>
                <a:lnTo>
                  <a:pt x="367302" y="70340"/>
                </a:lnTo>
                <a:lnTo>
                  <a:pt x="367313" y="70495"/>
                </a:lnTo>
                <a:lnTo>
                  <a:pt x="367319" y="70653"/>
                </a:lnTo>
                <a:lnTo>
                  <a:pt x="367321" y="70813"/>
                </a:lnTo>
                <a:lnTo>
                  <a:pt x="367317" y="71048"/>
                </a:lnTo>
                <a:lnTo>
                  <a:pt x="367305" y="71278"/>
                </a:lnTo>
                <a:lnTo>
                  <a:pt x="367286" y="71505"/>
                </a:lnTo>
                <a:lnTo>
                  <a:pt x="367259" y="71727"/>
                </a:lnTo>
                <a:lnTo>
                  <a:pt x="367224" y="71946"/>
                </a:lnTo>
                <a:lnTo>
                  <a:pt x="367181" y="72160"/>
                </a:lnTo>
                <a:lnTo>
                  <a:pt x="367131" y="72371"/>
                </a:lnTo>
                <a:lnTo>
                  <a:pt x="367072" y="72578"/>
                </a:lnTo>
                <a:lnTo>
                  <a:pt x="367006" y="72780"/>
                </a:lnTo>
                <a:lnTo>
                  <a:pt x="366933" y="72979"/>
                </a:lnTo>
                <a:lnTo>
                  <a:pt x="366851" y="73174"/>
                </a:lnTo>
                <a:lnTo>
                  <a:pt x="366762" y="73364"/>
                </a:lnTo>
                <a:lnTo>
                  <a:pt x="366665" y="73551"/>
                </a:lnTo>
                <a:lnTo>
                  <a:pt x="366560" y="73734"/>
                </a:lnTo>
                <a:lnTo>
                  <a:pt x="366447" y="73913"/>
                </a:lnTo>
                <a:lnTo>
                  <a:pt x="366327" y="74087"/>
                </a:lnTo>
                <a:lnTo>
                  <a:pt x="366198" y="74258"/>
                </a:lnTo>
                <a:lnTo>
                  <a:pt x="366063" y="74425"/>
                </a:lnTo>
                <a:lnTo>
                  <a:pt x="365919" y="74588"/>
                </a:lnTo>
                <a:lnTo>
                  <a:pt x="365767" y="74747"/>
                </a:lnTo>
                <a:lnTo>
                  <a:pt x="365608" y="74901"/>
                </a:lnTo>
                <a:lnTo>
                  <a:pt x="365441" y="75052"/>
                </a:lnTo>
                <a:lnTo>
                  <a:pt x="365266" y="75199"/>
                </a:lnTo>
                <a:lnTo>
                  <a:pt x="365084" y="75342"/>
                </a:lnTo>
                <a:lnTo>
                  <a:pt x="364801" y="75539"/>
                </a:lnTo>
                <a:lnTo>
                  <a:pt x="364507" y="75728"/>
                </a:lnTo>
                <a:lnTo>
                  <a:pt x="364201" y="75908"/>
                </a:lnTo>
                <a:lnTo>
                  <a:pt x="363885" y="76080"/>
                </a:lnTo>
                <a:lnTo>
                  <a:pt x="363556" y="76243"/>
                </a:lnTo>
                <a:lnTo>
                  <a:pt x="363217" y="76399"/>
                </a:lnTo>
                <a:lnTo>
                  <a:pt x="362866" y="76545"/>
                </a:lnTo>
                <a:lnTo>
                  <a:pt x="362504" y="76684"/>
                </a:lnTo>
                <a:lnTo>
                  <a:pt x="362130" y="76814"/>
                </a:lnTo>
                <a:lnTo>
                  <a:pt x="361746" y="76935"/>
                </a:lnTo>
                <a:lnTo>
                  <a:pt x="361349" y="77048"/>
                </a:lnTo>
                <a:lnTo>
                  <a:pt x="360942" y="77153"/>
                </a:lnTo>
                <a:lnTo>
                  <a:pt x="360523" y="77250"/>
                </a:lnTo>
                <a:lnTo>
                  <a:pt x="360093" y="77338"/>
                </a:lnTo>
                <a:lnTo>
                  <a:pt x="359651" y="77417"/>
                </a:lnTo>
                <a:lnTo>
                  <a:pt x="359199" y="77489"/>
                </a:lnTo>
                <a:lnTo>
                  <a:pt x="358734" y="77552"/>
                </a:lnTo>
                <a:lnTo>
                  <a:pt x="358259" y="77606"/>
                </a:lnTo>
                <a:lnTo>
                  <a:pt x="357772" y="77652"/>
                </a:lnTo>
                <a:lnTo>
                  <a:pt x="357274" y="77690"/>
                </a:lnTo>
                <a:lnTo>
                  <a:pt x="356764" y="77719"/>
                </a:lnTo>
                <a:lnTo>
                  <a:pt x="356243" y="77740"/>
                </a:lnTo>
                <a:lnTo>
                  <a:pt x="355711" y="77753"/>
                </a:lnTo>
                <a:lnTo>
                  <a:pt x="355168" y="77757"/>
                </a:lnTo>
                <a:lnTo>
                  <a:pt x="354673" y="77752"/>
                </a:lnTo>
                <a:lnTo>
                  <a:pt x="354188" y="77739"/>
                </a:lnTo>
                <a:lnTo>
                  <a:pt x="353713" y="77717"/>
                </a:lnTo>
                <a:lnTo>
                  <a:pt x="353246" y="77686"/>
                </a:lnTo>
                <a:lnTo>
                  <a:pt x="352789" y="77646"/>
                </a:lnTo>
                <a:lnTo>
                  <a:pt x="352341" y="77597"/>
                </a:lnTo>
                <a:lnTo>
                  <a:pt x="351902" y="77540"/>
                </a:lnTo>
                <a:lnTo>
                  <a:pt x="351473" y="77473"/>
                </a:lnTo>
                <a:lnTo>
                  <a:pt x="351052" y="77398"/>
                </a:lnTo>
                <a:lnTo>
                  <a:pt x="350641" y="77313"/>
                </a:lnTo>
                <a:lnTo>
                  <a:pt x="350239" y="77220"/>
                </a:lnTo>
                <a:lnTo>
                  <a:pt x="349847" y="77118"/>
                </a:lnTo>
                <a:lnTo>
                  <a:pt x="349463" y="77007"/>
                </a:lnTo>
                <a:lnTo>
                  <a:pt x="349089" y="76888"/>
                </a:lnTo>
                <a:lnTo>
                  <a:pt x="348724" y="76759"/>
                </a:lnTo>
                <a:lnTo>
                  <a:pt x="348369" y="76622"/>
                </a:lnTo>
                <a:lnTo>
                  <a:pt x="348022" y="76475"/>
                </a:lnTo>
                <a:lnTo>
                  <a:pt x="347685" y="76320"/>
                </a:lnTo>
                <a:lnTo>
                  <a:pt x="347357" y="76156"/>
                </a:lnTo>
                <a:lnTo>
                  <a:pt x="347039" y="75983"/>
                </a:lnTo>
                <a:lnTo>
                  <a:pt x="346729" y="75801"/>
                </a:lnTo>
                <a:lnTo>
                  <a:pt x="346429" y="75610"/>
                </a:lnTo>
                <a:lnTo>
                  <a:pt x="346138" y="75411"/>
                </a:lnTo>
                <a:lnTo>
                  <a:pt x="345856" y="75202"/>
                </a:lnTo>
                <a:lnTo>
                  <a:pt x="345583" y="74985"/>
                </a:lnTo>
                <a:lnTo>
                  <a:pt x="345317" y="74760"/>
                </a:lnTo>
                <a:lnTo>
                  <a:pt x="345060" y="74527"/>
                </a:lnTo>
                <a:lnTo>
                  <a:pt x="344810" y="74285"/>
                </a:lnTo>
                <a:lnTo>
                  <a:pt x="344568" y="74035"/>
                </a:lnTo>
                <a:lnTo>
                  <a:pt x="344333" y="73777"/>
                </a:lnTo>
                <a:lnTo>
                  <a:pt x="344107" y="73510"/>
                </a:lnTo>
                <a:lnTo>
                  <a:pt x="343888" y="73236"/>
                </a:lnTo>
                <a:lnTo>
                  <a:pt x="343677" y="72953"/>
                </a:lnTo>
                <a:lnTo>
                  <a:pt x="343473" y="72661"/>
                </a:lnTo>
                <a:lnTo>
                  <a:pt x="343278" y="72362"/>
                </a:lnTo>
                <a:lnTo>
                  <a:pt x="343090" y="72054"/>
                </a:lnTo>
                <a:lnTo>
                  <a:pt x="342910" y="71739"/>
                </a:lnTo>
                <a:lnTo>
                  <a:pt x="342738" y="71414"/>
                </a:lnTo>
                <a:lnTo>
                  <a:pt x="342573" y="71082"/>
                </a:lnTo>
                <a:lnTo>
                  <a:pt x="342416" y="70741"/>
                </a:lnTo>
                <a:lnTo>
                  <a:pt x="342267" y="70393"/>
                </a:lnTo>
                <a:lnTo>
                  <a:pt x="342126" y="70035"/>
                </a:lnTo>
                <a:lnTo>
                  <a:pt x="341993" y="69670"/>
                </a:lnTo>
                <a:lnTo>
                  <a:pt x="341867" y="69297"/>
                </a:lnTo>
                <a:lnTo>
                  <a:pt x="341749" y="68915"/>
                </a:lnTo>
                <a:lnTo>
                  <a:pt x="341639" y="68525"/>
                </a:lnTo>
                <a:lnTo>
                  <a:pt x="341537" y="68126"/>
                </a:lnTo>
                <a:lnTo>
                  <a:pt x="341442" y="67720"/>
                </a:lnTo>
                <a:lnTo>
                  <a:pt x="324391" y="70380"/>
                </a:lnTo>
                <a:lnTo>
                  <a:pt x="324597" y="71132"/>
                </a:lnTo>
                <a:lnTo>
                  <a:pt x="324821" y="71871"/>
                </a:lnTo>
                <a:lnTo>
                  <a:pt x="325064" y="72596"/>
                </a:lnTo>
                <a:lnTo>
                  <a:pt x="325324" y="73309"/>
                </a:lnTo>
                <a:close/>
                <a:moveTo>
                  <a:pt x="435912" y="69742"/>
                </a:moveTo>
                <a:lnTo>
                  <a:pt x="435776" y="70104"/>
                </a:lnTo>
                <a:lnTo>
                  <a:pt x="435634" y="70456"/>
                </a:lnTo>
                <a:lnTo>
                  <a:pt x="435488" y="70799"/>
                </a:lnTo>
                <a:lnTo>
                  <a:pt x="435338" y="71133"/>
                </a:lnTo>
                <a:lnTo>
                  <a:pt x="435183" y="71457"/>
                </a:lnTo>
                <a:lnTo>
                  <a:pt x="435023" y="71773"/>
                </a:lnTo>
                <a:lnTo>
                  <a:pt x="434859" y="72079"/>
                </a:lnTo>
                <a:lnTo>
                  <a:pt x="434690" y="72376"/>
                </a:lnTo>
                <a:lnTo>
                  <a:pt x="434516" y="72663"/>
                </a:lnTo>
                <a:lnTo>
                  <a:pt x="434338" y="72942"/>
                </a:lnTo>
                <a:lnTo>
                  <a:pt x="434155" y="73211"/>
                </a:lnTo>
                <a:lnTo>
                  <a:pt x="433967" y="73471"/>
                </a:lnTo>
                <a:lnTo>
                  <a:pt x="433775" y="73721"/>
                </a:lnTo>
                <a:lnTo>
                  <a:pt x="433579" y="73963"/>
                </a:lnTo>
                <a:lnTo>
                  <a:pt x="433377" y="74195"/>
                </a:lnTo>
                <a:lnTo>
                  <a:pt x="433171" y="74418"/>
                </a:lnTo>
                <a:lnTo>
                  <a:pt x="432961" y="74632"/>
                </a:lnTo>
                <a:lnTo>
                  <a:pt x="432746" y="74836"/>
                </a:lnTo>
                <a:lnTo>
                  <a:pt x="432526" y="75031"/>
                </a:lnTo>
                <a:lnTo>
                  <a:pt x="432301" y="75217"/>
                </a:lnTo>
                <a:lnTo>
                  <a:pt x="432072" y="75395"/>
                </a:lnTo>
                <a:lnTo>
                  <a:pt x="431839" y="75565"/>
                </a:lnTo>
                <a:lnTo>
                  <a:pt x="431601" y="75728"/>
                </a:lnTo>
                <a:lnTo>
                  <a:pt x="431359" y="75883"/>
                </a:lnTo>
                <a:lnTo>
                  <a:pt x="431112" y="76030"/>
                </a:lnTo>
                <a:lnTo>
                  <a:pt x="430861" y="76170"/>
                </a:lnTo>
                <a:lnTo>
                  <a:pt x="430606" y="76302"/>
                </a:lnTo>
                <a:lnTo>
                  <a:pt x="430346" y="76427"/>
                </a:lnTo>
                <a:lnTo>
                  <a:pt x="430082" y="76544"/>
                </a:lnTo>
                <a:lnTo>
                  <a:pt x="429813" y="76653"/>
                </a:lnTo>
                <a:lnTo>
                  <a:pt x="429540" y="76755"/>
                </a:lnTo>
                <a:lnTo>
                  <a:pt x="429263" y="76850"/>
                </a:lnTo>
                <a:lnTo>
                  <a:pt x="428981" y="76937"/>
                </a:lnTo>
                <a:lnTo>
                  <a:pt x="428695" y="77016"/>
                </a:lnTo>
                <a:lnTo>
                  <a:pt x="428404" y="77088"/>
                </a:lnTo>
                <a:lnTo>
                  <a:pt x="428109" y="77152"/>
                </a:lnTo>
                <a:lnTo>
                  <a:pt x="427810" y="77209"/>
                </a:lnTo>
                <a:lnTo>
                  <a:pt x="427506" y="77258"/>
                </a:lnTo>
                <a:lnTo>
                  <a:pt x="427197" y="77300"/>
                </a:lnTo>
                <a:lnTo>
                  <a:pt x="426885" y="77334"/>
                </a:lnTo>
                <a:lnTo>
                  <a:pt x="426568" y="77360"/>
                </a:lnTo>
                <a:lnTo>
                  <a:pt x="426246" y="77379"/>
                </a:lnTo>
                <a:lnTo>
                  <a:pt x="425920" y="77390"/>
                </a:lnTo>
                <a:lnTo>
                  <a:pt x="425590" y="77394"/>
                </a:lnTo>
                <a:lnTo>
                  <a:pt x="425104" y="77387"/>
                </a:lnTo>
                <a:lnTo>
                  <a:pt x="424626" y="77365"/>
                </a:lnTo>
                <a:lnTo>
                  <a:pt x="424154" y="77328"/>
                </a:lnTo>
                <a:lnTo>
                  <a:pt x="423689" y="77277"/>
                </a:lnTo>
                <a:lnTo>
                  <a:pt x="423230" y="77212"/>
                </a:lnTo>
                <a:lnTo>
                  <a:pt x="422778" y="77132"/>
                </a:lnTo>
                <a:lnTo>
                  <a:pt x="422333" y="77037"/>
                </a:lnTo>
                <a:lnTo>
                  <a:pt x="421895" y="76927"/>
                </a:lnTo>
                <a:lnTo>
                  <a:pt x="421463" y="76803"/>
                </a:lnTo>
                <a:lnTo>
                  <a:pt x="421038" y="76665"/>
                </a:lnTo>
                <a:lnTo>
                  <a:pt x="420620" y="76511"/>
                </a:lnTo>
                <a:lnTo>
                  <a:pt x="420208" y="76344"/>
                </a:lnTo>
                <a:lnTo>
                  <a:pt x="419804" y="76161"/>
                </a:lnTo>
                <a:lnTo>
                  <a:pt x="419406" y="75964"/>
                </a:lnTo>
                <a:lnTo>
                  <a:pt x="419014" y="75753"/>
                </a:lnTo>
                <a:lnTo>
                  <a:pt x="418630" y="75526"/>
                </a:lnTo>
                <a:lnTo>
                  <a:pt x="418252" y="75286"/>
                </a:lnTo>
                <a:lnTo>
                  <a:pt x="417881" y="75030"/>
                </a:lnTo>
                <a:lnTo>
                  <a:pt x="417516" y="74760"/>
                </a:lnTo>
                <a:lnTo>
                  <a:pt x="417158" y="74476"/>
                </a:lnTo>
                <a:lnTo>
                  <a:pt x="416807" y="74177"/>
                </a:lnTo>
                <a:lnTo>
                  <a:pt x="416463" y="73863"/>
                </a:lnTo>
                <a:lnTo>
                  <a:pt x="416125" y="73535"/>
                </a:lnTo>
                <a:lnTo>
                  <a:pt x="415795" y="73192"/>
                </a:lnTo>
                <a:lnTo>
                  <a:pt x="415474" y="72836"/>
                </a:lnTo>
                <a:lnTo>
                  <a:pt x="415166" y="72468"/>
                </a:lnTo>
                <a:lnTo>
                  <a:pt x="414871" y="72089"/>
                </a:lnTo>
                <a:lnTo>
                  <a:pt x="414589" y="71698"/>
                </a:lnTo>
                <a:lnTo>
                  <a:pt x="414320" y="71295"/>
                </a:lnTo>
                <a:lnTo>
                  <a:pt x="414064" y="70881"/>
                </a:lnTo>
                <a:lnTo>
                  <a:pt x="413821" y="70455"/>
                </a:lnTo>
                <a:lnTo>
                  <a:pt x="413591" y="70018"/>
                </a:lnTo>
                <a:lnTo>
                  <a:pt x="413374" y="69568"/>
                </a:lnTo>
                <a:lnTo>
                  <a:pt x="413170" y="69107"/>
                </a:lnTo>
                <a:lnTo>
                  <a:pt x="412979" y="68635"/>
                </a:lnTo>
                <a:lnTo>
                  <a:pt x="412802" y="68151"/>
                </a:lnTo>
                <a:lnTo>
                  <a:pt x="412637" y="67655"/>
                </a:lnTo>
                <a:lnTo>
                  <a:pt x="412485" y="67147"/>
                </a:lnTo>
                <a:lnTo>
                  <a:pt x="412346" y="66628"/>
                </a:lnTo>
                <a:lnTo>
                  <a:pt x="412220" y="66097"/>
                </a:lnTo>
                <a:lnTo>
                  <a:pt x="412108" y="65555"/>
                </a:lnTo>
                <a:lnTo>
                  <a:pt x="412008" y="65001"/>
                </a:lnTo>
                <a:lnTo>
                  <a:pt x="411921" y="64435"/>
                </a:lnTo>
                <a:lnTo>
                  <a:pt x="411848" y="63858"/>
                </a:lnTo>
                <a:lnTo>
                  <a:pt x="411787" y="63269"/>
                </a:lnTo>
                <a:lnTo>
                  <a:pt x="411739" y="62668"/>
                </a:lnTo>
                <a:lnTo>
                  <a:pt x="411705" y="62056"/>
                </a:lnTo>
                <a:lnTo>
                  <a:pt x="411683" y="61432"/>
                </a:lnTo>
                <a:lnTo>
                  <a:pt x="454250" y="61432"/>
                </a:lnTo>
                <a:lnTo>
                  <a:pt x="454265" y="59822"/>
                </a:lnTo>
                <a:lnTo>
                  <a:pt x="454250" y="58247"/>
                </a:lnTo>
                <a:lnTo>
                  <a:pt x="454205" y="56706"/>
                </a:lnTo>
                <a:lnTo>
                  <a:pt x="454131" y="55201"/>
                </a:lnTo>
                <a:lnTo>
                  <a:pt x="454026" y="53731"/>
                </a:lnTo>
                <a:lnTo>
                  <a:pt x="453891" y="52296"/>
                </a:lnTo>
                <a:lnTo>
                  <a:pt x="453726" y="50896"/>
                </a:lnTo>
                <a:lnTo>
                  <a:pt x="453531" y="49530"/>
                </a:lnTo>
                <a:lnTo>
                  <a:pt x="453306" y="48200"/>
                </a:lnTo>
                <a:lnTo>
                  <a:pt x="453051" y="46904"/>
                </a:lnTo>
                <a:lnTo>
                  <a:pt x="452766" y="45644"/>
                </a:lnTo>
                <a:lnTo>
                  <a:pt x="452451" y="44418"/>
                </a:lnTo>
                <a:lnTo>
                  <a:pt x="452106" y="43228"/>
                </a:lnTo>
                <a:lnTo>
                  <a:pt x="451731" y="42072"/>
                </a:lnTo>
                <a:lnTo>
                  <a:pt x="451326" y="40952"/>
                </a:lnTo>
                <a:lnTo>
                  <a:pt x="450891" y="39866"/>
                </a:lnTo>
                <a:lnTo>
                  <a:pt x="450426" y="38815"/>
                </a:lnTo>
                <a:lnTo>
                  <a:pt x="449930" y="37800"/>
                </a:lnTo>
                <a:lnTo>
                  <a:pt x="449405" y="36819"/>
                </a:lnTo>
                <a:lnTo>
                  <a:pt x="448850" y="35873"/>
                </a:lnTo>
                <a:lnTo>
                  <a:pt x="448265" y="34962"/>
                </a:lnTo>
                <a:lnTo>
                  <a:pt x="447650" y="34086"/>
                </a:lnTo>
                <a:lnTo>
                  <a:pt x="447004" y="33245"/>
                </a:lnTo>
                <a:lnTo>
                  <a:pt x="446329" y="32439"/>
                </a:lnTo>
                <a:lnTo>
                  <a:pt x="445628" y="31667"/>
                </a:lnTo>
                <a:lnTo>
                  <a:pt x="444906" y="30928"/>
                </a:lnTo>
                <a:lnTo>
                  <a:pt x="444164" y="30221"/>
                </a:lnTo>
                <a:lnTo>
                  <a:pt x="443400" y="29548"/>
                </a:lnTo>
                <a:lnTo>
                  <a:pt x="442615" y="28907"/>
                </a:lnTo>
                <a:lnTo>
                  <a:pt x="441809" y="28299"/>
                </a:lnTo>
                <a:lnTo>
                  <a:pt x="440983" y="27724"/>
                </a:lnTo>
                <a:lnTo>
                  <a:pt x="440135" y="27182"/>
                </a:lnTo>
                <a:lnTo>
                  <a:pt x="439266" y="26673"/>
                </a:lnTo>
                <a:lnTo>
                  <a:pt x="438376" y="26196"/>
                </a:lnTo>
                <a:lnTo>
                  <a:pt x="437466" y="25753"/>
                </a:lnTo>
                <a:lnTo>
                  <a:pt x="436534" y="25342"/>
                </a:lnTo>
                <a:lnTo>
                  <a:pt x="435581" y="24964"/>
                </a:lnTo>
                <a:lnTo>
                  <a:pt x="434607" y="24619"/>
                </a:lnTo>
                <a:lnTo>
                  <a:pt x="433613" y="24307"/>
                </a:lnTo>
                <a:lnTo>
                  <a:pt x="432597" y="24028"/>
                </a:lnTo>
                <a:lnTo>
                  <a:pt x="431560" y="23781"/>
                </a:lnTo>
                <a:lnTo>
                  <a:pt x="430502" y="23568"/>
                </a:lnTo>
                <a:lnTo>
                  <a:pt x="429424" y="23387"/>
                </a:lnTo>
                <a:lnTo>
                  <a:pt x="428324" y="23239"/>
                </a:lnTo>
                <a:lnTo>
                  <a:pt x="427203" y="23124"/>
                </a:lnTo>
                <a:lnTo>
                  <a:pt x="426062" y="23042"/>
                </a:lnTo>
                <a:lnTo>
                  <a:pt x="424899" y="22993"/>
                </a:lnTo>
                <a:lnTo>
                  <a:pt x="423715" y="22976"/>
                </a:lnTo>
                <a:lnTo>
                  <a:pt x="422660" y="22992"/>
                </a:lnTo>
                <a:lnTo>
                  <a:pt x="421620" y="23039"/>
                </a:lnTo>
                <a:lnTo>
                  <a:pt x="420595" y="23118"/>
                </a:lnTo>
                <a:lnTo>
                  <a:pt x="419585" y="23227"/>
                </a:lnTo>
                <a:lnTo>
                  <a:pt x="418591" y="23369"/>
                </a:lnTo>
                <a:lnTo>
                  <a:pt x="417612" y="23541"/>
                </a:lnTo>
                <a:lnTo>
                  <a:pt x="416649" y="23745"/>
                </a:lnTo>
                <a:lnTo>
                  <a:pt x="415701" y="23981"/>
                </a:lnTo>
                <a:lnTo>
                  <a:pt x="414768" y="24248"/>
                </a:lnTo>
                <a:lnTo>
                  <a:pt x="413850" y="24546"/>
                </a:lnTo>
                <a:lnTo>
                  <a:pt x="412948" y="24875"/>
                </a:lnTo>
                <a:lnTo>
                  <a:pt x="412061" y="25236"/>
                </a:lnTo>
                <a:lnTo>
                  <a:pt x="411189" y="25629"/>
                </a:lnTo>
                <a:lnTo>
                  <a:pt x="410333" y="26052"/>
                </a:lnTo>
                <a:lnTo>
                  <a:pt x="409492" y="26507"/>
                </a:lnTo>
                <a:lnTo>
                  <a:pt x="408667" y="26994"/>
                </a:lnTo>
                <a:lnTo>
                  <a:pt x="407856" y="27512"/>
                </a:lnTo>
                <a:lnTo>
                  <a:pt x="407061" y="28061"/>
                </a:lnTo>
                <a:lnTo>
                  <a:pt x="406282" y="28642"/>
                </a:lnTo>
                <a:lnTo>
                  <a:pt x="405517" y="29254"/>
                </a:lnTo>
                <a:lnTo>
                  <a:pt x="404768" y="29897"/>
                </a:lnTo>
                <a:lnTo>
                  <a:pt x="404035" y="30572"/>
                </a:lnTo>
                <a:lnTo>
                  <a:pt x="403316" y="31278"/>
                </a:lnTo>
                <a:lnTo>
                  <a:pt x="402613" y="32016"/>
                </a:lnTo>
                <a:lnTo>
                  <a:pt x="401933" y="32781"/>
                </a:lnTo>
                <a:lnTo>
                  <a:pt x="401281" y="33570"/>
                </a:lnTo>
                <a:lnTo>
                  <a:pt x="400658" y="34384"/>
                </a:lnTo>
                <a:lnTo>
                  <a:pt x="400064" y="35221"/>
                </a:lnTo>
                <a:lnTo>
                  <a:pt x="399499" y="36083"/>
                </a:lnTo>
                <a:lnTo>
                  <a:pt x="398963" y="36968"/>
                </a:lnTo>
                <a:lnTo>
                  <a:pt x="398456" y="37878"/>
                </a:lnTo>
                <a:lnTo>
                  <a:pt x="397978" y="38811"/>
                </a:lnTo>
                <a:lnTo>
                  <a:pt x="397529" y="39769"/>
                </a:lnTo>
                <a:lnTo>
                  <a:pt x="397109" y="40751"/>
                </a:lnTo>
                <a:lnTo>
                  <a:pt x="396717" y="41756"/>
                </a:lnTo>
                <a:lnTo>
                  <a:pt x="396355" y="42786"/>
                </a:lnTo>
                <a:lnTo>
                  <a:pt x="396022" y="43840"/>
                </a:lnTo>
                <a:lnTo>
                  <a:pt x="395718" y="44918"/>
                </a:lnTo>
                <a:lnTo>
                  <a:pt x="395443" y="46019"/>
                </a:lnTo>
                <a:lnTo>
                  <a:pt x="395196" y="47145"/>
                </a:lnTo>
                <a:lnTo>
                  <a:pt x="394979" y="48295"/>
                </a:lnTo>
                <a:lnTo>
                  <a:pt x="394791" y="49469"/>
                </a:lnTo>
                <a:lnTo>
                  <a:pt x="394631" y="50667"/>
                </a:lnTo>
                <a:lnTo>
                  <a:pt x="394501" y="51889"/>
                </a:lnTo>
                <a:lnTo>
                  <a:pt x="394400" y="53135"/>
                </a:lnTo>
                <a:lnTo>
                  <a:pt x="394327" y="54405"/>
                </a:lnTo>
                <a:lnTo>
                  <a:pt x="394284" y="55700"/>
                </a:lnTo>
                <a:lnTo>
                  <a:pt x="394269" y="57018"/>
                </a:lnTo>
                <a:lnTo>
                  <a:pt x="394280" y="58123"/>
                </a:lnTo>
                <a:lnTo>
                  <a:pt x="394313" y="59213"/>
                </a:lnTo>
                <a:lnTo>
                  <a:pt x="394369" y="60287"/>
                </a:lnTo>
                <a:lnTo>
                  <a:pt x="394446" y="61344"/>
                </a:lnTo>
                <a:lnTo>
                  <a:pt x="394545" y="62386"/>
                </a:lnTo>
                <a:lnTo>
                  <a:pt x="394666" y="63412"/>
                </a:lnTo>
                <a:lnTo>
                  <a:pt x="394809" y="64422"/>
                </a:lnTo>
                <a:lnTo>
                  <a:pt x="394975" y="65416"/>
                </a:lnTo>
                <a:lnTo>
                  <a:pt x="395162" y="66393"/>
                </a:lnTo>
                <a:lnTo>
                  <a:pt x="395372" y="67355"/>
                </a:lnTo>
                <a:lnTo>
                  <a:pt x="395603" y="68301"/>
                </a:lnTo>
                <a:lnTo>
                  <a:pt x="395857" y="69231"/>
                </a:lnTo>
                <a:lnTo>
                  <a:pt x="396132" y="70146"/>
                </a:lnTo>
                <a:lnTo>
                  <a:pt x="396430" y="71044"/>
                </a:lnTo>
                <a:lnTo>
                  <a:pt x="396749" y="71926"/>
                </a:lnTo>
                <a:lnTo>
                  <a:pt x="397091" y="72792"/>
                </a:lnTo>
                <a:lnTo>
                  <a:pt x="397455" y="73642"/>
                </a:lnTo>
                <a:lnTo>
                  <a:pt x="397840" y="74477"/>
                </a:lnTo>
                <a:lnTo>
                  <a:pt x="398248" y="75295"/>
                </a:lnTo>
                <a:lnTo>
                  <a:pt x="398678" y="76098"/>
                </a:lnTo>
                <a:lnTo>
                  <a:pt x="399130" y="76884"/>
                </a:lnTo>
                <a:lnTo>
                  <a:pt x="399604" y="77654"/>
                </a:lnTo>
                <a:lnTo>
                  <a:pt x="400100" y="78409"/>
                </a:lnTo>
                <a:lnTo>
                  <a:pt x="400618" y="79148"/>
                </a:lnTo>
                <a:lnTo>
                  <a:pt x="401303" y="80041"/>
                </a:lnTo>
                <a:lnTo>
                  <a:pt x="402019" y="80896"/>
                </a:lnTo>
                <a:lnTo>
                  <a:pt x="402765" y="81713"/>
                </a:lnTo>
                <a:lnTo>
                  <a:pt x="403540" y="82492"/>
                </a:lnTo>
                <a:lnTo>
                  <a:pt x="404347" y="83233"/>
                </a:lnTo>
                <a:lnTo>
                  <a:pt x="405183" y="83936"/>
                </a:lnTo>
                <a:lnTo>
                  <a:pt x="406050" y="84601"/>
                </a:lnTo>
                <a:lnTo>
                  <a:pt x="406947" y="85228"/>
                </a:lnTo>
                <a:lnTo>
                  <a:pt x="407874" y="85817"/>
                </a:lnTo>
                <a:lnTo>
                  <a:pt x="408831" y="86368"/>
                </a:lnTo>
                <a:lnTo>
                  <a:pt x="409819" y="86881"/>
                </a:lnTo>
                <a:lnTo>
                  <a:pt x="410837" y="87356"/>
                </a:lnTo>
                <a:lnTo>
                  <a:pt x="411885" y="87793"/>
                </a:lnTo>
                <a:lnTo>
                  <a:pt x="412963" y="88192"/>
                </a:lnTo>
                <a:lnTo>
                  <a:pt x="414071" y="88553"/>
                </a:lnTo>
                <a:lnTo>
                  <a:pt x="415210" y="88876"/>
                </a:lnTo>
                <a:lnTo>
                  <a:pt x="416379" y="89161"/>
                </a:lnTo>
                <a:lnTo>
                  <a:pt x="417578" y="89408"/>
                </a:lnTo>
                <a:lnTo>
                  <a:pt x="418808" y="89617"/>
                </a:lnTo>
                <a:lnTo>
                  <a:pt x="420067" y="89788"/>
                </a:lnTo>
                <a:lnTo>
                  <a:pt x="421357" y="89921"/>
                </a:lnTo>
                <a:lnTo>
                  <a:pt x="422677" y="90016"/>
                </a:lnTo>
                <a:lnTo>
                  <a:pt x="424028" y="90073"/>
                </a:lnTo>
                <a:lnTo>
                  <a:pt x="425408" y="90092"/>
                </a:lnTo>
                <a:lnTo>
                  <a:pt x="426284" y="90083"/>
                </a:lnTo>
                <a:lnTo>
                  <a:pt x="427147" y="90058"/>
                </a:lnTo>
                <a:lnTo>
                  <a:pt x="427998" y="90016"/>
                </a:lnTo>
                <a:lnTo>
                  <a:pt x="428837" y="89957"/>
                </a:lnTo>
                <a:lnTo>
                  <a:pt x="429664" y="89881"/>
                </a:lnTo>
                <a:lnTo>
                  <a:pt x="430478" y="89788"/>
                </a:lnTo>
                <a:lnTo>
                  <a:pt x="431280" y="89679"/>
                </a:lnTo>
                <a:lnTo>
                  <a:pt x="432070" y="89552"/>
                </a:lnTo>
                <a:lnTo>
                  <a:pt x="432847" y="89409"/>
                </a:lnTo>
                <a:lnTo>
                  <a:pt x="433612" y="89249"/>
                </a:lnTo>
                <a:lnTo>
                  <a:pt x="434365" y="89072"/>
                </a:lnTo>
                <a:lnTo>
                  <a:pt x="435105" y="88879"/>
                </a:lnTo>
                <a:lnTo>
                  <a:pt x="435834" y="88668"/>
                </a:lnTo>
                <a:lnTo>
                  <a:pt x="436550" y="88441"/>
                </a:lnTo>
                <a:lnTo>
                  <a:pt x="437253" y="88196"/>
                </a:lnTo>
                <a:lnTo>
                  <a:pt x="437945" y="87935"/>
                </a:lnTo>
                <a:lnTo>
                  <a:pt x="438624" y="87657"/>
                </a:lnTo>
                <a:lnTo>
                  <a:pt x="439291" y="87362"/>
                </a:lnTo>
                <a:lnTo>
                  <a:pt x="439945" y="87051"/>
                </a:lnTo>
                <a:lnTo>
                  <a:pt x="440587" y="86722"/>
                </a:lnTo>
                <a:lnTo>
                  <a:pt x="441217" y="86377"/>
                </a:lnTo>
                <a:lnTo>
                  <a:pt x="441835" y="86014"/>
                </a:lnTo>
                <a:lnTo>
                  <a:pt x="442441" y="85635"/>
                </a:lnTo>
                <a:lnTo>
                  <a:pt x="443034" y="85239"/>
                </a:lnTo>
                <a:lnTo>
                  <a:pt x="443614" y="84827"/>
                </a:lnTo>
                <a:lnTo>
                  <a:pt x="444181" y="84400"/>
                </a:lnTo>
                <a:lnTo>
                  <a:pt x="444736" y="83957"/>
                </a:lnTo>
                <a:lnTo>
                  <a:pt x="445277" y="83499"/>
                </a:lnTo>
                <a:lnTo>
                  <a:pt x="445805" y="83025"/>
                </a:lnTo>
                <a:lnTo>
                  <a:pt x="446320" y="82536"/>
                </a:lnTo>
                <a:lnTo>
                  <a:pt x="446821" y="82032"/>
                </a:lnTo>
                <a:lnTo>
                  <a:pt x="447310" y="81512"/>
                </a:lnTo>
                <a:lnTo>
                  <a:pt x="447785" y="80977"/>
                </a:lnTo>
                <a:lnTo>
                  <a:pt x="448248" y="80427"/>
                </a:lnTo>
                <a:lnTo>
                  <a:pt x="448697" y="79861"/>
                </a:lnTo>
                <a:lnTo>
                  <a:pt x="449133" y="79280"/>
                </a:lnTo>
                <a:lnTo>
                  <a:pt x="449556" y="78683"/>
                </a:lnTo>
                <a:lnTo>
                  <a:pt x="449966" y="78071"/>
                </a:lnTo>
                <a:lnTo>
                  <a:pt x="450363" y="77444"/>
                </a:lnTo>
                <a:lnTo>
                  <a:pt x="450746" y="76801"/>
                </a:lnTo>
                <a:lnTo>
                  <a:pt x="451117" y="76143"/>
                </a:lnTo>
                <a:lnTo>
                  <a:pt x="451474" y="75470"/>
                </a:lnTo>
                <a:lnTo>
                  <a:pt x="451818" y="74781"/>
                </a:lnTo>
                <a:lnTo>
                  <a:pt x="452149" y="74077"/>
                </a:lnTo>
                <a:lnTo>
                  <a:pt x="452468" y="73357"/>
                </a:lnTo>
                <a:lnTo>
                  <a:pt x="452772" y="72622"/>
                </a:lnTo>
                <a:lnTo>
                  <a:pt x="453064" y="71872"/>
                </a:lnTo>
                <a:lnTo>
                  <a:pt x="453343" y="71106"/>
                </a:lnTo>
                <a:lnTo>
                  <a:pt x="436413" y="68204"/>
                </a:lnTo>
                <a:lnTo>
                  <a:pt x="436295" y="68602"/>
                </a:lnTo>
                <a:lnTo>
                  <a:pt x="436172" y="68991"/>
                </a:lnTo>
                <a:lnTo>
                  <a:pt x="436044" y="69371"/>
                </a:lnTo>
                <a:lnTo>
                  <a:pt x="435912" y="69742"/>
                </a:lnTo>
                <a:close/>
                <a:moveTo>
                  <a:pt x="412028" y="49346"/>
                </a:moveTo>
                <a:lnTo>
                  <a:pt x="412068" y="48804"/>
                </a:lnTo>
                <a:lnTo>
                  <a:pt x="412120" y="48272"/>
                </a:lnTo>
                <a:lnTo>
                  <a:pt x="412186" y="47750"/>
                </a:lnTo>
                <a:lnTo>
                  <a:pt x="412264" y="47238"/>
                </a:lnTo>
                <a:lnTo>
                  <a:pt x="412355" y="46736"/>
                </a:lnTo>
                <a:lnTo>
                  <a:pt x="412459" y="46244"/>
                </a:lnTo>
                <a:lnTo>
                  <a:pt x="412575" y="45762"/>
                </a:lnTo>
                <a:lnTo>
                  <a:pt x="412705" y="45291"/>
                </a:lnTo>
                <a:lnTo>
                  <a:pt x="412847" y="44829"/>
                </a:lnTo>
                <a:lnTo>
                  <a:pt x="413002" y="44377"/>
                </a:lnTo>
                <a:lnTo>
                  <a:pt x="413170" y="43936"/>
                </a:lnTo>
                <a:lnTo>
                  <a:pt x="413350" y="43504"/>
                </a:lnTo>
                <a:lnTo>
                  <a:pt x="413544" y="43082"/>
                </a:lnTo>
                <a:lnTo>
                  <a:pt x="413750" y="42671"/>
                </a:lnTo>
                <a:lnTo>
                  <a:pt x="413969" y="42269"/>
                </a:lnTo>
                <a:lnTo>
                  <a:pt x="414201" y="41878"/>
                </a:lnTo>
                <a:lnTo>
                  <a:pt x="414446" y="41496"/>
                </a:lnTo>
                <a:lnTo>
                  <a:pt x="414703" y="41125"/>
                </a:lnTo>
                <a:lnTo>
                  <a:pt x="414974" y="40763"/>
                </a:lnTo>
                <a:lnTo>
                  <a:pt x="415257" y="40412"/>
                </a:lnTo>
                <a:lnTo>
                  <a:pt x="415553" y="40071"/>
                </a:lnTo>
                <a:lnTo>
                  <a:pt x="415858" y="39742"/>
                </a:lnTo>
                <a:lnTo>
                  <a:pt x="416171" y="39426"/>
                </a:lnTo>
                <a:lnTo>
                  <a:pt x="416490" y="39125"/>
                </a:lnTo>
                <a:lnTo>
                  <a:pt x="416816" y="38838"/>
                </a:lnTo>
                <a:lnTo>
                  <a:pt x="417148" y="38565"/>
                </a:lnTo>
                <a:lnTo>
                  <a:pt x="417488" y="38306"/>
                </a:lnTo>
                <a:lnTo>
                  <a:pt x="417834" y="38061"/>
                </a:lnTo>
                <a:lnTo>
                  <a:pt x="418186" y="37830"/>
                </a:lnTo>
                <a:lnTo>
                  <a:pt x="418546" y="37612"/>
                </a:lnTo>
                <a:lnTo>
                  <a:pt x="418912" y="37409"/>
                </a:lnTo>
                <a:lnTo>
                  <a:pt x="419285" y="37220"/>
                </a:lnTo>
                <a:lnTo>
                  <a:pt x="419664" y="37045"/>
                </a:lnTo>
                <a:lnTo>
                  <a:pt x="420051" y="36884"/>
                </a:lnTo>
                <a:lnTo>
                  <a:pt x="420444" y="36737"/>
                </a:lnTo>
                <a:lnTo>
                  <a:pt x="420843" y="36604"/>
                </a:lnTo>
                <a:lnTo>
                  <a:pt x="421250" y="36485"/>
                </a:lnTo>
                <a:lnTo>
                  <a:pt x="421663" y="36380"/>
                </a:lnTo>
                <a:lnTo>
                  <a:pt x="422083" y="36289"/>
                </a:lnTo>
                <a:lnTo>
                  <a:pt x="422509" y="36212"/>
                </a:lnTo>
                <a:lnTo>
                  <a:pt x="422943" y="36149"/>
                </a:lnTo>
                <a:lnTo>
                  <a:pt x="423383" y="36100"/>
                </a:lnTo>
                <a:lnTo>
                  <a:pt x="423830" y="36065"/>
                </a:lnTo>
                <a:lnTo>
                  <a:pt x="424283" y="36044"/>
                </a:lnTo>
                <a:lnTo>
                  <a:pt x="424743" y="36037"/>
                </a:lnTo>
                <a:lnTo>
                  <a:pt x="425174" y="36043"/>
                </a:lnTo>
                <a:lnTo>
                  <a:pt x="425599" y="36063"/>
                </a:lnTo>
                <a:lnTo>
                  <a:pt x="426019" y="36096"/>
                </a:lnTo>
                <a:lnTo>
                  <a:pt x="426433" y="36143"/>
                </a:lnTo>
                <a:lnTo>
                  <a:pt x="426842" y="36203"/>
                </a:lnTo>
                <a:lnTo>
                  <a:pt x="427245" y="36276"/>
                </a:lnTo>
                <a:lnTo>
                  <a:pt x="427643" y="36362"/>
                </a:lnTo>
                <a:lnTo>
                  <a:pt x="428035" y="36462"/>
                </a:lnTo>
                <a:lnTo>
                  <a:pt x="428422" y="36574"/>
                </a:lnTo>
                <a:lnTo>
                  <a:pt x="428804" y="36701"/>
                </a:lnTo>
                <a:lnTo>
                  <a:pt x="429180" y="36840"/>
                </a:lnTo>
                <a:lnTo>
                  <a:pt x="429550" y="36993"/>
                </a:lnTo>
                <a:lnTo>
                  <a:pt x="429915" y="37159"/>
                </a:lnTo>
                <a:lnTo>
                  <a:pt x="430275" y="37338"/>
                </a:lnTo>
                <a:lnTo>
                  <a:pt x="430629" y="37531"/>
                </a:lnTo>
                <a:lnTo>
                  <a:pt x="430978" y="37736"/>
                </a:lnTo>
                <a:lnTo>
                  <a:pt x="431321" y="37955"/>
                </a:lnTo>
                <a:lnTo>
                  <a:pt x="431659" y="38188"/>
                </a:lnTo>
                <a:lnTo>
                  <a:pt x="431991" y="38434"/>
                </a:lnTo>
                <a:lnTo>
                  <a:pt x="432318" y="38692"/>
                </a:lnTo>
                <a:lnTo>
                  <a:pt x="432640" y="38965"/>
                </a:lnTo>
                <a:lnTo>
                  <a:pt x="432955" y="39250"/>
                </a:lnTo>
                <a:lnTo>
                  <a:pt x="433266" y="39549"/>
                </a:lnTo>
                <a:lnTo>
                  <a:pt x="433571" y="39861"/>
                </a:lnTo>
                <a:lnTo>
                  <a:pt x="433867" y="40186"/>
                </a:lnTo>
                <a:lnTo>
                  <a:pt x="434152" y="40523"/>
                </a:lnTo>
                <a:lnTo>
                  <a:pt x="434424" y="40872"/>
                </a:lnTo>
                <a:lnTo>
                  <a:pt x="434685" y="41234"/>
                </a:lnTo>
                <a:lnTo>
                  <a:pt x="434933" y="41607"/>
                </a:lnTo>
                <a:lnTo>
                  <a:pt x="435170" y="41993"/>
                </a:lnTo>
                <a:lnTo>
                  <a:pt x="435394" y="42392"/>
                </a:lnTo>
                <a:lnTo>
                  <a:pt x="435607" y="42802"/>
                </a:lnTo>
                <a:lnTo>
                  <a:pt x="435807" y="43225"/>
                </a:lnTo>
                <a:lnTo>
                  <a:pt x="435996" y="43659"/>
                </a:lnTo>
                <a:lnTo>
                  <a:pt x="436173" y="44107"/>
                </a:lnTo>
                <a:lnTo>
                  <a:pt x="436337" y="44566"/>
                </a:lnTo>
                <a:lnTo>
                  <a:pt x="436490" y="45037"/>
                </a:lnTo>
                <a:lnTo>
                  <a:pt x="436631" y="45521"/>
                </a:lnTo>
                <a:lnTo>
                  <a:pt x="436760" y="46017"/>
                </a:lnTo>
                <a:lnTo>
                  <a:pt x="436876" y="46526"/>
                </a:lnTo>
                <a:lnTo>
                  <a:pt x="436981" y="47046"/>
                </a:lnTo>
                <a:lnTo>
                  <a:pt x="437074" y="47579"/>
                </a:lnTo>
                <a:lnTo>
                  <a:pt x="437155" y="48124"/>
                </a:lnTo>
                <a:lnTo>
                  <a:pt x="437224" y="48681"/>
                </a:lnTo>
                <a:lnTo>
                  <a:pt x="437281" y="49250"/>
                </a:lnTo>
                <a:lnTo>
                  <a:pt x="437326" y="49832"/>
                </a:lnTo>
                <a:lnTo>
                  <a:pt x="437359" y="50426"/>
                </a:lnTo>
                <a:lnTo>
                  <a:pt x="437380" y="51032"/>
                </a:lnTo>
                <a:lnTo>
                  <a:pt x="411985" y="51032"/>
                </a:lnTo>
                <a:lnTo>
                  <a:pt x="411987" y="50460"/>
                </a:lnTo>
                <a:lnTo>
                  <a:pt x="412001" y="49898"/>
                </a:lnTo>
                <a:lnTo>
                  <a:pt x="412028" y="49346"/>
                </a:lnTo>
                <a:close/>
                <a:moveTo>
                  <a:pt x="103272" y="88640"/>
                </a:moveTo>
                <a:lnTo>
                  <a:pt x="120262" y="88640"/>
                </a:lnTo>
                <a:lnTo>
                  <a:pt x="120262" y="24428"/>
                </a:lnTo>
                <a:lnTo>
                  <a:pt x="103272" y="24428"/>
                </a:lnTo>
                <a:lnTo>
                  <a:pt x="103272" y="88640"/>
                </a:lnTo>
                <a:close/>
                <a:moveTo>
                  <a:pt x="585097" y="15721"/>
                </a:moveTo>
                <a:lnTo>
                  <a:pt x="602088" y="15721"/>
                </a:lnTo>
                <a:lnTo>
                  <a:pt x="602088" y="0"/>
                </a:lnTo>
                <a:lnTo>
                  <a:pt x="585097" y="0"/>
                </a:lnTo>
                <a:lnTo>
                  <a:pt x="585097" y="15721"/>
                </a:lnTo>
                <a:close/>
                <a:moveTo>
                  <a:pt x="859189" y="88618"/>
                </a:moveTo>
                <a:lnTo>
                  <a:pt x="860506" y="88605"/>
                </a:lnTo>
                <a:lnTo>
                  <a:pt x="861778" y="88590"/>
                </a:lnTo>
                <a:lnTo>
                  <a:pt x="863006" y="88574"/>
                </a:lnTo>
                <a:lnTo>
                  <a:pt x="864191" y="88557"/>
                </a:lnTo>
                <a:lnTo>
                  <a:pt x="865332" y="88539"/>
                </a:lnTo>
                <a:lnTo>
                  <a:pt x="866429" y="88520"/>
                </a:lnTo>
                <a:lnTo>
                  <a:pt x="867482" y="88499"/>
                </a:lnTo>
                <a:lnTo>
                  <a:pt x="868491" y="88477"/>
                </a:lnTo>
                <a:lnTo>
                  <a:pt x="869456" y="88453"/>
                </a:lnTo>
                <a:lnTo>
                  <a:pt x="870377" y="88429"/>
                </a:lnTo>
                <a:lnTo>
                  <a:pt x="871255" y="88403"/>
                </a:lnTo>
                <a:lnTo>
                  <a:pt x="872088" y="88376"/>
                </a:lnTo>
                <a:lnTo>
                  <a:pt x="872878" y="88348"/>
                </a:lnTo>
                <a:lnTo>
                  <a:pt x="873624" y="88318"/>
                </a:lnTo>
                <a:lnTo>
                  <a:pt x="874326" y="88287"/>
                </a:lnTo>
                <a:lnTo>
                  <a:pt x="874984" y="88255"/>
                </a:lnTo>
                <a:lnTo>
                  <a:pt x="875598" y="88222"/>
                </a:lnTo>
                <a:lnTo>
                  <a:pt x="876168" y="88187"/>
                </a:lnTo>
                <a:lnTo>
                  <a:pt x="876695" y="88151"/>
                </a:lnTo>
                <a:lnTo>
                  <a:pt x="877177" y="88114"/>
                </a:lnTo>
                <a:lnTo>
                  <a:pt x="877616" y="88076"/>
                </a:lnTo>
                <a:lnTo>
                  <a:pt x="878011" y="88036"/>
                </a:lnTo>
                <a:lnTo>
                  <a:pt x="878602" y="87966"/>
                </a:lnTo>
                <a:lnTo>
                  <a:pt x="879184" y="87886"/>
                </a:lnTo>
                <a:lnTo>
                  <a:pt x="879759" y="87798"/>
                </a:lnTo>
                <a:lnTo>
                  <a:pt x="880326" y="87700"/>
                </a:lnTo>
                <a:lnTo>
                  <a:pt x="880885" y="87593"/>
                </a:lnTo>
                <a:lnTo>
                  <a:pt x="881437" y="87477"/>
                </a:lnTo>
                <a:lnTo>
                  <a:pt x="881980" y="87352"/>
                </a:lnTo>
                <a:lnTo>
                  <a:pt x="882515" y="87218"/>
                </a:lnTo>
                <a:lnTo>
                  <a:pt x="883043" y="87075"/>
                </a:lnTo>
                <a:lnTo>
                  <a:pt x="883563" y="86922"/>
                </a:lnTo>
                <a:lnTo>
                  <a:pt x="884075" y="86761"/>
                </a:lnTo>
                <a:lnTo>
                  <a:pt x="884579" y="86590"/>
                </a:lnTo>
                <a:lnTo>
                  <a:pt x="885075" y="86410"/>
                </a:lnTo>
                <a:lnTo>
                  <a:pt x="885563" y="86221"/>
                </a:lnTo>
                <a:lnTo>
                  <a:pt x="886044" y="86023"/>
                </a:lnTo>
                <a:lnTo>
                  <a:pt x="886516" y="85815"/>
                </a:lnTo>
                <a:lnTo>
                  <a:pt x="886981" y="85599"/>
                </a:lnTo>
                <a:lnTo>
                  <a:pt x="887438" y="85373"/>
                </a:lnTo>
                <a:lnTo>
                  <a:pt x="887887" y="85139"/>
                </a:lnTo>
                <a:lnTo>
                  <a:pt x="888328" y="84895"/>
                </a:lnTo>
                <a:lnTo>
                  <a:pt x="888761" y="84642"/>
                </a:lnTo>
                <a:lnTo>
                  <a:pt x="889186" y="84380"/>
                </a:lnTo>
                <a:lnTo>
                  <a:pt x="889603" y="84108"/>
                </a:lnTo>
                <a:lnTo>
                  <a:pt x="890013" y="83828"/>
                </a:lnTo>
                <a:lnTo>
                  <a:pt x="890415" y="83539"/>
                </a:lnTo>
                <a:lnTo>
                  <a:pt x="890810" y="83242"/>
                </a:lnTo>
                <a:lnTo>
                  <a:pt x="891198" y="82937"/>
                </a:lnTo>
                <a:lnTo>
                  <a:pt x="891578" y="82623"/>
                </a:lnTo>
                <a:lnTo>
                  <a:pt x="891952" y="82302"/>
                </a:lnTo>
                <a:lnTo>
                  <a:pt x="892318" y="81973"/>
                </a:lnTo>
                <a:lnTo>
                  <a:pt x="892677" y="81636"/>
                </a:lnTo>
                <a:lnTo>
                  <a:pt x="893030" y="81291"/>
                </a:lnTo>
                <a:lnTo>
                  <a:pt x="893374" y="80938"/>
                </a:lnTo>
                <a:lnTo>
                  <a:pt x="893712" y="80577"/>
                </a:lnTo>
                <a:lnTo>
                  <a:pt x="894043" y="80209"/>
                </a:lnTo>
                <a:lnTo>
                  <a:pt x="894366" y="79832"/>
                </a:lnTo>
                <a:lnTo>
                  <a:pt x="894683" y="79447"/>
                </a:lnTo>
                <a:lnTo>
                  <a:pt x="894992" y="79054"/>
                </a:lnTo>
                <a:lnTo>
                  <a:pt x="895294" y="78653"/>
                </a:lnTo>
                <a:lnTo>
                  <a:pt x="895589" y="78244"/>
                </a:lnTo>
                <a:lnTo>
                  <a:pt x="895877" y="77827"/>
                </a:lnTo>
                <a:lnTo>
                  <a:pt x="896158" y="77403"/>
                </a:lnTo>
                <a:lnTo>
                  <a:pt x="896431" y="76970"/>
                </a:lnTo>
                <a:lnTo>
                  <a:pt x="896698" y="76529"/>
                </a:lnTo>
                <a:lnTo>
                  <a:pt x="896957" y="76080"/>
                </a:lnTo>
                <a:lnTo>
                  <a:pt x="897209" y="75624"/>
                </a:lnTo>
                <a:lnTo>
                  <a:pt x="897454" y="75159"/>
                </a:lnTo>
                <a:lnTo>
                  <a:pt x="897692" y="74686"/>
                </a:lnTo>
                <a:lnTo>
                  <a:pt x="897921" y="74209"/>
                </a:lnTo>
                <a:lnTo>
                  <a:pt x="898141" y="73731"/>
                </a:lnTo>
                <a:lnTo>
                  <a:pt x="898351" y="73251"/>
                </a:lnTo>
                <a:lnTo>
                  <a:pt x="898551" y="72770"/>
                </a:lnTo>
                <a:lnTo>
                  <a:pt x="898741" y="72288"/>
                </a:lnTo>
                <a:lnTo>
                  <a:pt x="898922" y="71805"/>
                </a:lnTo>
                <a:lnTo>
                  <a:pt x="899093" y="71321"/>
                </a:lnTo>
                <a:lnTo>
                  <a:pt x="899254" y="70835"/>
                </a:lnTo>
                <a:lnTo>
                  <a:pt x="899405" y="70349"/>
                </a:lnTo>
                <a:lnTo>
                  <a:pt x="899547" y="69861"/>
                </a:lnTo>
                <a:lnTo>
                  <a:pt x="899679" y="69372"/>
                </a:lnTo>
                <a:lnTo>
                  <a:pt x="899801" y="68882"/>
                </a:lnTo>
                <a:lnTo>
                  <a:pt x="899913" y="68391"/>
                </a:lnTo>
                <a:lnTo>
                  <a:pt x="900015" y="67898"/>
                </a:lnTo>
                <a:lnTo>
                  <a:pt x="900108" y="67405"/>
                </a:lnTo>
                <a:lnTo>
                  <a:pt x="900191" y="66910"/>
                </a:lnTo>
                <a:lnTo>
                  <a:pt x="900264" y="66414"/>
                </a:lnTo>
                <a:lnTo>
                  <a:pt x="900328" y="65917"/>
                </a:lnTo>
                <a:lnTo>
                  <a:pt x="900382" y="65419"/>
                </a:lnTo>
                <a:lnTo>
                  <a:pt x="900425" y="64920"/>
                </a:lnTo>
                <a:lnTo>
                  <a:pt x="900460" y="64419"/>
                </a:lnTo>
                <a:lnTo>
                  <a:pt x="900484" y="63918"/>
                </a:lnTo>
                <a:lnTo>
                  <a:pt x="900499" y="63415"/>
                </a:lnTo>
                <a:lnTo>
                  <a:pt x="900504" y="62911"/>
                </a:lnTo>
                <a:lnTo>
                  <a:pt x="900496" y="62274"/>
                </a:lnTo>
                <a:lnTo>
                  <a:pt x="900473" y="61643"/>
                </a:lnTo>
                <a:lnTo>
                  <a:pt x="900436" y="61020"/>
                </a:lnTo>
                <a:lnTo>
                  <a:pt x="900383" y="60403"/>
                </a:lnTo>
                <a:lnTo>
                  <a:pt x="900315" y="59794"/>
                </a:lnTo>
                <a:lnTo>
                  <a:pt x="900231" y="59191"/>
                </a:lnTo>
                <a:lnTo>
                  <a:pt x="900133" y="58595"/>
                </a:lnTo>
                <a:lnTo>
                  <a:pt x="900020" y="58007"/>
                </a:lnTo>
                <a:lnTo>
                  <a:pt x="899891" y="57425"/>
                </a:lnTo>
                <a:lnTo>
                  <a:pt x="899748" y="56850"/>
                </a:lnTo>
                <a:lnTo>
                  <a:pt x="899589" y="56282"/>
                </a:lnTo>
                <a:lnTo>
                  <a:pt x="899415" y="55721"/>
                </a:lnTo>
                <a:lnTo>
                  <a:pt x="899226" y="55167"/>
                </a:lnTo>
                <a:lnTo>
                  <a:pt x="899022" y="54620"/>
                </a:lnTo>
                <a:lnTo>
                  <a:pt x="898803" y="54080"/>
                </a:lnTo>
                <a:lnTo>
                  <a:pt x="898569" y="53547"/>
                </a:lnTo>
                <a:lnTo>
                  <a:pt x="898319" y="53020"/>
                </a:lnTo>
                <a:lnTo>
                  <a:pt x="898055" y="52501"/>
                </a:lnTo>
                <a:lnTo>
                  <a:pt x="897775" y="51989"/>
                </a:lnTo>
                <a:lnTo>
                  <a:pt x="897480" y="51484"/>
                </a:lnTo>
                <a:lnTo>
                  <a:pt x="897170" y="50985"/>
                </a:lnTo>
                <a:lnTo>
                  <a:pt x="896845" y="50494"/>
                </a:lnTo>
                <a:lnTo>
                  <a:pt x="896505" y="50009"/>
                </a:lnTo>
                <a:lnTo>
                  <a:pt x="896150" y="49531"/>
                </a:lnTo>
                <a:lnTo>
                  <a:pt x="895781" y="49063"/>
                </a:lnTo>
                <a:lnTo>
                  <a:pt x="895399" y="48606"/>
                </a:lnTo>
                <a:lnTo>
                  <a:pt x="895003" y="48161"/>
                </a:lnTo>
                <a:lnTo>
                  <a:pt x="894595" y="47727"/>
                </a:lnTo>
                <a:lnTo>
                  <a:pt x="894174" y="47305"/>
                </a:lnTo>
                <a:lnTo>
                  <a:pt x="893739" y="46894"/>
                </a:lnTo>
                <a:lnTo>
                  <a:pt x="893292" y="46495"/>
                </a:lnTo>
                <a:lnTo>
                  <a:pt x="892831" y="46107"/>
                </a:lnTo>
                <a:lnTo>
                  <a:pt x="892358" y="45731"/>
                </a:lnTo>
                <a:lnTo>
                  <a:pt x="891871" y="45367"/>
                </a:lnTo>
                <a:lnTo>
                  <a:pt x="891372" y="45014"/>
                </a:lnTo>
                <a:lnTo>
                  <a:pt x="890860" y="44673"/>
                </a:lnTo>
                <a:lnTo>
                  <a:pt x="890334" y="44343"/>
                </a:lnTo>
                <a:lnTo>
                  <a:pt x="889796" y="44025"/>
                </a:lnTo>
                <a:lnTo>
                  <a:pt x="889244" y="43718"/>
                </a:lnTo>
                <a:lnTo>
                  <a:pt x="888679" y="43423"/>
                </a:lnTo>
                <a:lnTo>
                  <a:pt x="888102" y="43139"/>
                </a:lnTo>
                <a:lnTo>
                  <a:pt x="887511" y="42867"/>
                </a:lnTo>
                <a:lnTo>
                  <a:pt x="886908" y="42607"/>
                </a:lnTo>
                <a:lnTo>
                  <a:pt x="886291" y="42358"/>
                </a:lnTo>
                <a:lnTo>
                  <a:pt x="885661" y="42121"/>
                </a:lnTo>
                <a:lnTo>
                  <a:pt x="885019" y="41895"/>
                </a:lnTo>
                <a:lnTo>
                  <a:pt x="884363" y="41681"/>
                </a:lnTo>
                <a:lnTo>
                  <a:pt x="883695" y="41478"/>
                </a:lnTo>
                <a:lnTo>
                  <a:pt x="884169" y="41258"/>
                </a:lnTo>
                <a:lnTo>
                  <a:pt x="884635" y="41028"/>
                </a:lnTo>
                <a:lnTo>
                  <a:pt x="885093" y="40789"/>
                </a:lnTo>
                <a:lnTo>
                  <a:pt x="885543" y="40541"/>
                </a:lnTo>
                <a:lnTo>
                  <a:pt x="885984" y="40284"/>
                </a:lnTo>
                <a:lnTo>
                  <a:pt x="886417" y="40018"/>
                </a:lnTo>
                <a:lnTo>
                  <a:pt x="886842" y="39743"/>
                </a:lnTo>
                <a:lnTo>
                  <a:pt x="887259" y="39459"/>
                </a:lnTo>
                <a:lnTo>
                  <a:pt x="887667" y="39166"/>
                </a:lnTo>
                <a:lnTo>
                  <a:pt x="888067" y="38864"/>
                </a:lnTo>
                <a:lnTo>
                  <a:pt x="888458" y="38553"/>
                </a:lnTo>
                <a:lnTo>
                  <a:pt x="888842" y="38233"/>
                </a:lnTo>
                <a:lnTo>
                  <a:pt x="889217" y="37904"/>
                </a:lnTo>
                <a:lnTo>
                  <a:pt x="889583" y="37566"/>
                </a:lnTo>
                <a:lnTo>
                  <a:pt x="889942" y="37219"/>
                </a:lnTo>
                <a:lnTo>
                  <a:pt x="890292" y="36863"/>
                </a:lnTo>
                <a:lnTo>
                  <a:pt x="890634" y="36498"/>
                </a:lnTo>
                <a:lnTo>
                  <a:pt x="890967" y="36124"/>
                </a:lnTo>
                <a:lnTo>
                  <a:pt x="891292" y="35741"/>
                </a:lnTo>
                <a:lnTo>
                  <a:pt x="891609" y="35349"/>
                </a:lnTo>
                <a:lnTo>
                  <a:pt x="891918" y="34947"/>
                </a:lnTo>
                <a:lnTo>
                  <a:pt x="892219" y="34537"/>
                </a:lnTo>
                <a:lnTo>
                  <a:pt x="892511" y="34118"/>
                </a:lnTo>
                <a:lnTo>
                  <a:pt x="892794" y="33690"/>
                </a:lnTo>
                <a:lnTo>
                  <a:pt x="893068" y="33255"/>
                </a:lnTo>
                <a:lnTo>
                  <a:pt x="893330" y="32817"/>
                </a:lnTo>
                <a:lnTo>
                  <a:pt x="893581" y="32376"/>
                </a:lnTo>
                <a:lnTo>
                  <a:pt x="893820" y="31931"/>
                </a:lnTo>
                <a:lnTo>
                  <a:pt x="894047" y="31482"/>
                </a:lnTo>
                <a:lnTo>
                  <a:pt x="894263" y="31030"/>
                </a:lnTo>
                <a:lnTo>
                  <a:pt x="894466" y="30574"/>
                </a:lnTo>
                <a:lnTo>
                  <a:pt x="894659" y="30114"/>
                </a:lnTo>
                <a:lnTo>
                  <a:pt x="894839" y="29651"/>
                </a:lnTo>
                <a:lnTo>
                  <a:pt x="895008" y="29185"/>
                </a:lnTo>
                <a:lnTo>
                  <a:pt x="895166" y="28715"/>
                </a:lnTo>
                <a:lnTo>
                  <a:pt x="895311" y="28241"/>
                </a:lnTo>
                <a:lnTo>
                  <a:pt x="895445" y="27764"/>
                </a:lnTo>
                <a:lnTo>
                  <a:pt x="895568" y="27283"/>
                </a:lnTo>
                <a:lnTo>
                  <a:pt x="895678" y="26799"/>
                </a:lnTo>
                <a:lnTo>
                  <a:pt x="895777" y="26311"/>
                </a:lnTo>
                <a:lnTo>
                  <a:pt x="895865" y="25819"/>
                </a:lnTo>
                <a:lnTo>
                  <a:pt x="895940" y="25324"/>
                </a:lnTo>
                <a:lnTo>
                  <a:pt x="896004" y="24826"/>
                </a:lnTo>
                <a:lnTo>
                  <a:pt x="896057" y="24323"/>
                </a:lnTo>
                <a:lnTo>
                  <a:pt x="896098" y="23818"/>
                </a:lnTo>
                <a:lnTo>
                  <a:pt x="896127" y="23308"/>
                </a:lnTo>
                <a:lnTo>
                  <a:pt x="896144" y="22796"/>
                </a:lnTo>
                <a:lnTo>
                  <a:pt x="896150" y="22279"/>
                </a:lnTo>
                <a:lnTo>
                  <a:pt x="896145" y="21803"/>
                </a:lnTo>
                <a:lnTo>
                  <a:pt x="896131" y="21331"/>
                </a:lnTo>
                <a:lnTo>
                  <a:pt x="896108" y="20862"/>
                </a:lnTo>
                <a:lnTo>
                  <a:pt x="896075" y="20398"/>
                </a:lnTo>
                <a:lnTo>
                  <a:pt x="896032" y="19937"/>
                </a:lnTo>
                <a:lnTo>
                  <a:pt x="895980" y="19481"/>
                </a:lnTo>
                <a:lnTo>
                  <a:pt x="895919" y="19028"/>
                </a:lnTo>
                <a:lnTo>
                  <a:pt x="895848" y="18579"/>
                </a:lnTo>
                <a:lnTo>
                  <a:pt x="895768" y="18134"/>
                </a:lnTo>
                <a:lnTo>
                  <a:pt x="895678" y="17693"/>
                </a:lnTo>
                <a:lnTo>
                  <a:pt x="895579" y="17256"/>
                </a:lnTo>
                <a:lnTo>
                  <a:pt x="895470" y="16822"/>
                </a:lnTo>
                <a:lnTo>
                  <a:pt x="895352" y="16393"/>
                </a:lnTo>
                <a:lnTo>
                  <a:pt x="895224" y="15967"/>
                </a:lnTo>
                <a:lnTo>
                  <a:pt x="895087" y="15545"/>
                </a:lnTo>
                <a:lnTo>
                  <a:pt x="894941" y="15128"/>
                </a:lnTo>
                <a:lnTo>
                  <a:pt x="894785" y="14714"/>
                </a:lnTo>
                <a:lnTo>
                  <a:pt x="894620" y="14304"/>
                </a:lnTo>
                <a:lnTo>
                  <a:pt x="894445" y="13897"/>
                </a:lnTo>
                <a:lnTo>
                  <a:pt x="894261" y="13495"/>
                </a:lnTo>
                <a:lnTo>
                  <a:pt x="894067" y="13097"/>
                </a:lnTo>
                <a:lnTo>
                  <a:pt x="893864" y="12702"/>
                </a:lnTo>
                <a:lnTo>
                  <a:pt x="893651" y="12311"/>
                </a:lnTo>
                <a:lnTo>
                  <a:pt x="893429" y="11925"/>
                </a:lnTo>
                <a:lnTo>
                  <a:pt x="893200" y="11543"/>
                </a:lnTo>
                <a:lnTo>
                  <a:pt x="892966" y="11168"/>
                </a:lnTo>
                <a:lnTo>
                  <a:pt x="892728" y="10799"/>
                </a:lnTo>
                <a:lnTo>
                  <a:pt x="892485" y="10436"/>
                </a:lnTo>
                <a:lnTo>
                  <a:pt x="892237" y="10080"/>
                </a:lnTo>
                <a:lnTo>
                  <a:pt x="891984" y="9730"/>
                </a:lnTo>
                <a:lnTo>
                  <a:pt x="891726" y="9387"/>
                </a:lnTo>
                <a:lnTo>
                  <a:pt x="891464" y="9050"/>
                </a:lnTo>
                <a:lnTo>
                  <a:pt x="891197" y="8719"/>
                </a:lnTo>
                <a:lnTo>
                  <a:pt x="890926" y="8395"/>
                </a:lnTo>
                <a:lnTo>
                  <a:pt x="890649" y="8077"/>
                </a:lnTo>
                <a:lnTo>
                  <a:pt x="890368" y="7766"/>
                </a:lnTo>
                <a:lnTo>
                  <a:pt x="890082" y="7461"/>
                </a:lnTo>
                <a:lnTo>
                  <a:pt x="889792" y="7162"/>
                </a:lnTo>
                <a:lnTo>
                  <a:pt x="889497" y="6870"/>
                </a:lnTo>
                <a:lnTo>
                  <a:pt x="889197" y="6585"/>
                </a:lnTo>
                <a:lnTo>
                  <a:pt x="888892" y="6305"/>
                </a:lnTo>
                <a:lnTo>
                  <a:pt x="888583" y="6032"/>
                </a:lnTo>
                <a:lnTo>
                  <a:pt x="888269" y="5766"/>
                </a:lnTo>
                <a:lnTo>
                  <a:pt x="887950" y="5506"/>
                </a:lnTo>
                <a:lnTo>
                  <a:pt x="887626" y="5252"/>
                </a:lnTo>
                <a:lnTo>
                  <a:pt x="887298" y="5005"/>
                </a:lnTo>
                <a:lnTo>
                  <a:pt x="886965" y="4764"/>
                </a:lnTo>
                <a:lnTo>
                  <a:pt x="886627" y="4529"/>
                </a:lnTo>
                <a:lnTo>
                  <a:pt x="886285" y="4301"/>
                </a:lnTo>
                <a:lnTo>
                  <a:pt x="885939" y="4079"/>
                </a:lnTo>
                <a:lnTo>
                  <a:pt x="885590" y="3864"/>
                </a:lnTo>
                <a:lnTo>
                  <a:pt x="885236" y="3656"/>
                </a:lnTo>
                <a:lnTo>
                  <a:pt x="884879" y="3454"/>
                </a:lnTo>
                <a:lnTo>
                  <a:pt x="884518" y="3259"/>
                </a:lnTo>
                <a:lnTo>
                  <a:pt x="884154" y="3071"/>
                </a:lnTo>
                <a:lnTo>
                  <a:pt x="883785" y="2889"/>
                </a:lnTo>
                <a:lnTo>
                  <a:pt x="883413" y="2714"/>
                </a:lnTo>
                <a:lnTo>
                  <a:pt x="883037" y="2545"/>
                </a:lnTo>
                <a:lnTo>
                  <a:pt x="882657" y="2383"/>
                </a:lnTo>
                <a:lnTo>
                  <a:pt x="882274" y="2227"/>
                </a:lnTo>
                <a:lnTo>
                  <a:pt x="881886" y="2078"/>
                </a:lnTo>
                <a:lnTo>
                  <a:pt x="881495" y="1936"/>
                </a:lnTo>
                <a:lnTo>
                  <a:pt x="881100" y="1800"/>
                </a:lnTo>
                <a:lnTo>
                  <a:pt x="880702" y="1671"/>
                </a:lnTo>
                <a:lnTo>
                  <a:pt x="880299" y="1549"/>
                </a:lnTo>
                <a:lnTo>
                  <a:pt x="879893" y="1433"/>
                </a:lnTo>
                <a:lnTo>
                  <a:pt x="879483" y="1324"/>
                </a:lnTo>
                <a:lnTo>
                  <a:pt x="879069" y="1221"/>
                </a:lnTo>
                <a:lnTo>
                  <a:pt x="878651" y="1125"/>
                </a:lnTo>
                <a:lnTo>
                  <a:pt x="878230" y="1036"/>
                </a:lnTo>
                <a:lnTo>
                  <a:pt x="877805" y="953"/>
                </a:lnTo>
                <a:lnTo>
                  <a:pt x="877376" y="877"/>
                </a:lnTo>
                <a:lnTo>
                  <a:pt x="876936" y="805"/>
                </a:lnTo>
                <a:lnTo>
                  <a:pt x="876477" y="737"/>
                </a:lnTo>
                <a:lnTo>
                  <a:pt x="876000" y="671"/>
                </a:lnTo>
                <a:lnTo>
                  <a:pt x="875504" y="609"/>
                </a:lnTo>
                <a:lnTo>
                  <a:pt x="874990" y="549"/>
                </a:lnTo>
                <a:lnTo>
                  <a:pt x="874457" y="493"/>
                </a:lnTo>
                <a:lnTo>
                  <a:pt x="873905" y="440"/>
                </a:lnTo>
                <a:lnTo>
                  <a:pt x="873335" y="390"/>
                </a:lnTo>
                <a:lnTo>
                  <a:pt x="872746" y="342"/>
                </a:lnTo>
                <a:lnTo>
                  <a:pt x="872139" y="298"/>
                </a:lnTo>
                <a:lnTo>
                  <a:pt x="871513" y="257"/>
                </a:lnTo>
                <a:lnTo>
                  <a:pt x="870869" y="219"/>
                </a:lnTo>
                <a:lnTo>
                  <a:pt x="870205" y="184"/>
                </a:lnTo>
                <a:lnTo>
                  <a:pt x="869524" y="152"/>
                </a:lnTo>
                <a:lnTo>
                  <a:pt x="868824" y="123"/>
                </a:lnTo>
                <a:lnTo>
                  <a:pt x="868105" y="97"/>
                </a:lnTo>
                <a:lnTo>
                  <a:pt x="867367" y="75"/>
                </a:lnTo>
                <a:lnTo>
                  <a:pt x="866612" y="55"/>
                </a:lnTo>
                <a:lnTo>
                  <a:pt x="865837" y="38"/>
                </a:lnTo>
                <a:lnTo>
                  <a:pt x="865044" y="24"/>
                </a:lnTo>
                <a:lnTo>
                  <a:pt x="864232" y="14"/>
                </a:lnTo>
                <a:lnTo>
                  <a:pt x="863402" y="6"/>
                </a:lnTo>
                <a:lnTo>
                  <a:pt x="862553" y="2"/>
                </a:lnTo>
                <a:lnTo>
                  <a:pt x="861686" y="0"/>
                </a:lnTo>
                <a:lnTo>
                  <a:pt x="826254" y="0"/>
                </a:lnTo>
                <a:lnTo>
                  <a:pt x="826254" y="88640"/>
                </a:lnTo>
                <a:lnTo>
                  <a:pt x="856425" y="88640"/>
                </a:lnTo>
                <a:lnTo>
                  <a:pt x="857829" y="88630"/>
                </a:lnTo>
                <a:lnTo>
                  <a:pt x="859189" y="88618"/>
                </a:lnTo>
                <a:close/>
                <a:moveTo>
                  <a:pt x="857433" y="14758"/>
                </a:moveTo>
                <a:lnTo>
                  <a:pt x="858365" y="14762"/>
                </a:lnTo>
                <a:lnTo>
                  <a:pt x="859262" y="14766"/>
                </a:lnTo>
                <a:lnTo>
                  <a:pt x="860125" y="14772"/>
                </a:lnTo>
                <a:lnTo>
                  <a:pt x="860953" y="14779"/>
                </a:lnTo>
                <a:lnTo>
                  <a:pt x="861746" y="14787"/>
                </a:lnTo>
                <a:lnTo>
                  <a:pt x="862505" y="14796"/>
                </a:lnTo>
                <a:lnTo>
                  <a:pt x="863229" y="14806"/>
                </a:lnTo>
                <a:lnTo>
                  <a:pt x="863918" y="14817"/>
                </a:lnTo>
                <a:lnTo>
                  <a:pt x="864573" y="14829"/>
                </a:lnTo>
                <a:lnTo>
                  <a:pt x="865193" y="14842"/>
                </a:lnTo>
                <a:lnTo>
                  <a:pt x="865778" y="14856"/>
                </a:lnTo>
                <a:lnTo>
                  <a:pt x="866329" y="14871"/>
                </a:lnTo>
                <a:lnTo>
                  <a:pt x="866845" y="14888"/>
                </a:lnTo>
                <a:lnTo>
                  <a:pt x="867327" y="14905"/>
                </a:lnTo>
                <a:lnTo>
                  <a:pt x="867774" y="14923"/>
                </a:lnTo>
                <a:lnTo>
                  <a:pt x="868186" y="14943"/>
                </a:lnTo>
                <a:lnTo>
                  <a:pt x="868563" y="14963"/>
                </a:lnTo>
                <a:lnTo>
                  <a:pt x="868906" y="14985"/>
                </a:lnTo>
                <a:lnTo>
                  <a:pt x="869215" y="15007"/>
                </a:lnTo>
                <a:lnTo>
                  <a:pt x="869488" y="15031"/>
                </a:lnTo>
                <a:lnTo>
                  <a:pt x="869727" y="15056"/>
                </a:lnTo>
                <a:lnTo>
                  <a:pt x="870096" y="15104"/>
                </a:lnTo>
                <a:lnTo>
                  <a:pt x="870458" y="15160"/>
                </a:lnTo>
                <a:lnTo>
                  <a:pt x="870811" y="15223"/>
                </a:lnTo>
                <a:lnTo>
                  <a:pt x="871157" y="15292"/>
                </a:lnTo>
                <a:lnTo>
                  <a:pt x="871496" y="15369"/>
                </a:lnTo>
                <a:lnTo>
                  <a:pt x="871827" y="15453"/>
                </a:lnTo>
                <a:lnTo>
                  <a:pt x="872150" y="15544"/>
                </a:lnTo>
                <a:lnTo>
                  <a:pt x="872465" y="15642"/>
                </a:lnTo>
                <a:lnTo>
                  <a:pt x="872773" y="15746"/>
                </a:lnTo>
                <a:lnTo>
                  <a:pt x="873073" y="15858"/>
                </a:lnTo>
                <a:lnTo>
                  <a:pt x="873365" y="15977"/>
                </a:lnTo>
                <a:lnTo>
                  <a:pt x="873650" y="16103"/>
                </a:lnTo>
                <a:lnTo>
                  <a:pt x="873927" y="16236"/>
                </a:lnTo>
                <a:lnTo>
                  <a:pt x="874196" y="16376"/>
                </a:lnTo>
                <a:lnTo>
                  <a:pt x="874458" y="16522"/>
                </a:lnTo>
                <a:lnTo>
                  <a:pt x="874712" y="16676"/>
                </a:lnTo>
                <a:lnTo>
                  <a:pt x="874959" y="16837"/>
                </a:lnTo>
                <a:lnTo>
                  <a:pt x="875197" y="17005"/>
                </a:lnTo>
                <a:lnTo>
                  <a:pt x="875429" y="17180"/>
                </a:lnTo>
                <a:lnTo>
                  <a:pt x="875652" y="17362"/>
                </a:lnTo>
                <a:lnTo>
                  <a:pt x="875868" y="17551"/>
                </a:lnTo>
                <a:lnTo>
                  <a:pt x="876076" y="17747"/>
                </a:lnTo>
                <a:lnTo>
                  <a:pt x="876276" y="17950"/>
                </a:lnTo>
                <a:lnTo>
                  <a:pt x="876469" y="18160"/>
                </a:lnTo>
                <a:lnTo>
                  <a:pt x="876654" y="18376"/>
                </a:lnTo>
                <a:lnTo>
                  <a:pt x="876831" y="18598"/>
                </a:lnTo>
                <a:lnTo>
                  <a:pt x="877000" y="18825"/>
                </a:lnTo>
                <a:lnTo>
                  <a:pt x="877162" y="19057"/>
                </a:lnTo>
                <a:lnTo>
                  <a:pt x="877315" y="19294"/>
                </a:lnTo>
                <a:lnTo>
                  <a:pt x="877461" y="19537"/>
                </a:lnTo>
                <a:lnTo>
                  <a:pt x="877599" y="19785"/>
                </a:lnTo>
                <a:lnTo>
                  <a:pt x="877729" y="20039"/>
                </a:lnTo>
                <a:lnTo>
                  <a:pt x="877851" y="20298"/>
                </a:lnTo>
                <a:lnTo>
                  <a:pt x="877965" y="20562"/>
                </a:lnTo>
                <a:lnTo>
                  <a:pt x="878071" y="20831"/>
                </a:lnTo>
                <a:lnTo>
                  <a:pt x="878170" y="21106"/>
                </a:lnTo>
                <a:lnTo>
                  <a:pt x="878260" y="21386"/>
                </a:lnTo>
                <a:lnTo>
                  <a:pt x="878343" y="21672"/>
                </a:lnTo>
                <a:lnTo>
                  <a:pt x="878418" y="21963"/>
                </a:lnTo>
                <a:lnTo>
                  <a:pt x="878485" y="22259"/>
                </a:lnTo>
                <a:lnTo>
                  <a:pt x="878544" y="22561"/>
                </a:lnTo>
                <a:lnTo>
                  <a:pt x="878595" y="22867"/>
                </a:lnTo>
                <a:lnTo>
                  <a:pt x="878638" y="23180"/>
                </a:lnTo>
                <a:lnTo>
                  <a:pt x="878673" y="23497"/>
                </a:lnTo>
                <a:lnTo>
                  <a:pt x="878701" y="23820"/>
                </a:lnTo>
                <a:lnTo>
                  <a:pt x="878721" y="24148"/>
                </a:lnTo>
                <a:lnTo>
                  <a:pt x="878733" y="24482"/>
                </a:lnTo>
                <a:lnTo>
                  <a:pt x="878736" y="24821"/>
                </a:lnTo>
                <a:lnTo>
                  <a:pt x="878732" y="25174"/>
                </a:lnTo>
                <a:lnTo>
                  <a:pt x="878718" y="25523"/>
                </a:lnTo>
                <a:lnTo>
                  <a:pt x="878695" y="25865"/>
                </a:lnTo>
                <a:lnTo>
                  <a:pt x="878663" y="26202"/>
                </a:lnTo>
                <a:lnTo>
                  <a:pt x="878622" y="26533"/>
                </a:lnTo>
                <a:lnTo>
                  <a:pt x="878572" y="26858"/>
                </a:lnTo>
                <a:lnTo>
                  <a:pt x="878513" y="27177"/>
                </a:lnTo>
                <a:lnTo>
                  <a:pt x="878444" y="27491"/>
                </a:lnTo>
                <a:lnTo>
                  <a:pt x="878367" y="27798"/>
                </a:lnTo>
                <a:lnTo>
                  <a:pt x="878280" y="28101"/>
                </a:lnTo>
                <a:lnTo>
                  <a:pt x="878184" y="28397"/>
                </a:lnTo>
                <a:lnTo>
                  <a:pt x="878079" y="28687"/>
                </a:lnTo>
                <a:lnTo>
                  <a:pt x="877965" y="28972"/>
                </a:lnTo>
                <a:lnTo>
                  <a:pt x="877841" y="29251"/>
                </a:lnTo>
                <a:lnTo>
                  <a:pt x="877709" y="29525"/>
                </a:lnTo>
                <a:lnTo>
                  <a:pt x="877567" y="29792"/>
                </a:lnTo>
                <a:lnTo>
                  <a:pt x="877417" y="30054"/>
                </a:lnTo>
                <a:lnTo>
                  <a:pt x="877257" y="30310"/>
                </a:lnTo>
                <a:lnTo>
                  <a:pt x="877088" y="30560"/>
                </a:lnTo>
                <a:lnTo>
                  <a:pt x="876910" y="30805"/>
                </a:lnTo>
                <a:lnTo>
                  <a:pt x="876723" y="31043"/>
                </a:lnTo>
                <a:lnTo>
                  <a:pt x="876526" y="31276"/>
                </a:lnTo>
                <a:lnTo>
                  <a:pt x="876321" y="31503"/>
                </a:lnTo>
                <a:lnTo>
                  <a:pt x="876106" y="31725"/>
                </a:lnTo>
                <a:lnTo>
                  <a:pt x="875884" y="31940"/>
                </a:lnTo>
                <a:lnTo>
                  <a:pt x="875654" y="32147"/>
                </a:lnTo>
                <a:lnTo>
                  <a:pt x="875418" y="32348"/>
                </a:lnTo>
                <a:lnTo>
                  <a:pt x="875175" y="32541"/>
                </a:lnTo>
                <a:lnTo>
                  <a:pt x="874925" y="32727"/>
                </a:lnTo>
                <a:lnTo>
                  <a:pt x="874668" y="32905"/>
                </a:lnTo>
                <a:lnTo>
                  <a:pt x="874405" y="33077"/>
                </a:lnTo>
                <a:lnTo>
                  <a:pt x="874134" y="33241"/>
                </a:lnTo>
                <a:lnTo>
                  <a:pt x="873857" y="33398"/>
                </a:lnTo>
                <a:lnTo>
                  <a:pt x="873573" y="33548"/>
                </a:lnTo>
                <a:lnTo>
                  <a:pt x="873282" y="33691"/>
                </a:lnTo>
                <a:lnTo>
                  <a:pt x="872985" y="33826"/>
                </a:lnTo>
                <a:lnTo>
                  <a:pt x="872680" y="33954"/>
                </a:lnTo>
                <a:lnTo>
                  <a:pt x="872369" y="34075"/>
                </a:lnTo>
                <a:lnTo>
                  <a:pt x="872051" y="34189"/>
                </a:lnTo>
                <a:lnTo>
                  <a:pt x="871726" y="34295"/>
                </a:lnTo>
                <a:lnTo>
                  <a:pt x="871394" y="34395"/>
                </a:lnTo>
                <a:lnTo>
                  <a:pt x="871056" y="34487"/>
                </a:lnTo>
                <a:lnTo>
                  <a:pt x="870710" y="34572"/>
                </a:lnTo>
                <a:lnTo>
                  <a:pt x="870358" y="34649"/>
                </a:lnTo>
                <a:lnTo>
                  <a:pt x="869999" y="34720"/>
                </a:lnTo>
                <a:lnTo>
                  <a:pt x="869633" y="34783"/>
                </a:lnTo>
                <a:lnTo>
                  <a:pt x="869260" y="34839"/>
                </a:lnTo>
                <a:lnTo>
                  <a:pt x="868881" y="34888"/>
                </a:lnTo>
                <a:lnTo>
                  <a:pt x="868655" y="34912"/>
                </a:lnTo>
                <a:lnTo>
                  <a:pt x="868403" y="34936"/>
                </a:lnTo>
                <a:lnTo>
                  <a:pt x="868122" y="34959"/>
                </a:lnTo>
                <a:lnTo>
                  <a:pt x="867814" y="34980"/>
                </a:lnTo>
                <a:lnTo>
                  <a:pt x="867479" y="35001"/>
                </a:lnTo>
                <a:lnTo>
                  <a:pt x="867116" y="35020"/>
                </a:lnTo>
                <a:lnTo>
                  <a:pt x="866726" y="35038"/>
                </a:lnTo>
                <a:lnTo>
                  <a:pt x="866308" y="35056"/>
                </a:lnTo>
                <a:lnTo>
                  <a:pt x="865862" y="35072"/>
                </a:lnTo>
                <a:lnTo>
                  <a:pt x="865389" y="35087"/>
                </a:lnTo>
                <a:lnTo>
                  <a:pt x="864889" y="35101"/>
                </a:lnTo>
                <a:lnTo>
                  <a:pt x="864361" y="35115"/>
                </a:lnTo>
                <a:lnTo>
                  <a:pt x="863806" y="35127"/>
                </a:lnTo>
                <a:lnTo>
                  <a:pt x="863223" y="35138"/>
                </a:lnTo>
                <a:lnTo>
                  <a:pt x="862612" y="35148"/>
                </a:lnTo>
                <a:lnTo>
                  <a:pt x="861974" y="35157"/>
                </a:lnTo>
                <a:lnTo>
                  <a:pt x="861309" y="35164"/>
                </a:lnTo>
                <a:lnTo>
                  <a:pt x="860616" y="35171"/>
                </a:lnTo>
                <a:lnTo>
                  <a:pt x="859896" y="35177"/>
                </a:lnTo>
                <a:lnTo>
                  <a:pt x="859148" y="35182"/>
                </a:lnTo>
                <a:lnTo>
                  <a:pt x="858372" y="35185"/>
                </a:lnTo>
                <a:lnTo>
                  <a:pt x="857569" y="35188"/>
                </a:lnTo>
                <a:lnTo>
                  <a:pt x="856739" y="35190"/>
                </a:lnTo>
                <a:lnTo>
                  <a:pt x="855881" y="35190"/>
                </a:lnTo>
                <a:lnTo>
                  <a:pt x="844151" y="35190"/>
                </a:lnTo>
                <a:lnTo>
                  <a:pt x="844151" y="14753"/>
                </a:lnTo>
                <a:lnTo>
                  <a:pt x="854430" y="14753"/>
                </a:lnTo>
                <a:lnTo>
                  <a:pt x="855466" y="14754"/>
                </a:lnTo>
                <a:lnTo>
                  <a:pt x="856467" y="14755"/>
                </a:lnTo>
                <a:lnTo>
                  <a:pt x="857433" y="14758"/>
                </a:lnTo>
                <a:close/>
                <a:moveTo>
                  <a:pt x="861522" y="49963"/>
                </a:moveTo>
                <a:lnTo>
                  <a:pt x="862435" y="49979"/>
                </a:lnTo>
                <a:lnTo>
                  <a:pt x="863320" y="49999"/>
                </a:lnTo>
                <a:lnTo>
                  <a:pt x="864174" y="50023"/>
                </a:lnTo>
                <a:lnTo>
                  <a:pt x="864999" y="50051"/>
                </a:lnTo>
                <a:lnTo>
                  <a:pt x="865794" y="50084"/>
                </a:lnTo>
                <a:lnTo>
                  <a:pt x="866559" y="50122"/>
                </a:lnTo>
                <a:lnTo>
                  <a:pt x="867295" y="50164"/>
                </a:lnTo>
                <a:lnTo>
                  <a:pt x="868001" y="50210"/>
                </a:lnTo>
                <a:lnTo>
                  <a:pt x="868677" y="50261"/>
                </a:lnTo>
                <a:lnTo>
                  <a:pt x="869323" y="50316"/>
                </a:lnTo>
                <a:lnTo>
                  <a:pt x="869940" y="50375"/>
                </a:lnTo>
                <a:lnTo>
                  <a:pt x="870527" y="50439"/>
                </a:lnTo>
                <a:lnTo>
                  <a:pt x="871084" y="50508"/>
                </a:lnTo>
                <a:lnTo>
                  <a:pt x="871612" y="50580"/>
                </a:lnTo>
                <a:lnTo>
                  <a:pt x="872110" y="50658"/>
                </a:lnTo>
                <a:lnTo>
                  <a:pt x="872578" y="50739"/>
                </a:lnTo>
                <a:lnTo>
                  <a:pt x="873017" y="50825"/>
                </a:lnTo>
                <a:lnTo>
                  <a:pt x="873426" y="50916"/>
                </a:lnTo>
                <a:lnTo>
                  <a:pt x="873805" y="51010"/>
                </a:lnTo>
                <a:lnTo>
                  <a:pt x="874154" y="51110"/>
                </a:lnTo>
                <a:lnTo>
                  <a:pt x="874474" y="51213"/>
                </a:lnTo>
                <a:lnTo>
                  <a:pt x="874776" y="51322"/>
                </a:lnTo>
                <a:lnTo>
                  <a:pt x="875071" y="51435"/>
                </a:lnTo>
                <a:lnTo>
                  <a:pt x="875361" y="51554"/>
                </a:lnTo>
                <a:lnTo>
                  <a:pt x="875645" y="51678"/>
                </a:lnTo>
                <a:lnTo>
                  <a:pt x="875923" y="51808"/>
                </a:lnTo>
                <a:lnTo>
                  <a:pt x="876195" y="51943"/>
                </a:lnTo>
                <a:lnTo>
                  <a:pt x="876461" y="52082"/>
                </a:lnTo>
                <a:lnTo>
                  <a:pt x="876721" y="52228"/>
                </a:lnTo>
                <a:lnTo>
                  <a:pt x="876975" y="52378"/>
                </a:lnTo>
                <a:lnTo>
                  <a:pt x="877223" y="52534"/>
                </a:lnTo>
                <a:lnTo>
                  <a:pt x="877465" y="52695"/>
                </a:lnTo>
                <a:lnTo>
                  <a:pt x="877701" y="52861"/>
                </a:lnTo>
                <a:lnTo>
                  <a:pt x="877931" y="53032"/>
                </a:lnTo>
                <a:lnTo>
                  <a:pt x="878155" y="53209"/>
                </a:lnTo>
                <a:lnTo>
                  <a:pt x="878373" y="53391"/>
                </a:lnTo>
                <a:lnTo>
                  <a:pt x="878585" y="53578"/>
                </a:lnTo>
                <a:lnTo>
                  <a:pt x="878791" y="53770"/>
                </a:lnTo>
                <a:lnTo>
                  <a:pt x="878992" y="53968"/>
                </a:lnTo>
                <a:lnTo>
                  <a:pt x="879186" y="54171"/>
                </a:lnTo>
                <a:lnTo>
                  <a:pt x="879374" y="54379"/>
                </a:lnTo>
                <a:lnTo>
                  <a:pt x="879556" y="54593"/>
                </a:lnTo>
                <a:lnTo>
                  <a:pt x="879732" y="54811"/>
                </a:lnTo>
                <a:lnTo>
                  <a:pt x="879902" y="55035"/>
                </a:lnTo>
                <a:lnTo>
                  <a:pt x="880067" y="55264"/>
                </a:lnTo>
                <a:lnTo>
                  <a:pt x="880225" y="55498"/>
                </a:lnTo>
                <a:lnTo>
                  <a:pt x="880376" y="55736"/>
                </a:lnTo>
                <a:lnTo>
                  <a:pt x="880520" y="55978"/>
                </a:lnTo>
                <a:lnTo>
                  <a:pt x="880658" y="56225"/>
                </a:lnTo>
                <a:lnTo>
                  <a:pt x="880789" y="56476"/>
                </a:lnTo>
                <a:lnTo>
                  <a:pt x="880913" y="56731"/>
                </a:lnTo>
                <a:lnTo>
                  <a:pt x="881031" y="56990"/>
                </a:lnTo>
                <a:lnTo>
                  <a:pt x="881142" y="57253"/>
                </a:lnTo>
                <a:lnTo>
                  <a:pt x="881246" y="57520"/>
                </a:lnTo>
                <a:lnTo>
                  <a:pt x="881343" y="57792"/>
                </a:lnTo>
                <a:lnTo>
                  <a:pt x="881434" y="58068"/>
                </a:lnTo>
                <a:lnTo>
                  <a:pt x="881518" y="58348"/>
                </a:lnTo>
                <a:lnTo>
                  <a:pt x="881595" y="58632"/>
                </a:lnTo>
                <a:lnTo>
                  <a:pt x="881666" y="58921"/>
                </a:lnTo>
                <a:lnTo>
                  <a:pt x="881729" y="59213"/>
                </a:lnTo>
                <a:lnTo>
                  <a:pt x="881787" y="59510"/>
                </a:lnTo>
                <a:lnTo>
                  <a:pt x="881837" y="59811"/>
                </a:lnTo>
                <a:lnTo>
                  <a:pt x="881881" y="60117"/>
                </a:lnTo>
                <a:lnTo>
                  <a:pt x="881918" y="60426"/>
                </a:lnTo>
                <a:lnTo>
                  <a:pt x="881948" y="60740"/>
                </a:lnTo>
                <a:lnTo>
                  <a:pt x="881971" y="61057"/>
                </a:lnTo>
                <a:lnTo>
                  <a:pt x="881988" y="61380"/>
                </a:lnTo>
                <a:lnTo>
                  <a:pt x="881998" y="61706"/>
                </a:lnTo>
                <a:lnTo>
                  <a:pt x="882002" y="62036"/>
                </a:lnTo>
                <a:lnTo>
                  <a:pt x="881997" y="62426"/>
                </a:lnTo>
                <a:lnTo>
                  <a:pt x="881984" y="62809"/>
                </a:lnTo>
                <a:lnTo>
                  <a:pt x="881962" y="63186"/>
                </a:lnTo>
                <a:lnTo>
                  <a:pt x="881932" y="63555"/>
                </a:lnTo>
                <a:lnTo>
                  <a:pt x="881893" y="63919"/>
                </a:lnTo>
                <a:lnTo>
                  <a:pt x="881845" y="64275"/>
                </a:lnTo>
                <a:lnTo>
                  <a:pt x="881788" y="64625"/>
                </a:lnTo>
                <a:lnTo>
                  <a:pt x="881723" y="64969"/>
                </a:lnTo>
                <a:lnTo>
                  <a:pt x="881649" y="65306"/>
                </a:lnTo>
                <a:lnTo>
                  <a:pt x="881566" y="65636"/>
                </a:lnTo>
                <a:lnTo>
                  <a:pt x="881474" y="65959"/>
                </a:lnTo>
                <a:lnTo>
                  <a:pt x="881374" y="66276"/>
                </a:lnTo>
                <a:lnTo>
                  <a:pt x="881265" y="66587"/>
                </a:lnTo>
                <a:lnTo>
                  <a:pt x="881148" y="66890"/>
                </a:lnTo>
                <a:lnTo>
                  <a:pt x="881021" y="67188"/>
                </a:lnTo>
                <a:lnTo>
                  <a:pt x="880886" y="67478"/>
                </a:lnTo>
                <a:lnTo>
                  <a:pt x="880743" y="67762"/>
                </a:lnTo>
                <a:lnTo>
                  <a:pt x="880590" y="68039"/>
                </a:lnTo>
                <a:lnTo>
                  <a:pt x="880429" y="68310"/>
                </a:lnTo>
                <a:lnTo>
                  <a:pt x="880259" y="68574"/>
                </a:lnTo>
                <a:lnTo>
                  <a:pt x="880080" y="68831"/>
                </a:lnTo>
                <a:lnTo>
                  <a:pt x="879893" y="69082"/>
                </a:lnTo>
                <a:lnTo>
                  <a:pt x="879697" y="69326"/>
                </a:lnTo>
                <a:lnTo>
                  <a:pt x="879492" y="69564"/>
                </a:lnTo>
                <a:lnTo>
                  <a:pt x="879281" y="69795"/>
                </a:lnTo>
                <a:lnTo>
                  <a:pt x="879064" y="70018"/>
                </a:lnTo>
                <a:lnTo>
                  <a:pt x="878842" y="70234"/>
                </a:lnTo>
                <a:lnTo>
                  <a:pt x="878615" y="70443"/>
                </a:lnTo>
                <a:lnTo>
                  <a:pt x="878382" y="70645"/>
                </a:lnTo>
                <a:lnTo>
                  <a:pt x="878145" y="70839"/>
                </a:lnTo>
                <a:lnTo>
                  <a:pt x="877903" y="71027"/>
                </a:lnTo>
                <a:lnTo>
                  <a:pt x="877655" y="71207"/>
                </a:lnTo>
                <a:lnTo>
                  <a:pt x="877402" y="71379"/>
                </a:lnTo>
                <a:lnTo>
                  <a:pt x="877144" y="71545"/>
                </a:lnTo>
                <a:lnTo>
                  <a:pt x="876881" y="71703"/>
                </a:lnTo>
                <a:lnTo>
                  <a:pt x="876613" y="71854"/>
                </a:lnTo>
                <a:lnTo>
                  <a:pt x="876339" y="71998"/>
                </a:lnTo>
                <a:lnTo>
                  <a:pt x="876061" y="72134"/>
                </a:lnTo>
                <a:lnTo>
                  <a:pt x="875777" y="72264"/>
                </a:lnTo>
                <a:lnTo>
                  <a:pt x="875488" y="72386"/>
                </a:lnTo>
                <a:lnTo>
                  <a:pt x="875194" y="72500"/>
                </a:lnTo>
                <a:lnTo>
                  <a:pt x="874895" y="72608"/>
                </a:lnTo>
                <a:lnTo>
                  <a:pt x="874591" y="72708"/>
                </a:lnTo>
                <a:lnTo>
                  <a:pt x="874281" y="72801"/>
                </a:lnTo>
                <a:lnTo>
                  <a:pt x="873967" y="72887"/>
                </a:lnTo>
                <a:lnTo>
                  <a:pt x="873647" y="72966"/>
                </a:lnTo>
                <a:lnTo>
                  <a:pt x="873322" y="73037"/>
                </a:lnTo>
                <a:lnTo>
                  <a:pt x="872992" y="73101"/>
                </a:lnTo>
                <a:lnTo>
                  <a:pt x="872763" y="73146"/>
                </a:lnTo>
                <a:lnTo>
                  <a:pt x="872510" y="73188"/>
                </a:lnTo>
                <a:lnTo>
                  <a:pt x="872232" y="73229"/>
                </a:lnTo>
                <a:lnTo>
                  <a:pt x="871929" y="73267"/>
                </a:lnTo>
                <a:lnTo>
                  <a:pt x="871602" y="73304"/>
                </a:lnTo>
                <a:lnTo>
                  <a:pt x="871250" y="73339"/>
                </a:lnTo>
                <a:lnTo>
                  <a:pt x="870874" y="73372"/>
                </a:lnTo>
                <a:lnTo>
                  <a:pt x="870473" y="73404"/>
                </a:lnTo>
                <a:lnTo>
                  <a:pt x="870048" y="73433"/>
                </a:lnTo>
                <a:lnTo>
                  <a:pt x="869598" y="73460"/>
                </a:lnTo>
                <a:lnTo>
                  <a:pt x="869123" y="73486"/>
                </a:lnTo>
                <a:lnTo>
                  <a:pt x="868624" y="73509"/>
                </a:lnTo>
                <a:lnTo>
                  <a:pt x="868100" y="73531"/>
                </a:lnTo>
                <a:lnTo>
                  <a:pt x="867552" y="73551"/>
                </a:lnTo>
                <a:lnTo>
                  <a:pt x="866979" y="73569"/>
                </a:lnTo>
                <a:lnTo>
                  <a:pt x="866382" y="73585"/>
                </a:lnTo>
                <a:lnTo>
                  <a:pt x="865760" y="73599"/>
                </a:lnTo>
                <a:lnTo>
                  <a:pt x="865113" y="73611"/>
                </a:lnTo>
                <a:lnTo>
                  <a:pt x="864442" y="73622"/>
                </a:lnTo>
                <a:lnTo>
                  <a:pt x="863746" y="73630"/>
                </a:lnTo>
                <a:lnTo>
                  <a:pt x="863026" y="73637"/>
                </a:lnTo>
                <a:lnTo>
                  <a:pt x="862281" y="73642"/>
                </a:lnTo>
                <a:lnTo>
                  <a:pt x="861512" y="73644"/>
                </a:lnTo>
                <a:lnTo>
                  <a:pt x="860718" y="73645"/>
                </a:lnTo>
                <a:lnTo>
                  <a:pt x="844151" y="73645"/>
                </a:lnTo>
                <a:lnTo>
                  <a:pt x="844151" y="49943"/>
                </a:lnTo>
                <a:lnTo>
                  <a:pt x="858602" y="49943"/>
                </a:lnTo>
                <a:lnTo>
                  <a:pt x="859605" y="49946"/>
                </a:lnTo>
                <a:lnTo>
                  <a:pt x="860578" y="49952"/>
                </a:lnTo>
                <a:lnTo>
                  <a:pt x="861522" y="49963"/>
                </a:lnTo>
                <a:close/>
                <a:moveTo>
                  <a:pt x="674396" y="40114"/>
                </a:moveTo>
                <a:lnTo>
                  <a:pt x="674083" y="39335"/>
                </a:lnTo>
                <a:lnTo>
                  <a:pt x="673757" y="38574"/>
                </a:lnTo>
                <a:lnTo>
                  <a:pt x="673417" y="37832"/>
                </a:lnTo>
                <a:lnTo>
                  <a:pt x="673063" y="37108"/>
                </a:lnTo>
                <a:lnTo>
                  <a:pt x="672696" y="36403"/>
                </a:lnTo>
                <a:lnTo>
                  <a:pt x="672315" y="35716"/>
                </a:lnTo>
                <a:lnTo>
                  <a:pt x="671921" y="35047"/>
                </a:lnTo>
                <a:lnTo>
                  <a:pt x="671514" y="34397"/>
                </a:lnTo>
                <a:lnTo>
                  <a:pt x="671092" y="33765"/>
                </a:lnTo>
                <a:lnTo>
                  <a:pt x="670658" y="33151"/>
                </a:lnTo>
                <a:lnTo>
                  <a:pt x="670209" y="32556"/>
                </a:lnTo>
                <a:lnTo>
                  <a:pt x="669748" y="31979"/>
                </a:lnTo>
                <a:lnTo>
                  <a:pt x="669272" y="31420"/>
                </a:lnTo>
                <a:lnTo>
                  <a:pt x="668783" y="30880"/>
                </a:lnTo>
                <a:lnTo>
                  <a:pt x="668281" y="30358"/>
                </a:lnTo>
                <a:lnTo>
                  <a:pt x="667765" y="29855"/>
                </a:lnTo>
                <a:lnTo>
                  <a:pt x="667235" y="29370"/>
                </a:lnTo>
                <a:lnTo>
                  <a:pt x="666692" y="28903"/>
                </a:lnTo>
                <a:lnTo>
                  <a:pt x="666136" y="28455"/>
                </a:lnTo>
                <a:lnTo>
                  <a:pt x="665566" y="28025"/>
                </a:lnTo>
                <a:lnTo>
                  <a:pt x="664980" y="27613"/>
                </a:lnTo>
                <a:lnTo>
                  <a:pt x="664378" y="27219"/>
                </a:lnTo>
                <a:lnTo>
                  <a:pt x="663760" y="26842"/>
                </a:lnTo>
                <a:lnTo>
                  <a:pt x="663124" y="26482"/>
                </a:lnTo>
                <a:lnTo>
                  <a:pt x="662472" y="26141"/>
                </a:lnTo>
                <a:lnTo>
                  <a:pt x="661804" y="25816"/>
                </a:lnTo>
                <a:lnTo>
                  <a:pt x="661118" y="25510"/>
                </a:lnTo>
                <a:lnTo>
                  <a:pt x="660416" y="25220"/>
                </a:lnTo>
                <a:lnTo>
                  <a:pt x="659697" y="24949"/>
                </a:lnTo>
                <a:lnTo>
                  <a:pt x="658962" y="24694"/>
                </a:lnTo>
                <a:lnTo>
                  <a:pt x="658210" y="24458"/>
                </a:lnTo>
                <a:lnTo>
                  <a:pt x="657441" y="24239"/>
                </a:lnTo>
                <a:lnTo>
                  <a:pt x="656655" y="24037"/>
                </a:lnTo>
                <a:lnTo>
                  <a:pt x="655853" y="23853"/>
                </a:lnTo>
                <a:lnTo>
                  <a:pt x="655034" y="23686"/>
                </a:lnTo>
                <a:lnTo>
                  <a:pt x="654198" y="23537"/>
                </a:lnTo>
                <a:lnTo>
                  <a:pt x="653346" y="23406"/>
                </a:lnTo>
                <a:lnTo>
                  <a:pt x="652477" y="23292"/>
                </a:lnTo>
                <a:lnTo>
                  <a:pt x="651591" y="23196"/>
                </a:lnTo>
                <a:lnTo>
                  <a:pt x="650689" y="23117"/>
                </a:lnTo>
                <a:lnTo>
                  <a:pt x="649770" y="23055"/>
                </a:lnTo>
                <a:lnTo>
                  <a:pt x="648834" y="23011"/>
                </a:lnTo>
                <a:lnTo>
                  <a:pt x="647881" y="22985"/>
                </a:lnTo>
                <a:lnTo>
                  <a:pt x="646912" y="22976"/>
                </a:lnTo>
                <a:lnTo>
                  <a:pt x="645728" y="22992"/>
                </a:lnTo>
                <a:lnTo>
                  <a:pt x="644565" y="23038"/>
                </a:lnTo>
                <a:lnTo>
                  <a:pt x="643422" y="23115"/>
                </a:lnTo>
                <a:lnTo>
                  <a:pt x="642300" y="23222"/>
                </a:lnTo>
                <a:lnTo>
                  <a:pt x="641199" y="23361"/>
                </a:lnTo>
                <a:lnTo>
                  <a:pt x="640118" y="23530"/>
                </a:lnTo>
                <a:lnTo>
                  <a:pt x="639057" y="23730"/>
                </a:lnTo>
                <a:lnTo>
                  <a:pt x="638017" y="23961"/>
                </a:lnTo>
                <a:lnTo>
                  <a:pt x="636998" y="24222"/>
                </a:lnTo>
                <a:lnTo>
                  <a:pt x="635999" y="24514"/>
                </a:lnTo>
                <a:lnTo>
                  <a:pt x="635021" y="24837"/>
                </a:lnTo>
                <a:lnTo>
                  <a:pt x="634064" y="25191"/>
                </a:lnTo>
                <a:lnTo>
                  <a:pt x="633127" y="25575"/>
                </a:lnTo>
                <a:lnTo>
                  <a:pt x="632210" y="25991"/>
                </a:lnTo>
                <a:lnTo>
                  <a:pt x="631314" y="26437"/>
                </a:lnTo>
                <a:lnTo>
                  <a:pt x="630439" y="26913"/>
                </a:lnTo>
                <a:lnTo>
                  <a:pt x="629585" y="27421"/>
                </a:lnTo>
                <a:lnTo>
                  <a:pt x="628750" y="27959"/>
                </a:lnTo>
                <a:lnTo>
                  <a:pt x="627937" y="28528"/>
                </a:lnTo>
                <a:lnTo>
                  <a:pt x="627144" y="29128"/>
                </a:lnTo>
                <a:lnTo>
                  <a:pt x="626372" y="29758"/>
                </a:lnTo>
                <a:lnTo>
                  <a:pt x="625620" y="30420"/>
                </a:lnTo>
                <a:lnTo>
                  <a:pt x="624888" y="31112"/>
                </a:lnTo>
                <a:lnTo>
                  <a:pt x="624178" y="31834"/>
                </a:lnTo>
                <a:lnTo>
                  <a:pt x="623492" y="32585"/>
                </a:lnTo>
                <a:lnTo>
                  <a:pt x="622835" y="33360"/>
                </a:lnTo>
                <a:lnTo>
                  <a:pt x="622208" y="34159"/>
                </a:lnTo>
                <a:lnTo>
                  <a:pt x="621610" y="34983"/>
                </a:lnTo>
                <a:lnTo>
                  <a:pt x="621041" y="35831"/>
                </a:lnTo>
                <a:lnTo>
                  <a:pt x="620501" y="36704"/>
                </a:lnTo>
                <a:lnTo>
                  <a:pt x="619990" y="37601"/>
                </a:lnTo>
                <a:lnTo>
                  <a:pt x="619509" y="38522"/>
                </a:lnTo>
                <a:lnTo>
                  <a:pt x="619056" y="39468"/>
                </a:lnTo>
                <a:lnTo>
                  <a:pt x="618633" y="40439"/>
                </a:lnTo>
                <a:lnTo>
                  <a:pt x="618239" y="41434"/>
                </a:lnTo>
                <a:lnTo>
                  <a:pt x="617874" y="42453"/>
                </a:lnTo>
                <a:lnTo>
                  <a:pt x="617539" y="43497"/>
                </a:lnTo>
                <a:lnTo>
                  <a:pt x="617232" y="44566"/>
                </a:lnTo>
                <a:lnTo>
                  <a:pt x="616955" y="45658"/>
                </a:lnTo>
                <a:lnTo>
                  <a:pt x="616707" y="46776"/>
                </a:lnTo>
                <a:lnTo>
                  <a:pt x="616488" y="47917"/>
                </a:lnTo>
                <a:lnTo>
                  <a:pt x="616299" y="49084"/>
                </a:lnTo>
                <a:lnTo>
                  <a:pt x="616138" y="50274"/>
                </a:lnTo>
                <a:lnTo>
                  <a:pt x="616007" y="51489"/>
                </a:lnTo>
                <a:lnTo>
                  <a:pt x="615905" y="52729"/>
                </a:lnTo>
                <a:lnTo>
                  <a:pt x="615832" y="53993"/>
                </a:lnTo>
                <a:lnTo>
                  <a:pt x="615788" y="55282"/>
                </a:lnTo>
                <a:lnTo>
                  <a:pt x="615773" y="56594"/>
                </a:lnTo>
                <a:lnTo>
                  <a:pt x="615788" y="57893"/>
                </a:lnTo>
                <a:lnTo>
                  <a:pt x="615831" y="59167"/>
                </a:lnTo>
                <a:lnTo>
                  <a:pt x="615904" y="60418"/>
                </a:lnTo>
                <a:lnTo>
                  <a:pt x="616006" y="61645"/>
                </a:lnTo>
                <a:lnTo>
                  <a:pt x="616137" y="62848"/>
                </a:lnTo>
                <a:lnTo>
                  <a:pt x="616297" y="64028"/>
                </a:lnTo>
                <a:lnTo>
                  <a:pt x="616486" y="65184"/>
                </a:lnTo>
                <a:lnTo>
                  <a:pt x="616704" y="66316"/>
                </a:lnTo>
                <a:lnTo>
                  <a:pt x="616951" y="67424"/>
                </a:lnTo>
                <a:lnTo>
                  <a:pt x="617227" y="68509"/>
                </a:lnTo>
                <a:lnTo>
                  <a:pt x="617532" y="69570"/>
                </a:lnTo>
                <a:lnTo>
                  <a:pt x="617867" y="70607"/>
                </a:lnTo>
                <a:lnTo>
                  <a:pt x="618230" y="71621"/>
                </a:lnTo>
                <a:lnTo>
                  <a:pt x="618623" y="72610"/>
                </a:lnTo>
                <a:lnTo>
                  <a:pt x="619044" y="73576"/>
                </a:lnTo>
                <a:lnTo>
                  <a:pt x="619495" y="74519"/>
                </a:lnTo>
                <a:lnTo>
                  <a:pt x="619975" y="75437"/>
                </a:lnTo>
                <a:lnTo>
                  <a:pt x="620484" y="76332"/>
                </a:lnTo>
                <a:lnTo>
                  <a:pt x="621022" y="77203"/>
                </a:lnTo>
                <a:lnTo>
                  <a:pt x="621589" y="78051"/>
                </a:lnTo>
                <a:lnTo>
                  <a:pt x="622185" y="78875"/>
                </a:lnTo>
                <a:lnTo>
                  <a:pt x="622810" y="79675"/>
                </a:lnTo>
                <a:lnTo>
                  <a:pt x="623464" y="80451"/>
                </a:lnTo>
                <a:lnTo>
                  <a:pt x="624148" y="81203"/>
                </a:lnTo>
                <a:lnTo>
                  <a:pt x="624855" y="81929"/>
                </a:lnTo>
                <a:lnTo>
                  <a:pt x="625583" y="82623"/>
                </a:lnTo>
                <a:lnTo>
                  <a:pt x="626330" y="83287"/>
                </a:lnTo>
                <a:lnTo>
                  <a:pt x="627098" y="83919"/>
                </a:lnTo>
                <a:lnTo>
                  <a:pt x="627885" y="84521"/>
                </a:lnTo>
                <a:lnTo>
                  <a:pt x="628692" y="85092"/>
                </a:lnTo>
                <a:lnTo>
                  <a:pt x="629519" y="85632"/>
                </a:lnTo>
                <a:lnTo>
                  <a:pt x="630365" y="86141"/>
                </a:lnTo>
                <a:lnTo>
                  <a:pt x="631232" y="86620"/>
                </a:lnTo>
                <a:lnTo>
                  <a:pt x="632118" y="87067"/>
                </a:lnTo>
                <a:lnTo>
                  <a:pt x="633024" y="87484"/>
                </a:lnTo>
                <a:lnTo>
                  <a:pt x="633950" y="87870"/>
                </a:lnTo>
                <a:lnTo>
                  <a:pt x="634896" y="88224"/>
                </a:lnTo>
                <a:lnTo>
                  <a:pt x="635862" y="88549"/>
                </a:lnTo>
                <a:lnTo>
                  <a:pt x="636847" y="88842"/>
                </a:lnTo>
                <a:lnTo>
                  <a:pt x="637853" y="89104"/>
                </a:lnTo>
                <a:lnTo>
                  <a:pt x="638878" y="89336"/>
                </a:lnTo>
                <a:lnTo>
                  <a:pt x="639923" y="89536"/>
                </a:lnTo>
                <a:lnTo>
                  <a:pt x="640988" y="89706"/>
                </a:lnTo>
                <a:lnTo>
                  <a:pt x="642073" y="89845"/>
                </a:lnTo>
                <a:lnTo>
                  <a:pt x="643177" y="89953"/>
                </a:lnTo>
                <a:lnTo>
                  <a:pt x="644302" y="90030"/>
                </a:lnTo>
                <a:lnTo>
                  <a:pt x="645446" y="90076"/>
                </a:lnTo>
                <a:lnTo>
                  <a:pt x="646610" y="90092"/>
                </a:lnTo>
                <a:lnTo>
                  <a:pt x="647634" y="90081"/>
                </a:lnTo>
                <a:lnTo>
                  <a:pt x="648641" y="90051"/>
                </a:lnTo>
                <a:lnTo>
                  <a:pt x="649630" y="90000"/>
                </a:lnTo>
                <a:lnTo>
                  <a:pt x="650602" y="89929"/>
                </a:lnTo>
                <a:lnTo>
                  <a:pt x="651557" y="89837"/>
                </a:lnTo>
                <a:lnTo>
                  <a:pt x="652494" y="89725"/>
                </a:lnTo>
                <a:lnTo>
                  <a:pt x="653414" y="89593"/>
                </a:lnTo>
                <a:lnTo>
                  <a:pt x="654316" y="89440"/>
                </a:lnTo>
                <a:lnTo>
                  <a:pt x="655201" y="89267"/>
                </a:lnTo>
                <a:lnTo>
                  <a:pt x="656068" y="89073"/>
                </a:lnTo>
                <a:lnTo>
                  <a:pt x="656918" y="88860"/>
                </a:lnTo>
                <a:lnTo>
                  <a:pt x="657751" y="88625"/>
                </a:lnTo>
                <a:lnTo>
                  <a:pt x="658566" y="88371"/>
                </a:lnTo>
                <a:lnTo>
                  <a:pt x="659363" y="88096"/>
                </a:lnTo>
                <a:lnTo>
                  <a:pt x="660144" y="87801"/>
                </a:lnTo>
                <a:lnTo>
                  <a:pt x="660906" y="87485"/>
                </a:lnTo>
                <a:lnTo>
                  <a:pt x="661652" y="87149"/>
                </a:lnTo>
                <a:lnTo>
                  <a:pt x="662380" y="86793"/>
                </a:lnTo>
                <a:lnTo>
                  <a:pt x="663090" y="86416"/>
                </a:lnTo>
                <a:lnTo>
                  <a:pt x="663784" y="86019"/>
                </a:lnTo>
                <a:lnTo>
                  <a:pt x="664459" y="85601"/>
                </a:lnTo>
                <a:lnTo>
                  <a:pt x="665118" y="85163"/>
                </a:lnTo>
                <a:lnTo>
                  <a:pt x="665758" y="84705"/>
                </a:lnTo>
                <a:lnTo>
                  <a:pt x="666382" y="84227"/>
                </a:lnTo>
                <a:lnTo>
                  <a:pt x="666988" y="83728"/>
                </a:lnTo>
                <a:lnTo>
                  <a:pt x="667578" y="83210"/>
                </a:lnTo>
                <a:lnTo>
                  <a:pt x="668151" y="82672"/>
                </a:lnTo>
                <a:lnTo>
                  <a:pt x="668708" y="82115"/>
                </a:lnTo>
                <a:lnTo>
                  <a:pt x="669248" y="81539"/>
                </a:lnTo>
                <a:lnTo>
                  <a:pt x="669772" y="80943"/>
                </a:lnTo>
                <a:lnTo>
                  <a:pt x="670278" y="80327"/>
                </a:lnTo>
                <a:lnTo>
                  <a:pt x="670769" y="79692"/>
                </a:lnTo>
                <a:lnTo>
                  <a:pt x="671243" y="79037"/>
                </a:lnTo>
                <a:lnTo>
                  <a:pt x="671700" y="78363"/>
                </a:lnTo>
                <a:lnTo>
                  <a:pt x="672140" y="77669"/>
                </a:lnTo>
                <a:lnTo>
                  <a:pt x="672564" y="76956"/>
                </a:lnTo>
                <a:lnTo>
                  <a:pt x="672972" y="76223"/>
                </a:lnTo>
                <a:lnTo>
                  <a:pt x="673362" y="75471"/>
                </a:lnTo>
                <a:lnTo>
                  <a:pt x="673737" y="74699"/>
                </a:lnTo>
                <a:lnTo>
                  <a:pt x="674094" y="73907"/>
                </a:lnTo>
                <a:lnTo>
                  <a:pt x="674435" y="73096"/>
                </a:lnTo>
                <a:lnTo>
                  <a:pt x="674760" y="72266"/>
                </a:lnTo>
                <a:lnTo>
                  <a:pt x="675068" y="71416"/>
                </a:lnTo>
                <a:lnTo>
                  <a:pt x="675359" y="70547"/>
                </a:lnTo>
                <a:lnTo>
                  <a:pt x="675634" y="69658"/>
                </a:lnTo>
                <a:lnTo>
                  <a:pt x="675892" y="68749"/>
                </a:lnTo>
                <a:lnTo>
                  <a:pt x="676133" y="67821"/>
                </a:lnTo>
                <a:lnTo>
                  <a:pt x="676358" y="66873"/>
                </a:lnTo>
                <a:lnTo>
                  <a:pt x="659670" y="63971"/>
                </a:lnTo>
                <a:lnTo>
                  <a:pt x="659561" y="64524"/>
                </a:lnTo>
                <a:lnTo>
                  <a:pt x="659446" y="65062"/>
                </a:lnTo>
                <a:lnTo>
                  <a:pt x="659324" y="65587"/>
                </a:lnTo>
                <a:lnTo>
                  <a:pt x="659197" y="66098"/>
                </a:lnTo>
                <a:lnTo>
                  <a:pt x="659062" y="66596"/>
                </a:lnTo>
                <a:lnTo>
                  <a:pt x="658922" y="67079"/>
                </a:lnTo>
                <a:lnTo>
                  <a:pt x="658775" y="67549"/>
                </a:lnTo>
                <a:lnTo>
                  <a:pt x="658622" y="68005"/>
                </a:lnTo>
                <a:lnTo>
                  <a:pt x="658463" y="68448"/>
                </a:lnTo>
                <a:lnTo>
                  <a:pt x="658297" y="68876"/>
                </a:lnTo>
                <a:lnTo>
                  <a:pt x="658125" y="69291"/>
                </a:lnTo>
                <a:lnTo>
                  <a:pt x="657947" y="69693"/>
                </a:lnTo>
                <a:lnTo>
                  <a:pt x="657763" y="70080"/>
                </a:lnTo>
                <a:lnTo>
                  <a:pt x="657572" y="70454"/>
                </a:lnTo>
                <a:lnTo>
                  <a:pt x="657375" y="70813"/>
                </a:lnTo>
                <a:lnTo>
                  <a:pt x="657171" y="71160"/>
                </a:lnTo>
                <a:lnTo>
                  <a:pt x="656961" y="71492"/>
                </a:lnTo>
                <a:lnTo>
                  <a:pt x="656745" y="71811"/>
                </a:lnTo>
                <a:lnTo>
                  <a:pt x="656523" y="72116"/>
                </a:lnTo>
                <a:lnTo>
                  <a:pt x="656294" y="72407"/>
                </a:lnTo>
                <a:lnTo>
                  <a:pt x="656059" y="72684"/>
                </a:lnTo>
                <a:lnTo>
                  <a:pt x="655818" y="72948"/>
                </a:lnTo>
                <a:lnTo>
                  <a:pt x="655571" y="73198"/>
                </a:lnTo>
                <a:lnTo>
                  <a:pt x="655317" y="73434"/>
                </a:lnTo>
                <a:lnTo>
                  <a:pt x="655057" y="73658"/>
                </a:lnTo>
                <a:lnTo>
                  <a:pt x="654791" y="73873"/>
                </a:lnTo>
                <a:lnTo>
                  <a:pt x="654519" y="74079"/>
                </a:lnTo>
                <a:lnTo>
                  <a:pt x="654240" y="74274"/>
                </a:lnTo>
                <a:lnTo>
                  <a:pt x="653956" y="74461"/>
                </a:lnTo>
                <a:lnTo>
                  <a:pt x="653665" y="74637"/>
                </a:lnTo>
                <a:lnTo>
                  <a:pt x="653369" y="74805"/>
                </a:lnTo>
                <a:lnTo>
                  <a:pt x="653066" y="74962"/>
                </a:lnTo>
                <a:lnTo>
                  <a:pt x="652758" y="75110"/>
                </a:lnTo>
                <a:lnTo>
                  <a:pt x="652443" y="75249"/>
                </a:lnTo>
                <a:lnTo>
                  <a:pt x="652122" y="75378"/>
                </a:lnTo>
                <a:lnTo>
                  <a:pt x="651795" y="75497"/>
                </a:lnTo>
                <a:lnTo>
                  <a:pt x="651462" y="75607"/>
                </a:lnTo>
                <a:lnTo>
                  <a:pt x="651123" y="75707"/>
                </a:lnTo>
                <a:lnTo>
                  <a:pt x="650777" y="75798"/>
                </a:lnTo>
                <a:lnTo>
                  <a:pt x="650426" y="75879"/>
                </a:lnTo>
                <a:lnTo>
                  <a:pt x="650069" y="75951"/>
                </a:lnTo>
                <a:lnTo>
                  <a:pt x="649705" y="76013"/>
                </a:lnTo>
                <a:lnTo>
                  <a:pt x="649335" y="76065"/>
                </a:lnTo>
                <a:lnTo>
                  <a:pt x="648960" y="76108"/>
                </a:lnTo>
                <a:lnTo>
                  <a:pt x="648578" y="76142"/>
                </a:lnTo>
                <a:lnTo>
                  <a:pt x="648190" y="76166"/>
                </a:lnTo>
                <a:lnTo>
                  <a:pt x="647796" y="76180"/>
                </a:lnTo>
                <a:lnTo>
                  <a:pt x="647396" y="76185"/>
                </a:lnTo>
                <a:lnTo>
                  <a:pt x="646861" y="76177"/>
                </a:lnTo>
                <a:lnTo>
                  <a:pt x="646336" y="76152"/>
                </a:lnTo>
                <a:lnTo>
                  <a:pt x="645820" y="76111"/>
                </a:lnTo>
                <a:lnTo>
                  <a:pt x="645313" y="76054"/>
                </a:lnTo>
                <a:lnTo>
                  <a:pt x="644815" y="75981"/>
                </a:lnTo>
                <a:lnTo>
                  <a:pt x="644326" y="75891"/>
                </a:lnTo>
                <a:lnTo>
                  <a:pt x="643846" y="75785"/>
                </a:lnTo>
                <a:lnTo>
                  <a:pt x="643375" y="75663"/>
                </a:lnTo>
                <a:lnTo>
                  <a:pt x="642914" y="75524"/>
                </a:lnTo>
                <a:lnTo>
                  <a:pt x="642461" y="75369"/>
                </a:lnTo>
                <a:lnTo>
                  <a:pt x="642018" y="75197"/>
                </a:lnTo>
                <a:lnTo>
                  <a:pt x="641584" y="75010"/>
                </a:lnTo>
                <a:lnTo>
                  <a:pt x="641159" y="74806"/>
                </a:lnTo>
                <a:lnTo>
                  <a:pt x="640743" y="74585"/>
                </a:lnTo>
                <a:lnTo>
                  <a:pt x="640336" y="74348"/>
                </a:lnTo>
                <a:lnTo>
                  <a:pt x="639939" y="74095"/>
                </a:lnTo>
                <a:lnTo>
                  <a:pt x="639550" y="73826"/>
                </a:lnTo>
                <a:lnTo>
                  <a:pt x="639171" y="73541"/>
                </a:lnTo>
                <a:lnTo>
                  <a:pt x="638801" y="73239"/>
                </a:lnTo>
                <a:lnTo>
                  <a:pt x="638440" y="72920"/>
                </a:lnTo>
                <a:lnTo>
                  <a:pt x="638088" y="72586"/>
                </a:lnTo>
                <a:lnTo>
                  <a:pt x="637745" y="72235"/>
                </a:lnTo>
                <a:lnTo>
                  <a:pt x="637411" y="71867"/>
                </a:lnTo>
                <a:lnTo>
                  <a:pt x="637087" y="71484"/>
                </a:lnTo>
                <a:lnTo>
                  <a:pt x="636774" y="71080"/>
                </a:lnTo>
                <a:lnTo>
                  <a:pt x="636474" y="70653"/>
                </a:lnTo>
                <a:lnTo>
                  <a:pt x="636187" y="70203"/>
                </a:lnTo>
                <a:lnTo>
                  <a:pt x="635914" y="69730"/>
                </a:lnTo>
                <a:lnTo>
                  <a:pt x="635654" y="69234"/>
                </a:lnTo>
                <a:lnTo>
                  <a:pt x="635407" y="68714"/>
                </a:lnTo>
                <a:lnTo>
                  <a:pt x="635174" y="68171"/>
                </a:lnTo>
                <a:lnTo>
                  <a:pt x="634954" y="67605"/>
                </a:lnTo>
                <a:lnTo>
                  <a:pt x="634747" y="67016"/>
                </a:lnTo>
                <a:lnTo>
                  <a:pt x="634554" y="66403"/>
                </a:lnTo>
                <a:lnTo>
                  <a:pt x="634374" y="65767"/>
                </a:lnTo>
                <a:lnTo>
                  <a:pt x="634207" y="65108"/>
                </a:lnTo>
                <a:lnTo>
                  <a:pt x="634054" y="64426"/>
                </a:lnTo>
                <a:lnTo>
                  <a:pt x="633914" y="63720"/>
                </a:lnTo>
                <a:lnTo>
                  <a:pt x="633787" y="62991"/>
                </a:lnTo>
                <a:lnTo>
                  <a:pt x="633674" y="62239"/>
                </a:lnTo>
                <a:lnTo>
                  <a:pt x="633574" y="61464"/>
                </a:lnTo>
                <a:lnTo>
                  <a:pt x="633487" y="60666"/>
                </a:lnTo>
                <a:lnTo>
                  <a:pt x="633414" y="59844"/>
                </a:lnTo>
                <a:lnTo>
                  <a:pt x="633354" y="58999"/>
                </a:lnTo>
                <a:lnTo>
                  <a:pt x="633307" y="58131"/>
                </a:lnTo>
                <a:lnTo>
                  <a:pt x="633274" y="57240"/>
                </a:lnTo>
                <a:lnTo>
                  <a:pt x="633254" y="56325"/>
                </a:lnTo>
                <a:lnTo>
                  <a:pt x="633247" y="55387"/>
                </a:lnTo>
                <a:lnTo>
                  <a:pt x="633254" y="54543"/>
                </a:lnTo>
                <a:lnTo>
                  <a:pt x="633274" y="53720"/>
                </a:lnTo>
                <a:lnTo>
                  <a:pt x="633306" y="52917"/>
                </a:lnTo>
                <a:lnTo>
                  <a:pt x="633352" y="52135"/>
                </a:lnTo>
                <a:lnTo>
                  <a:pt x="633411" y="51373"/>
                </a:lnTo>
                <a:lnTo>
                  <a:pt x="633484" y="50631"/>
                </a:lnTo>
                <a:lnTo>
                  <a:pt x="633569" y="49910"/>
                </a:lnTo>
                <a:lnTo>
                  <a:pt x="633667" y="49209"/>
                </a:lnTo>
                <a:lnTo>
                  <a:pt x="633779" y="48528"/>
                </a:lnTo>
                <a:lnTo>
                  <a:pt x="633904" y="47868"/>
                </a:lnTo>
                <a:lnTo>
                  <a:pt x="634041" y="47229"/>
                </a:lnTo>
                <a:lnTo>
                  <a:pt x="634192" y="46609"/>
                </a:lnTo>
                <a:lnTo>
                  <a:pt x="634356" y="46011"/>
                </a:lnTo>
                <a:lnTo>
                  <a:pt x="634533" y="45432"/>
                </a:lnTo>
                <a:lnTo>
                  <a:pt x="634724" y="44874"/>
                </a:lnTo>
                <a:lnTo>
                  <a:pt x="634927" y="44336"/>
                </a:lnTo>
                <a:lnTo>
                  <a:pt x="635143" y="43819"/>
                </a:lnTo>
                <a:lnTo>
                  <a:pt x="635373" y="43322"/>
                </a:lnTo>
                <a:lnTo>
                  <a:pt x="635616" y="42846"/>
                </a:lnTo>
                <a:lnTo>
                  <a:pt x="635872" y="42390"/>
                </a:lnTo>
                <a:lnTo>
                  <a:pt x="636141" y="41954"/>
                </a:lnTo>
                <a:lnTo>
                  <a:pt x="636423" y="41539"/>
                </a:lnTo>
                <a:lnTo>
                  <a:pt x="636718" y="41144"/>
                </a:lnTo>
                <a:lnTo>
                  <a:pt x="637026" y="40770"/>
                </a:lnTo>
                <a:lnTo>
                  <a:pt x="637346" y="40413"/>
                </a:lnTo>
                <a:lnTo>
                  <a:pt x="637674" y="40072"/>
                </a:lnTo>
                <a:lnTo>
                  <a:pt x="638011" y="39746"/>
                </a:lnTo>
                <a:lnTo>
                  <a:pt x="638357" y="39434"/>
                </a:lnTo>
                <a:lnTo>
                  <a:pt x="638713" y="39139"/>
                </a:lnTo>
                <a:lnTo>
                  <a:pt x="639077" y="38858"/>
                </a:lnTo>
                <a:lnTo>
                  <a:pt x="639449" y="38592"/>
                </a:lnTo>
                <a:lnTo>
                  <a:pt x="639831" y="38342"/>
                </a:lnTo>
                <a:lnTo>
                  <a:pt x="640222" y="38107"/>
                </a:lnTo>
                <a:lnTo>
                  <a:pt x="640622" y="37887"/>
                </a:lnTo>
                <a:lnTo>
                  <a:pt x="641030" y="37682"/>
                </a:lnTo>
                <a:lnTo>
                  <a:pt x="641448" y="37492"/>
                </a:lnTo>
                <a:lnTo>
                  <a:pt x="641874" y="37318"/>
                </a:lnTo>
                <a:lnTo>
                  <a:pt x="642310" y="37158"/>
                </a:lnTo>
                <a:lnTo>
                  <a:pt x="642754" y="37014"/>
                </a:lnTo>
                <a:lnTo>
                  <a:pt x="643207" y="36885"/>
                </a:lnTo>
                <a:lnTo>
                  <a:pt x="643669" y="36771"/>
                </a:lnTo>
                <a:lnTo>
                  <a:pt x="644140" y="36673"/>
                </a:lnTo>
                <a:lnTo>
                  <a:pt x="644620" y="36589"/>
                </a:lnTo>
                <a:lnTo>
                  <a:pt x="645109" y="36521"/>
                </a:lnTo>
                <a:lnTo>
                  <a:pt x="645607" y="36468"/>
                </a:lnTo>
                <a:lnTo>
                  <a:pt x="646114" y="36430"/>
                </a:lnTo>
                <a:lnTo>
                  <a:pt x="646630" y="36407"/>
                </a:lnTo>
                <a:lnTo>
                  <a:pt x="647154" y="36399"/>
                </a:lnTo>
                <a:lnTo>
                  <a:pt x="647549" y="36404"/>
                </a:lnTo>
                <a:lnTo>
                  <a:pt x="647938" y="36417"/>
                </a:lnTo>
                <a:lnTo>
                  <a:pt x="648320" y="36439"/>
                </a:lnTo>
                <a:lnTo>
                  <a:pt x="648697" y="36470"/>
                </a:lnTo>
                <a:lnTo>
                  <a:pt x="649067" y="36509"/>
                </a:lnTo>
                <a:lnTo>
                  <a:pt x="649431" y="36557"/>
                </a:lnTo>
                <a:lnTo>
                  <a:pt x="649789" y="36614"/>
                </a:lnTo>
                <a:lnTo>
                  <a:pt x="650140" y="36680"/>
                </a:lnTo>
                <a:lnTo>
                  <a:pt x="650486" y="36754"/>
                </a:lnTo>
                <a:lnTo>
                  <a:pt x="650825" y="36838"/>
                </a:lnTo>
                <a:lnTo>
                  <a:pt x="651158" y="36930"/>
                </a:lnTo>
                <a:lnTo>
                  <a:pt x="651485" y="37031"/>
                </a:lnTo>
                <a:lnTo>
                  <a:pt x="651806" y="37140"/>
                </a:lnTo>
                <a:lnTo>
                  <a:pt x="652120" y="37258"/>
                </a:lnTo>
                <a:lnTo>
                  <a:pt x="652428" y="37386"/>
                </a:lnTo>
                <a:lnTo>
                  <a:pt x="652730" y="37521"/>
                </a:lnTo>
                <a:lnTo>
                  <a:pt x="653026" y="37666"/>
                </a:lnTo>
                <a:lnTo>
                  <a:pt x="653316" y="37819"/>
                </a:lnTo>
                <a:lnTo>
                  <a:pt x="653599" y="37982"/>
                </a:lnTo>
                <a:lnTo>
                  <a:pt x="653877" y="38152"/>
                </a:lnTo>
                <a:lnTo>
                  <a:pt x="654148" y="38332"/>
                </a:lnTo>
                <a:lnTo>
                  <a:pt x="654413" y="38521"/>
                </a:lnTo>
                <a:lnTo>
                  <a:pt x="654671" y="38718"/>
                </a:lnTo>
                <a:lnTo>
                  <a:pt x="654924" y="38924"/>
                </a:lnTo>
                <a:lnTo>
                  <a:pt x="655170" y="39138"/>
                </a:lnTo>
                <a:lnTo>
                  <a:pt x="655408" y="39362"/>
                </a:lnTo>
                <a:lnTo>
                  <a:pt x="655639" y="39593"/>
                </a:lnTo>
                <a:lnTo>
                  <a:pt x="655862" y="39834"/>
                </a:lnTo>
                <a:lnTo>
                  <a:pt x="656078" y="40083"/>
                </a:lnTo>
                <a:lnTo>
                  <a:pt x="656286" y="40340"/>
                </a:lnTo>
                <a:lnTo>
                  <a:pt x="656487" y="40606"/>
                </a:lnTo>
                <a:lnTo>
                  <a:pt x="656681" y="40880"/>
                </a:lnTo>
                <a:lnTo>
                  <a:pt x="656867" y="41164"/>
                </a:lnTo>
                <a:lnTo>
                  <a:pt x="657045" y="41455"/>
                </a:lnTo>
                <a:lnTo>
                  <a:pt x="657216" y="41755"/>
                </a:lnTo>
                <a:lnTo>
                  <a:pt x="657380" y="42064"/>
                </a:lnTo>
                <a:lnTo>
                  <a:pt x="657536" y="42381"/>
                </a:lnTo>
                <a:lnTo>
                  <a:pt x="657685" y="42707"/>
                </a:lnTo>
                <a:lnTo>
                  <a:pt x="657827" y="43042"/>
                </a:lnTo>
                <a:lnTo>
                  <a:pt x="657960" y="43385"/>
                </a:lnTo>
                <a:lnTo>
                  <a:pt x="658087" y="43736"/>
                </a:lnTo>
                <a:lnTo>
                  <a:pt x="658206" y="44096"/>
                </a:lnTo>
                <a:lnTo>
                  <a:pt x="658317" y="44465"/>
                </a:lnTo>
                <a:lnTo>
                  <a:pt x="658422" y="44842"/>
                </a:lnTo>
                <a:lnTo>
                  <a:pt x="658518" y="45228"/>
                </a:lnTo>
                <a:lnTo>
                  <a:pt x="658607" y="45622"/>
                </a:lnTo>
                <a:lnTo>
                  <a:pt x="658689" y="46025"/>
                </a:lnTo>
                <a:lnTo>
                  <a:pt x="658763" y="46436"/>
                </a:lnTo>
                <a:lnTo>
                  <a:pt x="675512" y="43413"/>
                </a:lnTo>
                <a:lnTo>
                  <a:pt x="675253" y="42561"/>
                </a:lnTo>
                <a:lnTo>
                  <a:pt x="674981" y="41727"/>
                </a:lnTo>
                <a:lnTo>
                  <a:pt x="674695" y="40911"/>
                </a:lnTo>
                <a:lnTo>
                  <a:pt x="674396" y="40114"/>
                </a:lnTo>
                <a:close/>
                <a:moveTo>
                  <a:pt x="725057" y="69742"/>
                </a:moveTo>
                <a:lnTo>
                  <a:pt x="724920" y="70104"/>
                </a:lnTo>
                <a:lnTo>
                  <a:pt x="724779" y="70456"/>
                </a:lnTo>
                <a:lnTo>
                  <a:pt x="724633" y="70799"/>
                </a:lnTo>
                <a:lnTo>
                  <a:pt x="724483" y="71133"/>
                </a:lnTo>
                <a:lnTo>
                  <a:pt x="724327" y="71457"/>
                </a:lnTo>
                <a:lnTo>
                  <a:pt x="724168" y="71773"/>
                </a:lnTo>
                <a:lnTo>
                  <a:pt x="724003" y="72079"/>
                </a:lnTo>
                <a:lnTo>
                  <a:pt x="723834" y="72376"/>
                </a:lnTo>
                <a:lnTo>
                  <a:pt x="723661" y="72663"/>
                </a:lnTo>
                <a:lnTo>
                  <a:pt x="723482" y="72942"/>
                </a:lnTo>
                <a:lnTo>
                  <a:pt x="723300" y="73211"/>
                </a:lnTo>
                <a:lnTo>
                  <a:pt x="723112" y="73471"/>
                </a:lnTo>
                <a:lnTo>
                  <a:pt x="722920" y="73721"/>
                </a:lnTo>
                <a:lnTo>
                  <a:pt x="722723" y="73963"/>
                </a:lnTo>
                <a:lnTo>
                  <a:pt x="722522" y="74195"/>
                </a:lnTo>
                <a:lnTo>
                  <a:pt x="722316" y="74418"/>
                </a:lnTo>
                <a:lnTo>
                  <a:pt x="722105" y="74632"/>
                </a:lnTo>
                <a:lnTo>
                  <a:pt x="721890" y="74836"/>
                </a:lnTo>
                <a:lnTo>
                  <a:pt x="721670" y="75031"/>
                </a:lnTo>
                <a:lnTo>
                  <a:pt x="721446" y="75217"/>
                </a:lnTo>
                <a:lnTo>
                  <a:pt x="721217" y="75395"/>
                </a:lnTo>
                <a:lnTo>
                  <a:pt x="720984" y="75565"/>
                </a:lnTo>
                <a:lnTo>
                  <a:pt x="720746" y="75728"/>
                </a:lnTo>
                <a:lnTo>
                  <a:pt x="720504" y="75883"/>
                </a:lnTo>
                <a:lnTo>
                  <a:pt x="720257" y="76030"/>
                </a:lnTo>
                <a:lnTo>
                  <a:pt x="720006" y="76170"/>
                </a:lnTo>
                <a:lnTo>
                  <a:pt x="719751" y="76302"/>
                </a:lnTo>
                <a:lnTo>
                  <a:pt x="719491" y="76427"/>
                </a:lnTo>
                <a:lnTo>
                  <a:pt x="719227" y="76544"/>
                </a:lnTo>
                <a:lnTo>
                  <a:pt x="718958" y="76653"/>
                </a:lnTo>
                <a:lnTo>
                  <a:pt x="718685" y="76755"/>
                </a:lnTo>
                <a:lnTo>
                  <a:pt x="718408" y="76850"/>
                </a:lnTo>
                <a:lnTo>
                  <a:pt x="718126" y="76937"/>
                </a:lnTo>
                <a:lnTo>
                  <a:pt x="717840" y="77016"/>
                </a:lnTo>
                <a:lnTo>
                  <a:pt x="717549" y="77088"/>
                </a:lnTo>
                <a:lnTo>
                  <a:pt x="717254" y="77152"/>
                </a:lnTo>
                <a:lnTo>
                  <a:pt x="716954" y="77209"/>
                </a:lnTo>
                <a:lnTo>
                  <a:pt x="716650" y="77258"/>
                </a:lnTo>
                <a:lnTo>
                  <a:pt x="716342" y="77300"/>
                </a:lnTo>
                <a:lnTo>
                  <a:pt x="716029" y="77334"/>
                </a:lnTo>
                <a:lnTo>
                  <a:pt x="715712" y="77360"/>
                </a:lnTo>
                <a:lnTo>
                  <a:pt x="715391" y="77379"/>
                </a:lnTo>
                <a:lnTo>
                  <a:pt x="715065" y="77390"/>
                </a:lnTo>
                <a:lnTo>
                  <a:pt x="714734" y="77394"/>
                </a:lnTo>
                <a:lnTo>
                  <a:pt x="714249" y="77387"/>
                </a:lnTo>
                <a:lnTo>
                  <a:pt x="713770" y="77365"/>
                </a:lnTo>
                <a:lnTo>
                  <a:pt x="713298" y="77328"/>
                </a:lnTo>
                <a:lnTo>
                  <a:pt x="712833" y="77277"/>
                </a:lnTo>
                <a:lnTo>
                  <a:pt x="712375" y="77212"/>
                </a:lnTo>
                <a:lnTo>
                  <a:pt x="711923" y="77132"/>
                </a:lnTo>
                <a:lnTo>
                  <a:pt x="711478" y="77037"/>
                </a:lnTo>
                <a:lnTo>
                  <a:pt x="711039" y="76927"/>
                </a:lnTo>
                <a:lnTo>
                  <a:pt x="710608" y="76803"/>
                </a:lnTo>
                <a:lnTo>
                  <a:pt x="710183" y="76665"/>
                </a:lnTo>
                <a:lnTo>
                  <a:pt x="709765" y="76511"/>
                </a:lnTo>
                <a:lnTo>
                  <a:pt x="709353" y="76344"/>
                </a:lnTo>
                <a:lnTo>
                  <a:pt x="708948" y="76161"/>
                </a:lnTo>
                <a:lnTo>
                  <a:pt x="708550" y="75964"/>
                </a:lnTo>
                <a:lnTo>
                  <a:pt x="708159" y="75753"/>
                </a:lnTo>
                <a:lnTo>
                  <a:pt x="707774" y="75526"/>
                </a:lnTo>
                <a:lnTo>
                  <a:pt x="707396" y="75286"/>
                </a:lnTo>
                <a:lnTo>
                  <a:pt x="707025" y="75030"/>
                </a:lnTo>
                <a:lnTo>
                  <a:pt x="706661" y="74760"/>
                </a:lnTo>
                <a:lnTo>
                  <a:pt x="706303" y="74476"/>
                </a:lnTo>
                <a:lnTo>
                  <a:pt x="705952" y="74177"/>
                </a:lnTo>
                <a:lnTo>
                  <a:pt x="705608" y="73863"/>
                </a:lnTo>
                <a:lnTo>
                  <a:pt x="705270" y="73535"/>
                </a:lnTo>
                <a:lnTo>
                  <a:pt x="704939" y="73192"/>
                </a:lnTo>
                <a:lnTo>
                  <a:pt x="704618" y="72836"/>
                </a:lnTo>
                <a:lnTo>
                  <a:pt x="704310" y="72468"/>
                </a:lnTo>
                <a:lnTo>
                  <a:pt x="704015" y="72089"/>
                </a:lnTo>
                <a:lnTo>
                  <a:pt x="703733" y="71698"/>
                </a:lnTo>
                <a:lnTo>
                  <a:pt x="703464" y="71295"/>
                </a:lnTo>
                <a:lnTo>
                  <a:pt x="703208" y="70881"/>
                </a:lnTo>
                <a:lnTo>
                  <a:pt x="702966" y="70455"/>
                </a:lnTo>
                <a:lnTo>
                  <a:pt x="702736" y="70018"/>
                </a:lnTo>
                <a:lnTo>
                  <a:pt x="702519" y="69568"/>
                </a:lnTo>
                <a:lnTo>
                  <a:pt x="702315" y="69107"/>
                </a:lnTo>
                <a:lnTo>
                  <a:pt x="702124" y="68635"/>
                </a:lnTo>
                <a:lnTo>
                  <a:pt x="701946" y="68151"/>
                </a:lnTo>
                <a:lnTo>
                  <a:pt x="701781" y="67655"/>
                </a:lnTo>
                <a:lnTo>
                  <a:pt x="701630" y="67147"/>
                </a:lnTo>
                <a:lnTo>
                  <a:pt x="701491" y="66628"/>
                </a:lnTo>
                <a:lnTo>
                  <a:pt x="701365" y="66097"/>
                </a:lnTo>
                <a:lnTo>
                  <a:pt x="701252" y="65555"/>
                </a:lnTo>
                <a:lnTo>
                  <a:pt x="701153" y="65001"/>
                </a:lnTo>
                <a:lnTo>
                  <a:pt x="701066" y="64435"/>
                </a:lnTo>
                <a:lnTo>
                  <a:pt x="700992" y="63858"/>
                </a:lnTo>
                <a:lnTo>
                  <a:pt x="700932" y="63269"/>
                </a:lnTo>
                <a:lnTo>
                  <a:pt x="700884" y="62668"/>
                </a:lnTo>
                <a:lnTo>
                  <a:pt x="700849" y="62056"/>
                </a:lnTo>
                <a:lnTo>
                  <a:pt x="700828" y="61432"/>
                </a:lnTo>
                <a:lnTo>
                  <a:pt x="743394" y="61432"/>
                </a:lnTo>
                <a:lnTo>
                  <a:pt x="743410" y="59822"/>
                </a:lnTo>
                <a:lnTo>
                  <a:pt x="743395" y="58247"/>
                </a:lnTo>
                <a:lnTo>
                  <a:pt x="743350" y="56706"/>
                </a:lnTo>
                <a:lnTo>
                  <a:pt x="743275" y="55201"/>
                </a:lnTo>
                <a:lnTo>
                  <a:pt x="743170" y="53731"/>
                </a:lnTo>
                <a:lnTo>
                  <a:pt x="743035" y="52296"/>
                </a:lnTo>
                <a:lnTo>
                  <a:pt x="742871" y="50896"/>
                </a:lnTo>
                <a:lnTo>
                  <a:pt x="742676" y="49530"/>
                </a:lnTo>
                <a:lnTo>
                  <a:pt x="742451" y="48200"/>
                </a:lnTo>
                <a:lnTo>
                  <a:pt x="742196" y="46904"/>
                </a:lnTo>
                <a:lnTo>
                  <a:pt x="741911" y="45644"/>
                </a:lnTo>
                <a:lnTo>
                  <a:pt x="741596" y="44418"/>
                </a:lnTo>
                <a:lnTo>
                  <a:pt x="741251" y="43228"/>
                </a:lnTo>
                <a:lnTo>
                  <a:pt x="740876" y="42072"/>
                </a:lnTo>
                <a:lnTo>
                  <a:pt x="740470" y="40952"/>
                </a:lnTo>
                <a:lnTo>
                  <a:pt x="740035" y="39866"/>
                </a:lnTo>
                <a:lnTo>
                  <a:pt x="739570" y="38815"/>
                </a:lnTo>
                <a:lnTo>
                  <a:pt x="739075" y="37800"/>
                </a:lnTo>
                <a:lnTo>
                  <a:pt x="738550" y="36819"/>
                </a:lnTo>
                <a:lnTo>
                  <a:pt x="737995" y="35873"/>
                </a:lnTo>
                <a:lnTo>
                  <a:pt x="737409" y="34962"/>
                </a:lnTo>
                <a:lnTo>
                  <a:pt x="736794" y="34086"/>
                </a:lnTo>
                <a:lnTo>
                  <a:pt x="736149" y="33245"/>
                </a:lnTo>
                <a:lnTo>
                  <a:pt x="735474" y="32439"/>
                </a:lnTo>
                <a:lnTo>
                  <a:pt x="734773" y="31667"/>
                </a:lnTo>
                <a:lnTo>
                  <a:pt x="734051" y="30928"/>
                </a:lnTo>
                <a:lnTo>
                  <a:pt x="733308" y="30221"/>
                </a:lnTo>
                <a:lnTo>
                  <a:pt x="732545" y="29548"/>
                </a:lnTo>
                <a:lnTo>
                  <a:pt x="731760" y="28907"/>
                </a:lnTo>
                <a:lnTo>
                  <a:pt x="730954" y="28299"/>
                </a:lnTo>
                <a:lnTo>
                  <a:pt x="730127" y="27724"/>
                </a:lnTo>
                <a:lnTo>
                  <a:pt x="729279" y="27182"/>
                </a:lnTo>
                <a:lnTo>
                  <a:pt x="728411" y="26673"/>
                </a:lnTo>
                <a:lnTo>
                  <a:pt x="727521" y="26196"/>
                </a:lnTo>
                <a:lnTo>
                  <a:pt x="726610" y="25753"/>
                </a:lnTo>
                <a:lnTo>
                  <a:pt x="725678" y="25342"/>
                </a:lnTo>
                <a:lnTo>
                  <a:pt x="724726" y="24964"/>
                </a:lnTo>
                <a:lnTo>
                  <a:pt x="723752" y="24619"/>
                </a:lnTo>
                <a:lnTo>
                  <a:pt x="722757" y="24307"/>
                </a:lnTo>
                <a:lnTo>
                  <a:pt x="721742" y="24028"/>
                </a:lnTo>
                <a:lnTo>
                  <a:pt x="720705" y="23781"/>
                </a:lnTo>
                <a:lnTo>
                  <a:pt x="719647" y="23568"/>
                </a:lnTo>
                <a:lnTo>
                  <a:pt x="718568" y="23387"/>
                </a:lnTo>
                <a:lnTo>
                  <a:pt x="717469" y="23239"/>
                </a:lnTo>
                <a:lnTo>
                  <a:pt x="716348" y="23124"/>
                </a:lnTo>
                <a:lnTo>
                  <a:pt x="715206" y="23042"/>
                </a:lnTo>
                <a:lnTo>
                  <a:pt x="714044" y="22993"/>
                </a:lnTo>
                <a:lnTo>
                  <a:pt x="712860" y="22976"/>
                </a:lnTo>
                <a:lnTo>
                  <a:pt x="711805" y="22992"/>
                </a:lnTo>
                <a:lnTo>
                  <a:pt x="710764" y="23039"/>
                </a:lnTo>
                <a:lnTo>
                  <a:pt x="709740" y="23118"/>
                </a:lnTo>
                <a:lnTo>
                  <a:pt x="708730" y="23227"/>
                </a:lnTo>
                <a:lnTo>
                  <a:pt x="707736" y="23369"/>
                </a:lnTo>
                <a:lnTo>
                  <a:pt x="706757" y="23541"/>
                </a:lnTo>
                <a:lnTo>
                  <a:pt x="705793" y="23745"/>
                </a:lnTo>
                <a:lnTo>
                  <a:pt x="704845" y="23981"/>
                </a:lnTo>
                <a:lnTo>
                  <a:pt x="703912" y="24248"/>
                </a:lnTo>
                <a:lnTo>
                  <a:pt x="702995" y="24546"/>
                </a:lnTo>
                <a:lnTo>
                  <a:pt x="702093" y="24875"/>
                </a:lnTo>
                <a:lnTo>
                  <a:pt x="701206" y="25236"/>
                </a:lnTo>
                <a:lnTo>
                  <a:pt x="700334" y="25629"/>
                </a:lnTo>
                <a:lnTo>
                  <a:pt x="699478" y="26052"/>
                </a:lnTo>
                <a:lnTo>
                  <a:pt x="698637" y="26507"/>
                </a:lnTo>
                <a:lnTo>
                  <a:pt x="697811" y="26994"/>
                </a:lnTo>
                <a:lnTo>
                  <a:pt x="697001" y="27512"/>
                </a:lnTo>
                <a:lnTo>
                  <a:pt x="696206" y="28061"/>
                </a:lnTo>
                <a:lnTo>
                  <a:pt x="695426" y="28642"/>
                </a:lnTo>
                <a:lnTo>
                  <a:pt x="694662" y="29254"/>
                </a:lnTo>
                <a:lnTo>
                  <a:pt x="693913" y="29897"/>
                </a:lnTo>
                <a:lnTo>
                  <a:pt x="693179" y="30572"/>
                </a:lnTo>
                <a:lnTo>
                  <a:pt x="692461" y="31278"/>
                </a:lnTo>
                <a:lnTo>
                  <a:pt x="691758" y="32016"/>
                </a:lnTo>
                <a:lnTo>
                  <a:pt x="691077" y="32781"/>
                </a:lnTo>
                <a:lnTo>
                  <a:pt x="690425" y="33570"/>
                </a:lnTo>
                <a:lnTo>
                  <a:pt x="689802" y="34384"/>
                </a:lnTo>
                <a:lnTo>
                  <a:pt x="689209" y="35221"/>
                </a:lnTo>
                <a:lnTo>
                  <a:pt x="688644" y="36083"/>
                </a:lnTo>
                <a:lnTo>
                  <a:pt x="688108" y="36968"/>
                </a:lnTo>
                <a:lnTo>
                  <a:pt x="687601" y="37878"/>
                </a:lnTo>
                <a:lnTo>
                  <a:pt x="687122" y="38811"/>
                </a:lnTo>
                <a:lnTo>
                  <a:pt x="686673" y="39769"/>
                </a:lnTo>
                <a:lnTo>
                  <a:pt x="686253" y="40751"/>
                </a:lnTo>
                <a:lnTo>
                  <a:pt x="685862" y="41756"/>
                </a:lnTo>
                <a:lnTo>
                  <a:pt x="685500" y="42786"/>
                </a:lnTo>
                <a:lnTo>
                  <a:pt x="685167" y="43840"/>
                </a:lnTo>
                <a:lnTo>
                  <a:pt x="684863" y="44918"/>
                </a:lnTo>
                <a:lnTo>
                  <a:pt x="684587" y="46019"/>
                </a:lnTo>
                <a:lnTo>
                  <a:pt x="684341" y="47145"/>
                </a:lnTo>
                <a:lnTo>
                  <a:pt x="684124" y="48295"/>
                </a:lnTo>
                <a:lnTo>
                  <a:pt x="683936" y="49469"/>
                </a:lnTo>
                <a:lnTo>
                  <a:pt x="683776" y="50667"/>
                </a:lnTo>
                <a:lnTo>
                  <a:pt x="683646" y="51889"/>
                </a:lnTo>
                <a:lnTo>
                  <a:pt x="683544" y="53135"/>
                </a:lnTo>
                <a:lnTo>
                  <a:pt x="683472" y="54405"/>
                </a:lnTo>
                <a:lnTo>
                  <a:pt x="683429" y="55700"/>
                </a:lnTo>
                <a:lnTo>
                  <a:pt x="683414" y="57018"/>
                </a:lnTo>
                <a:lnTo>
                  <a:pt x="683425" y="58123"/>
                </a:lnTo>
                <a:lnTo>
                  <a:pt x="683458" y="59213"/>
                </a:lnTo>
                <a:lnTo>
                  <a:pt x="683513" y="60287"/>
                </a:lnTo>
                <a:lnTo>
                  <a:pt x="683590" y="61344"/>
                </a:lnTo>
                <a:lnTo>
                  <a:pt x="683690" y="62386"/>
                </a:lnTo>
                <a:lnTo>
                  <a:pt x="683811" y="63412"/>
                </a:lnTo>
                <a:lnTo>
                  <a:pt x="683954" y="64422"/>
                </a:lnTo>
                <a:lnTo>
                  <a:pt x="684119" y="65416"/>
                </a:lnTo>
                <a:lnTo>
                  <a:pt x="684307" y="66393"/>
                </a:lnTo>
                <a:lnTo>
                  <a:pt x="684516" y="67355"/>
                </a:lnTo>
                <a:lnTo>
                  <a:pt x="684748" y="68301"/>
                </a:lnTo>
                <a:lnTo>
                  <a:pt x="685001" y="69231"/>
                </a:lnTo>
                <a:lnTo>
                  <a:pt x="685277" y="70146"/>
                </a:lnTo>
                <a:lnTo>
                  <a:pt x="685574" y="71044"/>
                </a:lnTo>
                <a:lnTo>
                  <a:pt x="685894" y="71926"/>
                </a:lnTo>
                <a:lnTo>
                  <a:pt x="686236" y="72792"/>
                </a:lnTo>
                <a:lnTo>
                  <a:pt x="686599" y="73642"/>
                </a:lnTo>
                <a:lnTo>
                  <a:pt x="686985" y="74477"/>
                </a:lnTo>
                <a:lnTo>
                  <a:pt x="687393" y="75295"/>
                </a:lnTo>
                <a:lnTo>
                  <a:pt x="687823" y="76098"/>
                </a:lnTo>
                <a:lnTo>
                  <a:pt x="688275" y="76884"/>
                </a:lnTo>
                <a:lnTo>
                  <a:pt x="688749" y="77654"/>
                </a:lnTo>
                <a:lnTo>
                  <a:pt x="689245" y="78409"/>
                </a:lnTo>
                <a:lnTo>
                  <a:pt x="689763" y="79148"/>
                </a:lnTo>
                <a:lnTo>
                  <a:pt x="690448" y="80041"/>
                </a:lnTo>
                <a:lnTo>
                  <a:pt x="691164" y="80896"/>
                </a:lnTo>
                <a:lnTo>
                  <a:pt x="691909" y="81713"/>
                </a:lnTo>
                <a:lnTo>
                  <a:pt x="692685" y="82492"/>
                </a:lnTo>
                <a:lnTo>
                  <a:pt x="693491" y="83233"/>
                </a:lnTo>
                <a:lnTo>
                  <a:pt x="694328" y="83936"/>
                </a:lnTo>
                <a:lnTo>
                  <a:pt x="695194" y="84601"/>
                </a:lnTo>
                <a:lnTo>
                  <a:pt x="696091" y="85228"/>
                </a:lnTo>
                <a:lnTo>
                  <a:pt x="697018" y="85817"/>
                </a:lnTo>
                <a:lnTo>
                  <a:pt x="697976" y="86368"/>
                </a:lnTo>
                <a:lnTo>
                  <a:pt x="698963" y="86881"/>
                </a:lnTo>
                <a:lnTo>
                  <a:pt x="699981" y="87356"/>
                </a:lnTo>
                <a:lnTo>
                  <a:pt x="701029" y="87793"/>
                </a:lnTo>
                <a:lnTo>
                  <a:pt x="702108" y="88192"/>
                </a:lnTo>
                <a:lnTo>
                  <a:pt x="703216" y="88553"/>
                </a:lnTo>
                <a:lnTo>
                  <a:pt x="704355" y="88876"/>
                </a:lnTo>
                <a:lnTo>
                  <a:pt x="705524" y="89161"/>
                </a:lnTo>
                <a:lnTo>
                  <a:pt x="706723" y="89408"/>
                </a:lnTo>
                <a:lnTo>
                  <a:pt x="707952" y="89617"/>
                </a:lnTo>
                <a:lnTo>
                  <a:pt x="709212" y="89788"/>
                </a:lnTo>
                <a:lnTo>
                  <a:pt x="710502" y="89921"/>
                </a:lnTo>
                <a:lnTo>
                  <a:pt x="711822" y="90016"/>
                </a:lnTo>
                <a:lnTo>
                  <a:pt x="713172" y="90073"/>
                </a:lnTo>
                <a:lnTo>
                  <a:pt x="714553" y="90092"/>
                </a:lnTo>
                <a:lnTo>
                  <a:pt x="715429" y="90083"/>
                </a:lnTo>
                <a:lnTo>
                  <a:pt x="716292" y="90058"/>
                </a:lnTo>
                <a:lnTo>
                  <a:pt x="717143" y="90016"/>
                </a:lnTo>
                <a:lnTo>
                  <a:pt x="717982" y="89957"/>
                </a:lnTo>
                <a:lnTo>
                  <a:pt x="718808" y="89881"/>
                </a:lnTo>
                <a:lnTo>
                  <a:pt x="719623" y="89788"/>
                </a:lnTo>
                <a:lnTo>
                  <a:pt x="720425" y="89679"/>
                </a:lnTo>
                <a:lnTo>
                  <a:pt x="721214" y="89552"/>
                </a:lnTo>
                <a:lnTo>
                  <a:pt x="721992" y="89409"/>
                </a:lnTo>
                <a:lnTo>
                  <a:pt x="722757" y="89249"/>
                </a:lnTo>
                <a:lnTo>
                  <a:pt x="723509" y="89072"/>
                </a:lnTo>
                <a:lnTo>
                  <a:pt x="724250" y="88879"/>
                </a:lnTo>
                <a:lnTo>
                  <a:pt x="724978" y="88668"/>
                </a:lnTo>
                <a:lnTo>
                  <a:pt x="725694" y="88441"/>
                </a:lnTo>
                <a:lnTo>
                  <a:pt x="726398" y="88196"/>
                </a:lnTo>
                <a:lnTo>
                  <a:pt x="727089" y="87935"/>
                </a:lnTo>
                <a:lnTo>
                  <a:pt x="727768" y="87657"/>
                </a:lnTo>
                <a:lnTo>
                  <a:pt x="728435" y="87362"/>
                </a:lnTo>
                <a:lnTo>
                  <a:pt x="729090" y="87051"/>
                </a:lnTo>
                <a:lnTo>
                  <a:pt x="729732" y="86722"/>
                </a:lnTo>
                <a:lnTo>
                  <a:pt x="730362" y="86377"/>
                </a:lnTo>
                <a:lnTo>
                  <a:pt x="730980" y="86014"/>
                </a:lnTo>
                <a:lnTo>
                  <a:pt x="731585" y="85635"/>
                </a:lnTo>
                <a:lnTo>
                  <a:pt x="732178" y="85239"/>
                </a:lnTo>
                <a:lnTo>
                  <a:pt x="732759" y="84827"/>
                </a:lnTo>
                <a:lnTo>
                  <a:pt x="733326" y="84400"/>
                </a:lnTo>
                <a:lnTo>
                  <a:pt x="733880" y="83957"/>
                </a:lnTo>
                <a:lnTo>
                  <a:pt x="734421" y="83499"/>
                </a:lnTo>
                <a:lnTo>
                  <a:pt x="734949" y="83025"/>
                </a:lnTo>
                <a:lnTo>
                  <a:pt x="735464" y="82536"/>
                </a:lnTo>
                <a:lnTo>
                  <a:pt x="735966" y="82032"/>
                </a:lnTo>
                <a:lnTo>
                  <a:pt x="736455" y="81512"/>
                </a:lnTo>
                <a:lnTo>
                  <a:pt x="736930" y="80977"/>
                </a:lnTo>
                <a:lnTo>
                  <a:pt x="737392" y="80427"/>
                </a:lnTo>
                <a:lnTo>
                  <a:pt x="737842" y="79861"/>
                </a:lnTo>
                <a:lnTo>
                  <a:pt x="738278" y="79280"/>
                </a:lnTo>
                <a:lnTo>
                  <a:pt x="738701" y="78683"/>
                </a:lnTo>
                <a:lnTo>
                  <a:pt x="739111" y="78071"/>
                </a:lnTo>
                <a:lnTo>
                  <a:pt x="739507" y="77444"/>
                </a:lnTo>
                <a:lnTo>
                  <a:pt x="739891" y="76801"/>
                </a:lnTo>
                <a:lnTo>
                  <a:pt x="740261" y="76143"/>
                </a:lnTo>
                <a:lnTo>
                  <a:pt x="740619" y="75470"/>
                </a:lnTo>
                <a:lnTo>
                  <a:pt x="740963" y="74781"/>
                </a:lnTo>
                <a:lnTo>
                  <a:pt x="741294" y="74077"/>
                </a:lnTo>
                <a:lnTo>
                  <a:pt x="741612" y="73357"/>
                </a:lnTo>
                <a:lnTo>
                  <a:pt x="741917" y="72622"/>
                </a:lnTo>
                <a:lnTo>
                  <a:pt x="742209" y="71872"/>
                </a:lnTo>
                <a:lnTo>
                  <a:pt x="742488" y="71106"/>
                </a:lnTo>
                <a:lnTo>
                  <a:pt x="725558" y="68204"/>
                </a:lnTo>
                <a:lnTo>
                  <a:pt x="725439" y="68602"/>
                </a:lnTo>
                <a:lnTo>
                  <a:pt x="725317" y="68991"/>
                </a:lnTo>
                <a:lnTo>
                  <a:pt x="725189" y="69371"/>
                </a:lnTo>
                <a:lnTo>
                  <a:pt x="725057" y="69742"/>
                </a:lnTo>
                <a:close/>
                <a:moveTo>
                  <a:pt x="701173" y="49346"/>
                </a:moveTo>
                <a:lnTo>
                  <a:pt x="701212" y="48804"/>
                </a:lnTo>
                <a:lnTo>
                  <a:pt x="701265" y="48272"/>
                </a:lnTo>
                <a:lnTo>
                  <a:pt x="701330" y="47750"/>
                </a:lnTo>
                <a:lnTo>
                  <a:pt x="701409" y="47238"/>
                </a:lnTo>
                <a:lnTo>
                  <a:pt x="701500" y="46736"/>
                </a:lnTo>
                <a:lnTo>
                  <a:pt x="701603" y="46244"/>
                </a:lnTo>
                <a:lnTo>
                  <a:pt x="701720" y="45762"/>
                </a:lnTo>
                <a:lnTo>
                  <a:pt x="701849" y="45291"/>
                </a:lnTo>
                <a:lnTo>
                  <a:pt x="701992" y="44829"/>
                </a:lnTo>
                <a:lnTo>
                  <a:pt x="702147" y="44377"/>
                </a:lnTo>
                <a:lnTo>
                  <a:pt x="702315" y="43936"/>
                </a:lnTo>
                <a:lnTo>
                  <a:pt x="702495" y="43504"/>
                </a:lnTo>
                <a:lnTo>
                  <a:pt x="702689" y="43082"/>
                </a:lnTo>
                <a:lnTo>
                  <a:pt x="702895" y="42671"/>
                </a:lnTo>
                <a:lnTo>
                  <a:pt x="703114" y="42269"/>
                </a:lnTo>
                <a:lnTo>
                  <a:pt x="703346" y="41878"/>
                </a:lnTo>
                <a:lnTo>
                  <a:pt x="703591" y="41496"/>
                </a:lnTo>
                <a:lnTo>
                  <a:pt x="703848" y="41125"/>
                </a:lnTo>
                <a:lnTo>
                  <a:pt x="704118" y="40763"/>
                </a:lnTo>
                <a:lnTo>
                  <a:pt x="704402" y="40412"/>
                </a:lnTo>
                <a:lnTo>
                  <a:pt x="704697" y="40071"/>
                </a:lnTo>
                <a:lnTo>
                  <a:pt x="705003" y="39742"/>
                </a:lnTo>
                <a:lnTo>
                  <a:pt x="705315" y="39426"/>
                </a:lnTo>
                <a:lnTo>
                  <a:pt x="705635" y="39125"/>
                </a:lnTo>
                <a:lnTo>
                  <a:pt x="705960" y="38838"/>
                </a:lnTo>
                <a:lnTo>
                  <a:pt x="706293" y="38565"/>
                </a:lnTo>
                <a:lnTo>
                  <a:pt x="706632" y="38306"/>
                </a:lnTo>
                <a:lnTo>
                  <a:pt x="706978" y="38061"/>
                </a:lnTo>
                <a:lnTo>
                  <a:pt x="707331" y="37830"/>
                </a:lnTo>
                <a:lnTo>
                  <a:pt x="707690" y="37612"/>
                </a:lnTo>
                <a:lnTo>
                  <a:pt x="708057" y="37409"/>
                </a:lnTo>
                <a:lnTo>
                  <a:pt x="708429" y="37220"/>
                </a:lnTo>
                <a:lnTo>
                  <a:pt x="708809" y="37045"/>
                </a:lnTo>
                <a:lnTo>
                  <a:pt x="709195" y="36884"/>
                </a:lnTo>
                <a:lnTo>
                  <a:pt x="709588" y="36737"/>
                </a:lnTo>
                <a:lnTo>
                  <a:pt x="709988" y="36604"/>
                </a:lnTo>
                <a:lnTo>
                  <a:pt x="710394" y="36485"/>
                </a:lnTo>
                <a:lnTo>
                  <a:pt x="710808" y="36380"/>
                </a:lnTo>
                <a:lnTo>
                  <a:pt x="711228" y="36289"/>
                </a:lnTo>
                <a:lnTo>
                  <a:pt x="711654" y="36212"/>
                </a:lnTo>
                <a:lnTo>
                  <a:pt x="712087" y="36149"/>
                </a:lnTo>
                <a:lnTo>
                  <a:pt x="712528" y="36100"/>
                </a:lnTo>
                <a:lnTo>
                  <a:pt x="712974" y="36065"/>
                </a:lnTo>
                <a:lnTo>
                  <a:pt x="713428" y="36044"/>
                </a:lnTo>
                <a:lnTo>
                  <a:pt x="713888" y="36037"/>
                </a:lnTo>
                <a:lnTo>
                  <a:pt x="714319" y="36043"/>
                </a:lnTo>
                <a:lnTo>
                  <a:pt x="714744" y="36063"/>
                </a:lnTo>
                <a:lnTo>
                  <a:pt x="715163" y="36096"/>
                </a:lnTo>
                <a:lnTo>
                  <a:pt x="715578" y="36143"/>
                </a:lnTo>
                <a:lnTo>
                  <a:pt x="715986" y="36203"/>
                </a:lnTo>
                <a:lnTo>
                  <a:pt x="716390" y="36276"/>
                </a:lnTo>
                <a:lnTo>
                  <a:pt x="716788" y="36362"/>
                </a:lnTo>
                <a:lnTo>
                  <a:pt x="717180" y="36462"/>
                </a:lnTo>
                <a:lnTo>
                  <a:pt x="717567" y="36574"/>
                </a:lnTo>
                <a:lnTo>
                  <a:pt x="717948" y="36701"/>
                </a:lnTo>
                <a:lnTo>
                  <a:pt x="718324" y="36840"/>
                </a:lnTo>
                <a:lnTo>
                  <a:pt x="718695" y="36993"/>
                </a:lnTo>
                <a:lnTo>
                  <a:pt x="719060" y="37159"/>
                </a:lnTo>
                <a:lnTo>
                  <a:pt x="719420" y="37338"/>
                </a:lnTo>
                <a:lnTo>
                  <a:pt x="719774" y="37531"/>
                </a:lnTo>
                <a:lnTo>
                  <a:pt x="720123" y="37736"/>
                </a:lnTo>
                <a:lnTo>
                  <a:pt x="720466" y="37955"/>
                </a:lnTo>
                <a:lnTo>
                  <a:pt x="720804" y="38188"/>
                </a:lnTo>
                <a:lnTo>
                  <a:pt x="721136" y="38434"/>
                </a:lnTo>
                <a:lnTo>
                  <a:pt x="721463" y="38692"/>
                </a:lnTo>
                <a:lnTo>
                  <a:pt x="721784" y="38965"/>
                </a:lnTo>
                <a:lnTo>
                  <a:pt x="722100" y="39250"/>
                </a:lnTo>
                <a:lnTo>
                  <a:pt x="722411" y="39549"/>
                </a:lnTo>
                <a:lnTo>
                  <a:pt x="722716" y="39861"/>
                </a:lnTo>
                <a:lnTo>
                  <a:pt x="723012" y="40186"/>
                </a:lnTo>
                <a:lnTo>
                  <a:pt x="723296" y="40523"/>
                </a:lnTo>
                <a:lnTo>
                  <a:pt x="723569" y="40872"/>
                </a:lnTo>
                <a:lnTo>
                  <a:pt x="723829" y="41234"/>
                </a:lnTo>
                <a:lnTo>
                  <a:pt x="724078" y="41607"/>
                </a:lnTo>
                <a:lnTo>
                  <a:pt x="724314" y="41993"/>
                </a:lnTo>
                <a:lnTo>
                  <a:pt x="724539" y="42392"/>
                </a:lnTo>
                <a:lnTo>
                  <a:pt x="724751" y="42802"/>
                </a:lnTo>
                <a:lnTo>
                  <a:pt x="724952" y="43225"/>
                </a:lnTo>
                <a:lnTo>
                  <a:pt x="725141" y="43659"/>
                </a:lnTo>
                <a:lnTo>
                  <a:pt x="725317" y="44107"/>
                </a:lnTo>
                <a:lnTo>
                  <a:pt x="725482" y="44566"/>
                </a:lnTo>
                <a:lnTo>
                  <a:pt x="725635" y="45037"/>
                </a:lnTo>
                <a:lnTo>
                  <a:pt x="725775" y="45521"/>
                </a:lnTo>
                <a:lnTo>
                  <a:pt x="725904" y="46017"/>
                </a:lnTo>
                <a:lnTo>
                  <a:pt x="726021" y="46526"/>
                </a:lnTo>
                <a:lnTo>
                  <a:pt x="726126" y="47046"/>
                </a:lnTo>
                <a:lnTo>
                  <a:pt x="726219" y="47579"/>
                </a:lnTo>
                <a:lnTo>
                  <a:pt x="726300" y="48124"/>
                </a:lnTo>
                <a:lnTo>
                  <a:pt x="726369" y="48681"/>
                </a:lnTo>
                <a:lnTo>
                  <a:pt x="726426" y="49250"/>
                </a:lnTo>
                <a:lnTo>
                  <a:pt x="726471" y="49832"/>
                </a:lnTo>
                <a:lnTo>
                  <a:pt x="726504" y="50426"/>
                </a:lnTo>
                <a:lnTo>
                  <a:pt x="726525" y="51032"/>
                </a:lnTo>
                <a:lnTo>
                  <a:pt x="701130" y="51032"/>
                </a:lnTo>
                <a:lnTo>
                  <a:pt x="701131" y="50460"/>
                </a:lnTo>
                <a:lnTo>
                  <a:pt x="701146" y="49898"/>
                </a:lnTo>
                <a:lnTo>
                  <a:pt x="701173" y="49346"/>
                </a:lnTo>
                <a:close/>
                <a:moveTo>
                  <a:pt x="602088" y="88640"/>
                </a:moveTo>
                <a:lnTo>
                  <a:pt x="602088" y="24428"/>
                </a:lnTo>
                <a:lnTo>
                  <a:pt x="585097" y="24428"/>
                </a:lnTo>
                <a:lnTo>
                  <a:pt x="585097" y="88640"/>
                </a:lnTo>
                <a:lnTo>
                  <a:pt x="602088" y="88640"/>
                </a:lnTo>
                <a:close/>
                <a:moveTo>
                  <a:pt x="817807" y="113189"/>
                </a:moveTo>
                <a:lnTo>
                  <a:pt x="817807" y="102064"/>
                </a:lnTo>
                <a:lnTo>
                  <a:pt x="747185" y="102064"/>
                </a:lnTo>
                <a:lnTo>
                  <a:pt x="747185" y="113189"/>
                </a:lnTo>
                <a:lnTo>
                  <a:pt x="817807" y="113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0E544-7890-4CF7-9B82-C88DCE49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250" y="517790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6A407-4FD9-4A5E-BDD8-2A0A2AD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250" y="517790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7D31D-2FB1-4C86-962A-AAAD140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19" y="520397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C770C-1D56-48E8-ABBB-98FD558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15" y="5151832"/>
            <a:ext cx="2672135" cy="1701042"/>
          </a:xfrm>
          <a:custGeom xmlns:a="http://schemas.openxmlformats.org/drawingml/2006/main">
            <a:pathLst>
              <a:path w="2672135" h="1701042">
                <a:moveTo>
                  <a:pt x="0" y="0"/>
                </a:moveTo>
                <a:lnTo>
                  <a:pt x="2672135" y="0"/>
                </a:lnTo>
                <a:lnTo>
                  <a:pt x="2672135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A8BB7-562D-492A-AE95-BD598D5B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15" y="5151832"/>
            <a:ext cx="2672135" cy="1701042"/>
          </a:xfrm>
          <a:custGeom xmlns:a="http://schemas.openxmlformats.org/drawingml/2006/main">
            <a:pathLst>
              <a:path w="2672135" h="1701042" fill="none">
                <a:moveTo>
                  <a:pt x="0" y="0"/>
                </a:moveTo>
                <a:lnTo>
                  <a:pt x="2672135" y="0"/>
                </a:lnTo>
                <a:lnTo>
                  <a:pt x="2672135" y="1701042"/>
                </a:lnTo>
                <a:lnTo>
                  <a:pt x="0" y="17010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39AA8-D17D-48DB-BE64-8876824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88" y="5549394"/>
            <a:ext cx="2665617" cy="6517"/>
          </a:xfrm>
          <a:custGeom xmlns:a="http://schemas.openxmlformats.org/drawingml/2006/main">
            <a:pathLst>
              <a:path w="2665617" h="6517" fill="none">
                <a:moveTo>
                  <a:pt x="0" y="0"/>
                </a:moveTo>
                <a:lnTo>
                  <a:pt x="2665617" y="0"/>
                </a:lnTo>
                <a:lnTo>
                  <a:pt x="2665617" y="6517"/>
                </a:lnTo>
                <a:lnTo>
                  <a:pt x="0" y="65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196" name="Text &lt;&lt;subsystem&gt;&gt;">
            <a:extLst xmlns:a="http://schemas.openxmlformats.org/drawingml/2006/main">
              <a:ext uri="{FF2B5EF4-FFF2-40B4-BE49-F238E27FC236}">
                <a16:creationId xmlns:a16="http://schemas.microsoft.com/office/drawing/2014/main" id="{BE272FEB-B188-46EB-9D69-1313473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31" y="5209834"/>
            <a:ext cx="867449" cy="114761"/>
          </a:xfrm>
          <a:custGeom xmlns:a="http://schemas.openxmlformats.org/drawingml/2006/main">
            <a:pathLst>
              <a:path w="867449" h="114761">
                <a:moveTo>
                  <a:pt x="0" y="49822"/>
                </a:moveTo>
                <a:lnTo>
                  <a:pt x="0" y="39665"/>
                </a:lnTo>
                <a:lnTo>
                  <a:pt x="58711" y="14874"/>
                </a:lnTo>
                <a:lnTo>
                  <a:pt x="58711" y="25758"/>
                </a:lnTo>
                <a:lnTo>
                  <a:pt x="12153" y="44804"/>
                </a:lnTo>
                <a:lnTo>
                  <a:pt x="58711" y="64092"/>
                </a:lnTo>
                <a:lnTo>
                  <a:pt x="58711" y="74976"/>
                </a:lnTo>
                <a:lnTo>
                  <a:pt x="0" y="49822"/>
                </a:lnTo>
                <a:close/>
                <a:moveTo>
                  <a:pt x="72317" y="49822"/>
                </a:moveTo>
                <a:lnTo>
                  <a:pt x="72317" y="39665"/>
                </a:lnTo>
                <a:lnTo>
                  <a:pt x="131028" y="14874"/>
                </a:lnTo>
                <a:lnTo>
                  <a:pt x="131028" y="25758"/>
                </a:lnTo>
                <a:lnTo>
                  <a:pt x="84470" y="44804"/>
                </a:lnTo>
                <a:lnTo>
                  <a:pt x="131028" y="64092"/>
                </a:lnTo>
                <a:lnTo>
                  <a:pt x="131028" y="74976"/>
                </a:lnTo>
                <a:lnTo>
                  <a:pt x="72317" y="49822"/>
                </a:lnTo>
                <a:close/>
                <a:moveTo>
                  <a:pt x="141671" y="69413"/>
                </a:moveTo>
                <a:lnTo>
                  <a:pt x="152434" y="67720"/>
                </a:lnTo>
                <a:cubicBezTo>
                  <a:pt x="153039" y="72014"/>
                  <a:pt x="154722" y="75305"/>
                  <a:pt x="157483" y="77593"/>
                </a:cubicBezTo>
                <a:cubicBezTo>
                  <a:pt x="160244" y="79879"/>
                  <a:pt x="164104" y="81022"/>
                  <a:pt x="169062" y="81022"/>
                </a:cubicBezTo>
                <a:cubicBezTo>
                  <a:pt x="174060" y="81022"/>
                  <a:pt x="177769" y="80012"/>
                  <a:pt x="180187" y="77993"/>
                </a:cubicBezTo>
                <a:cubicBezTo>
                  <a:pt x="182606" y="75973"/>
                  <a:pt x="183815" y="73603"/>
                  <a:pt x="183815" y="70885"/>
                </a:cubicBezTo>
                <a:cubicBezTo>
                  <a:pt x="183815" y="68445"/>
                  <a:pt x="182747" y="66525"/>
                  <a:pt x="180610" y="65126"/>
                </a:cubicBezTo>
                <a:cubicBezTo>
                  <a:pt x="179119" y="64166"/>
                  <a:pt x="175410" y="62946"/>
                  <a:pt x="169485" y="61466"/>
                </a:cubicBezTo>
                <a:cubicBezTo>
                  <a:pt x="161504" y="59449"/>
                  <a:pt x="155971" y="57704"/>
                  <a:pt x="152888" y="56232"/>
                </a:cubicBezTo>
                <a:cubicBezTo>
                  <a:pt x="149804" y="54759"/>
                  <a:pt x="147466" y="52722"/>
                  <a:pt x="145874" y="50119"/>
                </a:cubicBezTo>
                <a:cubicBezTo>
                  <a:pt x="144281" y="47517"/>
                  <a:pt x="143485" y="44642"/>
                  <a:pt x="143485" y="41495"/>
                </a:cubicBezTo>
                <a:cubicBezTo>
                  <a:pt x="143485" y="38631"/>
                  <a:pt x="144140" y="35978"/>
                  <a:pt x="145450" y="33537"/>
                </a:cubicBezTo>
                <a:cubicBezTo>
                  <a:pt x="146761" y="31096"/>
                  <a:pt x="148544" y="29068"/>
                  <a:pt x="150802" y="27455"/>
                </a:cubicBezTo>
                <a:cubicBezTo>
                  <a:pt x="152495" y="26204"/>
                  <a:pt x="154802" y="25145"/>
                  <a:pt x="157725" y="24278"/>
                </a:cubicBezTo>
                <a:cubicBezTo>
                  <a:pt x="160647" y="23410"/>
                  <a:pt x="163781" y="22976"/>
                  <a:pt x="167127" y="22976"/>
                </a:cubicBezTo>
                <a:cubicBezTo>
                  <a:pt x="172166" y="22976"/>
                  <a:pt x="176590" y="23707"/>
                  <a:pt x="180399" y="25168"/>
                </a:cubicBezTo>
                <a:cubicBezTo>
                  <a:pt x="184208" y="26628"/>
                  <a:pt x="187020" y="28606"/>
                  <a:pt x="188834" y="31103"/>
                </a:cubicBezTo>
                <a:cubicBezTo>
                  <a:pt x="190647" y="33599"/>
                  <a:pt x="191897" y="36936"/>
                  <a:pt x="192582" y="41116"/>
                </a:cubicBezTo>
                <a:lnTo>
                  <a:pt x="181941" y="42567"/>
                </a:lnTo>
                <a:cubicBezTo>
                  <a:pt x="181457" y="39261"/>
                  <a:pt x="180056" y="36682"/>
                  <a:pt x="177738" y="34827"/>
                </a:cubicBezTo>
                <a:cubicBezTo>
                  <a:pt x="175421" y="32973"/>
                  <a:pt x="172145" y="32046"/>
                  <a:pt x="167913" y="32046"/>
                </a:cubicBezTo>
                <a:cubicBezTo>
                  <a:pt x="162915" y="32046"/>
                  <a:pt x="159347" y="32869"/>
                  <a:pt x="157211" y="34514"/>
                </a:cubicBezTo>
                <a:cubicBezTo>
                  <a:pt x="155074" y="36158"/>
                  <a:pt x="154006" y="38083"/>
                  <a:pt x="154006" y="40290"/>
                </a:cubicBezTo>
                <a:cubicBezTo>
                  <a:pt x="154006" y="41693"/>
                  <a:pt x="154450" y="42957"/>
                  <a:pt x="155336" y="44080"/>
                </a:cubicBezTo>
                <a:cubicBezTo>
                  <a:pt x="156223" y="45243"/>
                  <a:pt x="157614" y="46205"/>
                  <a:pt x="159508" y="46967"/>
                </a:cubicBezTo>
                <a:cubicBezTo>
                  <a:pt x="160597" y="47369"/>
                  <a:pt x="163801" y="48292"/>
                  <a:pt x="169122" y="49736"/>
                </a:cubicBezTo>
                <a:cubicBezTo>
                  <a:pt x="176821" y="51790"/>
                  <a:pt x="182193" y="53472"/>
                  <a:pt x="185236" y="54781"/>
                </a:cubicBezTo>
                <a:cubicBezTo>
                  <a:pt x="188279" y="56089"/>
                  <a:pt x="190668" y="57993"/>
                  <a:pt x="192401" y="60491"/>
                </a:cubicBezTo>
                <a:cubicBezTo>
                  <a:pt x="194134" y="62987"/>
                  <a:pt x="195001" y="66088"/>
                  <a:pt x="195001" y="69793"/>
                </a:cubicBezTo>
                <a:cubicBezTo>
                  <a:pt x="195001" y="73418"/>
                  <a:pt x="193943" y="76832"/>
                  <a:pt x="191826" y="80034"/>
                </a:cubicBezTo>
                <a:cubicBezTo>
                  <a:pt x="189710" y="83235"/>
                  <a:pt x="186657" y="85711"/>
                  <a:pt x="182666" y="87463"/>
                </a:cubicBezTo>
                <a:cubicBezTo>
                  <a:pt x="178676" y="89216"/>
                  <a:pt x="174161" y="90092"/>
                  <a:pt x="169122" y="90092"/>
                </a:cubicBezTo>
                <a:cubicBezTo>
                  <a:pt x="160778" y="90092"/>
                  <a:pt x="154419" y="88353"/>
                  <a:pt x="150046" y="84877"/>
                </a:cubicBezTo>
                <a:cubicBezTo>
                  <a:pt x="145672" y="81400"/>
                  <a:pt x="142881" y="76245"/>
                  <a:pt x="141671" y="69413"/>
                </a:cubicBezTo>
                <a:close/>
                <a:moveTo>
                  <a:pt x="250023" y="88640"/>
                </a:moveTo>
                <a:lnTo>
                  <a:pt x="250023" y="79208"/>
                </a:lnTo>
                <a:cubicBezTo>
                  <a:pt x="245025" y="86464"/>
                  <a:pt x="238233" y="90092"/>
                  <a:pt x="229647" y="90092"/>
                </a:cubicBezTo>
                <a:cubicBezTo>
                  <a:pt x="225858" y="90092"/>
                  <a:pt x="222321" y="89366"/>
                  <a:pt x="219036" y="87915"/>
                </a:cubicBezTo>
                <a:cubicBezTo>
                  <a:pt x="215750" y="86464"/>
                  <a:pt x="213312" y="84640"/>
                  <a:pt x="211719" y="82443"/>
                </a:cubicBezTo>
                <a:cubicBezTo>
                  <a:pt x="210127" y="80246"/>
                  <a:pt x="209009" y="77555"/>
                  <a:pt x="208364" y="74371"/>
                </a:cubicBezTo>
                <a:cubicBezTo>
                  <a:pt x="207920" y="72235"/>
                  <a:pt x="207698" y="68849"/>
                  <a:pt x="207698" y="64213"/>
                </a:cubicBezTo>
                <a:lnTo>
                  <a:pt x="207698" y="24428"/>
                </a:lnTo>
                <a:lnTo>
                  <a:pt x="218582" y="24428"/>
                </a:lnTo>
                <a:lnTo>
                  <a:pt x="218582" y="60041"/>
                </a:lnTo>
                <a:cubicBezTo>
                  <a:pt x="218582" y="65725"/>
                  <a:pt x="218804" y="69554"/>
                  <a:pt x="219247" y="71529"/>
                </a:cubicBezTo>
                <a:cubicBezTo>
                  <a:pt x="219932" y="74391"/>
                  <a:pt x="221384" y="76638"/>
                  <a:pt x="223601" y="78271"/>
                </a:cubicBezTo>
                <a:cubicBezTo>
                  <a:pt x="225818" y="79903"/>
                  <a:pt x="228559" y="80720"/>
                  <a:pt x="231824" y="80720"/>
                </a:cubicBezTo>
                <a:cubicBezTo>
                  <a:pt x="235089" y="80720"/>
                  <a:pt x="238152" y="79883"/>
                  <a:pt x="241014" y="78210"/>
                </a:cubicBezTo>
                <a:cubicBezTo>
                  <a:pt x="243876" y="76538"/>
                  <a:pt x="245902" y="74260"/>
                  <a:pt x="247091" y="71378"/>
                </a:cubicBezTo>
                <a:cubicBezTo>
                  <a:pt x="248280" y="68496"/>
                  <a:pt x="248875" y="64314"/>
                  <a:pt x="248875" y="58832"/>
                </a:cubicBezTo>
                <a:lnTo>
                  <a:pt x="248875" y="24428"/>
                </a:lnTo>
                <a:lnTo>
                  <a:pt x="259758" y="24428"/>
                </a:lnTo>
                <a:lnTo>
                  <a:pt x="259758" y="88640"/>
                </a:lnTo>
                <a:lnTo>
                  <a:pt x="250023" y="88640"/>
                </a:lnTo>
                <a:close/>
                <a:moveTo>
                  <a:pt x="286827" y="88640"/>
                </a:moveTo>
                <a:lnTo>
                  <a:pt x="276730" y="88640"/>
                </a:lnTo>
                <a:lnTo>
                  <a:pt x="276730" y="0"/>
                </a:lnTo>
                <a:lnTo>
                  <a:pt x="287613" y="0"/>
                </a:lnTo>
                <a:lnTo>
                  <a:pt x="287613" y="31740"/>
                </a:lnTo>
                <a:cubicBezTo>
                  <a:pt x="292208" y="25898"/>
                  <a:pt x="298073" y="22976"/>
                  <a:pt x="305208" y="22976"/>
                </a:cubicBezTo>
                <a:cubicBezTo>
                  <a:pt x="309159" y="22976"/>
                  <a:pt x="312897" y="23772"/>
                  <a:pt x="316424" y="25365"/>
                </a:cubicBezTo>
                <a:cubicBezTo>
                  <a:pt x="319951" y="26957"/>
                  <a:pt x="322854" y="29194"/>
                  <a:pt x="325131" y="32076"/>
                </a:cubicBezTo>
                <a:cubicBezTo>
                  <a:pt x="327409" y="34958"/>
                  <a:pt x="329192" y="38435"/>
                  <a:pt x="330482" y="42506"/>
                </a:cubicBezTo>
                <a:cubicBezTo>
                  <a:pt x="331772" y="46578"/>
                  <a:pt x="332417" y="50931"/>
                  <a:pt x="332417" y="55567"/>
                </a:cubicBezTo>
                <a:cubicBezTo>
                  <a:pt x="332417" y="66571"/>
                  <a:pt x="329696" y="75076"/>
                  <a:pt x="324254" y="81082"/>
                </a:cubicBezTo>
                <a:cubicBezTo>
                  <a:pt x="318813" y="87089"/>
                  <a:pt x="312283" y="90092"/>
                  <a:pt x="304664" y="90092"/>
                </a:cubicBezTo>
                <a:cubicBezTo>
                  <a:pt x="297086" y="90092"/>
                  <a:pt x="291140" y="86887"/>
                  <a:pt x="286827" y="80478"/>
                </a:cubicBezTo>
                <a:lnTo>
                  <a:pt x="286827" y="88640"/>
                </a:lnTo>
                <a:moveTo>
                  <a:pt x="286706" y="56052"/>
                </a:moveTo>
                <a:cubicBezTo>
                  <a:pt x="286706" y="63713"/>
                  <a:pt x="287754" y="69249"/>
                  <a:pt x="289850" y="72659"/>
                </a:cubicBezTo>
                <a:cubicBezTo>
                  <a:pt x="293277" y="78234"/>
                  <a:pt x="297912" y="81022"/>
                  <a:pt x="303757" y="81022"/>
                </a:cubicBezTo>
                <a:cubicBezTo>
                  <a:pt x="308514" y="81022"/>
                  <a:pt x="312625" y="78966"/>
                  <a:pt x="316092" y="74855"/>
                </a:cubicBezTo>
                <a:cubicBezTo>
                  <a:pt x="319558" y="70743"/>
                  <a:pt x="321292" y="64616"/>
                  <a:pt x="321292" y="56474"/>
                </a:cubicBezTo>
                <a:cubicBezTo>
                  <a:pt x="321292" y="48131"/>
                  <a:pt x="319629" y="41974"/>
                  <a:pt x="316303" y="38004"/>
                </a:cubicBezTo>
                <a:cubicBezTo>
                  <a:pt x="312978" y="34032"/>
                  <a:pt x="308957" y="32046"/>
                  <a:pt x="304241" y="32046"/>
                </a:cubicBezTo>
                <a:cubicBezTo>
                  <a:pt x="299484" y="32046"/>
                  <a:pt x="295373" y="34102"/>
                  <a:pt x="291906" y="38213"/>
                </a:cubicBezTo>
                <a:cubicBezTo>
                  <a:pt x="288439" y="42325"/>
                  <a:pt x="286706" y="48271"/>
                  <a:pt x="286706" y="56052"/>
                </a:cubicBezTo>
                <a:close/>
                <a:moveTo>
                  <a:pt x="341286" y="69413"/>
                </a:moveTo>
                <a:lnTo>
                  <a:pt x="352049" y="67720"/>
                </a:lnTo>
                <a:cubicBezTo>
                  <a:pt x="352654" y="72014"/>
                  <a:pt x="354337" y="75305"/>
                  <a:pt x="357098" y="77593"/>
                </a:cubicBezTo>
                <a:cubicBezTo>
                  <a:pt x="359859" y="79879"/>
                  <a:pt x="363719" y="81022"/>
                  <a:pt x="368677" y="81022"/>
                </a:cubicBezTo>
                <a:cubicBezTo>
                  <a:pt x="373675" y="81022"/>
                  <a:pt x="377384" y="80012"/>
                  <a:pt x="379802" y="77993"/>
                </a:cubicBezTo>
                <a:cubicBezTo>
                  <a:pt x="382221" y="75973"/>
                  <a:pt x="383430" y="73603"/>
                  <a:pt x="383430" y="70885"/>
                </a:cubicBezTo>
                <a:cubicBezTo>
                  <a:pt x="383430" y="68445"/>
                  <a:pt x="382362" y="66525"/>
                  <a:pt x="380225" y="65126"/>
                </a:cubicBezTo>
                <a:cubicBezTo>
                  <a:pt x="378734" y="64166"/>
                  <a:pt x="375025" y="62946"/>
                  <a:pt x="369100" y="61466"/>
                </a:cubicBezTo>
                <a:cubicBezTo>
                  <a:pt x="361119" y="59449"/>
                  <a:pt x="355586" y="57704"/>
                  <a:pt x="352503" y="56232"/>
                </a:cubicBezTo>
                <a:cubicBezTo>
                  <a:pt x="349419" y="54759"/>
                  <a:pt x="347081" y="52722"/>
                  <a:pt x="345489" y="50119"/>
                </a:cubicBezTo>
                <a:cubicBezTo>
                  <a:pt x="343896" y="47517"/>
                  <a:pt x="343100" y="44642"/>
                  <a:pt x="343100" y="41495"/>
                </a:cubicBezTo>
                <a:cubicBezTo>
                  <a:pt x="343100" y="38631"/>
                  <a:pt x="343755" y="35978"/>
                  <a:pt x="345065" y="33537"/>
                </a:cubicBezTo>
                <a:cubicBezTo>
                  <a:pt x="346375" y="31096"/>
                  <a:pt x="348159" y="29068"/>
                  <a:pt x="350417" y="27455"/>
                </a:cubicBezTo>
                <a:cubicBezTo>
                  <a:pt x="352110" y="26204"/>
                  <a:pt x="354417" y="25145"/>
                  <a:pt x="357340" y="24278"/>
                </a:cubicBezTo>
                <a:cubicBezTo>
                  <a:pt x="360262" y="23410"/>
                  <a:pt x="363396" y="22976"/>
                  <a:pt x="366742" y="22976"/>
                </a:cubicBezTo>
                <a:cubicBezTo>
                  <a:pt x="371781" y="22976"/>
                  <a:pt x="376204" y="23707"/>
                  <a:pt x="380014" y="25168"/>
                </a:cubicBezTo>
                <a:cubicBezTo>
                  <a:pt x="383823" y="26628"/>
                  <a:pt x="386635" y="28606"/>
                  <a:pt x="388448" y="31103"/>
                </a:cubicBezTo>
                <a:cubicBezTo>
                  <a:pt x="390262" y="33599"/>
                  <a:pt x="391512" y="36936"/>
                  <a:pt x="392197" y="41116"/>
                </a:cubicBezTo>
                <a:lnTo>
                  <a:pt x="381556" y="42567"/>
                </a:lnTo>
                <a:cubicBezTo>
                  <a:pt x="381072" y="39261"/>
                  <a:pt x="379671" y="36682"/>
                  <a:pt x="377353" y="34827"/>
                </a:cubicBezTo>
                <a:cubicBezTo>
                  <a:pt x="375036" y="32973"/>
                  <a:pt x="371760" y="32046"/>
                  <a:pt x="367528" y="32046"/>
                </a:cubicBezTo>
                <a:cubicBezTo>
                  <a:pt x="362530" y="32046"/>
                  <a:pt x="358962" y="32869"/>
                  <a:pt x="356826" y="34514"/>
                </a:cubicBezTo>
                <a:cubicBezTo>
                  <a:pt x="354689" y="36158"/>
                  <a:pt x="353621" y="38083"/>
                  <a:pt x="353621" y="40290"/>
                </a:cubicBezTo>
                <a:cubicBezTo>
                  <a:pt x="353621" y="41693"/>
                  <a:pt x="354065" y="42957"/>
                  <a:pt x="354951" y="44080"/>
                </a:cubicBezTo>
                <a:cubicBezTo>
                  <a:pt x="355838" y="45243"/>
                  <a:pt x="357229" y="46205"/>
                  <a:pt x="359123" y="46967"/>
                </a:cubicBezTo>
                <a:cubicBezTo>
                  <a:pt x="360212" y="47369"/>
                  <a:pt x="363416" y="48292"/>
                  <a:pt x="368737" y="49736"/>
                </a:cubicBezTo>
                <a:cubicBezTo>
                  <a:pt x="376436" y="51790"/>
                  <a:pt x="381808" y="53472"/>
                  <a:pt x="384851" y="54781"/>
                </a:cubicBezTo>
                <a:cubicBezTo>
                  <a:pt x="387894" y="56089"/>
                  <a:pt x="390283" y="57993"/>
                  <a:pt x="392016" y="60491"/>
                </a:cubicBezTo>
                <a:cubicBezTo>
                  <a:pt x="393749" y="62987"/>
                  <a:pt x="394616" y="66088"/>
                  <a:pt x="394616" y="69793"/>
                </a:cubicBezTo>
                <a:cubicBezTo>
                  <a:pt x="394616" y="73418"/>
                  <a:pt x="393558" y="76832"/>
                  <a:pt x="391441" y="80034"/>
                </a:cubicBezTo>
                <a:cubicBezTo>
                  <a:pt x="389325" y="83235"/>
                  <a:pt x="386272" y="85711"/>
                  <a:pt x="382281" y="87463"/>
                </a:cubicBezTo>
                <a:cubicBezTo>
                  <a:pt x="378291" y="89216"/>
                  <a:pt x="373776" y="90092"/>
                  <a:pt x="368737" y="90092"/>
                </a:cubicBezTo>
                <a:cubicBezTo>
                  <a:pt x="360393" y="90092"/>
                  <a:pt x="354034" y="88353"/>
                  <a:pt x="349661" y="84877"/>
                </a:cubicBezTo>
                <a:cubicBezTo>
                  <a:pt x="345287" y="81400"/>
                  <a:pt x="342496" y="76245"/>
                  <a:pt x="341286" y="69413"/>
                </a:cubicBezTo>
                <a:close/>
                <a:moveTo>
                  <a:pt x="407072" y="113431"/>
                </a:moveTo>
                <a:lnTo>
                  <a:pt x="405862" y="103212"/>
                </a:lnTo>
                <a:cubicBezTo>
                  <a:pt x="408241" y="103857"/>
                  <a:pt x="410316" y="104180"/>
                  <a:pt x="412090" y="104180"/>
                </a:cubicBezTo>
                <a:cubicBezTo>
                  <a:pt x="414509" y="104180"/>
                  <a:pt x="416444" y="103772"/>
                  <a:pt x="417895" y="102955"/>
                </a:cubicBezTo>
                <a:cubicBezTo>
                  <a:pt x="419346" y="102140"/>
                  <a:pt x="420535" y="100998"/>
                  <a:pt x="421462" y="99530"/>
                </a:cubicBezTo>
                <a:cubicBezTo>
                  <a:pt x="422147" y="98429"/>
                  <a:pt x="423256" y="95697"/>
                  <a:pt x="424788" y="91333"/>
                </a:cubicBezTo>
                <a:cubicBezTo>
                  <a:pt x="424989" y="90721"/>
                  <a:pt x="425312" y="89823"/>
                  <a:pt x="425755" y="88640"/>
                </a:cubicBezTo>
                <a:lnTo>
                  <a:pt x="401388" y="24428"/>
                </a:lnTo>
                <a:lnTo>
                  <a:pt x="413118" y="24428"/>
                </a:lnTo>
                <a:lnTo>
                  <a:pt x="426481" y="61526"/>
                </a:lnTo>
                <a:cubicBezTo>
                  <a:pt x="428214" y="66232"/>
                  <a:pt x="429766" y="71179"/>
                  <a:pt x="431136" y="76366"/>
                </a:cubicBezTo>
                <a:cubicBezTo>
                  <a:pt x="432386" y="71379"/>
                  <a:pt x="433877" y="66513"/>
                  <a:pt x="435611" y="61768"/>
                </a:cubicBezTo>
                <a:lnTo>
                  <a:pt x="449336" y="24428"/>
                </a:lnTo>
                <a:lnTo>
                  <a:pt x="460220" y="24428"/>
                </a:lnTo>
                <a:lnTo>
                  <a:pt x="435792" y="89772"/>
                </a:lnTo>
                <a:cubicBezTo>
                  <a:pt x="433172" y="96831"/>
                  <a:pt x="431136" y="101692"/>
                  <a:pt x="429685" y="104354"/>
                </a:cubicBezTo>
                <a:cubicBezTo>
                  <a:pt x="427750" y="107944"/>
                  <a:pt x="425533" y="110576"/>
                  <a:pt x="423034" y="112250"/>
                </a:cubicBezTo>
                <a:cubicBezTo>
                  <a:pt x="420535" y="113924"/>
                  <a:pt x="417552" y="114761"/>
                  <a:pt x="414085" y="114761"/>
                </a:cubicBezTo>
                <a:cubicBezTo>
                  <a:pt x="411989" y="114761"/>
                  <a:pt x="409651" y="114318"/>
                  <a:pt x="407072" y="113431"/>
                </a:cubicBezTo>
                <a:close/>
                <a:moveTo>
                  <a:pt x="465117" y="69413"/>
                </a:moveTo>
                <a:lnTo>
                  <a:pt x="475880" y="67720"/>
                </a:lnTo>
                <a:cubicBezTo>
                  <a:pt x="476484" y="72014"/>
                  <a:pt x="478167" y="75305"/>
                  <a:pt x="480928" y="77593"/>
                </a:cubicBezTo>
                <a:cubicBezTo>
                  <a:pt x="483690" y="79879"/>
                  <a:pt x="487549" y="81022"/>
                  <a:pt x="492507" y="81022"/>
                </a:cubicBezTo>
                <a:cubicBezTo>
                  <a:pt x="497506" y="81022"/>
                  <a:pt x="501214" y="80012"/>
                  <a:pt x="503633" y="77993"/>
                </a:cubicBezTo>
                <a:cubicBezTo>
                  <a:pt x="506051" y="75973"/>
                  <a:pt x="507261" y="73603"/>
                  <a:pt x="507261" y="70885"/>
                </a:cubicBezTo>
                <a:cubicBezTo>
                  <a:pt x="507261" y="68445"/>
                  <a:pt x="506192" y="66525"/>
                  <a:pt x="504056" y="65126"/>
                </a:cubicBezTo>
                <a:cubicBezTo>
                  <a:pt x="502565" y="64166"/>
                  <a:pt x="498856" y="62946"/>
                  <a:pt x="492931" y="61466"/>
                </a:cubicBezTo>
                <a:cubicBezTo>
                  <a:pt x="484949" y="59449"/>
                  <a:pt x="479417" y="57704"/>
                  <a:pt x="476333" y="56232"/>
                </a:cubicBezTo>
                <a:cubicBezTo>
                  <a:pt x="473249" y="54759"/>
                  <a:pt x="470912" y="52722"/>
                  <a:pt x="469319" y="50119"/>
                </a:cubicBezTo>
                <a:cubicBezTo>
                  <a:pt x="467727" y="47517"/>
                  <a:pt x="466931" y="44642"/>
                  <a:pt x="466931" y="41495"/>
                </a:cubicBezTo>
                <a:cubicBezTo>
                  <a:pt x="466931" y="38631"/>
                  <a:pt x="467586" y="35978"/>
                  <a:pt x="468896" y="33537"/>
                </a:cubicBezTo>
                <a:cubicBezTo>
                  <a:pt x="470206" y="31096"/>
                  <a:pt x="471990" y="29068"/>
                  <a:pt x="474247" y="27455"/>
                </a:cubicBezTo>
                <a:cubicBezTo>
                  <a:pt x="475940" y="26204"/>
                  <a:pt x="478248" y="25145"/>
                  <a:pt x="481170" y="24278"/>
                </a:cubicBezTo>
                <a:cubicBezTo>
                  <a:pt x="484093" y="23410"/>
                  <a:pt x="487227" y="22976"/>
                  <a:pt x="490572" y="22976"/>
                </a:cubicBezTo>
                <a:cubicBezTo>
                  <a:pt x="495611" y="22976"/>
                  <a:pt x="500035" y="23707"/>
                  <a:pt x="503844" y="25168"/>
                </a:cubicBezTo>
                <a:cubicBezTo>
                  <a:pt x="507654" y="26628"/>
                  <a:pt x="510465" y="28606"/>
                  <a:pt x="512279" y="31103"/>
                </a:cubicBezTo>
                <a:cubicBezTo>
                  <a:pt x="514093" y="33599"/>
                  <a:pt x="515343" y="36936"/>
                  <a:pt x="516028" y="41116"/>
                </a:cubicBezTo>
                <a:lnTo>
                  <a:pt x="505386" y="42567"/>
                </a:lnTo>
                <a:cubicBezTo>
                  <a:pt x="504902" y="39261"/>
                  <a:pt x="503502" y="36682"/>
                  <a:pt x="501184" y="34827"/>
                </a:cubicBezTo>
                <a:cubicBezTo>
                  <a:pt x="498866" y="32973"/>
                  <a:pt x="495591" y="32046"/>
                  <a:pt x="491358" y="32046"/>
                </a:cubicBezTo>
                <a:cubicBezTo>
                  <a:pt x="486360" y="32046"/>
                  <a:pt x="482793" y="32869"/>
                  <a:pt x="480656" y="34514"/>
                </a:cubicBezTo>
                <a:cubicBezTo>
                  <a:pt x="478520" y="36158"/>
                  <a:pt x="477452" y="38083"/>
                  <a:pt x="477452" y="40290"/>
                </a:cubicBezTo>
                <a:cubicBezTo>
                  <a:pt x="477452" y="41693"/>
                  <a:pt x="477895" y="42957"/>
                  <a:pt x="478782" y="44080"/>
                </a:cubicBezTo>
                <a:cubicBezTo>
                  <a:pt x="479669" y="45243"/>
                  <a:pt x="481059" y="46205"/>
                  <a:pt x="482954" y="46967"/>
                </a:cubicBezTo>
                <a:cubicBezTo>
                  <a:pt x="484042" y="47369"/>
                  <a:pt x="487247" y="48292"/>
                  <a:pt x="492568" y="49736"/>
                </a:cubicBezTo>
                <a:cubicBezTo>
                  <a:pt x="500267" y="51790"/>
                  <a:pt x="505638" y="53472"/>
                  <a:pt x="508681" y="54781"/>
                </a:cubicBezTo>
                <a:cubicBezTo>
                  <a:pt x="511725" y="56089"/>
                  <a:pt x="514113" y="57993"/>
                  <a:pt x="515846" y="60491"/>
                </a:cubicBezTo>
                <a:cubicBezTo>
                  <a:pt x="517580" y="62987"/>
                  <a:pt x="518446" y="66088"/>
                  <a:pt x="518446" y="69793"/>
                </a:cubicBezTo>
                <a:cubicBezTo>
                  <a:pt x="518446" y="73418"/>
                  <a:pt x="517388" y="76832"/>
                  <a:pt x="515272" y="80034"/>
                </a:cubicBezTo>
                <a:cubicBezTo>
                  <a:pt x="513156" y="83235"/>
                  <a:pt x="510102" y="85711"/>
                  <a:pt x="506112" y="87463"/>
                </a:cubicBezTo>
                <a:cubicBezTo>
                  <a:pt x="502121" y="89216"/>
                  <a:pt x="497606" y="90092"/>
                  <a:pt x="492568" y="90092"/>
                </a:cubicBezTo>
                <a:cubicBezTo>
                  <a:pt x="484224" y="90092"/>
                  <a:pt x="477865" y="88353"/>
                  <a:pt x="473491" y="84877"/>
                </a:cubicBezTo>
                <a:cubicBezTo>
                  <a:pt x="469118" y="81400"/>
                  <a:pt x="466326" y="76245"/>
                  <a:pt x="465117" y="69413"/>
                </a:cubicBezTo>
                <a:close/>
                <a:moveTo>
                  <a:pt x="555148" y="79027"/>
                </a:moveTo>
                <a:lnTo>
                  <a:pt x="556720" y="88640"/>
                </a:lnTo>
                <a:cubicBezTo>
                  <a:pt x="553657" y="89205"/>
                  <a:pt x="550916" y="89487"/>
                  <a:pt x="548497" y="89487"/>
                </a:cubicBezTo>
                <a:cubicBezTo>
                  <a:pt x="544547" y="89487"/>
                  <a:pt x="541483" y="88862"/>
                  <a:pt x="539306" y="87613"/>
                </a:cubicBezTo>
                <a:cubicBezTo>
                  <a:pt x="537130" y="86363"/>
                  <a:pt x="535598" y="84720"/>
                  <a:pt x="534711" y="82685"/>
                </a:cubicBezTo>
                <a:cubicBezTo>
                  <a:pt x="533824" y="80649"/>
                  <a:pt x="533381" y="76366"/>
                  <a:pt x="533381" y="69836"/>
                </a:cubicBezTo>
                <a:lnTo>
                  <a:pt x="533381" y="32893"/>
                </a:lnTo>
                <a:lnTo>
                  <a:pt x="525400" y="32893"/>
                </a:lnTo>
                <a:lnTo>
                  <a:pt x="525400" y="24428"/>
                </a:lnTo>
                <a:lnTo>
                  <a:pt x="533381" y="24428"/>
                </a:lnTo>
                <a:lnTo>
                  <a:pt x="533381" y="8482"/>
                </a:lnTo>
                <a:lnTo>
                  <a:pt x="544204" y="1935"/>
                </a:lnTo>
                <a:lnTo>
                  <a:pt x="544204" y="24428"/>
                </a:lnTo>
                <a:lnTo>
                  <a:pt x="555148" y="24428"/>
                </a:lnTo>
                <a:lnTo>
                  <a:pt x="555148" y="32893"/>
                </a:lnTo>
                <a:lnTo>
                  <a:pt x="544204" y="32893"/>
                </a:lnTo>
                <a:lnTo>
                  <a:pt x="544204" y="70441"/>
                </a:lnTo>
                <a:cubicBezTo>
                  <a:pt x="544204" y="73545"/>
                  <a:pt x="544396" y="75540"/>
                  <a:pt x="544778" y="76427"/>
                </a:cubicBezTo>
                <a:cubicBezTo>
                  <a:pt x="545161" y="77314"/>
                  <a:pt x="545786" y="78019"/>
                  <a:pt x="546653" y="78543"/>
                </a:cubicBezTo>
                <a:cubicBezTo>
                  <a:pt x="547519" y="79067"/>
                  <a:pt x="548759" y="79329"/>
                  <a:pt x="550371" y="79329"/>
                </a:cubicBezTo>
                <a:cubicBezTo>
                  <a:pt x="551581" y="79329"/>
                  <a:pt x="553173" y="79228"/>
                  <a:pt x="555148" y="79027"/>
                </a:cubicBezTo>
                <a:close/>
                <a:moveTo>
                  <a:pt x="609768" y="67962"/>
                </a:moveTo>
                <a:lnTo>
                  <a:pt x="621015" y="69352"/>
                </a:lnTo>
                <a:cubicBezTo>
                  <a:pt x="619241" y="75923"/>
                  <a:pt x="615956" y="81022"/>
                  <a:pt x="611159" y="84650"/>
                </a:cubicBezTo>
                <a:cubicBezTo>
                  <a:pt x="606362" y="88278"/>
                  <a:pt x="600235" y="90092"/>
                  <a:pt x="592778" y="90092"/>
                </a:cubicBezTo>
                <a:cubicBezTo>
                  <a:pt x="583386" y="90092"/>
                  <a:pt x="575939" y="87199"/>
                  <a:pt x="570436" y="81415"/>
                </a:cubicBezTo>
                <a:cubicBezTo>
                  <a:pt x="564934" y="75631"/>
                  <a:pt x="562183" y="67518"/>
                  <a:pt x="562183" y="57078"/>
                </a:cubicBezTo>
                <a:cubicBezTo>
                  <a:pt x="562183" y="46275"/>
                  <a:pt x="564964" y="37891"/>
                  <a:pt x="570527" y="31925"/>
                </a:cubicBezTo>
                <a:cubicBezTo>
                  <a:pt x="576090" y="25959"/>
                  <a:pt x="583305" y="22976"/>
                  <a:pt x="592173" y="22976"/>
                </a:cubicBezTo>
                <a:cubicBezTo>
                  <a:pt x="600759" y="22976"/>
                  <a:pt x="607773" y="25894"/>
                  <a:pt x="613215" y="31730"/>
                </a:cubicBezTo>
                <a:cubicBezTo>
                  <a:pt x="618656" y="37565"/>
                  <a:pt x="621377" y="45775"/>
                  <a:pt x="621377" y="56358"/>
                </a:cubicBezTo>
                <a:cubicBezTo>
                  <a:pt x="621377" y="57002"/>
                  <a:pt x="621357" y="57968"/>
                  <a:pt x="621317" y="59255"/>
                </a:cubicBezTo>
                <a:lnTo>
                  <a:pt x="573429" y="59255"/>
                </a:lnTo>
                <a:cubicBezTo>
                  <a:pt x="573832" y="66289"/>
                  <a:pt x="575828" y="71675"/>
                  <a:pt x="579415" y="75414"/>
                </a:cubicBezTo>
                <a:cubicBezTo>
                  <a:pt x="583003" y="79153"/>
                  <a:pt x="587477" y="81022"/>
                  <a:pt x="592838" y="81022"/>
                </a:cubicBezTo>
                <a:cubicBezTo>
                  <a:pt x="596829" y="81022"/>
                  <a:pt x="600235" y="79984"/>
                  <a:pt x="603057" y="77908"/>
                </a:cubicBezTo>
                <a:cubicBezTo>
                  <a:pt x="605878" y="75831"/>
                  <a:pt x="608116" y="72515"/>
                  <a:pt x="609768" y="67962"/>
                </a:cubicBezTo>
                <a:moveTo>
                  <a:pt x="574034" y="50185"/>
                </a:moveTo>
                <a:lnTo>
                  <a:pt x="609889" y="50185"/>
                </a:lnTo>
                <a:cubicBezTo>
                  <a:pt x="609405" y="44872"/>
                  <a:pt x="608035" y="40887"/>
                  <a:pt x="605778" y="38230"/>
                </a:cubicBezTo>
                <a:cubicBezTo>
                  <a:pt x="602311" y="34107"/>
                  <a:pt x="597816" y="32046"/>
                  <a:pt x="592294" y="32046"/>
                </a:cubicBezTo>
                <a:cubicBezTo>
                  <a:pt x="587296" y="32046"/>
                  <a:pt x="583093" y="33692"/>
                  <a:pt x="579687" y="36983"/>
                </a:cubicBezTo>
                <a:cubicBezTo>
                  <a:pt x="576281" y="40274"/>
                  <a:pt x="574397" y="44674"/>
                  <a:pt x="574034" y="50185"/>
                </a:cubicBezTo>
                <a:close/>
                <a:moveTo>
                  <a:pt x="634661" y="88640"/>
                </a:moveTo>
                <a:lnTo>
                  <a:pt x="634661" y="24428"/>
                </a:lnTo>
                <a:lnTo>
                  <a:pt x="644395" y="24428"/>
                </a:lnTo>
                <a:lnTo>
                  <a:pt x="644395" y="33376"/>
                </a:lnTo>
                <a:cubicBezTo>
                  <a:pt x="646411" y="30250"/>
                  <a:pt x="649091" y="27735"/>
                  <a:pt x="652437" y="25831"/>
                </a:cubicBezTo>
                <a:cubicBezTo>
                  <a:pt x="655783" y="23928"/>
                  <a:pt x="659592" y="22976"/>
                  <a:pt x="663865" y="22976"/>
                </a:cubicBezTo>
                <a:cubicBezTo>
                  <a:pt x="668621" y="22976"/>
                  <a:pt x="672521" y="23959"/>
                  <a:pt x="675565" y="25924"/>
                </a:cubicBezTo>
                <a:cubicBezTo>
                  <a:pt x="678608" y="27888"/>
                  <a:pt x="680754" y="30634"/>
                  <a:pt x="682004" y="34162"/>
                </a:cubicBezTo>
                <a:cubicBezTo>
                  <a:pt x="687083" y="26705"/>
                  <a:pt x="693694" y="22976"/>
                  <a:pt x="701836" y="22976"/>
                </a:cubicBezTo>
                <a:cubicBezTo>
                  <a:pt x="708205" y="22976"/>
                  <a:pt x="713103" y="24740"/>
                  <a:pt x="716529" y="28267"/>
                </a:cubicBezTo>
                <a:cubicBezTo>
                  <a:pt x="719955" y="31794"/>
                  <a:pt x="721668" y="37226"/>
                  <a:pt x="721668" y="44562"/>
                </a:cubicBezTo>
                <a:lnTo>
                  <a:pt x="721668" y="88640"/>
                </a:lnTo>
                <a:lnTo>
                  <a:pt x="710845" y="88640"/>
                </a:lnTo>
                <a:lnTo>
                  <a:pt x="710845" y="48146"/>
                </a:lnTo>
                <a:cubicBezTo>
                  <a:pt x="710845" y="43788"/>
                  <a:pt x="710493" y="40651"/>
                  <a:pt x="709787" y="38735"/>
                </a:cubicBezTo>
                <a:cubicBezTo>
                  <a:pt x="709082" y="36818"/>
                  <a:pt x="707802" y="35274"/>
                  <a:pt x="705948" y="34104"/>
                </a:cubicBezTo>
                <a:cubicBezTo>
                  <a:pt x="704094" y="32933"/>
                  <a:pt x="701917" y="32348"/>
                  <a:pt x="699418" y="32348"/>
                </a:cubicBezTo>
                <a:cubicBezTo>
                  <a:pt x="694903" y="32348"/>
                  <a:pt x="691154" y="33852"/>
                  <a:pt x="688171" y="36859"/>
                </a:cubicBezTo>
                <a:cubicBezTo>
                  <a:pt x="685188" y="39864"/>
                  <a:pt x="683697" y="44676"/>
                  <a:pt x="683697" y="51294"/>
                </a:cubicBezTo>
                <a:lnTo>
                  <a:pt x="683697" y="88640"/>
                </a:lnTo>
                <a:lnTo>
                  <a:pt x="672813" y="88640"/>
                </a:lnTo>
                <a:lnTo>
                  <a:pt x="672813" y="46875"/>
                </a:lnTo>
                <a:cubicBezTo>
                  <a:pt x="672813" y="42033"/>
                  <a:pt x="671927" y="38401"/>
                  <a:pt x="670153" y="35980"/>
                </a:cubicBezTo>
                <a:cubicBezTo>
                  <a:pt x="668379" y="33559"/>
                  <a:pt x="665477" y="32348"/>
                  <a:pt x="661446" y="32348"/>
                </a:cubicBezTo>
                <a:cubicBezTo>
                  <a:pt x="658383" y="32348"/>
                  <a:pt x="655551" y="33156"/>
                  <a:pt x="652951" y="34771"/>
                </a:cubicBezTo>
                <a:cubicBezTo>
                  <a:pt x="650351" y="36384"/>
                  <a:pt x="648467" y="38745"/>
                  <a:pt x="647298" y="41853"/>
                </a:cubicBezTo>
                <a:cubicBezTo>
                  <a:pt x="646129" y="44959"/>
                  <a:pt x="645544" y="49438"/>
                  <a:pt x="645544" y="55289"/>
                </a:cubicBezTo>
                <a:lnTo>
                  <a:pt x="645544" y="88640"/>
                </a:lnTo>
                <a:lnTo>
                  <a:pt x="634661" y="88640"/>
                </a:lnTo>
                <a:close/>
                <a:moveTo>
                  <a:pt x="795131" y="49822"/>
                </a:moveTo>
                <a:lnTo>
                  <a:pt x="736421" y="74976"/>
                </a:lnTo>
                <a:lnTo>
                  <a:pt x="736421" y="64092"/>
                </a:lnTo>
                <a:lnTo>
                  <a:pt x="782918" y="44804"/>
                </a:lnTo>
                <a:lnTo>
                  <a:pt x="736421" y="25758"/>
                </a:lnTo>
                <a:lnTo>
                  <a:pt x="736421" y="14874"/>
                </a:lnTo>
                <a:lnTo>
                  <a:pt x="795131" y="39665"/>
                </a:lnTo>
                <a:lnTo>
                  <a:pt x="795131" y="49822"/>
                </a:lnTo>
                <a:close/>
                <a:moveTo>
                  <a:pt x="867449" y="49822"/>
                </a:moveTo>
                <a:lnTo>
                  <a:pt x="808738" y="74976"/>
                </a:lnTo>
                <a:lnTo>
                  <a:pt x="808738" y="64092"/>
                </a:lnTo>
                <a:lnTo>
                  <a:pt x="855235" y="44804"/>
                </a:lnTo>
                <a:lnTo>
                  <a:pt x="808738" y="25758"/>
                </a:lnTo>
                <a:lnTo>
                  <a:pt x="808738" y="14874"/>
                </a:lnTo>
                <a:lnTo>
                  <a:pt x="867449" y="39665"/>
                </a:lnTo>
                <a:lnTo>
                  <a:pt x="867449" y="49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Microservice_A">
            <a:extLst xmlns:a="http://schemas.openxmlformats.org/drawingml/2006/main">
              <a:ext uri="{FF2B5EF4-FFF2-40B4-BE49-F238E27FC236}">
                <a16:creationId xmlns:a16="http://schemas.microsoft.com/office/drawing/2014/main" id="{12B65032-C62B-40DE-B851-D6E28D1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18" y="5359734"/>
            <a:ext cx="906126" cy="113189"/>
          </a:xfrm>
          <a:custGeom xmlns:a="http://schemas.openxmlformats.org/drawingml/2006/main">
            <a:pathLst>
              <a:path w="906126" h="113189">
                <a:moveTo>
                  <a:pt x="103272" y="15721"/>
                </a:moveTo>
                <a:lnTo>
                  <a:pt x="120262" y="15721"/>
                </a:lnTo>
                <a:lnTo>
                  <a:pt x="120262" y="0"/>
                </a:lnTo>
                <a:lnTo>
                  <a:pt x="103272" y="0"/>
                </a:lnTo>
                <a:lnTo>
                  <a:pt x="103272" y="15721"/>
                </a:lnTo>
                <a:close/>
                <a:moveTo>
                  <a:pt x="51395" y="88640"/>
                </a:moveTo>
                <a:lnTo>
                  <a:pt x="68990" y="18865"/>
                </a:lnTo>
                <a:lnTo>
                  <a:pt x="68990" y="88640"/>
                </a:lnTo>
                <a:lnTo>
                  <a:pt x="85617" y="88640"/>
                </a:lnTo>
                <a:lnTo>
                  <a:pt x="85617" y="0"/>
                </a:lnTo>
                <a:lnTo>
                  <a:pt x="58771" y="0"/>
                </a:lnTo>
                <a:lnTo>
                  <a:pt x="42869" y="60464"/>
                </a:lnTo>
                <a:lnTo>
                  <a:pt x="26786" y="0"/>
                </a:lnTo>
                <a:lnTo>
                  <a:pt x="0" y="0"/>
                </a:lnTo>
                <a:lnTo>
                  <a:pt x="0" y="88640"/>
                </a:lnTo>
                <a:lnTo>
                  <a:pt x="16628" y="88640"/>
                </a:lnTo>
                <a:lnTo>
                  <a:pt x="16628" y="18865"/>
                </a:lnTo>
                <a:lnTo>
                  <a:pt x="34162" y="88640"/>
                </a:lnTo>
                <a:lnTo>
                  <a:pt x="51395" y="88640"/>
                </a:lnTo>
                <a:close/>
                <a:moveTo>
                  <a:pt x="222834" y="64888"/>
                </a:moveTo>
                <a:lnTo>
                  <a:pt x="222851" y="63659"/>
                </a:lnTo>
                <a:lnTo>
                  <a:pt x="222873" y="62469"/>
                </a:lnTo>
                <a:lnTo>
                  <a:pt x="222900" y="61318"/>
                </a:lnTo>
                <a:lnTo>
                  <a:pt x="222932" y="60207"/>
                </a:lnTo>
                <a:lnTo>
                  <a:pt x="222969" y="59134"/>
                </a:lnTo>
                <a:lnTo>
                  <a:pt x="223011" y="58100"/>
                </a:lnTo>
                <a:lnTo>
                  <a:pt x="223058" y="57106"/>
                </a:lnTo>
                <a:lnTo>
                  <a:pt x="223110" y="56150"/>
                </a:lnTo>
                <a:lnTo>
                  <a:pt x="223167" y="55234"/>
                </a:lnTo>
                <a:lnTo>
                  <a:pt x="223228" y="54357"/>
                </a:lnTo>
                <a:lnTo>
                  <a:pt x="223295" y="53518"/>
                </a:lnTo>
                <a:lnTo>
                  <a:pt x="223367" y="52719"/>
                </a:lnTo>
                <a:lnTo>
                  <a:pt x="223443" y="51959"/>
                </a:lnTo>
                <a:lnTo>
                  <a:pt x="223524" y="51238"/>
                </a:lnTo>
                <a:lnTo>
                  <a:pt x="223611" y="50556"/>
                </a:lnTo>
                <a:lnTo>
                  <a:pt x="223702" y="49913"/>
                </a:lnTo>
                <a:lnTo>
                  <a:pt x="223798" y="49309"/>
                </a:lnTo>
                <a:lnTo>
                  <a:pt x="223899" y="48744"/>
                </a:lnTo>
                <a:lnTo>
                  <a:pt x="224006" y="48218"/>
                </a:lnTo>
                <a:lnTo>
                  <a:pt x="224117" y="47731"/>
                </a:lnTo>
                <a:lnTo>
                  <a:pt x="224232" y="47283"/>
                </a:lnTo>
                <a:lnTo>
                  <a:pt x="224353" y="46860"/>
                </a:lnTo>
                <a:lnTo>
                  <a:pt x="224477" y="46448"/>
                </a:lnTo>
                <a:lnTo>
                  <a:pt x="224604" y="46048"/>
                </a:lnTo>
                <a:lnTo>
                  <a:pt x="224736" y="45658"/>
                </a:lnTo>
                <a:lnTo>
                  <a:pt x="224870" y="45279"/>
                </a:lnTo>
                <a:lnTo>
                  <a:pt x="225009" y="44912"/>
                </a:lnTo>
                <a:lnTo>
                  <a:pt x="225151" y="44555"/>
                </a:lnTo>
                <a:lnTo>
                  <a:pt x="225297" y="44209"/>
                </a:lnTo>
                <a:lnTo>
                  <a:pt x="225447" y="43875"/>
                </a:lnTo>
                <a:lnTo>
                  <a:pt x="225600" y="43551"/>
                </a:lnTo>
                <a:lnTo>
                  <a:pt x="225757" y="43239"/>
                </a:lnTo>
                <a:lnTo>
                  <a:pt x="225918" y="42937"/>
                </a:lnTo>
                <a:lnTo>
                  <a:pt x="226082" y="42647"/>
                </a:lnTo>
                <a:lnTo>
                  <a:pt x="226250" y="42367"/>
                </a:lnTo>
                <a:lnTo>
                  <a:pt x="226422" y="42099"/>
                </a:lnTo>
                <a:lnTo>
                  <a:pt x="226597" y="41841"/>
                </a:lnTo>
                <a:lnTo>
                  <a:pt x="226776" y="41595"/>
                </a:lnTo>
                <a:lnTo>
                  <a:pt x="226959" y="41359"/>
                </a:lnTo>
                <a:lnTo>
                  <a:pt x="227145" y="41135"/>
                </a:lnTo>
                <a:lnTo>
                  <a:pt x="227335" y="40922"/>
                </a:lnTo>
                <a:lnTo>
                  <a:pt x="227529" y="40719"/>
                </a:lnTo>
                <a:lnTo>
                  <a:pt x="227727" y="40528"/>
                </a:lnTo>
                <a:lnTo>
                  <a:pt x="227928" y="40348"/>
                </a:lnTo>
                <a:lnTo>
                  <a:pt x="228132" y="40178"/>
                </a:lnTo>
                <a:lnTo>
                  <a:pt x="228341" y="40018"/>
                </a:lnTo>
                <a:lnTo>
                  <a:pt x="228553" y="39865"/>
                </a:lnTo>
                <a:lnTo>
                  <a:pt x="228769" y="39718"/>
                </a:lnTo>
                <a:lnTo>
                  <a:pt x="228989" y="39578"/>
                </a:lnTo>
                <a:lnTo>
                  <a:pt x="229213" y="39445"/>
                </a:lnTo>
                <a:lnTo>
                  <a:pt x="229440" y="39319"/>
                </a:lnTo>
                <a:lnTo>
                  <a:pt x="229671" y="39199"/>
                </a:lnTo>
                <a:lnTo>
                  <a:pt x="229906" y="39087"/>
                </a:lnTo>
                <a:lnTo>
                  <a:pt x="230145" y="38981"/>
                </a:lnTo>
                <a:lnTo>
                  <a:pt x="230387" y="38882"/>
                </a:lnTo>
                <a:lnTo>
                  <a:pt x="230633" y="38790"/>
                </a:lnTo>
                <a:lnTo>
                  <a:pt x="230884" y="38705"/>
                </a:lnTo>
                <a:lnTo>
                  <a:pt x="231137" y="38626"/>
                </a:lnTo>
                <a:lnTo>
                  <a:pt x="231395" y="38555"/>
                </a:lnTo>
                <a:lnTo>
                  <a:pt x="231656" y="38490"/>
                </a:lnTo>
                <a:lnTo>
                  <a:pt x="231922" y="38432"/>
                </a:lnTo>
                <a:lnTo>
                  <a:pt x="232190" y="38381"/>
                </a:lnTo>
                <a:lnTo>
                  <a:pt x="232463" y="38336"/>
                </a:lnTo>
                <a:lnTo>
                  <a:pt x="232740" y="38299"/>
                </a:lnTo>
                <a:lnTo>
                  <a:pt x="233020" y="38268"/>
                </a:lnTo>
                <a:lnTo>
                  <a:pt x="233304" y="38244"/>
                </a:lnTo>
                <a:lnTo>
                  <a:pt x="233592" y="38227"/>
                </a:lnTo>
                <a:lnTo>
                  <a:pt x="233883" y="38217"/>
                </a:lnTo>
                <a:lnTo>
                  <a:pt x="234179" y="38213"/>
                </a:lnTo>
                <a:lnTo>
                  <a:pt x="234487" y="38218"/>
                </a:lnTo>
                <a:lnTo>
                  <a:pt x="234798" y="38233"/>
                </a:lnTo>
                <a:lnTo>
                  <a:pt x="235110" y="38257"/>
                </a:lnTo>
                <a:lnTo>
                  <a:pt x="235425" y="38291"/>
                </a:lnTo>
                <a:lnTo>
                  <a:pt x="235742" y="38334"/>
                </a:lnTo>
                <a:lnTo>
                  <a:pt x="236061" y="38387"/>
                </a:lnTo>
                <a:lnTo>
                  <a:pt x="236382" y="38450"/>
                </a:lnTo>
                <a:lnTo>
                  <a:pt x="236705" y="38522"/>
                </a:lnTo>
                <a:lnTo>
                  <a:pt x="237030" y="38604"/>
                </a:lnTo>
                <a:lnTo>
                  <a:pt x="237357" y="38696"/>
                </a:lnTo>
                <a:lnTo>
                  <a:pt x="237687" y="38798"/>
                </a:lnTo>
                <a:lnTo>
                  <a:pt x="238018" y="38909"/>
                </a:lnTo>
                <a:lnTo>
                  <a:pt x="238352" y="39029"/>
                </a:lnTo>
                <a:lnTo>
                  <a:pt x="238688" y="39160"/>
                </a:lnTo>
                <a:lnTo>
                  <a:pt x="239025" y="39300"/>
                </a:lnTo>
                <a:lnTo>
                  <a:pt x="239365" y="39450"/>
                </a:lnTo>
                <a:lnTo>
                  <a:pt x="239707" y="39609"/>
                </a:lnTo>
                <a:lnTo>
                  <a:pt x="240051" y="39778"/>
                </a:lnTo>
                <a:lnTo>
                  <a:pt x="240398" y="39957"/>
                </a:lnTo>
                <a:lnTo>
                  <a:pt x="240746" y="40145"/>
                </a:lnTo>
                <a:lnTo>
                  <a:pt x="241096" y="40343"/>
                </a:lnTo>
                <a:lnTo>
                  <a:pt x="241449" y="40550"/>
                </a:lnTo>
                <a:lnTo>
                  <a:pt x="241803" y="40768"/>
                </a:lnTo>
                <a:lnTo>
                  <a:pt x="242160" y="40995"/>
                </a:lnTo>
                <a:lnTo>
                  <a:pt x="247420" y="26181"/>
                </a:lnTo>
                <a:lnTo>
                  <a:pt x="246971" y="25919"/>
                </a:lnTo>
                <a:lnTo>
                  <a:pt x="246521" y="25669"/>
                </a:lnTo>
                <a:lnTo>
                  <a:pt x="246069" y="25430"/>
                </a:lnTo>
                <a:lnTo>
                  <a:pt x="245615" y="25202"/>
                </a:lnTo>
                <a:lnTo>
                  <a:pt x="245160" y="24985"/>
                </a:lnTo>
                <a:lnTo>
                  <a:pt x="244703" y="24779"/>
                </a:lnTo>
                <a:lnTo>
                  <a:pt x="244245" y="24584"/>
                </a:lnTo>
                <a:lnTo>
                  <a:pt x="243786" y="24401"/>
                </a:lnTo>
                <a:lnTo>
                  <a:pt x="243325" y="24228"/>
                </a:lnTo>
                <a:lnTo>
                  <a:pt x="242863" y="24067"/>
                </a:lnTo>
                <a:lnTo>
                  <a:pt x="242399" y="23917"/>
                </a:lnTo>
                <a:lnTo>
                  <a:pt x="241933" y="23778"/>
                </a:lnTo>
                <a:lnTo>
                  <a:pt x="241467" y="23650"/>
                </a:lnTo>
                <a:lnTo>
                  <a:pt x="240998" y="23533"/>
                </a:lnTo>
                <a:lnTo>
                  <a:pt x="240529" y="23427"/>
                </a:lnTo>
                <a:lnTo>
                  <a:pt x="240057" y="23332"/>
                </a:lnTo>
                <a:lnTo>
                  <a:pt x="239585" y="23249"/>
                </a:lnTo>
                <a:lnTo>
                  <a:pt x="239110" y="23177"/>
                </a:lnTo>
                <a:lnTo>
                  <a:pt x="238635" y="23115"/>
                </a:lnTo>
                <a:lnTo>
                  <a:pt x="238158" y="23065"/>
                </a:lnTo>
                <a:lnTo>
                  <a:pt x="237679" y="23026"/>
                </a:lnTo>
                <a:lnTo>
                  <a:pt x="237199" y="22999"/>
                </a:lnTo>
                <a:lnTo>
                  <a:pt x="236718" y="22982"/>
                </a:lnTo>
                <a:lnTo>
                  <a:pt x="236235" y="22976"/>
                </a:lnTo>
                <a:lnTo>
                  <a:pt x="235894" y="22980"/>
                </a:lnTo>
                <a:lnTo>
                  <a:pt x="235555" y="22991"/>
                </a:lnTo>
                <a:lnTo>
                  <a:pt x="235220" y="23009"/>
                </a:lnTo>
                <a:lnTo>
                  <a:pt x="234888" y="23033"/>
                </a:lnTo>
                <a:lnTo>
                  <a:pt x="234560" y="23066"/>
                </a:lnTo>
                <a:lnTo>
                  <a:pt x="234234" y="23105"/>
                </a:lnTo>
                <a:lnTo>
                  <a:pt x="233911" y="23151"/>
                </a:lnTo>
                <a:lnTo>
                  <a:pt x="233591" y="23205"/>
                </a:lnTo>
                <a:lnTo>
                  <a:pt x="233274" y="23265"/>
                </a:lnTo>
                <a:lnTo>
                  <a:pt x="232961" y="23333"/>
                </a:lnTo>
                <a:lnTo>
                  <a:pt x="232650" y="23408"/>
                </a:lnTo>
                <a:lnTo>
                  <a:pt x="232342" y="23490"/>
                </a:lnTo>
                <a:lnTo>
                  <a:pt x="232038" y="23580"/>
                </a:lnTo>
                <a:lnTo>
                  <a:pt x="231736" y="23676"/>
                </a:lnTo>
                <a:lnTo>
                  <a:pt x="231438" y="23779"/>
                </a:lnTo>
                <a:lnTo>
                  <a:pt x="231142" y="23890"/>
                </a:lnTo>
                <a:lnTo>
                  <a:pt x="230850" y="24008"/>
                </a:lnTo>
                <a:lnTo>
                  <a:pt x="230560" y="24133"/>
                </a:lnTo>
                <a:lnTo>
                  <a:pt x="230274" y="24265"/>
                </a:lnTo>
                <a:lnTo>
                  <a:pt x="229991" y="24404"/>
                </a:lnTo>
                <a:lnTo>
                  <a:pt x="229711" y="24550"/>
                </a:lnTo>
                <a:lnTo>
                  <a:pt x="229433" y="24704"/>
                </a:lnTo>
                <a:lnTo>
                  <a:pt x="229159" y="24864"/>
                </a:lnTo>
                <a:lnTo>
                  <a:pt x="228888" y="25032"/>
                </a:lnTo>
                <a:lnTo>
                  <a:pt x="228617" y="25211"/>
                </a:lnTo>
                <a:lnTo>
                  <a:pt x="228343" y="25405"/>
                </a:lnTo>
                <a:lnTo>
                  <a:pt x="228067" y="25615"/>
                </a:lnTo>
                <a:lnTo>
                  <a:pt x="227787" y="25840"/>
                </a:lnTo>
                <a:lnTo>
                  <a:pt x="227505" y="26080"/>
                </a:lnTo>
                <a:lnTo>
                  <a:pt x="227220" y="26336"/>
                </a:lnTo>
                <a:lnTo>
                  <a:pt x="226932" y="26607"/>
                </a:lnTo>
                <a:lnTo>
                  <a:pt x="226641" y="26893"/>
                </a:lnTo>
                <a:lnTo>
                  <a:pt x="226347" y="27195"/>
                </a:lnTo>
                <a:lnTo>
                  <a:pt x="226051" y="27512"/>
                </a:lnTo>
                <a:lnTo>
                  <a:pt x="225751" y="27844"/>
                </a:lnTo>
                <a:lnTo>
                  <a:pt x="225449" y="28191"/>
                </a:lnTo>
                <a:lnTo>
                  <a:pt x="225144" y="28554"/>
                </a:lnTo>
                <a:lnTo>
                  <a:pt x="224836" y="28933"/>
                </a:lnTo>
                <a:lnTo>
                  <a:pt x="224526" y="29326"/>
                </a:lnTo>
                <a:lnTo>
                  <a:pt x="224212" y="29735"/>
                </a:lnTo>
                <a:lnTo>
                  <a:pt x="223896" y="30159"/>
                </a:lnTo>
                <a:lnTo>
                  <a:pt x="223577" y="30599"/>
                </a:lnTo>
                <a:lnTo>
                  <a:pt x="223255" y="31053"/>
                </a:lnTo>
                <a:lnTo>
                  <a:pt x="222930" y="31524"/>
                </a:lnTo>
                <a:lnTo>
                  <a:pt x="222602" y="32009"/>
                </a:lnTo>
                <a:lnTo>
                  <a:pt x="222272" y="32510"/>
                </a:lnTo>
                <a:lnTo>
                  <a:pt x="221938" y="33026"/>
                </a:lnTo>
                <a:lnTo>
                  <a:pt x="221602" y="33558"/>
                </a:lnTo>
                <a:lnTo>
                  <a:pt x="221602" y="24428"/>
                </a:lnTo>
                <a:lnTo>
                  <a:pt x="205821" y="24428"/>
                </a:lnTo>
                <a:lnTo>
                  <a:pt x="205821" y="88640"/>
                </a:lnTo>
                <a:lnTo>
                  <a:pt x="222812" y="88640"/>
                </a:lnTo>
                <a:lnTo>
                  <a:pt x="222812" y="68808"/>
                </a:lnTo>
                <a:lnTo>
                  <a:pt x="222814" y="67462"/>
                </a:lnTo>
                <a:lnTo>
                  <a:pt x="222821" y="66155"/>
                </a:lnTo>
                <a:lnTo>
                  <a:pt x="222834" y="64888"/>
                </a:lnTo>
                <a:close/>
                <a:moveTo>
                  <a:pt x="507145" y="25202"/>
                </a:moveTo>
                <a:lnTo>
                  <a:pt x="506690" y="24985"/>
                </a:lnTo>
                <a:lnTo>
                  <a:pt x="506234" y="24779"/>
                </a:lnTo>
                <a:lnTo>
                  <a:pt x="505776" y="24584"/>
                </a:lnTo>
                <a:lnTo>
                  <a:pt x="505316" y="24401"/>
                </a:lnTo>
                <a:lnTo>
                  <a:pt x="504855" y="24228"/>
                </a:lnTo>
                <a:lnTo>
                  <a:pt x="504393" y="24067"/>
                </a:lnTo>
                <a:lnTo>
                  <a:pt x="503929" y="23917"/>
                </a:lnTo>
                <a:lnTo>
                  <a:pt x="503464" y="23778"/>
                </a:lnTo>
                <a:lnTo>
                  <a:pt x="502997" y="23650"/>
                </a:lnTo>
                <a:lnTo>
                  <a:pt x="502528" y="23533"/>
                </a:lnTo>
                <a:lnTo>
                  <a:pt x="502059" y="23427"/>
                </a:lnTo>
                <a:lnTo>
                  <a:pt x="501587" y="23332"/>
                </a:lnTo>
                <a:lnTo>
                  <a:pt x="501115" y="23249"/>
                </a:lnTo>
                <a:lnTo>
                  <a:pt x="500641" y="23177"/>
                </a:lnTo>
                <a:lnTo>
                  <a:pt x="500165" y="23115"/>
                </a:lnTo>
                <a:lnTo>
                  <a:pt x="499688" y="23065"/>
                </a:lnTo>
                <a:lnTo>
                  <a:pt x="499209" y="23026"/>
                </a:lnTo>
                <a:lnTo>
                  <a:pt x="498729" y="22999"/>
                </a:lnTo>
                <a:lnTo>
                  <a:pt x="498248" y="22982"/>
                </a:lnTo>
                <a:lnTo>
                  <a:pt x="497765" y="22976"/>
                </a:lnTo>
                <a:lnTo>
                  <a:pt x="497424" y="22980"/>
                </a:lnTo>
                <a:lnTo>
                  <a:pt x="497086" y="22991"/>
                </a:lnTo>
                <a:lnTo>
                  <a:pt x="496751" y="23009"/>
                </a:lnTo>
                <a:lnTo>
                  <a:pt x="496419" y="23033"/>
                </a:lnTo>
                <a:lnTo>
                  <a:pt x="496090" y="23066"/>
                </a:lnTo>
                <a:lnTo>
                  <a:pt x="495764" y="23105"/>
                </a:lnTo>
                <a:lnTo>
                  <a:pt x="495441" y="23151"/>
                </a:lnTo>
                <a:lnTo>
                  <a:pt x="495121" y="23205"/>
                </a:lnTo>
                <a:lnTo>
                  <a:pt x="494804" y="23265"/>
                </a:lnTo>
                <a:lnTo>
                  <a:pt x="494491" y="23333"/>
                </a:lnTo>
                <a:lnTo>
                  <a:pt x="494180" y="23408"/>
                </a:lnTo>
                <a:lnTo>
                  <a:pt x="493872" y="23490"/>
                </a:lnTo>
                <a:lnTo>
                  <a:pt x="493568" y="23580"/>
                </a:lnTo>
                <a:lnTo>
                  <a:pt x="493266" y="23676"/>
                </a:lnTo>
                <a:lnTo>
                  <a:pt x="492968" y="23779"/>
                </a:lnTo>
                <a:lnTo>
                  <a:pt x="492672" y="23890"/>
                </a:lnTo>
                <a:lnTo>
                  <a:pt x="492380" y="24008"/>
                </a:lnTo>
                <a:lnTo>
                  <a:pt x="492091" y="24133"/>
                </a:lnTo>
                <a:lnTo>
                  <a:pt x="491804" y="24265"/>
                </a:lnTo>
                <a:lnTo>
                  <a:pt x="491521" y="24404"/>
                </a:lnTo>
                <a:lnTo>
                  <a:pt x="491241" y="24550"/>
                </a:lnTo>
                <a:lnTo>
                  <a:pt x="490964" y="24704"/>
                </a:lnTo>
                <a:lnTo>
                  <a:pt x="490689" y="24864"/>
                </a:lnTo>
                <a:lnTo>
                  <a:pt x="490418" y="25032"/>
                </a:lnTo>
                <a:lnTo>
                  <a:pt x="490147" y="25211"/>
                </a:lnTo>
                <a:lnTo>
                  <a:pt x="489874" y="25405"/>
                </a:lnTo>
                <a:lnTo>
                  <a:pt x="489597" y="25615"/>
                </a:lnTo>
                <a:lnTo>
                  <a:pt x="489317" y="25840"/>
                </a:lnTo>
                <a:lnTo>
                  <a:pt x="489035" y="26080"/>
                </a:lnTo>
                <a:lnTo>
                  <a:pt x="488750" y="26336"/>
                </a:lnTo>
                <a:lnTo>
                  <a:pt x="488462" y="26607"/>
                </a:lnTo>
                <a:lnTo>
                  <a:pt x="488171" y="26893"/>
                </a:lnTo>
                <a:lnTo>
                  <a:pt x="487877" y="27195"/>
                </a:lnTo>
                <a:lnTo>
                  <a:pt x="487581" y="27512"/>
                </a:lnTo>
                <a:lnTo>
                  <a:pt x="487282" y="27844"/>
                </a:lnTo>
                <a:lnTo>
                  <a:pt x="486979" y="28191"/>
                </a:lnTo>
                <a:lnTo>
                  <a:pt x="486674" y="28554"/>
                </a:lnTo>
                <a:lnTo>
                  <a:pt x="486367" y="28933"/>
                </a:lnTo>
                <a:lnTo>
                  <a:pt x="486056" y="29326"/>
                </a:lnTo>
                <a:lnTo>
                  <a:pt x="485742" y="29735"/>
                </a:lnTo>
                <a:lnTo>
                  <a:pt x="485426" y="30159"/>
                </a:lnTo>
                <a:lnTo>
                  <a:pt x="485107" y="30599"/>
                </a:lnTo>
                <a:lnTo>
                  <a:pt x="484785" y="31053"/>
                </a:lnTo>
                <a:lnTo>
                  <a:pt x="484460" y="31524"/>
                </a:lnTo>
                <a:lnTo>
                  <a:pt x="484132" y="32009"/>
                </a:lnTo>
                <a:lnTo>
                  <a:pt x="483802" y="32510"/>
                </a:lnTo>
                <a:lnTo>
                  <a:pt x="483469" y="33026"/>
                </a:lnTo>
                <a:lnTo>
                  <a:pt x="483132" y="33558"/>
                </a:lnTo>
                <a:lnTo>
                  <a:pt x="483132" y="24428"/>
                </a:lnTo>
                <a:lnTo>
                  <a:pt x="467351" y="24428"/>
                </a:lnTo>
                <a:lnTo>
                  <a:pt x="467351" y="88640"/>
                </a:lnTo>
                <a:lnTo>
                  <a:pt x="484342" y="88640"/>
                </a:lnTo>
                <a:lnTo>
                  <a:pt x="484342" y="68808"/>
                </a:lnTo>
                <a:lnTo>
                  <a:pt x="484344" y="67462"/>
                </a:lnTo>
                <a:lnTo>
                  <a:pt x="484352" y="66155"/>
                </a:lnTo>
                <a:lnTo>
                  <a:pt x="484364" y="64888"/>
                </a:lnTo>
                <a:lnTo>
                  <a:pt x="484381" y="63659"/>
                </a:lnTo>
                <a:lnTo>
                  <a:pt x="484403" y="62469"/>
                </a:lnTo>
                <a:lnTo>
                  <a:pt x="484431" y="61318"/>
                </a:lnTo>
                <a:lnTo>
                  <a:pt x="484463" y="60207"/>
                </a:lnTo>
                <a:lnTo>
                  <a:pt x="484500" y="59134"/>
                </a:lnTo>
                <a:lnTo>
                  <a:pt x="484542" y="58100"/>
                </a:lnTo>
                <a:lnTo>
                  <a:pt x="484588" y="57106"/>
                </a:lnTo>
                <a:lnTo>
                  <a:pt x="484640" y="56150"/>
                </a:lnTo>
                <a:lnTo>
                  <a:pt x="484697" y="55234"/>
                </a:lnTo>
                <a:lnTo>
                  <a:pt x="484759" y="54357"/>
                </a:lnTo>
                <a:lnTo>
                  <a:pt x="484825" y="53518"/>
                </a:lnTo>
                <a:lnTo>
                  <a:pt x="484897" y="52719"/>
                </a:lnTo>
                <a:lnTo>
                  <a:pt x="484973" y="51959"/>
                </a:lnTo>
                <a:lnTo>
                  <a:pt x="485055" y="51238"/>
                </a:lnTo>
                <a:lnTo>
                  <a:pt x="485141" y="50556"/>
                </a:lnTo>
                <a:lnTo>
                  <a:pt x="485232" y="49913"/>
                </a:lnTo>
                <a:lnTo>
                  <a:pt x="485328" y="49309"/>
                </a:lnTo>
                <a:lnTo>
                  <a:pt x="485430" y="48744"/>
                </a:lnTo>
                <a:lnTo>
                  <a:pt x="485536" y="48218"/>
                </a:lnTo>
                <a:lnTo>
                  <a:pt x="485647" y="47731"/>
                </a:lnTo>
                <a:lnTo>
                  <a:pt x="485763" y="47283"/>
                </a:lnTo>
                <a:lnTo>
                  <a:pt x="485883" y="46860"/>
                </a:lnTo>
                <a:lnTo>
                  <a:pt x="486007" y="46448"/>
                </a:lnTo>
                <a:lnTo>
                  <a:pt x="486134" y="46048"/>
                </a:lnTo>
                <a:lnTo>
                  <a:pt x="486266" y="45658"/>
                </a:lnTo>
                <a:lnTo>
                  <a:pt x="486401" y="45279"/>
                </a:lnTo>
                <a:lnTo>
                  <a:pt x="486539" y="44912"/>
                </a:lnTo>
                <a:lnTo>
                  <a:pt x="486681" y="44555"/>
                </a:lnTo>
                <a:lnTo>
                  <a:pt x="486827" y="44209"/>
                </a:lnTo>
                <a:lnTo>
                  <a:pt x="486977" y="43875"/>
                </a:lnTo>
                <a:lnTo>
                  <a:pt x="487130" y="43551"/>
                </a:lnTo>
                <a:lnTo>
                  <a:pt x="487287" y="43239"/>
                </a:lnTo>
                <a:lnTo>
                  <a:pt x="487448" y="42937"/>
                </a:lnTo>
                <a:lnTo>
                  <a:pt x="487612" y="42647"/>
                </a:lnTo>
                <a:lnTo>
                  <a:pt x="487780" y="42367"/>
                </a:lnTo>
                <a:lnTo>
                  <a:pt x="487952" y="42099"/>
                </a:lnTo>
                <a:lnTo>
                  <a:pt x="488127" y="41841"/>
                </a:lnTo>
                <a:lnTo>
                  <a:pt x="488306" y="41595"/>
                </a:lnTo>
                <a:lnTo>
                  <a:pt x="488489" y="41359"/>
                </a:lnTo>
                <a:lnTo>
                  <a:pt x="488676" y="41135"/>
                </a:lnTo>
                <a:lnTo>
                  <a:pt x="488866" y="40922"/>
                </a:lnTo>
                <a:lnTo>
                  <a:pt x="489059" y="40719"/>
                </a:lnTo>
                <a:lnTo>
                  <a:pt x="489257" y="40528"/>
                </a:lnTo>
                <a:lnTo>
                  <a:pt x="489458" y="40348"/>
                </a:lnTo>
                <a:lnTo>
                  <a:pt x="489663" y="40178"/>
                </a:lnTo>
                <a:lnTo>
                  <a:pt x="489871" y="40018"/>
                </a:lnTo>
                <a:lnTo>
                  <a:pt x="490083" y="39865"/>
                </a:lnTo>
                <a:lnTo>
                  <a:pt x="490299" y="39718"/>
                </a:lnTo>
                <a:lnTo>
                  <a:pt x="490519" y="39578"/>
                </a:lnTo>
                <a:lnTo>
                  <a:pt x="490743" y="39445"/>
                </a:lnTo>
                <a:lnTo>
                  <a:pt x="490970" y="39319"/>
                </a:lnTo>
                <a:lnTo>
                  <a:pt x="491201" y="39199"/>
                </a:lnTo>
                <a:lnTo>
                  <a:pt x="491436" y="39087"/>
                </a:lnTo>
                <a:lnTo>
                  <a:pt x="491675" y="38981"/>
                </a:lnTo>
                <a:lnTo>
                  <a:pt x="491917" y="38882"/>
                </a:lnTo>
                <a:lnTo>
                  <a:pt x="492164" y="38790"/>
                </a:lnTo>
                <a:lnTo>
                  <a:pt x="492414" y="38705"/>
                </a:lnTo>
                <a:lnTo>
                  <a:pt x="492668" y="38626"/>
                </a:lnTo>
                <a:lnTo>
                  <a:pt x="492925" y="38555"/>
                </a:lnTo>
                <a:lnTo>
                  <a:pt x="493186" y="38490"/>
                </a:lnTo>
                <a:lnTo>
                  <a:pt x="493452" y="38432"/>
                </a:lnTo>
                <a:lnTo>
                  <a:pt x="493721" y="38381"/>
                </a:lnTo>
                <a:lnTo>
                  <a:pt x="493993" y="38336"/>
                </a:lnTo>
                <a:lnTo>
                  <a:pt x="494270" y="38299"/>
                </a:lnTo>
                <a:lnTo>
                  <a:pt x="494550" y="38268"/>
                </a:lnTo>
                <a:lnTo>
                  <a:pt x="494834" y="38244"/>
                </a:lnTo>
                <a:lnTo>
                  <a:pt x="495122" y="38227"/>
                </a:lnTo>
                <a:lnTo>
                  <a:pt x="495414" y="38217"/>
                </a:lnTo>
                <a:lnTo>
                  <a:pt x="495709" y="38213"/>
                </a:lnTo>
                <a:lnTo>
                  <a:pt x="496017" y="38218"/>
                </a:lnTo>
                <a:lnTo>
                  <a:pt x="496328" y="38233"/>
                </a:lnTo>
                <a:lnTo>
                  <a:pt x="496641" y="38257"/>
                </a:lnTo>
                <a:lnTo>
                  <a:pt x="496955" y="38291"/>
                </a:lnTo>
                <a:lnTo>
                  <a:pt x="497272" y="38334"/>
                </a:lnTo>
                <a:lnTo>
                  <a:pt x="497591" y="38387"/>
                </a:lnTo>
                <a:lnTo>
                  <a:pt x="497912" y="38450"/>
                </a:lnTo>
                <a:lnTo>
                  <a:pt x="498235" y="38522"/>
                </a:lnTo>
                <a:lnTo>
                  <a:pt x="498560" y="38604"/>
                </a:lnTo>
                <a:lnTo>
                  <a:pt x="498888" y="38696"/>
                </a:lnTo>
                <a:lnTo>
                  <a:pt x="499217" y="38798"/>
                </a:lnTo>
                <a:lnTo>
                  <a:pt x="499548" y="38909"/>
                </a:lnTo>
                <a:lnTo>
                  <a:pt x="499882" y="39029"/>
                </a:lnTo>
                <a:lnTo>
                  <a:pt x="500218" y="39160"/>
                </a:lnTo>
                <a:lnTo>
                  <a:pt x="500556" y="39300"/>
                </a:lnTo>
                <a:lnTo>
                  <a:pt x="500895" y="39450"/>
                </a:lnTo>
                <a:lnTo>
                  <a:pt x="501237" y="39609"/>
                </a:lnTo>
                <a:lnTo>
                  <a:pt x="501582" y="39778"/>
                </a:lnTo>
                <a:lnTo>
                  <a:pt x="501928" y="39957"/>
                </a:lnTo>
                <a:lnTo>
                  <a:pt x="502276" y="40145"/>
                </a:lnTo>
                <a:lnTo>
                  <a:pt x="502626" y="40343"/>
                </a:lnTo>
                <a:lnTo>
                  <a:pt x="502979" y="40550"/>
                </a:lnTo>
                <a:lnTo>
                  <a:pt x="503334" y="40768"/>
                </a:lnTo>
                <a:lnTo>
                  <a:pt x="503690" y="40995"/>
                </a:lnTo>
                <a:lnTo>
                  <a:pt x="508847" y="26471"/>
                </a:lnTo>
                <a:lnTo>
                  <a:pt x="533902" y="88640"/>
                </a:lnTo>
                <a:lnTo>
                  <a:pt x="549200" y="88640"/>
                </a:lnTo>
                <a:lnTo>
                  <a:pt x="574716" y="24428"/>
                </a:lnTo>
                <a:lnTo>
                  <a:pt x="557242" y="24428"/>
                </a:lnTo>
                <a:lnTo>
                  <a:pt x="545028" y="57199"/>
                </a:lnTo>
                <a:lnTo>
                  <a:pt x="544947" y="57426"/>
                </a:lnTo>
                <a:lnTo>
                  <a:pt x="544867" y="57653"/>
                </a:lnTo>
                <a:lnTo>
                  <a:pt x="544788" y="57879"/>
                </a:lnTo>
                <a:lnTo>
                  <a:pt x="544709" y="58106"/>
                </a:lnTo>
                <a:lnTo>
                  <a:pt x="544630" y="58333"/>
                </a:lnTo>
                <a:lnTo>
                  <a:pt x="544552" y="58560"/>
                </a:lnTo>
                <a:lnTo>
                  <a:pt x="544474" y="58786"/>
                </a:lnTo>
                <a:lnTo>
                  <a:pt x="544396" y="59013"/>
                </a:lnTo>
                <a:lnTo>
                  <a:pt x="544319" y="59240"/>
                </a:lnTo>
                <a:lnTo>
                  <a:pt x="544243" y="59467"/>
                </a:lnTo>
                <a:lnTo>
                  <a:pt x="544166" y="59693"/>
                </a:lnTo>
                <a:lnTo>
                  <a:pt x="544091" y="59920"/>
                </a:lnTo>
                <a:lnTo>
                  <a:pt x="544015" y="60147"/>
                </a:lnTo>
                <a:lnTo>
                  <a:pt x="543940" y="60373"/>
                </a:lnTo>
                <a:lnTo>
                  <a:pt x="543866" y="60600"/>
                </a:lnTo>
                <a:lnTo>
                  <a:pt x="543792" y="60827"/>
                </a:lnTo>
                <a:lnTo>
                  <a:pt x="543718" y="61054"/>
                </a:lnTo>
                <a:lnTo>
                  <a:pt x="543645" y="61280"/>
                </a:lnTo>
                <a:lnTo>
                  <a:pt x="543572" y="61507"/>
                </a:lnTo>
                <a:lnTo>
                  <a:pt x="543499" y="61734"/>
                </a:lnTo>
                <a:lnTo>
                  <a:pt x="543427" y="61961"/>
                </a:lnTo>
                <a:lnTo>
                  <a:pt x="543356" y="62187"/>
                </a:lnTo>
                <a:lnTo>
                  <a:pt x="543285" y="62414"/>
                </a:lnTo>
                <a:lnTo>
                  <a:pt x="543214" y="62641"/>
                </a:lnTo>
                <a:lnTo>
                  <a:pt x="543182" y="62757"/>
                </a:lnTo>
                <a:lnTo>
                  <a:pt x="543146" y="62882"/>
                </a:lnTo>
                <a:lnTo>
                  <a:pt x="543107" y="63018"/>
                </a:lnTo>
                <a:lnTo>
                  <a:pt x="543064" y="63163"/>
                </a:lnTo>
                <a:lnTo>
                  <a:pt x="543018" y="63318"/>
                </a:lnTo>
                <a:lnTo>
                  <a:pt x="542968" y="63484"/>
                </a:lnTo>
                <a:lnTo>
                  <a:pt x="542915" y="63659"/>
                </a:lnTo>
                <a:lnTo>
                  <a:pt x="542858" y="63843"/>
                </a:lnTo>
                <a:lnTo>
                  <a:pt x="542797" y="64038"/>
                </a:lnTo>
                <a:lnTo>
                  <a:pt x="542733" y="64243"/>
                </a:lnTo>
                <a:lnTo>
                  <a:pt x="542665" y="64457"/>
                </a:lnTo>
                <a:lnTo>
                  <a:pt x="542594" y="64682"/>
                </a:lnTo>
                <a:lnTo>
                  <a:pt x="542519" y="64916"/>
                </a:lnTo>
                <a:lnTo>
                  <a:pt x="542441" y="65160"/>
                </a:lnTo>
                <a:lnTo>
                  <a:pt x="542359" y="65414"/>
                </a:lnTo>
                <a:lnTo>
                  <a:pt x="542273" y="65678"/>
                </a:lnTo>
                <a:lnTo>
                  <a:pt x="542184" y="65951"/>
                </a:lnTo>
                <a:lnTo>
                  <a:pt x="542092" y="66235"/>
                </a:lnTo>
                <a:lnTo>
                  <a:pt x="541995" y="66528"/>
                </a:lnTo>
                <a:lnTo>
                  <a:pt x="541895" y="66831"/>
                </a:lnTo>
                <a:lnTo>
                  <a:pt x="541792" y="67145"/>
                </a:lnTo>
                <a:lnTo>
                  <a:pt x="541685" y="67468"/>
                </a:lnTo>
                <a:lnTo>
                  <a:pt x="541575" y="67800"/>
                </a:lnTo>
                <a:lnTo>
                  <a:pt x="541460" y="68143"/>
                </a:lnTo>
                <a:lnTo>
                  <a:pt x="537954" y="57199"/>
                </a:lnTo>
                <a:lnTo>
                  <a:pt x="525861" y="24428"/>
                </a:lnTo>
                <a:lnTo>
                  <a:pt x="508024" y="24428"/>
                </a:lnTo>
                <a:lnTo>
                  <a:pt x="508663" y="26013"/>
                </a:lnTo>
                <a:lnTo>
                  <a:pt x="508501" y="25919"/>
                </a:lnTo>
                <a:lnTo>
                  <a:pt x="508051" y="25669"/>
                </a:lnTo>
                <a:lnTo>
                  <a:pt x="507599" y="25430"/>
                </a:lnTo>
                <a:lnTo>
                  <a:pt x="507145" y="25202"/>
                </a:lnTo>
                <a:close/>
                <a:moveTo>
                  <a:pt x="192571" y="40114"/>
                </a:moveTo>
                <a:lnTo>
                  <a:pt x="192258" y="39335"/>
                </a:lnTo>
                <a:lnTo>
                  <a:pt x="191931" y="38574"/>
                </a:lnTo>
                <a:lnTo>
                  <a:pt x="191592" y="37832"/>
                </a:lnTo>
                <a:lnTo>
                  <a:pt x="191238" y="37108"/>
                </a:lnTo>
                <a:lnTo>
                  <a:pt x="190871" y="36403"/>
                </a:lnTo>
                <a:lnTo>
                  <a:pt x="190490" y="35716"/>
                </a:lnTo>
                <a:lnTo>
                  <a:pt x="190096" y="35047"/>
                </a:lnTo>
                <a:lnTo>
                  <a:pt x="189689" y="34397"/>
                </a:lnTo>
                <a:lnTo>
                  <a:pt x="189267" y="33765"/>
                </a:lnTo>
                <a:lnTo>
                  <a:pt x="188833" y="33151"/>
                </a:lnTo>
                <a:lnTo>
                  <a:pt x="188384" y="32556"/>
                </a:lnTo>
                <a:lnTo>
                  <a:pt x="187923" y="31979"/>
                </a:lnTo>
                <a:lnTo>
                  <a:pt x="187447" y="31420"/>
                </a:lnTo>
                <a:lnTo>
                  <a:pt x="186958" y="30880"/>
                </a:lnTo>
                <a:lnTo>
                  <a:pt x="186456" y="30358"/>
                </a:lnTo>
                <a:lnTo>
                  <a:pt x="185940" y="29855"/>
                </a:lnTo>
                <a:lnTo>
                  <a:pt x="185410" y="29370"/>
                </a:lnTo>
                <a:lnTo>
                  <a:pt x="184867" y="28903"/>
                </a:lnTo>
                <a:lnTo>
                  <a:pt x="184311" y="28455"/>
                </a:lnTo>
                <a:lnTo>
                  <a:pt x="183740" y="28025"/>
                </a:lnTo>
                <a:lnTo>
                  <a:pt x="183155" y="27613"/>
                </a:lnTo>
                <a:lnTo>
                  <a:pt x="182553" y="27219"/>
                </a:lnTo>
                <a:lnTo>
                  <a:pt x="181935" y="26842"/>
                </a:lnTo>
                <a:lnTo>
                  <a:pt x="181299" y="26482"/>
                </a:lnTo>
                <a:lnTo>
                  <a:pt x="180647" y="26141"/>
                </a:lnTo>
                <a:lnTo>
                  <a:pt x="179978" y="25816"/>
                </a:lnTo>
                <a:lnTo>
                  <a:pt x="179293" y="25510"/>
                </a:lnTo>
                <a:lnTo>
                  <a:pt x="178591" y="25220"/>
                </a:lnTo>
                <a:lnTo>
                  <a:pt x="177872" y="24949"/>
                </a:lnTo>
                <a:lnTo>
                  <a:pt x="177137" y="24694"/>
                </a:lnTo>
                <a:lnTo>
                  <a:pt x="176384" y="24458"/>
                </a:lnTo>
                <a:lnTo>
                  <a:pt x="175616" y="24239"/>
                </a:lnTo>
                <a:lnTo>
                  <a:pt x="174830" y="24037"/>
                </a:lnTo>
                <a:lnTo>
                  <a:pt x="174028" y="23853"/>
                </a:lnTo>
                <a:lnTo>
                  <a:pt x="173209" y="23686"/>
                </a:lnTo>
                <a:lnTo>
                  <a:pt x="172373" y="23537"/>
                </a:lnTo>
                <a:lnTo>
                  <a:pt x="171521" y="23406"/>
                </a:lnTo>
                <a:lnTo>
                  <a:pt x="170652" y="23292"/>
                </a:lnTo>
                <a:lnTo>
                  <a:pt x="169766" y="23196"/>
                </a:lnTo>
                <a:lnTo>
                  <a:pt x="168864" y="23117"/>
                </a:lnTo>
                <a:lnTo>
                  <a:pt x="167945" y="23055"/>
                </a:lnTo>
                <a:lnTo>
                  <a:pt x="167009" y="23011"/>
                </a:lnTo>
                <a:lnTo>
                  <a:pt x="166056" y="22985"/>
                </a:lnTo>
                <a:lnTo>
                  <a:pt x="165087" y="22976"/>
                </a:lnTo>
                <a:lnTo>
                  <a:pt x="163903" y="22992"/>
                </a:lnTo>
                <a:lnTo>
                  <a:pt x="162740" y="23038"/>
                </a:lnTo>
                <a:lnTo>
                  <a:pt x="161597" y="23115"/>
                </a:lnTo>
                <a:lnTo>
                  <a:pt x="160475" y="23222"/>
                </a:lnTo>
                <a:lnTo>
                  <a:pt x="159374" y="23361"/>
                </a:lnTo>
                <a:lnTo>
                  <a:pt x="158293" y="23530"/>
                </a:lnTo>
                <a:lnTo>
                  <a:pt x="157232" y="23730"/>
                </a:lnTo>
                <a:lnTo>
                  <a:pt x="156192" y="23961"/>
                </a:lnTo>
                <a:lnTo>
                  <a:pt x="155173" y="24222"/>
                </a:lnTo>
                <a:lnTo>
                  <a:pt x="154174" y="24514"/>
                </a:lnTo>
                <a:lnTo>
                  <a:pt x="153196" y="24837"/>
                </a:lnTo>
                <a:lnTo>
                  <a:pt x="152239" y="25191"/>
                </a:lnTo>
                <a:lnTo>
                  <a:pt x="151302" y="25575"/>
                </a:lnTo>
                <a:lnTo>
                  <a:pt x="150385" y="25991"/>
                </a:lnTo>
                <a:lnTo>
                  <a:pt x="149489" y="26437"/>
                </a:lnTo>
                <a:lnTo>
                  <a:pt x="148614" y="26913"/>
                </a:lnTo>
                <a:lnTo>
                  <a:pt x="147759" y="27421"/>
                </a:lnTo>
                <a:lnTo>
                  <a:pt x="146925" y="27959"/>
                </a:lnTo>
                <a:lnTo>
                  <a:pt x="146112" y="28528"/>
                </a:lnTo>
                <a:lnTo>
                  <a:pt x="145319" y="29128"/>
                </a:lnTo>
                <a:lnTo>
                  <a:pt x="144546" y="29758"/>
                </a:lnTo>
                <a:lnTo>
                  <a:pt x="143795" y="30420"/>
                </a:lnTo>
                <a:lnTo>
                  <a:pt x="143063" y="31112"/>
                </a:lnTo>
                <a:lnTo>
                  <a:pt x="142353" y="31834"/>
                </a:lnTo>
                <a:lnTo>
                  <a:pt x="141667" y="32585"/>
                </a:lnTo>
                <a:lnTo>
                  <a:pt x="141010" y="33360"/>
                </a:lnTo>
                <a:lnTo>
                  <a:pt x="140383" y="34159"/>
                </a:lnTo>
                <a:lnTo>
                  <a:pt x="139785" y="34983"/>
                </a:lnTo>
                <a:lnTo>
                  <a:pt x="139216" y="35831"/>
                </a:lnTo>
                <a:lnTo>
                  <a:pt x="138676" y="36704"/>
                </a:lnTo>
                <a:lnTo>
                  <a:pt x="138165" y="37601"/>
                </a:lnTo>
                <a:lnTo>
                  <a:pt x="137684" y="38522"/>
                </a:lnTo>
                <a:lnTo>
                  <a:pt x="137231" y="39468"/>
                </a:lnTo>
                <a:lnTo>
                  <a:pt x="136808" y="40439"/>
                </a:lnTo>
                <a:lnTo>
                  <a:pt x="136414" y="41434"/>
                </a:lnTo>
                <a:lnTo>
                  <a:pt x="136049" y="42453"/>
                </a:lnTo>
                <a:lnTo>
                  <a:pt x="135714" y="43497"/>
                </a:lnTo>
                <a:lnTo>
                  <a:pt x="135407" y="44566"/>
                </a:lnTo>
                <a:lnTo>
                  <a:pt x="135130" y="45658"/>
                </a:lnTo>
                <a:lnTo>
                  <a:pt x="134882" y="46776"/>
                </a:lnTo>
                <a:lnTo>
                  <a:pt x="134663" y="47917"/>
                </a:lnTo>
                <a:lnTo>
                  <a:pt x="134473" y="49084"/>
                </a:lnTo>
                <a:lnTo>
                  <a:pt x="134313" y="50274"/>
                </a:lnTo>
                <a:lnTo>
                  <a:pt x="134182" y="51489"/>
                </a:lnTo>
                <a:lnTo>
                  <a:pt x="134080" y="52729"/>
                </a:lnTo>
                <a:lnTo>
                  <a:pt x="134007" y="53993"/>
                </a:lnTo>
                <a:lnTo>
                  <a:pt x="133963" y="55282"/>
                </a:lnTo>
                <a:lnTo>
                  <a:pt x="133948" y="56594"/>
                </a:lnTo>
                <a:lnTo>
                  <a:pt x="133963" y="57893"/>
                </a:lnTo>
                <a:lnTo>
                  <a:pt x="134006" y="59167"/>
                </a:lnTo>
                <a:lnTo>
                  <a:pt x="134079" y="60418"/>
                </a:lnTo>
                <a:lnTo>
                  <a:pt x="134181" y="61645"/>
                </a:lnTo>
                <a:lnTo>
                  <a:pt x="134312" y="62848"/>
                </a:lnTo>
                <a:lnTo>
                  <a:pt x="134472" y="64028"/>
                </a:lnTo>
                <a:lnTo>
                  <a:pt x="134661" y="65184"/>
                </a:lnTo>
                <a:lnTo>
                  <a:pt x="134879" y="66316"/>
                </a:lnTo>
                <a:lnTo>
                  <a:pt x="135126" y="67424"/>
                </a:lnTo>
                <a:lnTo>
                  <a:pt x="135402" y="68509"/>
                </a:lnTo>
                <a:lnTo>
                  <a:pt x="135707" y="69570"/>
                </a:lnTo>
                <a:lnTo>
                  <a:pt x="136042" y="70607"/>
                </a:lnTo>
                <a:lnTo>
                  <a:pt x="136405" y="71621"/>
                </a:lnTo>
                <a:lnTo>
                  <a:pt x="136798" y="72610"/>
                </a:lnTo>
                <a:lnTo>
                  <a:pt x="137219" y="73576"/>
                </a:lnTo>
                <a:lnTo>
                  <a:pt x="137670" y="74519"/>
                </a:lnTo>
                <a:lnTo>
                  <a:pt x="138150" y="75437"/>
                </a:lnTo>
                <a:lnTo>
                  <a:pt x="138659" y="76332"/>
                </a:lnTo>
                <a:lnTo>
                  <a:pt x="139197" y="77203"/>
                </a:lnTo>
                <a:lnTo>
                  <a:pt x="139764" y="78051"/>
                </a:lnTo>
                <a:lnTo>
                  <a:pt x="140360" y="78875"/>
                </a:lnTo>
                <a:lnTo>
                  <a:pt x="140985" y="79675"/>
                </a:lnTo>
                <a:lnTo>
                  <a:pt x="141639" y="80451"/>
                </a:lnTo>
                <a:lnTo>
                  <a:pt x="142322" y="81203"/>
                </a:lnTo>
                <a:lnTo>
                  <a:pt x="143030" y="81929"/>
                </a:lnTo>
                <a:lnTo>
                  <a:pt x="143758" y="82623"/>
                </a:lnTo>
                <a:lnTo>
                  <a:pt x="144505" y="83287"/>
                </a:lnTo>
                <a:lnTo>
                  <a:pt x="145273" y="83919"/>
                </a:lnTo>
                <a:lnTo>
                  <a:pt x="146060" y="84521"/>
                </a:lnTo>
                <a:lnTo>
                  <a:pt x="146867" y="85092"/>
                </a:lnTo>
                <a:lnTo>
                  <a:pt x="147694" y="85632"/>
                </a:lnTo>
                <a:lnTo>
                  <a:pt x="148540" y="86141"/>
                </a:lnTo>
                <a:lnTo>
                  <a:pt x="149407" y="86620"/>
                </a:lnTo>
                <a:lnTo>
                  <a:pt x="150293" y="87067"/>
                </a:lnTo>
                <a:lnTo>
                  <a:pt x="151199" y="87484"/>
                </a:lnTo>
                <a:lnTo>
                  <a:pt x="152125" y="87870"/>
                </a:lnTo>
                <a:lnTo>
                  <a:pt x="153071" y="88224"/>
                </a:lnTo>
                <a:lnTo>
                  <a:pt x="154037" y="88549"/>
                </a:lnTo>
                <a:lnTo>
                  <a:pt x="155022" y="88842"/>
                </a:lnTo>
                <a:lnTo>
                  <a:pt x="156028" y="89104"/>
                </a:lnTo>
                <a:lnTo>
                  <a:pt x="157053" y="89336"/>
                </a:lnTo>
                <a:lnTo>
                  <a:pt x="158098" y="89536"/>
                </a:lnTo>
                <a:lnTo>
                  <a:pt x="159163" y="89706"/>
                </a:lnTo>
                <a:lnTo>
                  <a:pt x="160248" y="89845"/>
                </a:lnTo>
                <a:lnTo>
                  <a:pt x="161352" y="89953"/>
                </a:lnTo>
                <a:lnTo>
                  <a:pt x="162477" y="90030"/>
                </a:lnTo>
                <a:lnTo>
                  <a:pt x="163621" y="90076"/>
                </a:lnTo>
                <a:lnTo>
                  <a:pt x="164785" y="90092"/>
                </a:lnTo>
                <a:lnTo>
                  <a:pt x="165809" y="90081"/>
                </a:lnTo>
                <a:lnTo>
                  <a:pt x="166816" y="90051"/>
                </a:lnTo>
                <a:lnTo>
                  <a:pt x="167805" y="90000"/>
                </a:lnTo>
                <a:lnTo>
                  <a:pt x="168777" y="89929"/>
                </a:lnTo>
                <a:lnTo>
                  <a:pt x="169732" y="89837"/>
                </a:lnTo>
                <a:lnTo>
                  <a:pt x="170669" y="89725"/>
                </a:lnTo>
                <a:lnTo>
                  <a:pt x="171589" y="89593"/>
                </a:lnTo>
                <a:lnTo>
                  <a:pt x="172491" y="89440"/>
                </a:lnTo>
                <a:lnTo>
                  <a:pt x="173376" y="89267"/>
                </a:lnTo>
                <a:lnTo>
                  <a:pt x="174243" y="89073"/>
                </a:lnTo>
                <a:lnTo>
                  <a:pt x="175093" y="88860"/>
                </a:lnTo>
                <a:lnTo>
                  <a:pt x="175925" y="88625"/>
                </a:lnTo>
                <a:lnTo>
                  <a:pt x="176741" y="88371"/>
                </a:lnTo>
                <a:lnTo>
                  <a:pt x="177538" y="88096"/>
                </a:lnTo>
                <a:lnTo>
                  <a:pt x="178319" y="87801"/>
                </a:lnTo>
                <a:lnTo>
                  <a:pt x="179081" y="87485"/>
                </a:lnTo>
                <a:lnTo>
                  <a:pt x="179827" y="87149"/>
                </a:lnTo>
                <a:lnTo>
                  <a:pt x="180555" y="86793"/>
                </a:lnTo>
                <a:lnTo>
                  <a:pt x="181265" y="86416"/>
                </a:lnTo>
                <a:lnTo>
                  <a:pt x="181958" y="86019"/>
                </a:lnTo>
                <a:lnTo>
                  <a:pt x="182634" y="85601"/>
                </a:lnTo>
                <a:lnTo>
                  <a:pt x="183292" y="85163"/>
                </a:lnTo>
                <a:lnTo>
                  <a:pt x="183933" y="84705"/>
                </a:lnTo>
                <a:lnTo>
                  <a:pt x="184557" y="84227"/>
                </a:lnTo>
                <a:lnTo>
                  <a:pt x="185163" y="83728"/>
                </a:lnTo>
                <a:lnTo>
                  <a:pt x="185753" y="83210"/>
                </a:lnTo>
                <a:lnTo>
                  <a:pt x="186326" y="82672"/>
                </a:lnTo>
                <a:lnTo>
                  <a:pt x="186883" y="82115"/>
                </a:lnTo>
                <a:lnTo>
                  <a:pt x="187423" y="81539"/>
                </a:lnTo>
                <a:lnTo>
                  <a:pt x="187946" y="80943"/>
                </a:lnTo>
                <a:lnTo>
                  <a:pt x="188453" y="80327"/>
                </a:lnTo>
                <a:lnTo>
                  <a:pt x="188944" y="79692"/>
                </a:lnTo>
                <a:lnTo>
                  <a:pt x="189417" y="79037"/>
                </a:lnTo>
                <a:lnTo>
                  <a:pt x="189875" y="78363"/>
                </a:lnTo>
                <a:lnTo>
                  <a:pt x="190315" y="77669"/>
                </a:lnTo>
                <a:lnTo>
                  <a:pt x="190739" y="76956"/>
                </a:lnTo>
                <a:lnTo>
                  <a:pt x="191147" y="76223"/>
                </a:lnTo>
                <a:lnTo>
                  <a:pt x="191537" y="75471"/>
                </a:lnTo>
                <a:lnTo>
                  <a:pt x="191912" y="74699"/>
                </a:lnTo>
                <a:lnTo>
                  <a:pt x="192269" y="73907"/>
                </a:lnTo>
                <a:lnTo>
                  <a:pt x="192610" y="73096"/>
                </a:lnTo>
                <a:lnTo>
                  <a:pt x="192935" y="72266"/>
                </a:lnTo>
                <a:lnTo>
                  <a:pt x="193243" y="71416"/>
                </a:lnTo>
                <a:lnTo>
                  <a:pt x="193534" y="70547"/>
                </a:lnTo>
                <a:lnTo>
                  <a:pt x="193809" y="69658"/>
                </a:lnTo>
                <a:lnTo>
                  <a:pt x="194067" y="68749"/>
                </a:lnTo>
                <a:lnTo>
                  <a:pt x="194308" y="67821"/>
                </a:lnTo>
                <a:lnTo>
                  <a:pt x="194533" y="66873"/>
                </a:lnTo>
                <a:lnTo>
                  <a:pt x="177845" y="63971"/>
                </a:lnTo>
                <a:lnTo>
                  <a:pt x="177736" y="64524"/>
                </a:lnTo>
                <a:lnTo>
                  <a:pt x="177621" y="65062"/>
                </a:lnTo>
                <a:lnTo>
                  <a:pt x="177499" y="65587"/>
                </a:lnTo>
                <a:lnTo>
                  <a:pt x="177372" y="66098"/>
                </a:lnTo>
                <a:lnTo>
                  <a:pt x="177237" y="66596"/>
                </a:lnTo>
                <a:lnTo>
                  <a:pt x="177097" y="67079"/>
                </a:lnTo>
                <a:lnTo>
                  <a:pt x="176950" y="67549"/>
                </a:lnTo>
                <a:lnTo>
                  <a:pt x="176797" y="68005"/>
                </a:lnTo>
                <a:lnTo>
                  <a:pt x="176638" y="68448"/>
                </a:lnTo>
                <a:lnTo>
                  <a:pt x="176472" y="68876"/>
                </a:lnTo>
                <a:lnTo>
                  <a:pt x="176300" y="69291"/>
                </a:lnTo>
                <a:lnTo>
                  <a:pt x="176122" y="69693"/>
                </a:lnTo>
                <a:lnTo>
                  <a:pt x="175937" y="70080"/>
                </a:lnTo>
                <a:lnTo>
                  <a:pt x="175747" y="70454"/>
                </a:lnTo>
                <a:lnTo>
                  <a:pt x="175549" y="70813"/>
                </a:lnTo>
                <a:lnTo>
                  <a:pt x="175346" y="71160"/>
                </a:lnTo>
                <a:lnTo>
                  <a:pt x="175136" y="71492"/>
                </a:lnTo>
                <a:lnTo>
                  <a:pt x="174920" y="71811"/>
                </a:lnTo>
                <a:lnTo>
                  <a:pt x="174698" y="72116"/>
                </a:lnTo>
                <a:lnTo>
                  <a:pt x="174469" y="72407"/>
                </a:lnTo>
                <a:lnTo>
                  <a:pt x="174234" y="72684"/>
                </a:lnTo>
                <a:lnTo>
                  <a:pt x="173993" y="72948"/>
                </a:lnTo>
                <a:lnTo>
                  <a:pt x="173746" y="73198"/>
                </a:lnTo>
                <a:lnTo>
                  <a:pt x="173492" y="73434"/>
                </a:lnTo>
                <a:lnTo>
                  <a:pt x="173232" y="73658"/>
                </a:lnTo>
                <a:lnTo>
                  <a:pt x="172966" y="73873"/>
                </a:lnTo>
                <a:lnTo>
                  <a:pt x="172693" y="74079"/>
                </a:lnTo>
                <a:lnTo>
                  <a:pt x="172415" y="74274"/>
                </a:lnTo>
                <a:lnTo>
                  <a:pt x="172131" y="74461"/>
                </a:lnTo>
                <a:lnTo>
                  <a:pt x="171840" y="74637"/>
                </a:lnTo>
                <a:lnTo>
                  <a:pt x="171544" y="74805"/>
                </a:lnTo>
                <a:lnTo>
                  <a:pt x="171241" y="74962"/>
                </a:lnTo>
                <a:lnTo>
                  <a:pt x="170932" y="75110"/>
                </a:lnTo>
                <a:lnTo>
                  <a:pt x="170618" y="75249"/>
                </a:lnTo>
                <a:lnTo>
                  <a:pt x="170297" y="75378"/>
                </a:lnTo>
                <a:lnTo>
                  <a:pt x="169970" y="75497"/>
                </a:lnTo>
                <a:lnTo>
                  <a:pt x="169637" y="75607"/>
                </a:lnTo>
                <a:lnTo>
                  <a:pt x="169297" y="75707"/>
                </a:lnTo>
                <a:lnTo>
                  <a:pt x="168952" y="75798"/>
                </a:lnTo>
                <a:lnTo>
                  <a:pt x="168601" y="75879"/>
                </a:lnTo>
                <a:lnTo>
                  <a:pt x="168243" y="75951"/>
                </a:lnTo>
                <a:lnTo>
                  <a:pt x="167880" y="76013"/>
                </a:lnTo>
                <a:lnTo>
                  <a:pt x="167510" y="76065"/>
                </a:lnTo>
                <a:lnTo>
                  <a:pt x="167135" y="76108"/>
                </a:lnTo>
                <a:lnTo>
                  <a:pt x="166753" y="76142"/>
                </a:lnTo>
                <a:lnTo>
                  <a:pt x="166365" y="76166"/>
                </a:lnTo>
                <a:lnTo>
                  <a:pt x="165971" y="76180"/>
                </a:lnTo>
                <a:lnTo>
                  <a:pt x="165571" y="76185"/>
                </a:lnTo>
                <a:lnTo>
                  <a:pt x="165036" y="76177"/>
                </a:lnTo>
                <a:lnTo>
                  <a:pt x="164511" y="76152"/>
                </a:lnTo>
                <a:lnTo>
                  <a:pt x="163995" y="76111"/>
                </a:lnTo>
                <a:lnTo>
                  <a:pt x="163487" y="76054"/>
                </a:lnTo>
                <a:lnTo>
                  <a:pt x="162989" y="75981"/>
                </a:lnTo>
                <a:lnTo>
                  <a:pt x="162501" y="75891"/>
                </a:lnTo>
                <a:lnTo>
                  <a:pt x="162021" y="75785"/>
                </a:lnTo>
                <a:lnTo>
                  <a:pt x="161550" y="75663"/>
                </a:lnTo>
                <a:lnTo>
                  <a:pt x="161089" y="75524"/>
                </a:lnTo>
                <a:lnTo>
                  <a:pt x="160636" y="75369"/>
                </a:lnTo>
                <a:lnTo>
                  <a:pt x="160193" y="75197"/>
                </a:lnTo>
                <a:lnTo>
                  <a:pt x="159759" y="75010"/>
                </a:lnTo>
                <a:lnTo>
                  <a:pt x="159334" y="74806"/>
                </a:lnTo>
                <a:lnTo>
                  <a:pt x="158918" y="74585"/>
                </a:lnTo>
                <a:lnTo>
                  <a:pt x="158511" y="74348"/>
                </a:lnTo>
                <a:lnTo>
                  <a:pt x="158114" y="74095"/>
                </a:lnTo>
                <a:lnTo>
                  <a:pt x="157725" y="73826"/>
                </a:lnTo>
                <a:lnTo>
                  <a:pt x="157346" y="73541"/>
                </a:lnTo>
                <a:lnTo>
                  <a:pt x="156976" y="73239"/>
                </a:lnTo>
                <a:lnTo>
                  <a:pt x="156615" y="72920"/>
                </a:lnTo>
                <a:lnTo>
                  <a:pt x="156263" y="72586"/>
                </a:lnTo>
                <a:lnTo>
                  <a:pt x="155920" y="72235"/>
                </a:lnTo>
                <a:lnTo>
                  <a:pt x="155586" y="71867"/>
                </a:lnTo>
                <a:lnTo>
                  <a:pt x="155262" y="71484"/>
                </a:lnTo>
                <a:lnTo>
                  <a:pt x="154949" y="71080"/>
                </a:lnTo>
                <a:lnTo>
                  <a:pt x="154649" y="70653"/>
                </a:lnTo>
                <a:lnTo>
                  <a:pt x="154362" y="70203"/>
                </a:lnTo>
                <a:lnTo>
                  <a:pt x="154089" y="69730"/>
                </a:lnTo>
                <a:lnTo>
                  <a:pt x="153829" y="69234"/>
                </a:lnTo>
                <a:lnTo>
                  <a:pt x="153582" y="68714"/>
                </a:lnTo>
                <a:lnTo>
                  <a:pt x="153349" y="68171"/>
                </a:lnTo>
                <a:lnTo>
                  <a:pt x="153129" y="67605"/>
                </a:lnTo>
                <a:lnTo>
                  <a:pt x="152922" y="67016"/>
                </a:lnTo>
                <a:lnTo>
                  <a:pt x="152729" y="66403"/>
                </a:lnTo>
                <a:lnTo>
                  <a:pt x="152549" y="65767"/>
                </a:lnTo>
                <a:lnTo>
                  <a:pt x="152382" y="65108"/>
                </a:lnTo>
                <a:lnTo>
                  <a:pt x="152229" y="64426"/>
                </a:lnTo>
                <a:lnTo>
                  <a:pt x="152089" y="63720"/>
                </a:lnTo>
                <a:lnTo>
                  <a:pt x="151962" y="62991"/>
                </a:lnTo>
                <a:lnTo>
                  <a:pt x="151849" y="62239"/>
                </a:lnTo>
                <a:lnTo>
                  <a:pt x="151749" y="61464"/>
                </a:lnTo>
                <a:lnTo>
                  <a:pt x="151662" y="60666"/>
                </a:lnTo>
                <a:lnTo>
                  <a:pt x="151589" y="59844"/>
                </a:lnTo>
                <a:lnTo>
                  <a:pt x="151529" y="58999"/>
                </a:lnTo>
                <a:lnTo>
                  <a:pt x="151482" y="58131"/>
                </a:lnTo>
                <a:lnTo>
                  <a:pt x="151449" y="57240"/>
                </a:lnTo>
                <a:lnTo>
                  <a:pt x="151429" y="56325"/>
                </a:lnTo>
                <a:lnTo>
                  <a:pt x="151422" y="55387"/>
                </a:lnTo>
                <a:lnTo>
                  <a:pt x="151429" y="54543"/>
                </a:lnTo>
                <a:lnTo>
                  <a:pt x="151449" y="53720"/>
                </a:lnTo>
                <a:lnTo>
                  <a:pt x="151481" y="52917"/>
                </a:lnTo>
                <a:lnTo>
                  <a:pt x="151527" y="52135"/>
                </a:lnTo>
                <a:lnTo>
                  <a:pt x="151586" y="51373"/>
                </a:lnTo>
                <a:lnTo>
                  <a:pt x="151659" y="50631"/>
                </a:lnTo>
                <a:lnTo>
                  <a:pt x="151744" y="49910"/>
                </a:lnTo>
                <a:lnTo>
                  <a:pt x="151842" y="49209"/>
                </a:lnTo>
                <a:lnTo>
                  <a:pt x="151954" y="48528"/>
                </a:lnTo>
                <a:lnTo>
                  <a:pt x="152078" y="47868"/>
                </a:lnTo>
                <a:lnTo>
                  <a:pt x="152216" y="47229"/>
                </a:lnTo>
                <a:lnTo>
                  <a:pt x="152367" y="46609"/>
                </a:lnTo>
                <a:lnTo>
                  <a:pt x="152531" y="46011"/>
                </a:lnTo>
                <a:lnTo>
                  <a:pt x="152708" y="45432"/>
                </a:lnTo>
                <a:lnTo>
                  <a:pt x="152899" y="44874"/>
                </a:lnTo>
                <a:lnTo>
                  <a:pt x="153102" y="44336"/>
                </a:lnTo>
                <a:lnTo>
                  <a:pt x="153318" y="43819"/>
                </a:lnTo>
                <a:lnTo>
                  <a:pt x="153548" y="43322"/>
                </a:lnTo>
                <a:lnTo>
                  <a:pt x="153791" y="42846"/>
                </a:lnTo>
                <a:lnTo>
                  <a:pt x="154047" y="42390"/>
                </a:lnTo>
                <a:lnTo>
                  <a:pt x="154316" y="41954"/>
                </a:lnTo>
                <a:lnTo>
                  <a:pt x="154598" y="41539"/>
                </a:lnTo>
                <a:lnTo>
                  <a:pt x="154893" y="41144"/>
                </a:lnTo>
                <a:lnTo>
                  <a:pt x="155201" y="40770"/>
                </a:lnTo>
                <a:lnTo>
                  <a:pt x="155521" y="40413"/>
                </a:lnTo>
                <a:lnTo>
                  <a:pt x="155849" y="40072"/>
                </a:lnTo>
                <a:lnTo>
                  <a:pt x="156186" y="39746"/>
                </a:lnTo>
                <a:lnTo>
                  <a:pt x="156532" y="39434"/>
                </a:lnTo>
                <a:lnTo>
                  <a:pt x="156887" y="39139"/>
                </a:lnTo>
                <a:lnTo>
                  <a:pt x="157251" y="38858"/>
                </a:lnTo>
                <a:lnTo>
                  <a:pt x="157624" y="38592"/>
                </a:lnTo>
                <a:lnTo>
                  <a:pt x="158006" y="38342"/>
                </a:lnTo>
                <a:lnTo>
                  <a:pt x="158397" y="38107"/>
                </a:lnTo>
                <a:lnTo>
                  <a:pt x="158797" y="37887"/>
                </a:lnTo>
                <a:lnTo>
                  <a:pt x="159205" y="37682"/>
                </a:lnTo>
                <a:lnTo>
                  <a:pt x="159623" y="37492"/>
                </a:lnTo>
                <a:lnTo>
                  <a:pt x="160049" y="37318"/>
                </a:lnTo>
                <a:lnTo>
                  <a:pt x="160485" y="37158"/>
                </a:lnTo>
                <a:lnTo>
                  <a:pt x="160929" y="37014"/>
                </a:lnTo>
                <a:lnTo>
                  <a:pt x="161382" y="36885"/>
                </a:lnTo>
                <a:lnTo>
                  <a:pt x="161844" y="36771"/>
                </a:lnTo>
                <a:lnTo>
                  <a:pt x="162315" y="36673"/>
                </a:lnTo>
                <a:lnTo>
                  <a:pt x="162795" y="36589"/>
                </a:lnTo>
                <a:lnTo>
                  <a:pt x="163284" y="36521"/>
                </a:lnTo>
                <a:lnTo>
                  <a:pt x="163782" y="36468"/>
                </a:lnTo>
                <a:lnTo>
                  <a:pt x="164289" y="36430"/>
                </a:lnTo>
                <a:lnTo>
                  <a:pt x="164805" y="36407"/>
                </a:lnTo>
                <a:lnTo>
                  <a:pt x="165329" y="36399"/>
                </a:lnTo>
                <a:lnTo>
                  <a:pt x="165724" y="36404"/>
                </a:lnTo>
                <a:lnTo>
                  <a:pt x="166113" y="36417"/>
                </a:lnTo>
                <a:lnTo>
                  <a:pt x="166495" y="36439"/>
                </a:lnTo>
                <a:lnTo>
                  <a:pt x="166872" y="36470"/>
                </a:lnTo>
                <a:lnTo>
                  <a:pt x="167242" y="36509"/>
                </a:lnTo>
                <a:lnTo>
                  <a:pt x="167606" y="36557"/>
                </a:lnTo>
                <a:lnTo>
                  <a:pt x="167964" y="36614"/>
                </a:lnTo>
                <a:lnTo>
                  <a:pt x="168315" y="36680"/>
                </a:lnTo>
                <a:lnTo>
                  <a:pt x="168661" y="36754"/>
                </a:lnTo>
                <a:lnTo>
                  <a:pt x="169000" y="36838"/>
                </a:lnTo>
                <a:lnTo>
                  <a:pt x="169333" y="36930"/>
                </a:lnTo>
                <a:lnTo>
                  <a:pt x="169660" y="37031"/>
                </a:lnTo>
                <a:lnTo>
                  <a:pt x="169980" y="37140"/>
                </a:lnTo>
                <a:lnTo>
                  <a:pt x="170295" y="37258"/>
                </a:lnTo>
                <a:lnTo>
                  <a:pt x="170603" y="37386"/>
                </a:lnTo>
                <a:lnTo>
                  <a:pt x="170905" y="37521"/>
                </a:lnTo>
                <a:lnTo>
                  <a:pt x="171201" y="37666"/>
                </a:lnTo>
                <a:lnTo>
                  <a:pt x="171491" y="37819"/>
                </a:lnTo>
                <a:lnTo>
                  <a:pt x="171774" y="37982"/>
                </a:lnTo>
                <a:lnTo>
                  <a:pt x="172052" y="38152"/>
                </a:lnTo>
                <a:lnTo>
                  <a:pt x="172323" y="38332"/>
                </a:lnTo>
                <a:lnTo>
                  <a:pt x="172588" y="38521"/>
                </a:lnTo>
                <a:lnTo>
                  <a:pt x="172846" y="38718"/>
                </a:lnTo>
                <a:lnTo>
                  <a:pt x="173099" y="38924"/>
                </a:lnTo>
                <a:lnTo>
                  <a:pt x="173344" y="39138"/>
                </a:lnTo>
                <a:lnTo>
                  <a:pt x="173583" y="39362"/>
                </a:lnTo>
                <a:lnTo>
                  <a:pt x="173813" y="39593"/>
                </a:lnTo>
                <a:lnTo>
                  <a:pt x="174037" y="39834"/>
                </a:lnTo>
                <a:lnTo>
                  <a:pt x="174253" y="40083"/>
                </a:lnTo>
                <a:lnTo>
                  <a:pt x="174461" y="40340"/>
                </a:lnTo>
                <a:lnTo>
                  <a:pt x="174662" y="40606"/>
                </a:lnTo>
                <a:lnTo>
                  <a:pt x="174856" y="40880"/>
                </a:lnTo>
                <a:lnTo>
                  <a:pt x="175042" y="41164"/>
                </a:lnTo>
                <a:lnTo>
                  <a:pt x="175220" y="41455"/>
                </a:lnTo>
                <a:lnTo>
                  <a:pt x="175391" y="41755"/>
                </a:lnTo>
                <a:lnTo>
                  <a:pt x="175555" y="42064"/>
                </a:lnTo>
                <a:lnTo>
                  <a:pt x="175711" y="42381"/>
                </a:lnTo>
                <a:lnTo>
                  <a:pt x="175860" y="42707"/>
                </a:lnTo>
                <a:lnTo>
                  <a:pt x="176002" y="43042"/>
                </a:lnTo>
                <a:lnTo>
                  <a:pt x="176135" y="43385"/>
                </a:lnTo>
                <a:lnTo>
                  <a:pt x="176262" y="43736"/>
                </a:lnTo>
                <a:lnTo>
                  <a:pt x="176381" y="44096"/>
                </a:lnTo>
                <a:lnTo>
                  <a:pt x="176492" y="44465"/>
                </a:lnTo>
                <a:lnTo>
                  <a:pt x="176596" y="44842"/>
                </a:lnTo>
                <a:lnTo>
                  <a:pt x="176693" y="45228"/>
                </a:lnTo>
                <a:lnTo>
                  <a:pt x="176782" y="45622"/>
                </a:lnTo>
                <a:lnTo>
                  <a:pt x="176864" y="46025"/>
                </a:lnTo>
                <a:lnTo>
                  <a:pt x="176938" y="46436"/>
                </a:lnTo>
                <a:lnTo>
                  <a:pt x="193687" y="43413"/>
                </a:lnTo>
                <a:lnTo>
                  <a:pt x="193428" y="42561"/>
                </a:lnTo>
                <a:lnTo>
                  <a:pt x="193156" y="41727"/>
                </a:lnTo>
                <a:lnTo>
                  <a:pt x="192870" y="40911"/>
                </a:lnTo>
                <a:lnTo>
                  <a:pt x="192571" y="40114"/>
                </a:lnTo>
                <a:close/>
                <a:moveTo>
                  <a:pt x="250902" y="59222"/>
                </a:moveTo>
                <a:lnTo>
                  <a:pt x="250968" y="60092"/>
                </a:lnTo>
                <a:lnTo>
                  <a:pt x="251047" y="60950"/>
                </a:lnTo>
                <a:lnTo>
                  <a:pt x="251141" y="61796"/>
                </a:lnTo>
                <a:lnTo>
                  <a:pt x="251250" y="62631"/>
                </a:lnTo>
                <a:lnTo>
                  <a:pt x="251373" y="63454"/>
                </a:lnTo>
                <a:lnTo>
                  <a:pt x="251511" y="64265"/>
                </a:lnTo>
                <a:lnTo>
                  <a:pt x="251663" y="65065"/>
                </a:lnTo>
                <a:lnTo>
                  <a:pt x="251830" y="65853"/>
                </a:lnTo>
                <a:lnTo>
                  <a:pt x="252011" y="66629"/>
                </a:lnTo>
                <a:lnTo>
                  <a:pt x="252206" y="67394"/>
                </a:lnTo>
                <a:lnTo>
                  <a:pt x="252416" y="68147"/>
                </a:lnTo>
                <a:lnTo>
                  <a:pt x="252641" y="68889"/>
                </a:lnTo>
                <a:lnTo>
                  <a:pt x="252880" y="69619"/>
                </a:lnTo>
                <a:lnTo>
                  <a:pt x="253133" y="70337"/>
                </a:lnTo>
                <a:lnTo>
                  <a:pt x="253401" y="71043"/>
                </a:lnTo>
                <a:lnTo>
                  <a:pt x="253684" y="71738"/>
                </a:lnTo>
                <a:lnTo>
                  <a:pt x="253981" y="72421"/>
                </a:lnTo>
                <a:lnTo>
                  <a:pt x="254292" y="73093"/>
                </a:lnTo>
                <a:lnTo>
                  <a:pt x="254618" y="73753"/>
                </a:lnTo>
                <a:lnTo>
                  <a:pt x="254959" y="74401"/>
                </a:lnTo>
                <a:lnTo>
                  <a:pt x="255313" y="75037"/>
                </a:lnTo>
                <a:lnTo>
                  <a:pt x="255681" y="75660"/>
                </a:lnTo>
                <a:lnTo>
                  <a:pt x="256062" y="76270"/>
                </a:lnTo>
                <a:lnTo>
                  <a:pt x="256456" y="76868"/>
                </a:lnTo>
                <a:lnTo>
                  <a:pt x="256864" y="77452"/>
                </a:lnTo>
                <a:lnTo>
                  <a:pt x="257285" y="78023"/>
                </a:lnTo>
                <a:lnTo>
                  <a:pt x="257719" y="78582"/>
                </a:lnTo>
                <a:lnTo>
                  <a:pt x="258167" y="79127"/>
                </a:lnTo>
                <a:lnTo>
                  <a:pt x="258628" y="79660"/>
                </a:lnTo>
                <a:lnTo>
                  <a:pt x="259102" y="80180"/>
                </a:lnTo>
                <a:lnTo>
                  <a:pt x="259590" y="80687"/>
                </a:lnTo>
                <a:lnTo>
                  <a:pt x="260091" y="81181"/>
                </a:lnTo>
                <a:lnTo>
                  <a:pt x="260605" y="81662"/>
                </a:lnTo>
                <a:lnTo>
                  <a:pt x="261132" y="82130"/>
                </a:lnTo>
                <a:lnTo>
                  <a:pt x="261673" y="82585"/>
                </a:lnTo>
                <a:lnTo>
                  <a:pt x="262228" y="83027"/>
                </a:lnTo>
                <a:lnTo>
                  <a:pt x="262795" y="83457"/>
                </a:lnTo>
                <a:lnTo>
                  <a:pt x="263376" y="83873"/>
                </a:lnTo>
                <a:lnTo>
                  <a:pt x="263971" y="84277"/>
                </a:lnTo>
                <a:lnTo>
                  <a:pt x="264578" y="84667"/>
                </a:lnTo>
                <a:lnTo>
                  <a:pt x="265199" y="85045"/>
                </a:lnTo>
                <a:lnTo>
                  <a:pt x="265834" y="85410"/>
                </a:lnTo>
                <a:lnTo>
                  <a:pt x="266481" y="85762"/>
                </a:lnTo>
                <a:lnTo>
                  <a:pt x="267142" y="86101"/>
                </a:lnTo>
                <a:lnTo>
                  <a:pt x="267811" y="86427"/>
                </a:lnTo>
                <a:lnTo>
                  <a:pt x="268483" y="86738"/>
                </a:lnTo>
                <a:lnTo>
                  <a:pt x="269158" y="87036"/>
                </a:lnTo>
                <a:lnTo>
                  <a:pt x="269835" y="87320"/>
                </a:lnTo>
                <a:lnTo>
                  <a:pt x="270516" y="87591"/>
                </a:lnTo>
                <a:lnTo>
                  <a:pt x="271199" y="87847"/>
                </a:lnTo>
                <a:lnTo>
                  <a:pt x="271885" y="88089"/>
                </a:lnTo>
                <a:lnTo>
                  <a:pt x="272574" y="88318"/>
                </a:lnTo>
                <a:lnTo>
                  <a:pt x="273266" y="88533"/>
                </a:lnTo>
                <a:lnTo>
                  <a:pt x="273960" y="88734"/>
                </a:lnTo>
                <a:lnTo>
                  <a:pt x="274657" y="88921"/>
                </a:lnTo>
                <a:lnTo>
                  <a:pt x="275358" y="89094"/>
                </a:lnTo>
                <a:lnTo>
                  <a:pt x="276061" y="89253"/>
                </a:lnTo>
                <a:lnTo>
                  <a:pt x="276767" y="89399"/>
                </a:lnTo>
                <a:lnTo>
                  <a:pt x="277475" y="89530"/>
                </a:lnTo>
                <a:lnTo>
                  <a:pt x="278187" y="89648"/>
                </a:lnTo>
                <a:lnTo>
                  <a:pt x="278901" y="89752"/>
                </a:lnTo>
                <a:lnTo>
                  <a:pt x="279619" y="89842"/>
                </a:lnTo>
                <a:lnTo>
                  <a:pt x="280339" y="89918"/>
                </a:lnTo>
                <a:lnTo>
                  <a:pt x="281061" y="89981"/>
                </a:lnTo>
                <a:lnTo>
                  <a:pt x="281787" y="90029"/>
                </a:lnTo>
                <a:lnTo>
                  <a:pt x="282516" y="90064"/>
                </a:lnTo>
                <a:lnTo>
                  <a:pt x="283247" y="90085"/>
                </a:lnTo>
                <a:lnTo>
                  <a:pt x="283981" y="90092"/>
                </a:lnTo>
                <a:lnTo>
                  <a:pt x="285162" y="90075"/>
                </a:lnTo>
                <a:lnTo>
                  <a:pt x="286326" y="90025"/>
                </a:lnTo>
                <a:lnTo>
                  <a:pt x="287473" y="89942"/>
                </a:lnTo>
                <a:lnTo>
                  <a:pt x="288603" y="89825"/>
                </a:lnTo>
                <a:lnTo>
                  <a:pt x="289716" y="89676"/>
                </a:lnTo>
                <a:lnTo>
                  <a:pt x="290812" y="89493"/>
                </a:lnTo>
                <a:lnTo>
                  <a:pt x="291891" y="89276"/>
                </a:lnTo>
                <a:lnTo>
                  <a:pt x="292954" y="89027"/>
                </a:lnTo>
                <a:lnTo>
                  <a:pt x="293999" y="88744"/>
                </a:lnTo>
                <a:lnTo>
                  <a:pt x="295028" y="88428"/>
                </a:lnTo>
                <a:lnTo>
                  <a:pt x="296039" y="88078"/>
                </a:lnTo>
                <a:lnTo>
                  <a:pt x="297034" y="87696"/>
                </a:lnTo>
                <a:lnTo>
                  <a:pt x="298012" y="87280"/>
                </a:lnTo>
                <a:lnTo>
                  <a:pt x="298973" y="86831"/>
                </a:lnTo>
                <a:lnTo>
                  <a:pt x="299917" y="86348"/>
                </a:lnTo>
                <a:lnTo>
                  <a:pt x="300844" y="85832"/>
                </a:lnTo>
                <a:lnTo>
                  <a:pt x="301754" y="85283"/>
                </a:lnTo>
                <a:lnTo>
                  <a:pt x="302648" y="84701"/>
                </a:lnTo>
                <a:lnTo>
                  <a:pt x="303524" y="84085"/>
                </a:lnTo>
                <a:lnTo>
                  <a:pt x="304384" y="83436"/>
                </a:lnTo>
                <a:lnTo>
                  <a:pt x="305227" y="82754"/>
                </a:lnTo>
                <a:lnTo>
                  <a:pt x="306052" y="82039"/>
                </a:lnTo>
                <a:lnTo>
                  <a:pt x="306861" y="81290"/>
                </a:lnTo>
                <a:lnTo>
                  <a:pt x="307653" y="80508"/>
                </a:lnTo>
                <a:lnTo>
                  <a:pt x="308420" y="79701"/>
                </a:lnTo>
                <a:lnTo>
                  <a:pt x="309155" y="78876"/>
                </a:lnTo>
                <a:lnTo>
                  <a:pt x="309857" y="78034"/>
                </a:lnTo>
                <a:lnTo>
                  <a:pt x="310526" y="77175"/>
                </a:lnTo>
                <a:lnTo>
                  <a:pt x="311163" y="76298"/>
                </a:lnTo>
                <a:lnTo>
                  <a:pt x="311767" y="75404"/>
                </a:lnTo>
                <a:lnTo>
                  <a:pt x="312338" y="74493"/>
                </a:lnTo>
                <a:lnTo>
                  <a:pt x="312877" y="73565"/>
                </a:lnTo>
                <a:lnTo>
                  <a:pt x="313383" y="72619"/>
                </a:lnTo>
                <a:lnTo>
                  <a:pt x="313856" y="71656"/>
                </a:lnTo>
                <a:lnTo>
                  <a:pt x="314297" y="70675"/>
                </a:lnTo>
                <a:lnTo>
                  <a:pt x="314705" y="69677"/>
                </a:lnTo>
                <a:lnTo>
                  <a:pt x="315080" y="68662"/>
                </a:lnTo>
                <a:lnTo>
                  <a:pt x="315423" y="67630"/>
                </a:lnTo>
                <a:lnTo>
                  <a:pt x="315733" y="66580"/>
                </a:lnTo>
                <a:lnTo>
                  <a:pt x="316011" y="65513"/>
                </a:lnTo>
                <a:lnTo>
                  <a:pt x="316255" y="64429"/>
                </a:lnTo>
                <a:lnTo>
                  <a:pt x="316468" y="63327"/>
                </a:lnTo>
                <a:lnTo>
                  <a:pt x="316647" y="62208"/>
                </a:lnTo>
                <a:lnTo>
                  <a:pt x="316794" y="61071"/>
                </a:lnTo>
                <a:lnTo>
                  <a:pt x="316908" y="59918"/>
                </a:lnTo>
                <a:lnTo>
                  <a:pt x="316990" y="58747"/>
                </a:lnTo>
                <a:lnTo>
                  <a:pt x="317039" y="57558"/>
                </a:lnTo>
                <a:lnTo>
                  <a:pt x="317055" y="56353"/>
                </a:lnTo>
                <a:lnTo>
                  <a:pt x="317039" y="55157"/>
                </a:lnTo>
                <a:lnTo>
                  <a:pt x="316991" y="53979"/>
                </a:lnTo>
                <a:lnTo>
                  <a:pt x="316910" y="52818"/>
                </a:lnTo>
                <a:lnTo>
                  <a:pt x="316797" y="51674"/>
                </a:lnTo>
                <a:lnTo>
                  <a:pt x="316651" y="50548"/>
                </a:lnTo>
                <a:lnTo>
                  <a:pt x="316473" y="49439"/>
                </a:lnTo>
                <a:lnTo>
                  <a:pt x="316263" y="48347"/>
                </a:lnTo>
                <a:lnTo>
                  <a:pt x="316021" y="47273"/>
                </a:lnTo>
                <a:lnTo>
                  <a:pt x="315746" y="46216"/>
                </a:lnTo>
                <a:lnTo>
                  <a:pt x="315439" y="45176"/>
                </a:lnTo>
                <a:lnTo>
                  <a:pt x="315099" y="44154"/>
                </a:lnTo>
                <a:lnTo>
                  <a:pt x="314727" y="43149"/>
                </a:lnTo>
                <a:lnTo>
                  <a:pt x="314323" y="42161"/>
                </a:lnTo>
                <a:lnTo>
                  <a:pt x="313887" y="41191"/>
                </a:lnTo>
                <a:lnTo>
                  <a:pt x="313418" y="40237"/>
                </a:lnTo>
                <a:lnTo>
                  <a:pt x="312917" y="39302"/>
                </a:lnTo>
                <a:lnTo>
                  <a:pt x="312383" y="38383"/>
                </a:lnTo>
                <a:lnTo>
                  <a:pt x="311818" y="37482"/>
                </a:lnTo>
                <a:lnTo>
                  <a:pt x="311219" y="36598"/>
                </a:lnTo>
                <a:lnTo>
                  <a:pt x="310589" y="35732"/>
                </a:lnTo>
                <a:lnTo>
                  <a:pt x="309926" y="34883"/>
                </a:lnTo>
                <a:lnTo>
                  <a:pt x="309231" y="34051"/>
                </a:lnTo>
                <a:lnTo>
                  <a:pt x="308504" y="33236"/>
                </a:lnTo>
                <a:lnTo>
                  <a:pt x="307744" y="32439"/>
                </a:lnTo>
                <a:lnTo>
                  <a:pt x="306959" y="31667"/>
                </a:lnTo>
                <a:lnTo>
                  <a:pt x="306155" y="30928"/>
                </a:lnTo>
                <a:lnTo>
                  <a:pt x="305334" y="30221"/>
                </a:lnTo>
                <a:lnTo>
                  <a:pt x="304494" y="29548"/>
                </a:lnTo>
                <a:lnTo>
                  <a:pt x="303636" y="28907"/>
                </a:lnTo>
                <a:lnTo>
                  <a:pt x="302759" y="28299"/>
                </a:lnTo>
                <a:lnTo>
                  <a:pt x="301865" y="27724"/>
                </a:lnTo>
                <a:lnTo>
                  <a:pt x="300952" y="27182"/>
                </a:lnTo>
                <a:lnTo>
                  <a:pt x="300020" y="26673"/>
                </a:lnTo>
                <a:lnTo>
                  <a:pt x="299071" y="26196"/>
                </a:lnTo>
                <a:lnTo>
                  <a:pt x="298103" y="25753"/>
                </a:lnTo>
                <a:lnTo>
                  <a:pt x="297117" y="25342"/>
                </a:lnTo>
                <a:lnTo>
                  <a:pt x="296113" y="24964"/>
                </a:lnTo>
                <a:lnTo>
                  <a:pt x="295090" y="24619"/>
                </a:lnTo>
                <a:lnTo>
                  <a:pt x="294050" y="24307"/>
                </a:lnTo>
                <a:lnTo>
                  <a:pt x="292991" y="24028"/>
                </a:lnTo>
                <a:lnTo>
                  <a:pt x="291913" y="23781"/>
                </a:lnTo>
                <a:lnTo>
                  <a:pt x="290818" y="23568"/>
                </a:lnTo>
                <a:lnTo>
                  <a:pt x="289704" y="23387"/>
                </a:lnTo>
                <a:lnTo>
                  <a:pt x="288572" y="23239"/>
                </a:lnTo>
                <a:lnTo>
                  <a:pt x="287421" y="23124"/>
                </a:lnTo>
                <a:lnTo>
                  <a:pt x="286253" y="23042"/>
                </a:lnTo>
                <a:lnTo>
                  <a:pt x="285066" y="22993"/>
                </a:lnTo>
                <a:lnTo>
                  <a:pt x="283860" y="22976"/>
                </a:lnTo>
                <a:lnTo>
                  <a:pt x="283078" y="22984"/>
                </a:lnTo>
                <a:lnTo>
                  <a:pt x="282301" y="23005"/>
                </a:lnTo>
                <a:lnTo>
                  <a:pt x="281530" y="23042"/>
                </a:lnTo>
                <a:lnTo>
                  <a:pt x="280766" y="23092"/>
                </a:lnTo>
                <a:lnTo>
                  <a:pt x="280008" y="23157"/>
                </a:lnTo>
                <a:lnTo>
                  <a:pt x="279256" y="23237"/>
                </a:lnTo>
                <a:lnTo>
                  <a:pt x="278510" y="23331"/>
                </a:lnTo>
                <a:lnTo>
                  <a:pt x="277770" y="23440"/>
                </a:lnTo>
                <a:lnTo>
                  <a:pt x="277037" y="23563"/>
                </a:lnTo>
                <a:lnTo>
                  <a:pt x="276310" y="23701"/>
                </a:lnTo>
                <a:lnTo>
                  <a:pt x="275589" y="23853"/>
                </a:lnTo>
                <a:lnTo>
                  <a:pt x="274874" y="24019"/>
                </a:lnTo>
                <a:lnTo>
                  <a:pt x="274165" y="24200"/>
                </a:lnTo>
                <a:lnTo>
                  <a:pt x="273463" y="24396"/>
                </a:lnTo>
                <a:lnTo>
                  <a:pt x="272767" y="24606"/>
                </a:lnTo>
                <a:lnTo>
                  <a:pt x="272077" y="24831"/>
                </a:lnTo>
                <a:lnTo>
                  <a:pt x="271393" y="25070"/>
                </a:lnTo>
                <a:lnTo>
                  <a:pt x="270715" y="25323"/>
                </a:lnTo>
                <a:lnTo>
                  <a:pt x="270044" y="25591"/>
                </a:lnTo>
                <a:lnTo>
                  <a:pt x="269378" y="25874"/>
                </a:lnTo>
                <a:lnTo>
                  <a:pt x="268719" y="26171"/>
                </a:lnTo>
                <a:lnTo>
                  <a:pt x="268067" y="26482"/>
                </a:lnTo>
                <a:lnTo>
                  <a:pt x="267420" y="26808"/>
                </a:lnTo>
                <a:lnTo>
                  <a:pt x="266779" y="27148"/>
                </a:lnTo>
                <a:lnTo>
                  <a:pt x="266148" y="27503"/>
                </a:lnTo>
                <a:lnTo>
                  <a:pt x="265529" y="27870"/>
                </a:lnTo>
                <a:lnTo>
                  <a:pt x="264921" y="28250"/>
                </a:lnTo>
                <a:lnTo>
                  <a:pt x="264326" y="28643"/>
                </a:lnTo>
                <a:lnTo>
                  <a:pt x="263743" y="29049"/>
                </a:lnTo>
                <a:lnTo>
                  <a:pt x="263172" y="29469"/>
                </a:lnTo>
                <a:lnTo>
                  <a:pt x="262613" y="29901"/>
                </a:lnTo>
                <a:lnTo>
                  <a:pt x="262067" y="30346"/>
                </a:lnTo>
                <a:lnTo>
                  <a:pt x="261532" y="30805"/>
                </a:lnTo>
                <a:lnTo>
                  <a:pt x="261009" y="31276"/>
                </a:lnTo>
                <a:lnTo>
                  <a:pt x="260498" y="31760"/>
                </a:lnTo>
                <a:lnTo>
                  <a:pt x="260000" y="32258"/>
                </a:lnTo>
                <a:lnTo>
                  <a:pt x="259513" y="32768"/>
                </a:lnTo>
                <a:lnTo>
                  <a:pt x="259039" y="33291"/>
                </a:lnTo>
                <a:lnTo>
                  <a:pt x="258577" y="33828"/>
                </a:lnTo>
                <a:lnTo>
                  <a:pt x="258126" y="34377"/>
                </a:lnTo>
                <a:lnTo>
                  <a:pt x="257688" y="34940"/>
                </a:lnTo>
                <a:lnTo>
                  <a:pt x="257262" y="35515"/>
                </a:lnTo>
                <a:lnTo>
                  <a:pt x="256848" y="36104"/>
                </a:lnTo>
                <a:lnTo>
                  <a:pt x="256446" y="36705"/>
                </a:lnTo>
                <a:lnTo>
                  <a:pt x="256056" y="37320"/>
                </a:lnTo>
                <a:lnTo>
                  <a:pt x="255678" y="37947"/>
                </a:lnTo>
                <a:lnTo>
                  <a:pt x="255312" y="38588"/>
                </a:lnTo>
                <a:lnTo>
                  <a:pt x="254959" y="39241"/>
                </a:lnTo>
                <a:lnTo>
                  <a:pt x="254618" y="39902"/>
                </a:lnTo>
                <a:lnTo>
                  <a:pt x="254292" y="40565"/>
                </a:lnTo>
                <a:lnTo>
                  <a:pt x="253981" y="41230"/>
                </a:lnTo>
                <a:lnTo>
                  <a:pt x="253684" y="41897"/>
                </a:lnTo>
                <a:lnTo>
                  <a:pt x="253401" y="42565"/>
                </a:lnTo>
                <a:lnTo>
                  <a:pt x="253133" y="43236"/>
                </a:lnTo>
                <a:lnTo>
                  <a:pt x="252880" y="43908"/>
                </a:lnTo>
                <a:lnTo>
                  <a:pt x="252641" y="44582"/>
                </a:lnTo>
                <a:lnTo>
                  <a:pt x="252416" y="45258"/>
                </a:lnTo>
                <a:lnTo>
                  <a:pt x="252206" y="45936"/>
                </a:lnTo>
                <a:lnTo>
                  <a:pt x="252011" y="46616"/>
                </a:lnTo>
                <a:lnTo>
                  <a:pt x="251830" y="47298"/>
                </a:lnTo>
                <a:lnTo>
                  <a:pt x="251663" y="47982"/>
                </a:lnTo>
                <a:lnTo>
                  <a:pt x="251511" y="48667"/>
                </a:lnTo>
                <a:lnTo>
                  <a:pt x="251373" y="49355"/>
                </a:lnTo>
                <a:lnTo>
                  <a:pt x="251250" y="50044"/>
                </a:lnTo>
                <a:lnTo>
                  <a:pt x="251141" y="50735"/>
                </a:lnTo>
                <a:lnTo>
                  <a:pt x="251047" y="51429"/>
                </a:lnTo>
                <a:lnTo>
                  <a:pt x="250968" y="52124"/>
                </a:lnTo>
                <a:lnTo>
                  <a:pt x="250902" y="52820"/>
                </a:lnTo>
                <a:lnTo>
                  <a:pt x="250852" y="53519"/>
                </a:lnTo>
                <a:lnTo>
                  <a:pt x="250816" y="54220"/>
                </a:lnTo>
                <a:lnTo>
                  <a:pt x="250794" y="54923"/>
                </a:lnTo>
                <a:lnTo>
                  <a:pt x="250787" y="55627"/>
                </a:lnTo>
                <a:lnTo>
                  <a:pt x="250794" y="56543"/>
                </a:lnTo>
                <a:lnTo>
                  <a:pt x="250816" y="57448"/>
                </a:lnTo>
                <a:lnTo>
                  <a:pt x="250852" y="58341"/>
                </a:lnTo>
                <a:lnTo>
                  <a:pt x="250902" y="59222"/>
                </a:lnTo>
                <a:close/>
                <a:moveTo>
                  <a:pt x="268326" y="53484"/>
                </a:moveTo>
                <a:lnTo>
                  <a:pt x="268397" y="52760"/>
                </a:lnTo>
                <a:lnTo>
                  <a:pt x="268484" y="52051"/>
                </a:lnTo>
                <a:lnTo>
                  <a:pt x="268586" y="51358"/>
                </a:lnTo>
                <a:lnTo>
                  <a:pt x="268704" y="50681"/>
                </a:lnTo>
                <a:lnTo>
                  <a:pt x="268838" y="50019"/>
                </a:lnTo>
                <a:lnTo>
                  <a:pt x="268988" y="49372"/>
                </a:lnTo>
                <a:lnTo>
                  <a:pt x="269153" y="48741"/>
                </a:lnTo>
                <a:lnTo>
                  <a:pt x="269334" y="48126"/>
                </a:lnTo>
                <a:lnTo>
                  <a:pt x="269531" y="47526"/>
                </a:lnTo>
                <a:lnTo>
                  <a:pt x="269743" y="46941"/>
                </a:lnTo>
                <a:lnTo>
                  <a:pt x="269972" y="46372"/>
                </a:lnTo>
                <a:lnTo>
                  <a:pt x="270216" y="45818"/>
                </a:lnTo>
                <a:lnTo>
                  <a:pt x="270476" y="45280"/>
                </a:lnTo>
                <a:lnTo>
                  <a:pt x="270751" y="44758"/>
                </a:lnTo>
                <a:lnTo>
                  <a:pt x="271042" y="44251"/>
                </a:lnTo>
                <a:lnTo>
                  <a:pt x="271349" y="43759"/>
                </a:lnTo>
                <a:lnTo>
                  <a:pt x="271672" y="43283"/>
                </a:lnTo>
                <a:lnTo>
                  <a:pt x="272011" y="42822"/>
                </a:lnTo>
                <a:lnTo>
                  <a:pt x="272365" y="42377"/>
                </a:lnTo>
                <a:lnTo>
                  <a:pt x="272735" y="41947"/>
                </a:lnTo>
                <a:lnTo>
                  <a:pt x="273117" y="41534"/>
                </a:lnTo>
                <a:lnTo>
                  <a:pt x="273506" y="41138"/>
                </a:lnTo>
                <a:lnTo>
                  <a:pt x="273902" y="40760"/>
                </a:lnTo>
                <a:lnTo>
                  <a:pt x="274305" y="40400"/>
                </a:lnTo>
                <a:lnTo>
                  <a:pt x="274716" y="40057"/>
                </a:lnTo>
                <a:lnTo>
                  <a:pt x="275135" y="39732"/>
                </a:lnTo>
                <a:lnTo>
                  <a:pt x="275560" y="39424"/>
                </a:lnTo>
                <a:lnTo>
                  <a:pt x="275993" y="39134"/>
                </a:lnTo>
                <a:lnTo>
                  <a:pt x="276434" y="38861"/>
                </a:lnTo>
                <a:lnTo>
                  <a:pt x="276881" y="38606"/>
                </a:lnTo>
                <a:lnTo>
                  <a:pt x="277337" y="38369"/>
                </a:lnTo>
                <a:lnTo>
                  <a:pt x="277799" y="38149"/>
                </a:lnTo>
                <a:lnTo>
                  <a:pt x="278269" y="37947"/>
                </a:lnTo>
                <a:lnTo>
                  <a:pt x="278746" y="37762"/>
                </a:lnTo>
                <a:lnTo>
                  <a:pt x="279230" y="37595"/>
                </a:lnTo>
                <a:lnTo>
                  <a:pt x="279722" y="37446"/>
                </a:lnTo>
                <a:lnTo>
                  <a:pt x="280221" y="37314"/>
                </a:lnTo>
                <a:lnTo>
                  <a:pt x="280728" y="37200"/>
                </a:lnTo>
                <a:lnTo>
                  <a:pt x="281242" y="37103"/>
                </a:lnTo>
                <a:lnTo>
                  <a:pt x="281763" y="37024"/>
                </a:lnTo>
                <a:lnTo>
                  <a:pt x="282291" y="36962"/>
                </a:lnTo>
                <a:lnTo>
                  <a:pt x="282827" y="36918"/>
                </a:lnTo>
                <a:lnTo>
                  <a:pt x="283370" y="36892"/>
                </a:lnTo>
                <a:lnTo>
                  <a:pt x="283921" y="36883"/>
                </a:lnTo>
                <a:lnTo>
                  <a:pt x="284471" y="36892"/>
                </a:lnTo>
                <a:lnTo>
                  <a:pt x="285015" y="36918"/>
                </a:lnTo>
                <a:lnTo>
                  <a:pt x="285550" y="36962"/>
                </a:lnTo>
                <a:lnTo>
                  <a:pt x="286078" y="37024"/>
                </a:lnTo>
                <a:lnTo>
                  <a:pt x="286599" y="37103"/>
                </a:lnTo>
                <a:lnTo>
                  <a:pt x="287112" y="37200"/>
                </a:lnTo>
                <a:lnTo>
                  <a:pt x="287618" y="37314"/>
                </a:lnTo>
                <a:lnTo>
                  <a:pt x="288116" y="37446"/>
                </a:lnTo>
                <a:lnTo>
                  <a:pt x="288607" y="37595"/>
                </a:lnTo>
                <a:lnTo>
                  <a:pt x="289091" y="37762"/>
                </a:lnTo>
                <a:lnTo>
                  <a:pt x="289567" y="37947"/>
                </a:lnTo>
                <a:lnTo>
                  <a:pt x="290035" y="38149"/>
                </a:lnTo>
                <a:lnTo>
                  <a:pt x="290496" y="38369"/>
                </a:lnTo>
                <a:lnTo>
                  <a:pt x="290950" y="38606"/>
                </a:lnTo>
                <a:lnTo>
                  <a:pt x="291396" y="38861"/>
                </a:lnTo>
                <a:lnTo>
                  <a:pt x="291835" y="39134"/>
                </a:lnTo>
                <a:lnTo>
                  <a:pt x="292266" y="39424"/>
                </a:lnTo>
                <a:lnTo>
                  <a:pt x="292690" y="39732"/>
                </a:lnTo>
                <a:lnTo>
                  <a:pt x="293107" y="40057"/>
                </a:lnTo>
                <a:lnTo>
                  <a:pt x="293515" y="40400"/>
                </a:lnTo>
                <a:lnTo>
                  <a:pt x="293917" y="40760"/>
                </a:lnTo>
                <a:lnTo>
                  <a:pt x="294311" y="41138"/>
                </a:lnTo>
                <a:lnTo>
                  <a:pt x="294697" y="41534"/>
                </a:lnTo>
                <a:lnTo>
                  <a:pt x="295077" y="41947"/>
                </a:lnTo>
                <a:lnTo>
                  <a:pt x="295444" y="42377"/>
                </a:lnTo>
                <a:lnTo>
                  <a:pt x="295796" y="42821"/>
                </a:lnTo>
                <a:lnTo>
                  <a:pt x="296132" y="43281"/>
                </a:lnTo>
                <a:lnTo>
                  <a:pt x="296453" y="43755"/>
                </a:lnTo>
                <a:lnTo>
                  <a:pt x="296758" y="44245"/>
                </a:lnTo>
                <a:lnTo>
                  <a:pt x="297047" y="44750"/>
                </a:lnTo>
                <a:lnTo>
                  <a:pt x="297321" y="45270"/>
                </a:lnTo>
                <a:lnTo>
                  <a:pt x="297579" y="45805"/>
                </a:lnTo>
                <a:lnTo>
                  <a:pt x="297822" y="46355"/>
                </a:lnTo>
                <a:lnTo>
                  <a:pt x="298048" y="46920"/>
                </a:lnTo>
                <a:lnTo>
                  <a:pt x="298260" y="47500"/>
                </a:lnTo>
                <a:lnTo>
                  <a:pt x="298455" y="48095"/>
                </a:lnTo>
                <a:lnTo>
                  <a:pt x="298635" y="48706"/>
                </a:lnTo>
                <a:lnTo>
                  <a:pt x="298799" y="49331"/>
                </a:lnTo>
                <a:lnTo>
                  <a:pt x="298948" y="49972"/>
                </a:lnTo>
                <a:lnTo>
                  <a:pt x="299081" y="50627"/>
                </a:lnTo>
                <a:lnTo>
                  <a:pt x="299198" y="51298"/>
                </a:lnTo>
                <a:lnTo>
                  <a:pt x="299300" y="51983"/>
                </a:lnTo>
                <a:lnTo>
                  <a:pt x="299386" y="52684"/>
                </a:lnTo>
                <a:lnTo>
                  <a:pt x="299456" y="53400"/>
                </a:lnTo>
                <a:lnTo>
                  <a:pt x="299511" y="54130"/>
                </a:lnTo>
                <a:lnTo>
                  <a:pt x="299550" y="54876"/>
                </a:lnTo>
                <a:lnTo>
                  <a:pt x="299573" y="55637"/>
                </a:lnTo>
                <a:lnTo>
                  <a:pt x="299581" y="56413"/>
                </a:lnTo>
                <a:lnTo>
                  <a:pt x="299573" y="57209"/>
                </a:lnTo>
                <a:lnTo>
                  <a:pt x="299550" y="57989"/>
                </a:lnTo>
                <a:lnTo>
                  <a:pt x="299511" y="58753"/>
                </a:lnTo>
                <a:lnTo>
                  <a:pt x="299456" y="59501"/>
                </a:lnTo>
                <a:lnTo>
                  <a:pt x="299386" y="60233"/>
                </a:lnTo>
                <a:lnTo>
                  <a:pt x="299300" y="60949"/>
                </a:lnTo>
                <a:lnTo>
                  <a:pt x="299198" y="61649"/>
                </a:lnTo>
                <a:lnTo>
                  <a:pt x="299081" y="62334"/>
                </a:lnTo>
                <a:lnTo>
                  <a:pt x="298948" y="63002"/>
                </a:lnTo>
                <a:lnTo>
                  <a:pt x="298799" y="63655"/>
                </a:lnTo>
                <a:lnTo>
                  <a:pt x="298635" y="64291"/>
                </a:lnTo>
                <a:lnTo>
                  <a:pt x="298455" y="64912"/>
                </a:lnTo>
                <a:lnTo>
                  <a:pt x="298260" y="65517"/>
                </a:lnTo>
                <a:lnTo>
                  <a:pt x="298048" y="66106"/>
                </a:lnTo>
                <a:lnTo>
                  <a:pt x="297822" y="66679"/>
                </a:lnTo>
                <a:lnTo>
                  <a:pt x="297579" y="67236"/>
                </a:lnTo>
                <a:lnTo>
                  <a:pt x="297321" y="67777"/>
                </a:lnTo>
                <a:lnTo>
                  <a:pt x="297047" y="68303"/>
                </a:lnTo>
                <a:lnTo>
                  <a:pt x="296758" y="68812"/>
                </a:lnTo>
                <a:lnTo>
                  <a:pt x="296453" y="69306"/>
                </a:lnTo>
                <a:lnTo>
                  <a:pt x="296132" y="69783"/>
                </a:lnTo>
                <a:lnTo>
                  <a:pt x="295796" y="70245"/>
                </a:lnTo>
                <a:lnTo>
                  <a:pt x="295444" y="70691"/>
                </a:lnTo>
                <a:lnTo>
                  <a:pt x="295077" y="71121"/>
                </a:lnTo>
                <a:lnTo>
                  <a:pt x="294697" y="71534"/>
                </a:lnTo>
                <a:lnTo>
                  <a:pt x="294311" y="71930"/>
                </a:lnTo>
                <a:lnTo>
                  <a:pt x="293917" y="72308"/>
                </a:lnTo>
                <a:lnTo>
                  <a:pt x="293515" y="72668"/>
                </a:lnTo>
                <a:lnTo>
                  <a:pt x="293107" y="73011"/>
                </a:lnTo>
                <a:lnTo>
                  <a:pt x="292690" y="73336"/>
                </a:lnTo>
                <a:lnTo>
                  <a:pt x="292266" y="73644"/>
                </a:lnTo>
                <a:lnTo>
                  <a:pt x="291835" y="73934"/>
                </a:lnTo>
                <a:lnTo>
                  <a:pt x="291396" y="74207"/>
                </a:lnTo>
                <a:lnTo>
                  <a:pt x="290950" y="74462"/>
                </a:lnTo>
                <a:lnTo>
                  <a:pt x="290496" y="74699"/>
                </a:lnTo>
                <a:lnTo>
                  <a:pt x="290035" y="74919"/>
                </a:lnTo>
                <a:lnTo>
                  <a:pt x="289567" y="75121"/>
                </a:lnTo>
                <a:lnTo>
                  <a:pt x="289091" y="75306"/>
                </a:lnTo>
                <a:lnTo>
                  <a:pt x="288607" y="75473"/>
                </a:lnTo>
                <a:lnTo>
                  <a:pt x="288116" y="75622"/>
                </a:lnTo>
                <a:lnTo>
                  <a:pt x="287618" y="75754"/>
                </a:lnTo>
                <a:lnTo>
                  <a:pt x="287112" y="75868"/>
                </a:lnTo>
                <a:lnTo>
                  <a:pt x="286599" y="75965"/>
                </a:lnTo>
                <a:lnTo>
                  <a:pt x="286078" y="76044"/>
                </a:lnTo>
                <a:lnTo>
                  <a:pt x="285550" y="76106"/>
                </a:lnTo>
                <a:lnTo>
                  <a:pt x="285015" y="76150"/>
                </a:lnTo>
                <a:lnTo>
                  <a:pt x="284471" y="76176"/>
                </a:lnTo>
                <a:lnTo>
                  <a:pt x="283921" y="76185"/>
                </a:lnTo>
                <a:lnTo>
                  <a:pt x="283370" y="76176"/>
                </a:lnTo>
                <a:lnTo>
                  <a:pt x="282827" y="76150"/>
                </a:lnTo>
                <a:lnTo>
                  <a:pt x="282291" y="76106"/>
                </a:lnTo>
                <a:lnTo>
                  <a:pt x="281763" y="76044"/>
                </a:lnTo>
                <a:lnTo>
                  <a:pt x="281242" y="75965"/>
                </a:lnTo>
                <a:lnTo>
                  <a:pt x="280728" y="75868"/>
                </a:lnTo>
                <a:lnTo>
                  <a:pt x="280221" y="75754"/>
                </a:lnTo>
                <a:lnTo>
                  <a:pt x="279722" y="75622"/>
                </a:lnTo>
                <a:lnTo>
                  <a:pt x="279230" y="75473"/>
                </a:lnTo>
                <a:lnTo>
                  <a:pt x="278746" y="75306"/>
                </a:lnTo>
                <a:lnTo>
                  <a:pt x="278269" y="75121"/>
                </a:lnTo>
                <a:lnTo>
                  <a:pt x="277799" y="74919"/>
                </a:lnTo>
                <a:lnTo>
                  <a:pt x="277337" y="74699"/>
                </a:lnTo>
                <a:lnTo>
                  <a:pt x="276881" y="74462"/>
                </a:lnTo>
                <a:lnTo>
                  <a:pt x="276434" y="74207"/>
                </a:lnTo>
                <a:lnTo>
                  <a:pt x="275993" y="73934"/>
                </a:lnTo>
                <a:lnTo>
                  <a:pt x="275560" y="73644"/>
                </a:lnTo>
                <a:lnTo>
                  <a:pt x="275135" y="73336"/>
                </a:lnTo>
                <a:lnTo>
                  <a:pt x="274716" y="73011"/>
                </a:lnTo>
                <a:lnTo>
                  <a:pt x="274305" y="72668"/>
                </a:lnTo>
                <a:lnTo>
                  <a:pt x="273902" y="72308"/>
                </a:lnTo>
                <a:lnTo>
                  <a:pt x="273506" y="71930"/>
                </a:lnTo>
                <a:lnTo>
                  <a:pt x="273117" y="71534"/>
                </a:lnTo>
                <a:lnTo>
                  <a:pt x="272735" y="71121"/>
                </a:lnTo>
                <a:lnTo>
                  <a:pt x="272365" y="70691"/>
                </a:lnTo>
                <a:lnTo>
                  <a:pt x="272011" y="70246"/>
                </a:lnTo>
                <a:lnTo>
                  <a:pt x="271672" y="69785"/>
                </a:lnTo>
                <a:lnTo>
                  <a:pt x="271349" y="69309"/>
                </a:lnTo>
                <a:lnTo>
                  <a:pt x="271042" y="68817"/>
                </a:lnTo>
                <a:lnTo>
                  <a:pt x="270751" y="68310"/>
                </a:lnTo>
                <a:lnTo>
                  <a:pt x="270476" y="67788"/>
                </a:lnTo>
                <a:lnTo>
                  <a:pt x="270216" y="67250"/>
                </a:lnTo>
                <a:lnTo>
                  <a:pt x="269972" y="66696"/>
                </a:lnTo>
                <a:lnTo>
                  <a:pt x="269743" y="66127"/>
                </a:lnTo>
                <a:lnTo>
                  <a:pt x="269531" y="65542"/>
                </a:lnTo>
                <a:lnTo>
                  <a:pt x="269334" y="64942"/>
                </a:lnTo>
                <a:lnTo>
                  <a:pt x="269153" y="64327"/>
                </a:lnTo>
                <a:lnTo>
                  <a:pt x="268988" y="63696"/>
                </a:lnTo>
                <a:lnTo>
                  <a:pt x="268838" y="63049"/>
                </a:lnTo>
                <a:lnTo>
                  <a:pt x="268704" y="62387"/>
                </a:lnTo>
                <a:lnTo>
                  <a:pt x="268586" y="61710"/>
                </a:lnTo>
                <a:lnTo>
                  <a:pt x="268484" y="61017"/>
                </a:lnTo>
                <a:lnTo>
                  <a:pt x="268397" y="60308"/>
                </a:lnTo>
                <a:lnTo>
                  <a:pt x="268326" y="59585"/>
                </a:lnTo>
                <a:lnTo>
                  <a:pt x="268271" y="58845"/>
                </a:lnTo>
                <a:lnTo>
                  <a:pt x="268232" y="58090"/>
                </a:lnTo>
                <a:lnTo>
                  <a:pt x="268208" y="57320"/>
                </a:lnTo>
                <a:lnTo>
                  <a:pt x="268200" y="56534"/>
                </a:lnTo>
                <a:lnTo>
                  <a:pt x="268208" y="55748"/>
                </a:lnTo>
                <a:lnTo>
                  <a:pt x="268232" y="54978"/>
                </a:lnTo>
                <a:lnTo>
                  <a:pt x="268271" y="54223"/>
                </a:lnTo>
                <a:lnTo>
                  <a:pt x="268326" y="53484"/>
                </a:lnTo>
                <a:close/>
                <a:moveTo>
                  <a:pt x="325324" y="73309"/>
                </a:moveTo>
                <a:lnTo>
                  <a:pt x="325604" y="74008"/>
                </a:lnTo>
                <a:lnTo>
                  <a:pt x="325901" y="74694"/>
                </a:lnTo>
                <a:lnTo>
                  <a:pt x="326217" y="75367"/>
                </a:lnTo>
                <a:lnTo>
                  <a:pt x="326551" y="76026"/>
                </a:lnTo>
                <a:lnTo>
                  <a:pt x="326904" y="76673"/>
                </a:lnTo>
                <a:lnTo>
                  <a:pt x="327275" y="77306"/>
                </a:lnTo>
                <a:lnTo>
                  <a:pt x="327664" y="77926"/>
                </a:lnTo>
                <a:lnTo>
                  <a:pt x="328072" y="78533"/>
                </a:lnTo>
                <a:lnTo>
                  <a:pt x="328498" y="79127"/>
                </a:lnTo>
                <a:lnTo>
                  <a:pt x="328943" y="79707"/>
                </a:lnTo>
                <a:lnTo>
                  <a:pt x="329406" y="80275"/>
                </a:lnTo>
                <a:lnTo>
                  <a:pt x="329887" y="80829"/>
                </a:lnTo>
                <a:lnTo>
                  <a:pt x="330387" y="81370"/>
                </a:lnTo>
                <a:lnTo>
                  <a:pt x="330905" y="81898"/>
                </a:lnTo>
                <a:lnTo>
                  <a:pt x="331441" y="82412"/>
                </a:lnTo>
                <a:lnTo>
                  <a:pt x="331996" y="82914"/>
                </a:lnTo>
                <a:lnTo>
                  <a:pt x="332569" y="83402"/>
                </a:lnTo>
                <a:lnTo>
                  <a:pt x="333160" y="83877"/>
                </a:lnTo>
                <a:lnTo>
                  <a:pt x="333770" y="84339"/>
                </a:lnTo>
                <a:lnTo>
                  <a:pt x="334398" y="84788"/>
                </a:lnTo>
                <a:lnTo>
                  <a:pt x="335045" y="85221"/>
                </a:lnTo>
                <a:lnTo>
                  <a:pt x="335711" y="85635"/>
                </a:lnTo>
                <a:lnTo>
                  <a:pt x="336396" y="86031"/>
                </a:lnTo>
                <a:lnTo>
                  <a:pt x="337100" y="86408"/>
                </a:lnTo>
                <a:lnTo>
                  <a:pt x="337823" y="86768"/>
                </a:lnTo>
                <a:lnTo>
                  <a:pt x="338565" y="87108"/>
                </a:lnTo>
                <a:lnTo>
                  <a:pt x="339325" y="87430"/>
                </a:lnTo>
                <a:lnTo>
                  <a:pt x="340105" y="87734"/>
                </a:lnTo>
                <a:lnTo>
                  <a:pt x="340904" y="88020"/>
                </a:lnTo>
                <a:lnTo>
                  <a:pt x="341722" y="88287"/>
                </a:lnTo>
                <a:lnTo>
                  <a:pt x="342559" y="88535"/>
                </a:lnTo>
                <a:lnTo>
                  <a:pt x="343415" y="88766"/>
                </a:lnTo>
                <a:lnTo>
                  <a:pt x="344290" y="88977"/>
                </a:lnTo>
                <a:lnTo>
                  <a:pt x="345184" y="89171"/>
                </a:lnTo>
                <a:lnTo>
                  <a:pt x="346097" y="89346"/>
                </a:lnTo>
                <a:lnTo>
                  <a:pt x="347029" y="89502"/>
                </a:lnTo>
                <a:lnTo>
                  <a:pt x="347979" y="89640"/>
                </a:lnTo>
                <a:lnTo>
                  <a:pt x="348949" y="89760"/>
                </a:lnTo>
                <a:lnTo>
                  <a:pt x="349938" y="89861"/>
                </a:lnTo>
                <a:lnTo>
                  <a:pt x="350946" y="89944"/>
                </a:lnTo>
                <a:lnTo>
                  <a:pt x="351973" y="90009"/>
                </a:lnTo>
                <a:lnTo>
                  <a:pt x="353019" y="90055"/>
                </a:lnTo>
                <a:lnTo>
                  <a:pt x="354084" y="90082"/>
                </a:lnTo>
                <a:lnTo>
                  <a:pt x="355168" y="90092"/>
                </a:lnTo>
                <a:lnTo>
                  <a:pt x="356360" y="90081"/>
                </a:lnTo>
                <a:lnTo>
                  <a:pt x="357527" y="90048"/>
                </a:lnTo>
                <a:lnTo>
                  <a:pt x="358670" y="89992"/>
                </a:lnTo>
                <a:lnTo>
                  <a:pt x="359788" y="89915"/>
                </a:lnTo>
                <a:lnTo>
                  <a:pt x="360882" y="89816"/>
                </a:lnTo>
                <a:lnTo>
                  <a:pt x="361951" y="89695"/>
                </a:lnTo>
                <a:lnTo>
                  <a:pt x="362996" y="89551"/>
                </a:lnTo>
                <a:lnTo>
                  <a:pt x="364016" y="89386"/>
                </a:lnTo>
                <a:lnTo>
                  <a:pt x="365011" y="89198"/>
                </a:lnTo>
                <a:lnTo>
                  <a:pt x="365982" y="88989"/>
                </a:lnTo>
                <a:lnTo>
                  <a:pt x="366928" y="88757"/>
                </a:lnTo>
                <a:lnTo>
                  <a:pt x="367850" y="88503"/>
                </a:lnTo>
                <a:lnTo>
                  <a:pt x="368747" y="88228"/>
                </a:lnTo>
                <a:lnTo>
                  <a:pt x="369620" y="87930"/>
                </a:lnTo>
                <a:lnTo>
                  <a:pt x="370468" y="87610"/>
                </a:lnTo>
                <a:lnTo>
                  <a:pt x="371291" y="87268"/>
                </a:lnTo>
                <a:lnTo>
                  <a:pt x="372090" y="86904"/>
                </a:lnTo>
                <a:lnTo>
                  <a:pt x="372865" y="86518"/>
                </a:lnTo>
                <a:lnTo>
                  <a:pt x="373615" y="86110"/>
                </a:lnTo>
                <a:lnTo>
                  <a:pt x="374340" y="85680"/>
                </a:lnTo>
                <a:lnTo>
                  <a:pt x="375041" y="85228"/>
                </a:lnTo>
                <a:lnTo>
                  <a:pt x="375717" y="84754"/>
                </a:lnTo>
                <a:lnTo>
                  <a:pt x="376368" y="84257"/>
                </a:lnTo>
                <a:lnTo>
                  <a:pt x="376995" y="83739"/>
                </a:lnTo>
                <a:lnTo>
                  <a:pt x="377597" y="83205"/>
                </a:lnTo>
                <a:lnTo>
                  <a:pt x="378173" y="82663"/>
                </a:lnTo>
                <a:lnTo>
                  <a:pt x="378724" y="82112"/>
                </a:lnTo>
                <a:lnTo>
                  <a:pt x="379249" y="81553"/>
                </a:lnTo>
                <a:lnTo>
                  <a:pt x="379749" y="80985"/>
                </a:lnTo>
                <a:lnTo>
                  <a:pt x="380223" y="80408"/>
                </a:lnTo>
                <a:lnTo>
                  <a:pt x="380671" y="79822"/>
                </a:lnTo>
                <a:lnTo>
                  <a:pt x="381093" y="79228"/>
                </a:lnTo>
                <a:lnTo>
                  <a:pt x="381490" y="78626"/>
                </a:lnTo>
                <a:lnTo>
                  <a:pt x="381862" y="78015"/>
                </a:lnTo>
                <a:lnTo>
                  <a:pt x="382208" y="77395"/>
                </a:lnTo>
                <a:lnTo>
                  <a:pt x="382528" y="76766"/>
                </a:lnTo>
                <a:lnTo>
                  <a:pt x="382822" y="76129"/>
                </a:lnTo>
                <a:lnTo>
                  <a:pt x="383091" y="75484"/>
                </a:lnTo>
                <a:lnTo>
                  <a:pt x="383335" y="74829"/>
                </a:lnTo>
                <a:lnTo>
                  <a:pt x="383552" y="74166"/>
                </a:lnTo>
                <a:lnTo>
                  <a:pt x="383744" y="73495"/>
                </a:lnTo>
                <a:lnTo>
                  <a:pt x="383911" y="72815"/>
                </a:lnTo>
                <a:lnTo>
                  <a:pt x="384052" y="72126"/>
                </a:lnTo>
                <a:lnTo>
                  <a:pt x="384167" y="71429"/>
                </a:lnTo>
                <a:lnTo>
                  <a:pt x="384257" y="70723"/>
                </a:lnTo>
                <a:lnTo>
                  <a:pt x="384321" y="70008"/>
                </a:lnTo>
                <a:lnTo>
                  <a:pt x="384359" y="69285"/>
                </a:lnTo>
                <a:lnTo>
                  <a:pt x="384372" y="68553"/>
                </a:lnTo>
                <a:lnTo>
                  <a:pt x="384363" y="67884"/>
                </a:lnTo>
                <a:lnTo>
                  <a:pt x="384335" y="67227"/>
                </a:lnTo>
                <a:lnTo>
                  <a:pt x="384289" y="66582"/>
                </a:lnTo>
                <a:lnTo>
                  <a:pt x="384224" y="65950"/>
                </a:lnTo>
                <a:lnTo>
                  <a:pt x="384141" y="65330"/>
                </a:lnTo>
                <a:lnTo>
                  <a:pt x="384039" y="64723"/>
                </a:lnTo>
                <a:lnTo>
                  <a:pt x="383919" y="64128"/>
                </a:lnTo>
                <a:lnTo>
                  <a:pt x="383781" y="63546"/>
                </a:lnTo>
                <a:lnTo>
                  <a:pt x="383624" y="62975"/>
                </a:lnTo>
                <a:lnTo>
                  <a:pt x="383448" y="62418"/>
                </a:lnTo>
                <a:lnTo>
                  <a:pt x="383254" y="61872"/>
                </a:lnTo>
                <a:lnTo>
                  <a:pt x="383042" y="61339"/>
                </a:lnTo>
                <a:lnTo>
                  <a:pt x="382811" y="60818"/>
                </a:lnTo>
                <a:lnTo>
                  <a:pt x="382561" y="60310"/>
                </a:lnTo>
                <a:lnTo>
                  <a:pt x="382293" y="59814"/>
                </a:lnTo>
                <a:lnTo>
                  <a:pt x="382007" y="59331"/>
                </a:lnTo>
                <a:lnTo>
                  <a:pt x="381702" y="58860"/>
                </a:lnTo>
                <a:lnTo>
                  <a:pt x="381379" y="58401"/>
                </a:lnTo>
                <a:lnTo>
                  <a:pt x="381037" y="57954"/>
                </a:lnTo>
                <a:lnTo>
                  <a:pt x="380677" y="57521"/>
                </a:lnTo>
                <a:lnTo>
                  <a:pt x="380298" y="57099"/>
                </a:lnTo>
                <a:lnTo>
                  <a:pt x="379901" y="56690"/>
                </a:lnTo>
                <a:lnTo>
                  <a:pt x="379485" y="56293"/>
                </a:lnTo>
                <a:lnTo>
                  <a:pt x="379051" y="55909"/>
                </a:lnTo>
                <a:lnTo>
                  <a:pt x="378588" y="55538"/>
                </a:lnTo>
                <a:lnTo>
                  <a:pt x="378097" y="55172"/>
                </a:lnTo>
                <a:lnTo>
                  <a:pt x="377578" y="54811"/>
                </a:lnTo>
                <a:lnTo>
                  <a:pt x="377030" y="54455"/>
                </a:lnTo>
                <a:lnTo>
                  <a:pt x="376453" y="54104"/>
                </a:lnTo>
                <a:lnTo>
                  <a:pt x="375848" y="53758"/>
                </a:lnTo>
                <a:lnTo>
                  <a:pt x="375215" y="53416"/>
                </a:lnTo>
                <a:lnTo>
                  <a:pt x="374553" y="53080"/>
                </a:lnTo>
                <a:lnTo>
                  <a:pt x="373863" y="52748"/>
                </a:lnTo>
                <a:lnTo>
                  <a:pt x="373144" y="52421"/>
                </a:lnTo>
                <a:lnTo>
                  <a:pt x="372397" y="52099"/>
                </a:lnTo>
                <a:lnTo>
                  <a:pt x="371621" y="51781"/>
                </a:lnTo>
                <a:lnTo>
                  <a:pt x="370817" y="51469"/>
                </a:lnTo>
                <a:lnTo>
                  <a:pt x="369985" y="51161"/>
                </a:lnTo>
                <a:lnTo>
                  <a:pt x="369124" y="50859"/>
                </a:lnTo>
                <a:lnTo>
                  <a:pt x="368235" y="50561"/>
                </a:lnTo>
                <a:lnTo>
                  <a:pt x="367317" y="50268"/>
                </a:lnTo>
                <a:lnTo>
                  <a:pt x="366371" y="49980"/>
                </a:lnTo>
                <a:lnTo>
                  <a:pt x="365396" y="49696"/>
                </a:lnTo>
                <a:lnTo>
                  <a:pt x="364393" y="49418"/>
                </a:lnTo>
                <a:lnTo>
                  <a:pt x="363361" y="49144"/>
                </a:lnTo>
                <a:lnTo>
                  <a:pt x="362301" y="48875"/>
                </a:lnTo>
                <a:lnTo>
                  <a:pt x="361212" y="48612"/>
                </a:lnTo>
                <a:lnTo>
                  <a:pt x="360095" y="48352"/>
                </a:lnTo>
                <a:lnTo>
                  <a:pt x="358984" y="48098"/>
                </a:lnTo>
                <a:lnTo>
                  <a:pt x="357911" y="47849"/>
                </a:lnTo>
                <a:lnTo>
                  <a:pt x="356878" y="47604"/>
                </a:lnTo>
                <a:lnTo>
                  <a:pt x="355884" y="47364"/>
                </a:lnTo>
                <a:lnTo>
                  <a:pt x="354929" y="47129"/>
                </a:lnTo>
                <a:lnTo>
                  <a:pt x="354013" y="46899"/>
                </a:lnTo>
                <a:lnTo>
                  <a:pt x="353136" y="46674"/>
                </a:lnTo>
                <a:lnTo>
                  <a:pt x="352299" y="46453"/>
                </a:lnTo>
                <a:lnTo>
                  <a:pt x="351501" y="46238"/>
                </a:lnTo>
                <a:lnTo>
                  <a:pt x="350741" y="46027"/>
                </a:lnTo>
                <a:lnTo>
                  <a:pt x="350021" y="45821"/>
                </a:lnTo>
                <a:lnTo>
                  <a:pt x="349340" y="45620"/>
                </a:lnTo>
                <a:lnTo>
                  <a:pt x="348699" y="45423"/>
                </a:lnTo>
                <a:lnTo>
                  <a:pt x="348096" y="45232"/>
                </a:lnTo>
                <a:lnTo>
                  <a:pt x="347533" y="45045"/>
                </a:lnTo>
                <a:lnTo>
                  <a:pt x="347008" y="44863"/>
                </a:lnTo>
                <a:lnTo>
                  <a:pt x="346523" y="44686"/>
                </a:lnTo>
                <a:lnTo>
                  <a:pt x="346077" y="44514"/>
                </a:lnTo>
                <a:lnTo>
                  <a:pt x="345670" y="44346"/>
                </a:lnTo>
                <a:lnTo>
                  <a:pt x="345303" y="44184"/>
                </a:lnTo>
                <a:lnTo>
                  <a:pt x="344974" y="44026"/>
                </a:lnTo>
                <a:lnTo>
                  <a:pt x="344685" y="43873"/>
                </a:lnTo>
                <a:lnTo>
                  <a:pt x="344435" y="43725"/>
                </a:lnTo>
                <a:lnTo>
                  <a:pt x="344224" y="43581"/>
                </a:lnTo>
                <a:lnTo>
                  <a:pt x="344086" y="43475"/>
                </a:lnTo>
                <a:lnTo>
                  <a:pt x="343953" y="43366"/>
                </a:lnTo>
                <a:lnTo>
                  <a:pt x="343827" y="43256"/>
                </a:lnTo>
                <a:lnTo>
                  <a:pt x="343706" y="43144"/>
                </a:lnTo>
                <a:lnTo>
                  <a:pt x="343592" y="43030"/>
                </a:lnTo>
                <a:lnTo>
                  <a:pt x="343483" y="42914"/>
                </a:lnTo>
                <a:lnTo>
                  <a:pt x="343380" y="42796"/>
                </a:lnTo>
                <a:lnTo>
                  <a:pt x="343283" y="42676"/>
                </a:lnTo>
                <a:lnTo>
                  <a:pt x="343192" y="42554"/>
                </a:lnTo>
                <a:lnTo>
                  <a:pt x="343107" y="42431"/>
                </a:lnTo>
                <a:lnTo>
                  <a:pt x="343027" y="42305"/>
                </a:lnTo>
                <a:lnTo>
                  <a:pt x="342954" y="42178"/>
                </a:lnTo>
                <a:lnTo>
                  <a:pt x="342886" y="42049"/>
                </a:lnTo>
                <a:lnTo>
                  <a:pt x="342825" y="41918"/>
                </a:lnTo>
                <a:lnTo>
                  <a:pt x="342769" y="41785"/>
                </a:lnTo>
                <a:lnTo>
                  <a:pt x="342719" y="41650"/>
                </a:lnTo>
                <a:lnTo>
                  <a:pt x="342675" y="41513"/>
                </a:lnTo>
                <a:lnTo>
                  <a:pt x="342636" y="41375"/>
                </a:lnTo>
                <a:lnTo>
                  <a:pt x="342604" y="41234"/>
                </a:lnTo>
                <a:lnTo>
                  <a:pt x="342578" y="41092"/>
                </a:lnTo>
                <a:lnTo>
                  <a:pt x="342557" y="40948"/>
                </a:lnTo>
                <a:lnTo>
                  <a:pt x="342542" y="40801"/>
                </a:lnTo>
                <a:lnTo>
                  <a:pt x="342534" y="40653"/>
                </a:lnTo>
                <a:lnTo>
                  <a:pt x="342531" y="40503"/>
                </a:lnTo>
                <a:lnTo>
                  <a:pt x="342534" y="40329"/>
                </a:lnTo>
                <a:lnTo>
                  <a:pt x="342544" y="40157"/>
                </a:lnTo>
                <a:lnTo>
                  <a:pt x="342561" y="39987"/>
                </a:lnTo>
                <a:lnTo>
                  <a:pt x="342584" y="39821"/>
                </a:lnTo>
                <a:lnTo>
                  <a:pt x="342615" y="39657"/>
                </a:lnTo>
                <a:lnTo>
                  <a:pt x="342652" y="39496"/>
                </a:lnTo>
                <a:lnTo>
                  <a:pt x="342695" y="39337"/>
                </a:lnTo>
                <a:lnTo>
                  <a:pt x="342746" y="39181"/>
                </a:lnTo>
                <a:lnTo>
                  <a:pt x="342803" y="39028"/>
                </a:lnTo>
                <a:lnTo>
                  <a:pt x="342867" y="38878"/>
                </a:lnTo>
                <a:lnTo>
                  <a:pt x="342937" y="38731"/>
                </a:lnTo>
                <a:lnTo>
                  <a:pt x="343014" y="38586"/>
                </a:lnTo>
                <a:lnTo>
                  <a:pt x="343098" y="38444"/>
                </a:lnTo>
                <a:lnTo>
                  <a:pt x="343189" y="38305"/>
                </a:lnTo>
                <a:lnTo>
                  <a:pt x="343286" y="38168"/>
                </a:lnTo>
                <a:lnTo>
                  <a:pt x="343391" y="38034"/>
                </a:lnTo>
                <a:lnTo>
                  <a:pt x="343501" y="37903"/>
                </a:lnTo>
                <a:lnTo>
                  <a:pt x="343619" y="37775"/>
                </a:lnTo>
                <a:lnTo>
                  <a:pt x="343743" y="37650"/>
                </a:lnTo>
                <a:lnTo>
                  <a:pt x="343874" y="37527"/>
                </a:lnTo>
                <a:lnTo>
                  <a:pt x="344012" y="37407"/>
                </a:lnTo>
                <a:lnTo>
                  <a:pt x="344156" y="37289"/>
                </a:lnTo>
                <a:lnTo>
                  <a:pt x="344308" y="37175"/>
                </a:lnTo>
                <a:lnTo>
                  <a:pt x="344466" y="37063"/>
                </a:lnTo>
                <a:lnTo>
                  <a:pt x="344714" y="36910"/>
                </a:lnTo>
                <a:lnTo>
                  <a:pt x="344976" y="36764"/>
                </a:lnTo>
                <a:lnTo>
                  <a:pt x="345251" y="36624"/>
                </a:lnTo>
                <a:lnTo>
                  <a:pt x="345539" y="36490"/>
                </a:lnTo>
                <a:lnTo>
                  <a:pt x="345840" y="36364"/>
                </a:lnTo>
                <a:lnTo>
                  <a:pt x="346155" y="36243"/>
                </a:lnTo>
                <a:lnTo>
                  <a:pt x="346483" y="36130"/>
                </a:lnTo>
                <a:lnTo>
                  <a:pt x="346824" y="36022"/>
                </a:lnTo>
                <a:lnTo>
                  <a:pt x="347178" y="35922"/>
                </a:lnTo>
                <a:lnTo>
                  <a:pt x="347545" y="35827"/>
                </a:lnTo>
                <a:lnTo>
                  <a:pt x="347926" y="35740"/>
                </a:lnTo>
                <a:lnTo>
                  <a:pt x="348320" y="35658"/>
                </a:lnTo>
                <a:lnTo>
                  <a:pt x="348727" y="35584"/>
                </a:lnTo>
                <a:lnTo>
                  <a:pt x="349148" y="35515"/>
                </a:lnTo>
                <a:lnTo>
                  <a:pt x="349581" y="35453"/>
                </a:lnTo>
                <a:lnTo>
                  <a:pt x="350028" y="35398"/>
                </a:lnTo>
                <a:lnTo>
                  <a:pt x="350488" y="35349"/>
                </a:lnTo>
                <a:lnTo>
                  <a:pt x="350962" y="35307"/>
                </a:lnTo>
                <a:lnTo>
                  <a:pt x="351448" y="35271"/>
                </a:lnTo>
                <a:lnTo>
                  <a:pt x="351948" y="35242"/>
                </a:lnTo>
                <a:lnTo>
                  <a:pt x="352461" y="35219"/>
                </a:lnTo>
                <a:lnTo>
                  <a:pt x="352987" y="35203"/>
                </a:lnTo>
                <a:lnTo>
                  <a:pt x="353527" y="35193"/>
                </a:lnTo>
                <a:lnTo>
                  <a:pt x="354079" y="35190"/>
                </a:lnTo>
                <a:lnTo>
                  <a:pt x="354518" y="35194"/>
                </a:lnTo>
                <a:lnTo>
                  <a:pt x="354949" y="35204"/>
                </a:lnTo>
                <a:lnTo>
                  <a:pt x="355371" y="35221"/>
                </a:lnTo>
                <a:lnTo>
                  <a:pt x="355785" y="35246"/>
                </a:lnTo>
                <a:lnTo>
                  <a:pt x="356190" y="35277"/>
                </a:lnTo>
                <a:lnTo>
                  <a:pt x="356587" y="35315"/>
                </a:lnTo>
                <a:lnTo>
                  <a:pt x="356975" y="35360"/>
                </a:lnTo>
                <a:lnTo>
                  <a:pt x="357354" y="35412"/>
                </a:lnTo>
                <a:lnTo>
                  <a:pt x="357726" y="35471"/>
                </a:lnTo>
                <a:lnTo>
                  <a:pt x="358088" y="35537"/>
                </a:lnTo>
                <a:lnTo>
                  <a:pt x="358442" y="35609"/>
                </a:lnTo>
                <a:lnTo>
                  <a:pt x="358788" y="35689"/>
                </a:lnTo>
                <a:lnTo>
                  <a:pt x="359125" y="35776"/>
                </a:lnTo>
                <a:lnTo>
                  <a:pt x="359454" y="35869"/>
                </a:lnTo>
                <a:lnTo>
                  <a:pt x="359774" y="35970"/>
                </a:lnTo>
                <a:lnTo>
                  <a:pt x="360085" y="36077"/>
                </a:lnTo>
                <a:lnTo>
                  <a:pt x="360389" y="36191"/>
                </a:lnTo>
                <a:lnTo>
                  <a:pt x="360683" y="36313"/>
                </a:lnTo>
                <a:lnTo>
                  <a:pt x="360969" y="36441"/>
                </a:lnTo>
                <a:lnTo>
                  <a:pt x="361247" y="36576"/>
                </a:lnTo>
                <a:lnTo>
                  <a:pt x="361516" y="36718"/>
                </a:lnTo>
                <a:lnTo>
                  <a:pt x="361777" y="36867"/>
                </a:lnTo>
                <a:lnTo>
                  <a:pt x="362029" y="37023"/>
                </a:lnTo>
                <a:lnTo>
                  <a:pt x="362272" y="37185"/>
                </a:lnTo>
                <a:lnTo>
                  <a:pt x="362508" y="37355"/>
                </a:lnTo>
                <a:lnTo>
                  <a:pt x="362738" y="37530"/>
                </a:lnTo>
                <a:lnTo>
                  <a:pt x="362961" y="37712"/>
                </a:lnTo>
                <a:lnTo>
                  <a:pt x="363178" y="37899"/>
                </a:lnTo>
                <a:lnTo>
                  <a:pt x="363389" y="38093"/>
                </a:lnTo>
                <a:lnTo>
                  <a:pt x="363593" y="38293"/>
                </a:lnTo>
                <a:lnTo>
                  <a:pt x="363791" y="38499"/>
                </a:lnTo>
                <a:lnTo>
                  <a:pt x="363982" y="38711"/>
                </a:lnTo>
                <a:lnTo>
                  <a:pt x="364167" y="38929"/>
                </a:lnTo>
                <a:lnTo>
                  <a:pt x="364345" y="39153"/>
                </a:lnTo>
                <a:lnTo>
                  <a:pt x="364518" y="39383"/>
                </a:lnTo>
                <a:lnTo>
                  <a:pt x="364683" y="39619"/>
                </a:lnTo>
                <a:lnTo>
                  <a:pt x="364843" y="39862"/>
                </a:lnTo>
                <a:lnTo>
                  <a:pt x="364995" y="40110"/>
                </a:lnTo>
                <a:lnTo>
                  <a:pt x="365142" y="40365"/>
                </a:lnTo>
                <a:lnTo>
                  <a:pt x="365282" y="40625"/>
                </a:lnTo>
                <a:lnTo>
                  <a:pt x="365416" y="40892"/>
                </a:lnTo>
                <a:lnTo>
                  <a:pt x="365543" y="41165"/>
                </a:lnTo>
                <a:lnTo>
                  <a:pt x="365664" y="41444"/>
                </a:lnTo>
                <a:lnTo>
                  <a:pt x="365778" y="41729"/>
                </a:lnTo>
                <a:lnTo>
                  <a:pt x="365886" y="42020"/>
                </a:lnTo>
                <a:lnTo>
                  <a:pt x="365988" y="42317"/>
                </a:lnTo>
                <a:lnTo>
                  <a:pt x="366083" y="42620"/>
                </a:lnTo>
                <a:lnTo>
                  <a:pt x="366172" y="42930"/>
                </a:lnTo>
                <a:lnTo>
                  <a:pt x="382195" y="39906"/>
                </a:lnTo>
                <a:lnTo>
                  <a:pt x="381987" y="39216"/>
                </a:lnTo>
                <a:lnTo>
                  <a:pt x="381764" y="38539"/>
                </a:lnTo>
                <a:lnTo>
                  <a:pt x="381528" y="37877"/>
                </a:lnTo>
                <a:lnTo>
                  <a:pt x="381278" y="37229"/>
                </a:lnTo>
                <a:lnTo>
                  <a:pt x="381014" y="36595"/>
                </a:lnTo>
                <a:lnTo>
                  <a:pt x="380736" y="35975"/>
                </a:lnTo>
                <a:lnTo>
                  <a:pt x="380445" y="35370"/>
                </a:lnTo>
                <a:lnTo>
                  <a:pt x="380139" y="34779"/>
                </a:lnTo>
                <a:lnTo>
                  <a:pt x="379820" y="34202"/>
                </a:lnTo>
                <a:lnTo>
                  <a:pt x="379487" y="33639"/>
                </a:lnTo>
                <a:lnTo>
                  <a:pt x="379140" y="33090"/>
                </a:lnTo>
                <a:lnTo>
                  <a:pt x="378779" y="32556"/>
                </a:lnTo>
                <a:lnTo>
                  <a:pt x="378404" y="32036"/>
                </a:lnTo>
                <a:lnTo>
                  <a:pt x="378016" y="31530"/>
                </a:lnTo>
                <a:lnTo>
                  <a:pt x="377613" y="31039"/>
                </a:lnTo>
                <a:lnTo>
                  <a:pt x="377197" y="30561"/>
                </a:lnTo>
                <a:lnTo>
                  <a:pt x="376767" y="30098"/>
                </a:lnTo>
                <a:lnTo>
                  <a:pt x="376323" y="29649"/>
                </a:lnTo>
                <a:lnTo>
                  <a:pt x="375865" y="29214"/>
                </a:lnTo>
                <a:lnTo>
                  <a:pt x="375393" y="28794"/>
                </a:lnTo>
                <a:lnTo>
                  <a:pt x="374907" y="28388"/>
                </a:lnTo>
                <a:lnTo>
                  <a:pt x="374408" y="27996"/>
                </a:lnTo>
                <a:lnTo>
                  <a:pt x="373895" y="27618"/>
                </a:lnTo>
                <a:lnTo>
                  <a:pt x="373367" y="27254"/>
                </a:lnTo>
                <a:lnTo>
                  <a:pt x="372822" y="26905"/>
                </a:lnTo>
                <a:lnTo>
                  <a:pt x="372252" y="26571"/>
                </a:lnTo>
                <a:lnTo>
                  <a:pt x="371659" y="26252"/>
                </a:lnTo>
                <a:lnTo>
                  <a:pt x="371043" y="25947"/>
                </a:lnTo>
                <a:lnTo>
                  <a:pt x="370403" y="25657"/>
                </a:lnTo>
                <a:lnTo>
                  <a:pt x="369740" y="25383"/>
                </a:lnTo>
                <a:lnTo>
                  <a:pt x="369053" y="25123"/>
                </a:lnTo>
                <a:lnTo>
                  <a:pt x="368342" y="24878"/>
                </a:lnTo>
                <a:lnTo>
                  <a:pt x="367608" y="24647"/>
                </a:lnTo>
                <a:lnTo>
                  <a:pt x="366851" y="24432"/>
                </a:lnTo>
                <a:lnTo>
                  <a:pt x="366070" y="24232"/>
                </a:lnTo>
                <a:lnTo>
                  <a:pt x="365265" y="24046"/>
                </a:lnTo>
                <a:lnTo>
                  <a:pt x="364437" y="23875"/>
                </a:lnTo>
                <a:lnTo>
                  <a:pt x="363586" y="23719"/>
                </a:lnTo>
                <a:lnTo>
                  <a:pt x="362711" y="23578"/>
                </a:lnTo>
                <a:lnTo>
                  <a:pt x="361812" y="23452"/>
                </a:lnTo>
                <a:lnTo>
                  <a:pt x="360890" y="23340"/>
                </a:lnTo>
                <a:lnTo>
                  <a:pt x="359944" y="23244"/>
                </a:lnTo>
                <a:lnTo>
                  <a:pt x="358975" y="23162"/>
                </a:lnTo>
                <a:lnTo>
                  <a:pt x="357983" y="23095"/>
                </a:lnTo>
                <a:lnTo>
                  <a:pt x="356966" y="23043"/>
                </a:lnTo>
                <a:lnTo>
                  <a:pt x="355927" y="23006"/>
                </a:lnTo>
                <a:lnTo>
                  <a:pt x="354864" y="22984"/>
                </a:lnTo>
                <a:lnTo>
                  <a:pt x="353777" y="22976"/>
                </a:lnTo>
                <a:lnTo>
                  <a:pt x="352636" y="22986"/>
                </a:lnTo>
                <a:lnTo>
                  <a:pt x="351520" y="23016"/>
                </a:lnTo>
                <a:lnTo>
                  <a:pt x="350429" y="23065"/>
                </a:lnTo>
                <a:lnTo>
                  <a:pt x="349363" y="23134"/>
                </a:lnTo>
                <a:lnTo>
                  <a:pt x="348323" y="23223"/>
                </a:lnTo>
                <a:lnTo>
                  <a:pt x="347307" y="23331"/>
                </a:lnTo>
                <a:lnTo>
                  <a:pt x="346317" y="23459"/>
                </a:lnTo>
                <a:lnTo>
                  <a:pt x="345352" y="23607"/>
                </a:lnTo>
                <a:lnTo>
                  <a:pt x="344413" y="23775"/>
                </a:lnTo>
                <a:lnTo>
                  <a:pt x="343498" y="23962"/>
                </a:lnTo>
                <a:lnTo>
                  <a:pt x="342609" y="24169"/>
                </a:lnTo>
                <a:lnTo>
                  <a:pt x="341745" y="24396"/>
                </a:lnTo>
                <a:lnTo>
                  <a:pt x="340906" y="24642"/>
                </a:lnTo>
                <a:lnTo>
                  <a:pt x="340092" y="24908"/>
                </a:lnTo>
                <a:lnTo>
                  <a:pt x="339303" y="25194"/>
                </a:lnTo>
                <a:lnTo>
                  <a:pt x="338540" y="25500"/>
                </a:lnTo>
                <a:lnTo>
                  <a:pt x="337802" y="25825"/>
                </a:lnTo>
                <a:lnTo>
                  <a:pt x="337089" y="26170"/>
                </a:lnTo>
                <a:lnTo>
                  <a:pt x="336401" y="26535"/>
                </a:lnTo>
                <a:lnTo>
                  <a:pt x="335739" y="26919"/>
                </a:lnTo>
                <a:lnTo>
                  <a:pt x="335101" y="27324"/>
                </a:lnTo>
                <a:lnTo>
                  <a:pt x="334489" y="27747"/>
                </a:lnTo>
                <a:lnTo>
                  <a:pt x="333902" y="28191"/>
                </a:lnTo>
                <a:lnTo>
                  <a:pt x="333340" y="28654"/>
                </a:lnTo>
                <a:lnTo>
                  <a:pt x="332802" y="29132"/>
                </a:lnTo>
                <a:lnTo>
                  <a:pt x="332287" y="29619"/>
                </a:lnTo>
                <a:lnTo>
                  <a:pt x="331795" y="30115"/>
                </a:lnTo>
                <a:lnTo>
                  <a:pt x="331326" y="30621"/>
                </a:lnTo>
                <a:lnTo>
                  <a:pt x="330880" y="31136"/>
                </a:lnTo>
                <a:lnTo>
                  <a:pt x="330457" y="31659"/>
                </a:lnTo>
                <a:lnTo>
                  <a:pt x="330056" y="32193"/>
                </a:lnTo>
                <a:lnTo>
                  <a:pt x="329679" y="32735"/>
                </a:lnTo>
                <a:lnTo>
                  <a:pt x="329324" y="33287"/>
                </a:lnTo>
                <a:lnTo>
                  <a:pt x="328992" y="33848"/>
                </a:lnTo>
                <a:lnTo>
                  <a:pt x="328683" y="34418"/>
                </a:lnTo>
                <a:lnTo>
                  <a:pt x="328397" y="34997"/>
                </a:lnTo>
                <a:lnTo>
                  <a:pt x="328134" y="35585"/>
                </a:lnTo>
                <a:lnTo>
                  <a:pt x="327894" y="36183"/>
                </a:lnTo>
                <a:lnTo>
                  <a:pt x="327676" y="36790"/>
                </a:lnTo>
                <a:lnTo>
                  <a:pt x="327482" y="37407"/>
                </a:lnTo>
                <a:lnTo>
                  <a:pt x="327310" y="38032"/>
                </a:lnTo>
                <a:lnTo>
                  <a:pt x="327161" y="38667"/>
                </a:lnTo>
                <a:lnTo>
                  <a:pt x="327036" y="39311"/>
                </a:lnTo>
                <a:lnTo>
                  <a:pt x="326933" y="39964"/>
                </a:lnTo>
                <a:lnTo>
                  <a:pt x="326852" y="40626"/>
                </a:lnTo>
                <a:lnTo>
                  <a:pt x="326795" y="41298"/>
                </a:lnTo>
                <a:lnTo>
                  <a:pt x="326761" y="41979"/>
                </a:lnTo>
                <a:lnTo>
                  <a:pt x="326749" y="42669"/>
                </a:lnTo>
                <a:lnTo>
                  <a:pt x="326763" y="43432"/>
                </a:lnTo>
                <a:lnTo>
                  <a:pt x="326802" y="44181"/>
                </a:lnTo>
                <a:lnTo>
                  <a:pt x="326869" y="44916"/>
                </a:lnTo>
                <a:lnTo>
                  <a:pt x="326961" y="45637"/>
                </a:lnTo>
                <a:lnTo>
                  <a:pt x="327080" y="46344"/>
                </a:lnTo>
                <a:lnTo>
                  <a:pt x="327226" y="47037"/>
                </a:lnTo>
                <a:lnTo>
                  <a:pt x="327398" y="47716"/>
                </a:lnTo>
                <a:lnTo>
                  <a:pt x="327596" y="48380"/>
                </a:lnTo>
                <a:lnTo>
                  <a:pt x="327821" y="49031"/>
                </a:lnTo>
                <a:lnTo>
                  <a:pt x="328072" y="49668"/>
                </a:lnTo>
                <a:lnTo>
                  <a:pt x="328350" y="50290"/>
                </a:lnTo>
                <a:lnTo>
                  <a:pt x="328654" y="50899"/>
                </a:lnTo>
                <a:lnTo>
                  <a:pt x="328985" y="51494"/>
                </a:lnTo>
                <a:lnTo>
                  <a:pt x="329342" y="52074"/>
                </a:lnTo>
                <a:lnTo>
                  <a:pt x="329725" y="52641"/>
                </a:lnTo>
                <a:lnTo>
                  <a:pt x="330135" y="53193"/>
                </a:lnTo>
                <a:lnTo>
                  <a:pt x="330572" y="53731"/>
                </a:lnTo>
                <a:lnTo>
                  <a:pt x="331035" y="54256"/>
                </a:lnTo>
                <a:lnTo>
                  <a:pt x="331524" y="54766"/>
                </a:lnTo>
                <a:lnTo>
                  <a:pt x="332040" y="55262"/>
                </a:lnTo>
                <a:lnTo>
                  <a:pt x="332582" y="55744"/>
                </a:lnTo>
                <a:lnTo>
                  <a:pt x="333151" y="56212"/>
                </a:lnTo>
                <a:lnTo>
                  <a:pt x="333746" y="56666"/>
                </a:lnTo>
                <a:lnTo>
                  <a:pt x="334368" y="57107"/>
                </a:lnTo>
                <a:lnTo>
                  <a:pt x="334853" y="57420"/>
                </a:lnTo>
                <a:lnTo>
                  <a:pt x="335390" y="57736"/>
                </a:lnTo>
                <a:lnTo>
                  <a:pt x="335979" y="58055"/>
                </a:lnTo>
                <a:lnTo>
                  <a:pt x="336620" y="58377"/>
                </a:lnTo>
                <a:lnTo>
                  <a:pt x="337314" y="58701"/>
                </a:lnTo>
                <a:lnTo>
                  <a:pt x="338060" y="59028"/>
                </a:lnTo>
                <a:lnTo>
                  <a:pt x="338858" y="59358"/>
                </a:lnTo>
                <a:lnTo>
                  <a:pt x="339709" y="59690"/>
                </a:lnTo>
                <a:lnTo>
                  <a:pt x="340612" y="60025"/>
                </a:lnTo>
                <a:lnTo>
                  <a:pt x="341567" y="60363"/>
                </a:lnTo>
                <a:lnTo>
                  <a:pt x="342574" y="60704"/>
                </a:lnTo>
                <a:lnTo>
                  <a:pt x="343634" y="61047"/>
                </a:lnTo>
                <a:lnTo>
                  <a:pt x="344746" y="61393"/>
                </a:lnTo>
                <a:lnTo>
                  <a:pt x="345910" y="61742"/>
                </a:lnTo>
                <a:lnTo>
                  <a:pt x="347127" y="62093"/>
                </a:lnTo>
                <a:lnTo>
                  <a:pt x="348396" y="62448"/>
                </a:lnTo>
                <a:lnTo>
                  <a:pt x="349717" y="62804"/>
                </a:lnTo>
                <a:lnTo>
                  <a:pt x="351090" y="63164"/>
                </a:lnTo>
                <a:lnTo>
                  <a:pt x="352516" y="63526"/>
                </a:lnTo>
                <a:lnTo>
                  <a:pt x="353994" y="63891"/>
                </a:lnTo>
                <a:lnTo>
                  <a:pt x="355524" y="64259"/>
                </a:lnTo>
                <a:lnTo>
                  <a:pt x="357106" y="64630"/>
                </a:lnTo>
                <a:lnTo>
                  <a:pt x="358741" y="65003"/>
                </a:lnTo>
                <a:lnTo>
                  <a:pt x="360428" y="65379"/>
                </a:lnTo>
                <a:lnTo>
                  <a:pt x="360790" y="65465"/>
                </a:lnTo>
                <a:lnTo>
                  <a:pt x="361142" y="65551"/>
                </a:lnTo>
                <a:lnTo>
                  <a:pt x="361482" y="65638"/>
                </a:lnTo>
                <a:lnTo>
                  <a:pt x="361812" y="65726"/>
                </a:lnTo>
                <a:lnTo>
                  <a:pt x="362131" y="65814"/>
                </a:lnTo>
                <a:lnTo>
                  <a:pt x="362438" y="65903"/>
                </a:lnTo>
                <a:lnTo>
                  <a:pt x="362735" y="65993"/>
                </a:lnTo>
                <a:lnTo>
                  <a:pt x="363021" y="66083"/>
                </a:lnTo>
                <a:lnTo>
                  <a:pt x="363296" y="66174"/>
                </a:lnTo>
                <a:lnTo>
                  <a:pt x="363560" y="66265"/>
                </a:lnTo>
                <a:lnTo>
                  <a:pt x="363814" y="66357"/>
                </a:lnTo>
                <a:lnTo>
                  <a:pt x="364056" y="66450"/>
                </a:lnTo>
                <a:lnTo>
                  <a:pt x="364287" y="66544"/>
                </a:lnTo>
                <a:lnTo>
                  <a:pt x="364508" y="66638"/>
                </a:lnTo>
                <a:lnTo>
                  <a:pt x="364717" y="66732"/>
                </a:lnTo>
                <a:lnTo>
                  <a:pt x="364916" y="66827"/>
                </a:lnTo>
                <a:lnTo>
                  <a:pt x="365104" y="66923"/>
                </a:lnTo>
                <a:lnTo>
                  <a:pt x="365280" y="67020"/>
                </a:lnTo>
                <a:lnTo>
                  <a:pt x="365446" y="67117"/>
                </a:lnTo>
                <a:lnTo>
                  <a:pt x="365601" y="67215"/>
                </a:lnTo>
                <a:lnTo>
                  <a:pt x="365745" y="67313"/>
                </a:lnTo>
                <a:lnTo>
                  <a:pt x="365878" y="67412"/>
                </a:lnTo>
                <a:lnTo>
                  <a:pt x="366000" y="67512"/>
                </a:lnTo>
                <a:lnTo>
                  <a:pt x="366112" y="67612"/>
                </a:lnTo>
                <a:lnTo>
                  <a:pt x="366210" y="67719"/>
                </a:lnTo>
                <a:lnTo>
                  <a:pt x="366305" y="67828"/>
                </a:lnTo>
                <a:lnTo>
                  <a:pt x="366395" y="67940"/>
                </a:lnTo>
                <a:lnTo>
                  <a:pt x="366481" y="68053"/>
                </a:lnTo>
                <a:lnTo>
                  <a:pt x="366563" y="68169"/>
                </a:lnTo>
                <a:lnTo>
                  <a:pt x="366641" y="68288"/>
                </a:lnTo>
                <a:lnTo>
                  <a:pt x="366714" y="68408"/>
                </a:lnTo>
                <a:lnTo>
                  <a:pt x="366784" y="68531"/>
                </a:lnTo>
                <a:lnTo>
                  <a:pt x="366849" y="68657"/>
                </a:lnTo>
                <a:lnTo>
                  <a:pt x="366909" y="68784"/>
                </a:lnTo>
                <a:lnTo>
                  <a:pt x="366966" y="68914"/>
                </a:lnTo>
                <a:lnTo>
                  <a:pt x="367019" y="69046"/>
                </a:lnTo>
                <a:lnTo>
                  <a:pt x="367067" y="69181"/>
                </a:lnTo>
                <a:lnTo>
                  <a:pt x="367111" y="69318"/>
                </a:lnTo>
                <a:lnTo>
                  <a:pt x="367151" y="69457"/>
                </a:lnTo>
                <a:lnTo>
                  <a:pt x="367187" y="69598"/>
                </a:lnTo>
                <a:lnTo>
                  <a:pt x="367218" y="69742"/>
                </a:lnTo>
                <a:lnTo>
                  <a:pt x="367245" y="69888"/>
                </a:lnTo>
                <a:lnTo>
                  <a:pt x="367268" y="70036"/>
                </a:lnTo>
                <a:lnTo>
                  <a:pt x="367287" y="70187"/>
                </a:lnTo>
                <a:lnTo>
                  <a:pt x="367302" y="70340"/>
                </a:lnTo>
                <a:lnTo>
                  <a:pt x="367313" y="70495"/>
                </a:lnTo>
                <a:lnTo>
                  <a:pt x="367319" y="70653"/>
                </a:lnTo>
                <a:lnTo>
                  <a:pt x="367321" y="70813"/>
                </a:lnTo>
                <a:lnTo>
                  <a:pt x="367317" y="71048"/>
                </a:lnTo>
                <a:lnTo>
                  <a:pt x="367305" y="71278"/>
                </a:lnTo>
                <a:lnTo>
                  <a:pt x="367286" y="71505"/>
                </a:lnTo>
                <a:lnTo>
                  <a:pt x="367259" y="71727"/>
                </a:lnTo>
                <a:lnTo>
                  <a:pt x="367224" y="71946"/>
                </a:lnTo>
                <a:lnTo>
                  <a:pt x="367181" y="72160"/>
                </a:lnTo>
                <a:lnTo>
                  <a:pt x="367131" y="72371"/>
                </a:lnTo>
                <a:lnTo>
                  <a:pt x="367072" y="72578"/>
                </a:lnTo>
                <a:lnTo>
                  <a:pt x="367006" y="72780"/>
                </a:lnTo>
                <a:lnTo>
                  <a:pt x="366933" y="72979"/>
                </a:lnTo>
                <a:lnTo>
                  <a:pt x="366851" y="73174"/>
                </a:lnTo>
                <a:lnTo>
                  <a:pt x="366762" y="73364"/>
                </a:lnTo>
                <a:lnTo>
                  <a:pt x="366665" y="73551"/>
                </a:lnTo>
                <a:lnTo>
                  <a:pt x="366560" y="73734"/>
                </a:lnTo>
                <a:lnTo>
                  <a:pt x="366447" y="73913"/>
                </a:lnTo>
                <a:lnTo>
                  <a:pt x="366327" y="74087"/>
                </a:lnTo>
                <a:lnTo>
                  <a:pt x="366198" y="74258"/>
                </a:lnTo>
                <a:lnTo>
                  <a:pt x="366063" y="74425"/>
                </a:lnTo>
                <a:lnTo>
                  <a:pt x="365919" y="74588"/>
                </a:lnTo>
                <a:lnTo>
                  <a:pt x="365767" y="74747"/>
                </a:lnTo>
                <a:lnTo>
                  <a:pt x="365608" y="74901"/>
                </a:lnTo>
                <a:lnTo>
                  <a:pt x="365441" y="75052"/>
                </a:lnTo>
                <a:lnTo>
                  <a:pt x="365266" y="75199"/>
                </a:lnTo>
                <a:lnTo>
                  <a:pt x="365084" y="75342"/>
                </a:lnTo>
                <a:lnTo>
                  <a:pt x="364801" y="75539"/>
                </a:lnTo>
                <a:lnTo>
                  <a:pt x="364507" y="75728"/>
                </a:lnTo>
                <a:lnTo>
                  <a:pt x="364201" y="75908"/>
                </a:lnTo>
                <a:lnTo>
                  <a:pt x="363885" y="76080"/>
                </a:lnTo>
                <a:lnTo>
                  <a:pt x="363556" y="76243"/>
                </a:lnTo>
                <a:lnTo>
                  <a:pt x="363217" y="76399"/>
                </a:lnTo>
                <a:lnTo>
                  <a:pt x="362866" y="76545"/>
                </a:lnTo>
                <a:lnTo>
                  <a:pt x="362504" y="76684"/>
                </a:lnTo>
                <a:lnTo>
                  <a:pt x="362130" y="76814"/>
                </a:lnTo>
                <a:lnTo>
                  <a:pt x="361746" y="76935"/>
                </a:lnTo>
                <a:lnTo>
                  <a:pt x="361349" y="77048"/>
                </a:lnTo>
                <a:lnTo>
                  <a:pt x="360942" y="77153"/>
                </a:lnTo>
                <a:lnTo>
                  <a:pt x="360523" y="77250"/>
                </a:lnTo>
                <a:lnTo>
                  <a:pt x="360093" y="77338"/>
                </a:lnTo>
                <a:lnTo>
                  <a:pt x="359651" y="77417"/>
                </a:lnTo>
                <a:lnTo>
                  <a:pt x="359199" y="77489"/>
                </a:lnTo>
                <a:lnTo>
                  <a:pt x="358734" y="77552"/>
                </a:lnTo>
                <a:lnTo>
                  <a:pt x="358259" y="77606"/>
                </a:lnTo>
                <a:lnTo>
                  <a:pt x="357772" y="77652"/>
                </a:lnTo>
                <a:lnTo>
                  <a:pt x="357274" y="77690"/>
                </a:lnTo>
                <a:lnTo>
                  <a:pt x="356764" y="77719"/>
                </a:lnTo>
                <a:lnTo>
                  <a:pt x="356243" y="77740"/>
                </a:lnTo>
                <a:lnTo>
                  <a:pt x="355711" y="77753"/>
                </a:lnTo>
                <a:lnTo>
                  <a:pt x="355168" y="77757"/>
                </a:lnTo>
                <a:lnTo>
                  <a:pt x="354673" y="77752"/>
                </a:lnTo>
                <a:lnTo>
                  <a:pt x="354188" y="77739"/>
                </a:lnTo>
                <a:lnTo>
                  <a:pt x="353713" y="77717"/>
                </a:lnTo>
                <a:lnTo>
                  <a:pt x="353246" y="77686"/>
                </a:lnTo>
                <a:lnTo>
                  <a:pt x="352789" y="77646"/>
                </a:lnTo>
                <a:lnTo>
                  <a:pt x="352341" y="77597"/>
                </a:lnTo>
                <a:lnTo>
                  <a:pt x="351902" y="77540"/>
                </a:lnTo>
                <a:lnTo>
                  <a:pt x="351473" y="77473"/>
                </a:lnTo>
                <a:lnTo>
                  <a:pt x="351052" y="77398"/>
                </a:lnTo>
                <a:lnTo>
                  <a:pt x="350641" y="77313"/>
                </a:lnTo>
                <a:lnTo>
                  <a:pt x="350239" y="77220"/>
                </a:lnTo>
                <a:lnTo>
                  <a:pt x="349847" y="77118"/>
                </a:lnTo>
                <a:lnTo>
                  <a:pt x="349463" y="77007"/>
                </a:lnTo>
                <a:lnTo>
                  <a:pt x="349089" y="76888"/>
                </a:lnTo>
                <a:lnTo>
                  <a:pt x="348724" y="76759"/>
                </a:lnTo>
                <a:lnTo>
                  <a:pt x="348369" y="76622"/>
                </a:lnTo>
                <a:lnTo>
                  <a:pt x="348022" y="76475"/>
                </a:lnTo>
                <a:lnTo>
                  <a:pt x="347685" y="76320"/>
                </a:lnTo>
                <a:lnTo>
                  <a:pt x="347357" y="76156"/>
                </a:lnTo>
                <a:lnTo>
                  <a:pt x="347039" y="75983"/>
                </a:lnTo>
                <a:lnTo>
                  <a:pt x="346729" y="75801"/>
                </a:lnTo>
                <a:lnTo>
                  <a:pt x="346429" y="75610"/>
                </a:lnTo>
                <a:lnTo>
                  <a:pt x="346138" y="75411"/>
                </a:lnTo>
                <a:lnTo>
                  <a:pt x="345856" y="75202"/>
                </a:lnTo>
                <a:lnTo>
                  <a:pt x="345583" y="74985"/>
                </a:lnTo>
                <a:lnTo>
                  <a:pt x="345317" y="74760"/>
                </a:lnTo>
                <a:lnTo>
                  <a:pt x="345060" y="74527"/>
                </a:lnTo>
                <a:lnTo>
                  <a:pt x="344810" y="74285"/>
                </a:lnTo>
                <a:lnTo>
                  <a:pt x="344568" y="74035"/>
                </a:lnTo>
                <a:lnTo>
                  <a:pt x="344333" y="73777"/>
                </a:lnTo>
                <a:lnTo>
                  <a:pt x="344107" y="73510"/>
                </a:lnTo>
                <a:lnTo>
                  <a:pt x="343888" y="73236"/>
                </a:lnTo>
                <a:lnTo>
                  <a:pt x="343677" y="72953"/>
                </a:lnTo>
                <a:lnTo>
                  <a:pt x="343473" y="72661"/>
                </a:lnTo>
                <a:lnTo>
                  <a:pt x="343278" y="72362"/>
                </a:lnTo>
                <a:lnTo>
                  <a:pt x="343090" y="72054"/>
                </a:lnTo>
                <a:lnTo>
                  <a:pt x="342910" y="71739"/>
                </a:lnTo>
                <a:lnTo>
                  <a:pt x="342738" y="71414"/>
                </a:lnTo>
                <a:lnTo>
                  <a:pt x="342573" y="71082"/>
                </a:lnTo>
                <a:lnTo>
                  <a:pt x="342416" y="70741"/>
                </a:lnTo>
                <a:lnTo>
                  <a:pt x="342267" y="70393"/>
                </a:lnTo>
                <a:lnTo>
                  <a:pt x="342126" y="70035"/>
                </a:lnTo>
                <a:lnTo>
                  <a:pt x="341993" y="69670"/>
                </a:lnTo>
                <a:lnTo>
                  <a:pt x="341867" y="69297"/>
                </a:lnTo>
                <a:lnTo>
                  <a:pt x="341749" y="68915"/>
                </a:lnTo>
                <a:lnTo>
                  <a:pt x="341639" y="68525"/>
                </a:lnTo>
                <a:lnTo>
                  <a:pt x="341537" y="68126"/>
                </a:lnTo>
                <a:lnTo>
                  <a:pt x="341442" y="67720"/>
                </a:lnTo>
                <a:lnTo>
                  <a:pt x="324391" y="70380"/>
                </a:lnTo>
                <a:lnTo>
                  <a:pt x="324597" y="71132"/>
                </a:lnTo>
                <a:lnTo>
                  <a:pt x="324821" y="71871"/>
                </a:lnTo>
                <a:lnTo>
                  <a:pt x="325064" y="72596"/>
                </a:lnTo>
                <a:lnTo>
                  <a:pt x="325324" y="73309"/>
                </a:lnTo>
                <a:close/>
                <a:moveTo>
                  <a:pt x="435912" y="69742"/>
                </a:moveTo>
                <a:lnTo>
                  <a:pt x="435775" y="70104"/>
                </a:lnTo>
                <a:lnTo>
                  <a:pt x="435634" y="70456"/>
                </a:lnTo>
                <a:lnTo>
                  <a:pt x="435488" y="70799"/>
                </a:lnTo>
                <a:lnTo>
                  <a:pt x="435338" y="71133"/>
                </a:lnTo>
                <a:lnTo>
                  <a:pt x="435182" y="71457"/>
                </a:lnTo>
                <a:lnTo>
                  <a:pt x="435023" y="71773"/>
                </a:lnTo>
                <a:lnTo>
                  <a:pt x="434858" y="72079"/>
                </a:lnTo>
                <a:lnTo>
                  <a:pt x="434689" y="72376"/>
                </a:lnTo>
                <a:lnTo>
                  <a:pt x="434516" y="72663"/>
                </a:lnTo>
                <a:lnTo>
                  <a:pt x="434337" y="72942"/>
                </a:lnTo>
                <a:lnTo>
                  <a:pt x="434155" y="73211"/>
                </a:lnTo>
                <a:lnTo>
                  <a:pt x="433967" y="73471"/>
                </a:lnTo>
                <a:lnTo>
                  <a:pt x="433775" y="73721"/>
                </a:lnTo>
                <a:lnTo>
                  <a:pt x="433578" y="73963"/>
                </a:lnTo>
                <a:lnTo>
                  <a:pt x="433377" y="74195"/>
                </a:lnTo>
                <a:lnTo>
                  <a:pt x="433171" y="74418"/>
                </a:lnTo>
                <a:lnTo>
                  <a:pt x="432960" y="74632"/>
                </a:lnTo>
                <a:lnTo>
                  <a:pt x="432745" y="74836"/>
                </a:lnTo>
                <a:lnTo>
                  <a:pt x="432525" y="75031"/>
                </a:lnTo>
                <a:lnTo>
                  <a:pt x="432301" y="75217"/>
                </a:lnTo>
                <a:lnTo>
                  <a:pt x="432072" y="75395"/>
                </a:lnTo>
                <a:lnTo>
                  <a:pt x="431839" y="75565"/>
                </a:lnTo>
                <a:lnTo>
                  <a:pt x="431601" y="75728"/>
                </a:lnTo>
                <a:lnTo>
                  <a:pt x="431359" y="75883"/>
                </a:lnTo>
                <a:lnTo>
                  <a:pt x="431112" y="76030"/>
                </a:lnTo>
                <a:lnTo>
                  <a:pt x="430861" y="76170"/>
                </a:lnTo>
                <a:lnTo>
                  <a:pt x="430606" y="76302"/>
                </a:lnTo>
                <a:lnTo>
                  <a:pt x="430346" y="76427"/>
                </a:lnTo>
                <a:lnTo>
                  <a:pt x="430082" y="76544"/>
                </a:lnTo>
                <a:lnTo>
                  <a:pt x="429813" y="76653"/>
                </a:lnTo>
                <a:lnTo>
                  <a:pt x="429540" y="76755"/>
                </a:lnTo>
                <a:lnTo>
                  <a:pt x="429263" y="76850"/>
                </a:lnTo>
                <a:lnTo>
                  <a:pt x="428981" y="76937"/>
                </a:lnTo>
                <a:lnTo>
                  <a:pt x="428695" y="77016"/>
                </a:lnTo>
                <a:lnTo>
                  <a:pt x="428404" y="77088"/>
                </a:lnTo>
                <a:lnTo>
                  <a:pt x="428109" y="77152"/>
                </a:lnTo>
                <a:lnTo>
                  <a:pt x="427809" y="77209"/>
                </a:lnTo>
                <a:lnTo>
                  <a:pt x="427505" y="77258"/>
                </a:lnTo>
                <a:lnTo>
                  <a:pt x="427197" y="77300"/>
                </a:lnTo>
                <a:lnTo>
                  <a:pt x="426884" y="77334"/>
                </a:lnTo>
                <a:lnTo>
                  <a:pt x="426567" y="77360"/>
                </a:lnTo>
                <a:lnTo>
                  <a:pt x="426246" y="77379"/>
                </a:lnTo>
                <a:lnTo>
                  <a:pt x="425920" y="77390"/>
                </a:lnTo>
                <a:lnTo>
                  <a:pt x="425589" y="77394"/>
                </a:lnTo>
                <a:lnTo>
                  <a:pt x="425104" y="77387"/>
                </a:lnTo>
                <a:lnTo>
                  <a:pt x="424625" y="77365"/>
                </a:lnTo>
                <a:lnTo>
                  <a:pt x="424153" y="77328"/>
                </a:lnTo>
                <a:lnTo>
                  <a:pt x="423688" y="77277"/>
                </a:lnTo>
                <a:lnTo>
                  <a:pt x="423230" y="77212"/>
                </a:lnTo>
                <a:lnTo>
                  <a:pt x="422778" y="77132"/>
                </a:lnTo>
                <a:lnTo>
                  <a:pt x="422333" y="77037"/>
                </a:lnTo>
                <a:lnTo>
                  <a:pt x="421894" y="76927"/>
                </a:lnTo>
                <a:lnTo>
                  <a:pt x="421463" y="76803"/>
                </a:lnTo>
                <a:lnTo>
                  <a:pt x="421038" y="76665"/>
                </a:lnTo>
                <a:lnTo>
                  <a:pt x="420620" y="76511"/>
                </a:lnTo>
                <a:lnTo>
                  <a:pt x="420208" y="76344"/>
                </a:lnTo>
                <a:lnTo>
                  <a:pt x="419803" y="76161"/>
                </a:lnTo>
                <a:lnTo>
                  <a:pt x="419405" y="75964"/>
                </a:lnTo>
                <a:lnTo>
                  <a:pt x="419014" y="75753"/>
                </a:lnTo>
                <a:lnTo>
                  <a:pt x="418629" y="75526"/>
                </a:lnTo>
                <a:lnTo>
                  <a:pt x="418251" y="75286"/>
                </a:lnTo>
                <a:lnTo>
                  <a:pt x="417880" y="75030"/>
                </a:lnTo>
                <a:lnTo>
                  <a:pt x="417516" y="74760"/>
                </a:lnTo>
                <a:lnTo>
                  <a:pt x="417158" y="74476"/>
                </a:lnTo>
                <a:lnTo>
                  <a:pt x="416807" y="74177"/>
                </a:lnTo>
                <a:lnTo>
                  <a:pt x="416463" y="73863"/>
                </a:lnTo>
                <a:lnTo>
                  <a:pt x="416125" y="73535"/>
                </a:lnTo>
                <a:lnTo>
                  <a:pt x="415794" y="73192"/>
                </a:lnTo>
                <a:lnTo>
                  <a:pt x="415473" y="72836"/>
                </a:lnTo>
                <a:lnTo>
                  <a:pt x="415165" y="72468"/>
                </a:lnTo>
                <a:lnTo>
                  <a:pt x="414870" y="72089"/>
                </a:lnTo>
                <a:lnTo>
                  <a:pt x="414588" y="71698"/>
                </a:lnTo>
                <a:lnTo>
                  <a:pt x="414319" y="71295"/>
                </a:lnTo>
                <a:lnTo>
                  <a:pt x="414063" y="70881"/>
                </a:lnTo>
                <a:lnTo>
                  <a:pt x="413821" y="70455"/>
                </a:lnTo>
                <a:lnTo>
                  <a:pt x="413591" y="70018"/>
                </a:lnTo>
                <a:lnTo>
                  <a:pt x="413374" y="69568"/>
                </a:lnTo>
                <a:lnTo>
                  <a:pt x="413170" y="69107"/>
                </a:lnTo>
                <a:lnTo>
                  <a:pt x="412979" y="68635"/>
                </a:lnTo>
                <a:lnTo>
                  <a:pt x="412801" y="68151"/>
                </a:lnTo>
                <a:lnTo>
                  <a:pt x="412636" y="67655"/>
                </a:lnTo>
                <a:lnTo>
                  <a:pt x="412485" y="67147"/>
                </a:lnTo>
                <a:lnTo>
                  <a:pt x="412346" y="66628"/>
                </a:lnTo>
                <a:lnTo>
                  <a:pt x="412220" y="66097"/>
                </a:lnTo>
                <a:lnTo>
                  <a:pt x="412107" y="65555"/>
                </a:lnTo>
                <a:lnTo>
                  <a:pt x="412008" y="65001"/>
                </a:lnTo>
                <a:lnTo>
                  <a:pt x="411921" y="64435"/>
                </a:lnTo>
                <a:lnTo>
                  <a:pt x="411847" y="63858"/>
                </a:lnTo>
                <a:lnTo>
                  <a:pt x="411787" y="63269"/>
                </a:lnTo>
                <a:lnTo>
                  <a:pt x="411739" y="62668"/>
                </a:lnTo>
                <a:lnTo>
                  <a:pt x="411704" y="62056"/>
                </a:lnTo>
                <a:lnTo>
                  <a:pt x="411683" y="61432"/>
                </a:lnTo>
                <a:lnTo>
                  <a:pt x="454250" y="61432"/>
                </a:lnTo>
                <a:lnTo>
                  <a:pt x="454265" y="59822"/>
                </a:lnTo>
                <a:lnTo>
                  <a:pt x="454250" y="58247"/>
                </a:lnTo>
                <a:lnTo>
                  <a:pt x="454205" y="56706"/>
                </a:lnTo>
                <a:lnTo>
                  <a:pt x="454130" y="55201"/>
                </a:lnTo>
                <a:lnTo>
                  <a:pt x="454025" y="53731"/>
                </a:lnTo>
                <a:lnTo>
                  <a:pt x="453890" y="52296"/>
                </a:lnTo>
                <a:lnTo>
                  <a:pt x="453726" y="50896"/>
                </a:lnTo>
                <a:lnTo>
                  <a:pt x="453531" y="49530"/>
                </a:lnTo>
                <a:lnTo>
                  <a:pt x="453306" y="48200"/>
                </a:lnTo>
                <a:lnTo>
                  <a:pt x="453051" y="46904"/>
                </a:lnTo>
                <a:lnTo>
                  <a:pt x="452766" y="45644"/>
                </a:lnTo>
                <a:lnTo>
                  <a:pt x="452451" y="44418"/>
                </a:lnTo>
                <a:lnTo>
                  <a:pt x="452106" y="43228"/>
                </a:lnTo>
                <a:lnTo>
                  <a:pt x="451731" y="42072"/>
                </a:lnTo>
                <a:lnTo>
                  <a:pt x="451325" y="40952"/>
                </a:lnTo>
                <a:lnTo>
                  <a:pt x="450890" y="39866"/>
                </a:lnTo>
                <a:lnTo>
                  <a:pt x="450425" y="38815"/>
                </a:lnTo>
                <a:lnTo>
                  <a:pt x="449930" y="37800"/>
                </a:lnTo>
                <a:lnTo>
                  <a:pt x="449405" y="36819"/>
                </a:lnTo>
                <a:lnTo>
                  <a:pt x="448850" y="35873"/>
                </a:lnTo>
                <a:lnTo>
                  <a:pt x="448264" y="34962"/>
                </a:lnTo>
                <a:lnTo>
                  <a:pt x="447649" y="34086"/>
                </a:lnTo>
                <a:lnTo>
                  <a:pt x="447004" y="33245"/>
                </a:lnTo>
                <a:lnTo>
                  <a:pt x="446329" y="32439"/>
                </a:lnTo>
                <a:lnTo>
                  <a:pt x="445628" y="31667"/>
                </a:lnTo>
                <a:lnTo>
                  <a:pt x="444906" y="30928"/>
                </a:lnTo>
                <a:lnTo>
                  <a:pt x="444163" y="30221"/>
                </a:lnTo>
                <a:lnTo>
                  <a:pt x="443400" y="29548"/>
                </a:lnTo>
                <a:lnTo>
                  <a:pt x="442615" y="28907"/>
                </a:lnTo>
                <a:lnTo>
                  <a:pt x="441809" y="28299"/>
                </a:lnTo>
                <a:lnTo>
                  <a:pt x="440982" y="27724"/>
                </a:lnTo>
                <a:lnTo>
                  <a:pt x="440134" y="27182"/>
                </a:lnTo>
                <a:lnTo>
                  <a:pt x="439266" y="26673"/>
                </a:lnTo>
                <a:lnTo>
                  <a:pt x="438376" y="26196"/>
                </a:lnTo>
                <a:lnTo>
                  <a:pt x="437465" y="25753"/>
                </a:lnTo>
                <a:lnTo>
                  <a:pt x="436533" y="25342"/>
                </a:lnTo>
                <a:lnTo>
                  <a:pt x="435581" y="24964"/>
                </a:lnTo>
                <a:lnTo>
                  <a:pt x="434607" y="24619"/>
                </a:lnTo>
                <a:lnTo>
                  <a:pt x="433612" y="24307"/>
                </a:lnTo>
                <a:lnTo>
                  <a:pt x="432597" y="24028"/>
                </a:lnTo>
                <a:lnTo>
                  <a:pt x="431560" y="23781"/>
                </a:lnTo>
                <a:lnTo>
                  <a:pt x="430502" y="23568"/>
                </a:lnTo>
                <a:lnTo>
                  <a:pt x="429423" y="23387"/>
                </a:lnTo>
                <a:lnTo>
                  <a:pt x="428324" y="23239"/>
                </a:lnTo>
                <a:lnTo>
                  <a:pt x="427203" y="23124"/>
                </a:lnTo>
                <a:lnTo>
                  <a:pt x="426061" y="23042"/>
                </a:lnTo>
                <a:lnTo>
                  <a:pt x="424899" y="22993"/>
                </a:lnTo>
                <a:lnTo>
                  <a:pt x="423715" y="22976"/>
                </a:lnTo>
                <a:lnTo>
                  <a:pt x="422660" y="22992"/>
                </a:lnTo>
                <a:lnTo>
                  <a:pt x="421619" y="23039"/>
                </a:lnTo>
                <a:lnTo>
                  <a:pt x="420595" y="23118"/>
                </a:lnTo>
                <a:lnTo>
                  <a:pt x="419585" y="23227"/>
                </a:lnTo>
                <a:lnTo>
                  <a:pt x="418591" y="23369"/>
                </a:lnTo>
                <a:lnTo>
                  <a:pt x="417612" y="23541"/>
                </a:lnTo>
                <a:lnTo>
                  <a:pt x="416648" y="23745"/>
                </a:lnTo>
                <a:lnTo>
                  <a:pt x="415700" y="23981"/>
                </a:lnTo>
                <a:lnTo>
                  <a:pt x="414767" y="24248"/>
                </a:lnTo>
                <a:lnTo>
                  <a:pt x="413850" y="24546"/>
                </a:lnTo>
                <a:lnTo>
                  <a:pt x="412948" y="24875"/>
                </a:lnTo>
                <a:lnTo>
                  <a:pt x="412061" y="25236"/>
                </a:lnTo>
                <a:lnTo>
                  <a:pt x="411189" y="25629"/>
                </a:lnTo>
                <a:lnTo>
                  <a:pt x="410333" y="26052"/>
                </a:lnTo>
                <a:lnTo>
                  <a:pt x="409492" y="26507"/>
                </a:lnTo>
                <a:lnTo>
                  <a:pt x="408666" y="26994"/>
                </a:lnTo>
                <a:lnTo>
                  <a:pt x="407856" y="27512"/>
                </a:lnTo>
                <a:lnTo>
                  <a:pt x="407061" y="28061"/>
                </a:lnTo>
                <a:lnTo>
                  <a:pt x="406281" y="28642"/>
                </a:lnTo>
                <a:lnTo>
                  <a:pt x="405517" y="29254"/>
                </a:lnTo>
                <a:lnTo>
                  <a:pt x="404768" y="29897"/>
                </a:lnTo>
                <a:lnTo>
                  <a:pt x="404034" y="30572"/>
                </a:lnTo>
                <a:lnTo>
                  <a:pt x="403316" y="31278"/>
                </a:lnTo>
                <a:lnTo>
                  <a:pt x="402613" y="32016"/>
                </a:lnTo>
                <a:lnTo>
                  <a:pt x="401932" y="32781"/>
                </a:lnTo>
                <a:lnTo>
                  <a:pt x="401280" y="33570"/>
                </a:lnTo>
                <a:lnTo>
                  <a:pt x="400657" y="34384"/>
                </a:lnTo>
                <a:lnTo>
                  <a:pt x="400064" y="35221"/>
                </a:lnTo>
                <a:lnTo>
                  <a:pt x="399499" y="36083"/>
                </a:lnTo>
                <a:lnTo>
                  <a:pt x="398963" y="36968"/>
                </a:lnTo>
                <a:lnTo>
                  <a:pt x="398456" y="37878"/>
                </a:lnTo>
                <a:lnTo>
                  <a:pt x="397978" y="38811"/>
                </a:lnTo>
                <a:lnTo>
                  <a:pt x="397528" y="39769"/>
                </a:lnTo>
                <a:lnTo>
                  <a:pt x="397108" y="40751"/>
                </a:lnTo>
                <a:lnTo>
                  <a:pt x="396717" y="41756"/>
                </a:lnTo>
                <a:lnTo>
                  <a:pt x="396355" y="42786"/>
                </a:lnTo>
                <a:lnTo>
                  <a:pt x="396022" y="43840"/>
                </a:lnTo>
                <a:lnTo>
                  <a:pt x="395718" y="44918"/>
                </a:lnTo>
                <a:lnTo>
                  <a:pt x="395442" y="46019"/>
                </a:lnTo>
                <a:lnTo>
                  <a:pt x="395196" y="47145"/>
                </a:lnTo>
                <a:lnTo>
                  <a:pt x="394979" y="48295"/>
                </a:lnTo>
                <a:lnTo>
                  <a:pt x="394791" y="49469"/>
                </a:lnTo>
                <a:lnTo>
                  <a:pt x="394631" y="50667"/>
                </a:lnTo>
                <a:lnTo>
                  <a:pt x="394501" y="51889"/>
                </a:lnTo>
                <a:lnTo>
                  <a:pt x="394399" y="53135"/>
                </a:lnTo>
                <a:lnTo>
                  <a:pt x="394327" y="54405"/>
                </a:lnTo>
                <a:lnTo>
                  <a:pt x="394284" y="55700"/>
                </a:lnTo>
                <a:lnTo>
                  <a:pt x="394269" y="57018"/>
                </a:lnTo>
                <a:lnTo>
                  <a:pt x="394280" y="58123"/>
                </a:lnTo>
                <a:lnTo>
                  <a:pt x="394313" y="59213"/>
                </a:lnTo>
                <a:lnTo>
                  <a:pt x="394368" y="60287"/>
                </a:lnTo>
                <a:lnTo>
                  <a:pt x="394445" y="61344"/>
                </a:lnTo>
                <a:lnTo>
                  <a:pt x="394545" y="62386"/>
                </a:lnTo>
                <a:lnTo>
                  <a:pt x="394666" y="63412"/>
                </a:lnTo>
                <a:lnTo>
                  <a:pt x="394809" y="64422"/>
                </a:lnTo>
                <a:lnTo>
                  <a:pt x="394974" y="65416"/>
                </a:lnTo>
                <a:lnTo>
                  <a:pt x="395162" y="66393"/>
                </a:lnTo>
                <a:lnTo>
                  <a:pt x="395371" y="67355"/>
                </a:lnTo>
                <a:lnTo>
                  <a:pt x="395603" y="68301"/>
                </a:lnTo>
                <a:lnTo>
                  <a:pt x="395856" y="69231"/>
                </a:lnTo>
                <a:lnTo>
                  <a:pt x="396132" y="70146"/>
                </a:lnTo>
                <a:lnTo>
                  <a:pt x="396429" y="71044"/>
                </a:lnTo>
                <a:lnTo>
                  <a:pt x="396749" y="71926"/>
                </a:lnTo>
                <a:lnTo>
                  <a:pt x="397091" y="72792"/>
                </a:lnTo>
                <a:lnTo>
                  <a:pt x="397454" y="73642"/>
                </a:lnTo>
                <a:lnTo>
                  <a:pt x="397840" y="74477"/>
                </a:lnTo>
                <a:lnTo>
                  <a:pt x="398248" y="75295"/>
                </a:lnTo>
                <a:lnTo>
                  <a:pt x="398678" y="76098"/>
                </a:lnTo>
                <a:lnTo>
                  <a:pt x="399130" y="76884"/>
                </a:lnTo>
                <a:lnTo>
                  <a:pt x="399604" y="77654"/>
                </a:lnTo>
                <a:lnTo>
                  <a:pt x="400100" y="78409"/>
                </a:lnTo>
                <a:lnTo>
                  <a:pt x="400618" y="79148"/>
                </a:lnTo>
                <a:lnTo>
                  <a:pt x="401303" y="80041"/>
                </a:lnTo>
                <a:lnTo>
                  <a:pt x="402019" y="80896"/>
                </a:lnTo>
                <a:lnTo>
                  <a:pt x="402764" y="81713"/>
                </a:lnTo>
                <a:lnTo>
                  <a:pt x="403540" y="82492"/>
                </a:lnTo>
                <a:lnTo>
                  <a:pt x="404346" y="83233"/>
                </a:lnTo>
                <a:lnTo>
                  <a:pt x="405183" y="83936"/>
                </a:lnTo>
                <a:lnTo>
                  <a:pt x="406049" y="84601"/>
                </a:lnTo>
                <a:lnTo>
                  <a:pt x="406946" y="85228"/>
                </a:lnTo>
                <a:lnTo>
                  <a:pt x="407873" y="85817"/>
                </a:lnTo>
                <a:lnTo>
                  <a:pt x="408831" y="86368"/>
                </a:lnTo>
                <a:lnTo>
                  <a:pt x="409818" y="86881"/>
                </a:lnTo>
                <a:lnTo>
                  <a:pt x="410836" y="87356"/>
                </a:lnTo>
                <a:lnTo>
                  <a:pt x="411884" y="87793"/>
                </a:lnTo>
                <a:lnTo>
                  <a:pt x="412963" y="88192"/>
                </a:lnTo>
                <a:lnTo>
                  <a:pt x="414071" y="88553"/>
                </a:lnTo>
                <a:lnTo>
                  <a:pt x="415210" y="88876"/>
                </a:lnTo>
                <a:lnTo>
                  <a:pt x="416379" y="89161"/>
                </a:lnTo>
                <a:lnTo>
                  <a:pt x="417578" y="89408"/>
                </a:lnTo>
                <a:lnTo>
                  <a:pt x="418807" y="89617"/>
                </a:lnTo>
                <a:lnTo>
                  <a:pt x="420067" y="89788"/>
                </a:lnTo>
                <a:lnTo>
                  <a:pt x="421357" y="89921"/>
                </a:lnTo>
                <a:lnTo>
                  <a:pt x="422677" y="90016"/>
                </a:lnTo>
                <a:lnTo>
                  <a:pt x="424027" y="90073"/>
                </a:lnTo>
                <a:lnTo>
                  <a:pt x="425408" y="90092"/>
                </a:lnTo>
                <a:lnTo>
                  <a:pt x="426284" y="90083"/>
                </a:lnTo>
                <a:lnTo>
                  <a:pt x="427147" y="90058"/>
                </a:lnTo>
                <a:lnTo>
                  <a:pt x="427998" y="90016"/>
                </a:lnTo>
                <a:lnTo>
                  <a:pt x="428837" y="89957"/>
                </a:lnTo>
                <a:lnTo>
                  <a:pt x="429663" y="89881"/>
                </a:lnTo>
                <a:lnTo>
                  <a:pt x="430478" y="89788"/>
                </a:lnTo>
                <a:lnTo>
                  <a:pt x="431280" y="89679"/>
                </a:lnTo>
                <a:lnTo>
                  <a:pt x="432069" y="89552"/>
                </a:lnTo>
                <a:lnTo>
                  <a:pt x="432847" y="89409"/>
                </a:lnTo>
                <a:lnTo>
                  <a:pt x="433612" y="89249"/>
                </a:lnTo>
                <a:lnTo>
                  <a:pt x="434365" y="89072"/>
                </a:lnTo>
                <a:lnTo>
                  <a:pt x="435105" y="88879"/>
                </a:lnTo>
                <a:lnTo>
                  <a:pt x="435833" y="88668"/>
                </a:lnTo>
                <a:lnTo>
                  <a:pt x="436549" y="88441"/>
                </a:lnTo>
                <a:lnTo>
                  <a:pt x="437253" y="88196"/>
                </a:lnTo>
                <a:lnTo>
                  <a:pt x="437944" y="87935"/>
                </a:lnTo>
                <a:lnTo>
                  <a:pt x="438623" y="87657"/>
                </a:lnTo>
                <a:lnTo>
                  <a:pt x="439290" y="87362"/>
                </a:lnTo>
                <a:lnTo>
                  <a:pt x="439945" y="87051"/>
                </a:lnTo>
                <a:lnTo>
                  <a:pt x="440587" y="86722"/>
                </a:lnTo>
                <a:lnTo>
                  <a:pt x="441217" y="86377"/>
                </a:lnTo>
                <a:lnTo>
                  <a:pt x="441835" y="86014"/>
                </a:lnTo>
                <a:lnTo>
                  <a:pt x="442440" y="85635"/>
                </a:lnTo>
                <a:lnTo>
                  <a:pt x="443033" y="85239"/>
                </a:lnTo>
                <a:lnTo>
                  <a:pt x="443614" y="84827"/>
                </a:lnTo>
                <a:lnTo>
                  <a:pt x="444181" y="84400"/>
                </a:lnTo>
                <a:lnTo>
                  <a:pt x="444735" y="83957"/>
                </a:lnTo>
                <a:lnTo>
                  <a:pt x="445276" y="83499"/>
                </a:lnTo>
                <a:lnTo>
                  <a:pt x="445804" y="83025"/>
                </a:lnTo>
                <a:lnTo>
                  <a:pt x="446319" y="82536"/>
                </a:lnTo>
                <a:lnTo>
                  <a:pt x="446821" y="82032"/>
                </a:lnTo>
                <a:lnTo>
                  <a:pt x="447310" y="81512"/>
                </a:lnTo>
                <a:lnTo>
                  <a:pt x="447785" y="80977"/>
                </a:lnTo>
                <a:lnTo>
                  <a:pt x="448247" y="80427"/>
                </a:lnTo>
                <a:lnTo>
                  <a:pt x="448697" y="79861"/>
                </a:lnTo>
                <a:lnTo>
                  <a:pt x="449133" y="79280"/>
                </a:lnTo>
                <a:lnTo>
                  <a:pt x="449556" y="78683"/>
                </a:lnTo>
                <a:lnTo>
                  <a:pt x="449966" y="78071"/>
                </a:lnTo>
                <a:lnTo>
                  <a:pt x="450362" y="77444"/>
                </a:lnTo>
                <a:lnTo>
                  <a:pt x="450746" y="76801"/>
                </a:lnTo>
                <a:lnTo>
                  <a:pt x="451116" y="76143"/>
                </a:lnTo>
                <a:lnTo>
                  <a:pt x="451474" y="75470"/>
                </a:lnTo>
                <a:lnTo>
                  <a:pt x="451818" y="74781"/>
                </a:lnTo>
                <a:lnTo>
                  <a:pt x="452149" y="74077"/>
                </a:lnTo>
                <a:lnTo>
                  <a:pt x="452467" y="73357"/>
                </a:lnTo>
                <a:lnTo>
                  <a:pt x="452772" y="72622"/>
                </a:lnTo>
                <a:lnTo>
                  <a:pt x="453064" y="71872"/>
                </a:lnTo>
                <a:lnTo>
                  <a:pt x="453343" y="71106"/>
                </a:lnTo>
                <a:lnTo>
                  <a:pt x="436413" y="68204"/>
                </a:lnTo>
                <a:lnTo>
                  <a:pt x="436294" y="68602"/>
                </a:lnTo>
                <a:lnTo>
                  <a:pt x="436172" y="68991"/>
                </a:lnTo>
                <a:lnTo>
                  <a:pt x="436044" y="69371"/>
                </a:lnTo>
                <a:lnTo>
                  <a:pt x="435912" y="69742"/>
                </a:lnTo>
                <a:close/>
                <a:moveTo>
                  <a:pt x="412028" y="49346"/>
                </a:moveTo>
                <a:lnTo>
                  <a:pt x="412067" y="48804"/>
                </a:lnTo>
                <a:lnTo>
                  <a:pt x="412120" y="48272"/>
                </a:lnTo>
                <a:lnTo>
                  <a:pt x="412185" y="47750"/>
                </a:lnTo>
                <a:lnTo>
                  <a:pt x="412264" y="47238"/>
                </a:lnTo>
                <a:lnTo>
                  <a:pt x="412355" y="46736"/>
                </a:lnTo>
                <a:lnTo>
                  <a:pt x="412458" y="46244"/>
                </a:lnTo>
                <a:lnTo>
                  <a:pt x="412575" y="45762"/>
                </a:lnTo>
                <a:lnTo>
                  <a:pt x="412704" y="45291"/>
                </a:lnTo>
                <a:lnTo>
                  <a:pt x="412847" y="44829"/>
                </a:lnTo>
                <a:lnTo>
                  <a:pt x="413002" y="44377"/>
                </a:lnTo>
                <a:lnTo>
                  <a:pt x="413170" y="43936"/>
                </a:lnTo>
                <a:lnTo>
                  <a:pt x="413350" y="43504"/>
                </a:lnTo>
                <a:lnTo>
                  <a:pt x="413544" y="43082"/>
                </a:lnTo>
                <a:lnTo>
                  <a:pt x="413750" y="42671"/>
                </a:lnTo>
                <a:lnTo>
                  <a:pt x="413969" y="42269"/>
                </a:lnTo>
                <a:lnTo>
                  <a:pt x="414201" y="41878"/>
                </a:lnTo>
                <a:lnTo>
                  <a:pt x="414446" y="41496"/>
                </a:lnTo>
                <a:lnTo>
                  <a:pt x="414703" y="41125"/>
                </a:lnTo>
                <a:lnTo>
                  <a:pt x="414973" y="40763"/>
                </a:lnTo>
                <a:lnTo>
                  <a:pt x="415257" y="40412"/>
                </a:lnTo>
                <a:lnTo>
                  <a:pt x="415552" y="40071"/>
                </a:lnTo>
                <a:lnTo>
                  <a:pt x="415858" y="39742"/>
                </a:lnTo>
                <a:lnTo>
                  <a:pt x="416171" y="39426"/>
                </a:lnTo>
                <a:lnTo>
                  <a:pt x="416490" y="39125"/>
                </a:lnTo>
                <a:lnTo>
                  <a:pt x="416815" y="38838"/>
                </a:lnTo>
                <a:lnTo>
                  <a:pt x="417148" y="38565"/>
                </a:lnTo>
                <a:lnTo>
                  <a:pt x="417487" y="38306"/>
                </a:lnTo>
                <a:lnTo>
                  <a:pt x="417833" y="38061"/>
                </a:lnTo>
                <a:lnTo>
                  <a:pt x="418186" y="37830"/>
                </a:lnTo>
                <a:lnTo>
                  <a:pt x="418545" y="37612"/>
                </a:lnTo>
                <a:lnTo>
                  <a:pt x="418912" y="37409"/>
                </a:lnTo>
                <a:lnTo>
                  <a:pt x="419284" y="37220"/>
                </a:lnTo>
                <a:lnTo>
                  <a:pt x="419664" y="37045"/>
                </a:lnTo>
                <a:lnTo>
                  <a:pt x="420050" y="36884"/>
                </a:lnTo>
                <a:lnTo>
                  <a:pt x="420443" y="36737"/>
                </a:lnTo>
                <a:lnTo>
                  <a:pt x="420843" y="36604"/>
                </a:lnTo>
                <a:lnTo>
                  <a:pt x="421249" y="36485"/>
                </a:lnTo>
                <a:lnTo>
                  <a:pt x="421663" y="36380"/>
                </a:lnTo>
                <a:lnTo>
                  <a:pt x="422083" y="36289"/>
                </a:lnTo>
                <a:lnTo>
                  <a:pt x="422509" y="36212"/>
                </a:lnTo>
                <a:lnTo>
                  <a:pt x="422942" y="36149"/>
                </a:lnTo>
                <a:lnTo>
                  <a:pt x="423383" y="36100"/>
                </a:lnTo>
                <a:lnTo>
                  <a:pt x="423829" y="36065"/>
                </a:lnTo>
                <a:lnTo>
                  <a:pt x="424283" y="36044"/>
                </a:lnTo>
                <a:lnTo>
                  <a:pt x="424743" y="36037"/>
                </a:lnTo>
                <a:lnTo>
                  <a:pt x="425174" y="36043"/>
                </a:lnTo>
                <a:lnTo>
                  <a:pt x="425599" y="36063"/>
                </a:lnTo>
                <a:lnTo>
                  <a:pt x="426018" y="36096"/>
                </a:lnTo>
                <a:lnTo>
                  <a:pt x="426433" y="36143"/>
                </a:lnTo>
                <a:lnTo>
                  <a:pt x="426841" y="36203"/>
                </a:lnTo>
                <a:lnTo>
                  <a:pt x="427245" y="36276"/>
                </a:lnTo>
                <a:lnTo>
                  <a:pt x="427643" y="36362"/>
                </a:lnTo>
                <a:lnTo>
                  <a:pt x="428035" y="36462"/>
                </a:lnTo>
                <a:lnTo>
                  <a:pt x="428422" y="36574"/>
                </a:lnTo>
                <a:lnTo>
                  <a:pt x="428803" y="36701"/>
                </a:lnTo>
                <a:lnTo>
                  <a:pt x="429179" y="36840"/>
                </a:lnTo>
                <a:lnTo>
                  <a:pt x="429550" y="36993"/>
                </a:lnTo>
                <a:lnTo>
                  <a:pt x="429915" y="37159"/>
                </a:lnTo>
                <a:lnTo>
                  <a:pt x="430275" y="37338"/>
                </a:lnTo>
                <a:lnTo>
                  <a:pt x="430629" y="37531"/>
                </a:lnTo>
                <a:lnTo>
                  <a:pt x="430978" y="37736"/>
                </a:lnTo>
                <a:lnTo>
                  <a:pt x="431321" y="37955"/>
                </a:lnTo>
                <a:lnTo>
                  <a:pt x="431659" y="38188"/>
                </a:lnTo>
                <a:lnTo>
                  <a:pt x="431991" y="38434"/>
                </a:lnTo>
                <a:lnTo>
                  <a:pt x="432318" y="38692"/>
                </a:lnTo>
                <a:lnTo>
                  <a:pt x="432639" y="38965"/>
                </a:lnTo>
                <a:lnTo>
                  <a:pt x="432955" y="39250"/>
                </a:lnTo>
                <a:lnTo>
                  <a:pt x="433266" y="39549"/>
                </a:lnTo>
                <a:lnTo>
                  <a:pt x="433571" y="39861"/>
                </a:lnTo>
                <a:lnTo>
                  <a:pt x="433867" y="40186"/>
                </a:lnTo>
                <a:lnTo>
                  <a:pt x="434151" y="40523"/>
                </a:lnTo>
                <a:lnTo>
                  <a:pt x="434424" y="40872"/>
                </a:lnTo>
                <a:lnTo>
                  <a:pt x="434684" y="41234"/>
                </a:lnTo>
                <a:lnTo>
                  <a:pt x="434933" y="41607"/>
                </a:lnTo>
                <a:lnTo>
                  <a:pt x="435169" y="41993"/>
                </a:lnTo>
                <a:lnTo>
                  <a:pt x="435394" y="42392"/>
                </a:lnTo>
                <a:lnTo>
                  <a:pt x="435606" y="42802"/>
                </a:lnTo>
                <a:lnTo>
                  <a:pt x="435807" y="43225"/>
                </a:lnTo>
                <a:lnTo>
                  <a:pt x="435996" y="43659"/>
                </a:lnTo>
                <a:lnTo>
                  <a:pt x="436172" y="44107"/>
                </a:lnTo>
                <a:lnTo>
                  <a:pt x="436337" y="44566"/>
                </a:lnTo>
                <a:lnTo>
                  <a:pt x="436490" y="45037"/>
                </a:lnTo>
                <a:lnTo>
                  <a:pt x="436630" y="45521"/>
                </a:lnTo>
                <a:lnTo>
                  <a:pt x="436759" y="46017"/>
                </a:lnTo>
                <a:lnTo>
                  <a:pt x="436876" y="46526"/>
                </a:lnTo>
                <a:lnTo>
                  <a:pt x="436981" y="47046"/>
                </a:lnTo>
                <a:lnTo>
                  <a:pt x="437074" y="47579"/>
                </a:lnTo>
                <a:lnTo>
                  <a:pt x="437155" y="48124"/>
                </a:lnTo>
                <a:lnTo>
                  <a:pt x="437224" y="48681"/>
                </a:lnTo>
                <a:lnTo>
                  <a:pt x="437281" y="49250"/>
                </a:lnTo>
                <a:lnTo>
                  <a:pt x="437326" y="49832"/>
                </a:lnTo>
                <a:lnTo>
                  <a:pt x="437359" y="50426"/>
                </a:lnTo>
                <a:lnTo>
                  <a:pt x="437380" y="51032"/>
                </a:lnTo>
                <a:lnTo>
                  <a:pt x="411985" y="51032"/>
                </a:lnTo>
                <a:lnTo>
                  <a:pt x="411986" y="50460"/>
                </a:lnTo>
                <a:lnTo>
                  <a:pt x="412001" y="49898"/>
                </a:lnTo>
                <a:lnTo>
                  <a:pt x="412028" y="49346"/>
                </a:lnTo>
                <a:close/>
                <a:moveTo>
                  <a:pt x="103272" y="88640"/>
                </a:moveTo>
                <a:lnTo>
                  <a:pt x="120262" y="88640"/>
                </a:lnTo>
                <a:lnTo>
                  <a:pt x="120262" y="24428"/>
                </a:lnTo>
                <a:lnTo>
                  <a:pt x="103272" y="24428"/>
                </a:lnTo>
                <a:lnTo>
                  <a:pt x="103272" y="88640"/>
                </a:lnTo>
                <a:close/>
                <a:moveTo>
                  <a:pt x="585097" y="15721"/>
                </a:moveTo>
                <a:lnTo>
                  <a:pt x="602087" y="15721"/>
                </a:lnTo>
                <a:lnTo>
                  <a:pt x="602087" y="0"/>
                </a:lnTo>
                <a:lnTo>
                  <a:pt x="585097" y="0"/>
                </a:lnTo>
                <a:lnTo>
                  <a:pt x="585097" y="15721"/>
                </a:lnTo>
                <a:close/>
                <a:moveTo>
                  <a:pt x="836169" y="88640"/>
                </a:moveTo>
                <a:lnTo>
                  <a:pt x="843485" y="68445"/>
                </a:lnTo>
                <a:lnTo>
                  <a:pt x="878917" y="68445"/>
                </a:lnTo>
                <a:lnTo>
                  <a:pt x="886656" y="88640"/>
                </a:lnTo>
                <a:lnTo>
                  <a:pt x="906126" y="88640"/>
                </a:lnTo>
                <a:lnTo>
                  <a:pt x="870633" y="0"/>
                </a:lnTo>
                <a:lnTo>
                  <a:pt x="851708" y="0"/>
                </a:lnTo>
                <a:lnTo>
                  <a:pt x="817183" y="88640"/>
                </a:lnTo>
                <a:lnTo>
                  <a:pt x="836169" y="88640"/>
                </a:lnTo>
                <a:close/>
                <a:moveTo>
                  <a:pt x="848987" y="53450"/>
                </a:moveTo>
                <a:lnTo>
                  <a:pt x="860959" y="20679"/>
                </a:lnTo>
                <a:lnTo>
                  <a:pt x="873173" y="53450"/>
                </a:lnTo>
                <a:lnTo>
                  <a:pt x="848987" y="53450"/>
                </a:lnTo>
                <a:close/>
                <a:moveTo>
                  <a:pt x="674396" y="40114"/>
                </a:moveTo>
                <a:lnTo>
                  <a:pt x="674083" y="39335"/>
                </a:lnTo>
                <a:lnTo>
                  <a:pt x="673756" y="38574"/>
                </a:lnTo>
                <a:lnTo>
                  <a:pt x="673416" y="37832"/>
                </a:lnTo>
                <a:lnTo>
                  <a:pt x="673063" y="37108"/>
                </a:lnTo>
                <a:lnTo>
                  <a:pt x="672696" y="36403"/>
                </a:lnTo>
                <a:lnTo>
                  <a:pt x="672315" y="35716"/>
                </a:lnTo>
                <a:lnTo>
                  <a:pt x="671921" y="35047"/>
                </a:lnTo>
                <a:lnTo>
                  <a:pt x="671513" y="34397"/>
                </a:lnTo>
                <a:lnTo>
                  <a:pt x="671092" y="33765"/>
                </a:lnTo>
                <a:lnTo>
                  <a:pt x="670657" y="33151"/>
                </a:lnTo>
                <a:lnTo>
                  <a:pt x="670209" y="32556"/>
                </a:lnTo>
                <a:lnTo>
                  <a:pt x="669747" y="31979"/>
                </a:lnTo>
                <a:lnTo>
                  <a:pt x="669272" y="31420"/>
                </a:lnTo>
                <a:lnTo>
                  <a:pt x="668783" y="30880"/>
                </a:lnTo>
                <a:lnTo>
                  <a:pt x="668281" y="30358"/>
                </a:lnTo>
                <a:lnTo>
                  <a:pt x="667765" y="29855"/>
                </a:lnTo>
                <a:lnTo>
                  <a:pt x="667235" y="29370"/>
                </a:lnTo>
                <a:lnTo>
                  <a:pt x="666692" y="28903"/>
                </a:lnTo>
                <a:lnTo>
                  <a:pt x="666135" y="28455"/>
                </a:lnTo>
                <a:lnTo>
                  <a:pt x="665565" y="28025"/>
                </a:lnTo>
                <a:lnTo>
                  <a:pt x="664980" y="27613"/>
                </a:lnTo>
                <a:lnTo>
                  <a:pt x="664378" y="27219"/>
                </a:lnTo>
                <a:lnTo>
                  <a:pt x="663759" y="26842"/>
                </a:lnTo>
                <a:lnTo>
                  <a:pt x="663124" y="26482"/>
                </a:lnTo>
                <a:lnTo>
                  <a:pt x="662472" y="26141"/>
                </a:lnTo>
                <a:lnTo>
                  <a:pt x="661803" y="25816"/>
                </a:lnTo>
                <a:lnTo>
                  <a:pt x="661118" y="25510"/>
                </a:lnTo>
                <a:lnTo>
                  <a:pt x="660416" y="25220"/>
                </a:lnTo>
                <a:lnTo>
                  <a:pt x="659697" y="24949"/>
                </a:lnTo>
                <a:lnTo>
                  <a:pt x="658961" y="24694"/>
                </a:lnTo>
                <a:lnTo>
                  <a:pt x="658209" y="24458"/>
                </a:lnTo>
                <a:lnTo>
                  <a:pt x="657440" y="24239"/>
                </a:lnTo>
                <a:lnTo>
                  <a:pt x="656655" y="24037"/>
                </a:lnTo>
                <a:lnTo>
                  <a:pt x="655853" y="23853"/>
                </a:lnTo>
                <a:lnTo>
                  <a:pt x="655034" y="23686"/>
                </a:lnTo>
                <a:lnTo>
                  <a:pt x="654198" y="23537"/>
                </a:lnTo>
                <a:lnTo>
                  <a:pt x="653346" y="23406"/>
                </a:lnTo>
                <a:lnTo>
                  <a:pt x="652477" y="23292"/>
                </a:lnTo>
                <a:lnTo>
                  <a:pt x="651591" y="23196"/>
                </a:lnTo>
                <a:lnTo>
                  <a:pt x="650689" y="23117"/>
                </a:lnTo>
                <a:lnTo>
                  <a:pt x="649769" y="23055"/>
                </a:lnTo>
                <a:lnTo>
                  <a:pt x="648834" y="23011"/>
                </a:lnTo>
                <a:lnTo>
                  <a:pt x="647881" y="22985"/>
                </a:lnTo>
                <a:lnTo>
                  <a:pt x="646912" y="22976"/>
                </a:lnTo>
                <a:lnTo>
                  <a:pt x="645728" y="22992"/>
                </a:lnTo>
                <a:lnTo>
                  <a:pt x="644565" y="23038"/>
                </a:lnTo>
                <a:lnTo>
                  <a:pt x="643422" y="23115"/>
                </a:lnTo>
                <a:lnTo>
                  <a:pt x="642300" y="23222"/>
                </a:lnTo>
                <a:lnTo>
                  <a:pt x="641198" y="23361"/>
                </a:lnTo>
                <a:lnTo>
                  <a:pt x="640117" y="23530"/>
                </a:lnTo>
                <a:lnTo>
                  <a:pt x="639057" y="23730"/>
                </a:lnTo>
                <a:lnTo>
                  <a:pt x="638017" y="23961"/>
                </a:lnTo>
                <a:lnTo>
                  <a:pt x="636998" y="24222"/>
                </a:lnTo>
                <a:lnTo>
                  <a:pt x="635999" y="24514"/>
                </a:lnTo>
                <a:lnTo>
                  <a:pt x="635021" y="24837"/>
                </a:lnTo>
                <a:lnTo>
                  <a:pt x="634063" y="25191"/>
                </a:lnTo>
                <a:lnTo>
                  <a:pt x="633126" y="25575"/>
                </a:lnTo>
                <a:lnTo>
                  <a:pt x="632210" y="25991"/>
                </a:lnTo>
                <a:lnTo>
                  <a:pt x="631314" y="26437"/>
                </a:lnTo>
                <a:lnTo>
                  <a:pt x="630439" y="26913"/>
                </a:lnTo>
                <a:lnTo>
                  <a:pt x="629584" y="27421"/>
                </a:lnTo>
                <a:lnTo>
                  <a:pt x="628750" y="27959"/>
                </a:lnTo>
                <a:lnTo>
                  <a:pt x="627937" y="28528"/>
                </a:lnTo>
                <a:lnTo>
                  <a:pt x="627144" y="29128"/>
                </a:lnTo>
                <a:lnTo>
                  <a:pt x="626371" y="29758"/>
                </a:lnTo>
                <a:lnTo>
                  <a:pt x="625619" y="30420"/>
                </a:lnTo>
                <a:lnTo>
                  <a:pt x="624888" y="31112"/>
                </a:lnTo>
                <a:lnTo>
                  <a:pt x="624178" y="31834"/>
                </a:lnTo>
                <a:lnTo>
                  <a:pt x="623492" y="32585"/>
                </a:lnTo>
                <a:lnTo>
                  <a:pt x="622835" y="33360"/>
                </a:lnTo>
                <a:lnTo>
                  <a:pt x="622208" y="34159"/>
                </a:lnTo>
                <a:lnTo>
                  <a:pt x="621609" y="34983"/>
                </a:lnTo>
                <a:lnTo>
                  <a:pt x="621040" y="35831"/>
                </a:lnTo>
                <a:lnTo>
                  <a:pt x="620501" y="36704"/>
                </a:lnTo>
                <a:lnTo>
                  <a:pt x="619990" y="37601"/>
                </a:lnTo>
                <a:lnTo>
                  <a:pt x="619508" y="38522"/>
                </a:lnTo>
                <a:lnTo>
                  <a:pt x="619056" y="39468"/>
                </a:lnTo>
                <a:lnTo>
                  <a:pt x="618633" y="40439"/>
                </a:lnTo>
                <a:lnTo>
                  <a:pt x="618239" y="41434"/>
                </a:lnTo>
                <a:lnTo>
                  <a:pt x="617874" y="42453"/>
                </a:lnTo>
                <a:lnTo>
                  <a:pt x="617539" y="43497"/>
                </a:lnTo>
                <a:lnTo>
                  <a:pt x="617232" y="44566"/>
                </a:lnTo>
                <a:lnTo>
                  <a:pt x="616955" y="45658"/>
                </a:lnTo>
                <a:lnTo>
                  <a:pt x="616707" y="46776"/>
                </a:lnTo>
                <a:lnTo>
                  <a:pt x="616488" y="47917"/>
                </a:lnTo>
                <a:lnTo>
                  <a:pt x="616298" y="49084"/>
                </a:lnTo>
                <a:lnTo>
                  <a:pt x="616138" y="50274"/>
                </a:lnTo>
                <a:lnTo>
                  <a:pt x="616006" y="51489"/>
                </a:lnTo>
                <a:lnTo>
                  <a:pt x="615904" y="52729"/>
                </a:lnTo>
                <a:lnTo>
                  <a:pt x="615831" y="53993"/>
                </a:lnTo>
                <a:lnTo>
                  <a:pt x="615788" y="55282"/>
                </a:lnTo>
                <a:lnTo>
                  <a:pt x="615773" y="56594"/>
                </a:lnTo>
                <a:lnTo>
                  <a:pt x="615788" y="57893"/>
                </a:lnTo>
                <a:lnTo>
                  <a:pt x="615831" y="59167"/>
                </a:lnTo>
                <a:lnTo>
                  <a:pt x="615904" y="60418"/>
                </a:lnTo>
                <a:lnTo>
                  <a:pt x="616006" y="61645"/>
                </a:lnTo>
                <a:lnTo>
                  <a:pt x="616136" y="62848"/>
                </a:lnTo>
                <a:lnTo>
                  <a:pt x="616296" y="64028"/>
                </a:lnTo>
                <a:lnTo>
                  <a:pt x="616485" y="65184"/>
                </a:lnTo>
                <a:lnTo>
                  <a:pt x="616703" y="66316"/>
                </a:lnTo>
                <a:lnTo>
                  <a:pt x="616951" y="67424"/>
                </a:lnTo>
                <a:lnTo>
                  <a:pt x="617227" y="68509"/>
                </a:lnTo>
                <a:lnTo>
                  <a:pt x="617532" y="69570"/>
                </a:lnTo>
                <a:lnTo>
                  <a:pt x="617867" y="70607"/>
                </a:lnTo>
                <a:lnTo>
                  <a:pt x="618230" y="71621"/>
                </a:lnTo>
                <a:lnTo>
                  <a:pt x="618623" y="72610"/>
                </a:lnTo>
                <a:lnTo>
                  <a:pt x="619044" y="73576"/>
                </a:lnTo>
                <a:lnTo>
                  <a:pt x="619495" y="74519"/>
                </a:lnTo>
                <a:lnTo>
                  <a:pt x="619975" y="75437"/>
                </a:lnTo>
                <a:lnTo>
                  <a:pt x="620484" y="76332"/>
                </a:lnTo>
                <a:lnTo>
                  <a:pt x="621021" y="77203"/>
                </a:lnTo>
                <a:lnTo>
                  <a:pt x="621588" y="78051"/>
                </a:lnTo>
                <a:lnTo>
                  <a:pt x="622185" y="78875"/>
                </a:lnTo>
                <a:lnTo>
                  <a:pt x="622810" y="79675"/>
                </a:lnTo>
                <a:lnTo>
                  <a:pt x="623464" y="80451"/>
                </a:lnTo>
                <a:lnTo>
                  <a:pt x="624147" y="81203"/>
                </a:lnTo>
                <a:lnTo>
                  <a:pt x="624855" y="81929"/>
                </a:lnTo>
                <a:lnTo>
                  <a:pt x="625583" y="82623"/>
                </a:lnTo>
                <a:lnTo>
                  <a:pt x="626330" y="83287"/>
                </a:lnTo>
                <a:lnTo>
                  <a:pt x="627097" y="83919"/>
                </a:lnTo>
                <a:lnTo>
                  <a:pt x="627885" y="84521"/>
                </a:lnTo>
                <a:lnTo>
                  <a:pt x="628692" y="85092"/>
                </a:lnTo>
                <a:lnTo>
                  <a:pt x="629518" y="85632"/>
                </a:lnTo>
                <a:lnTo>
                  <a:pt x="630365" y="86141"/>
                </a:lnTo>
                <a:lnTo>
                  <a:pt x="631232" y="86620"/>
                </a:lnTo>
                <a:lnTo>
                  <a:pt x="632118" y="87067"/>
                </a:lnTo>
                <a:lnTo>
                  <a:pt x="633024" y="87484"/>
                </a:lnTo>
                <a:lnTo>
                  <a:pt x="633950" y="87870"/>
                </a:lnTo>
                <a:lnTo>
                  <a:pt x="634896" y="88224"/>
                </a:lnTo>
                <a:lnTo>
                  <a:pt x="635862" y="88549"/>
                </a:lnTo>
                <a:lnTo>
                  <a:pt x="636847" y="88842"/>
                </a:lnTo>
                <a:lnTo>
                  <a:pt x="637852" y="89104"/>
                </a:lnTo>
                <a:lnTo>
                  <a:pt x="638878" y="89336"/>
                </a:lnTo>
                <a:lnTo>
                  <a:pt x="639923" y="89536"/>
                </a:lnTo>
                <a:lnTo>
                  <a:pt x="640988" y="89706"/>
                </a:lnTo>
                <a:lnTo>
                  <a:pt x="642072" y="89845"/>
                </a:lnTo>
                <a:lnTo>
                  <a:pt x="643177" y="89953"/>
                </a:lnTo>
                <a:lnTo>
                  <a:pt x="644301" y="90030"/>
                </a:lnTo>
                <a:lnTo>
                  <a:pt x="645446" y="90076"/>
                </a:lnTo>
                <a:lnTo>
                  <a:pt x="646610" y="90092"/>
                </a:lnTo>
                <a:lnTo>
                  <a:pt x="647634" y="90081"/>
                </a:lnTo>
                <a:lnTo>
                  <a:pt x="648641" y="90051"/>
                </a:lnTo>
                <a:lnTo>
                  <a:pt x="649630" y="90000"/>
                </a:lnTo>
                <a:lnTo>
                  <a:pt x="650602" y="89929"/>
                </a:lnTo>
                <a:lnTo>
                  <a:pt x="651557" y="89837"/>
                </a:lnTo>
                <a:lnTo>
                  <a:pt x="652494" y="89725"/>
                </a:lnTo>
                <a:lnTo>
                  <a:pt x="653413" y="89593"/>
                </a:lnTo>
                <a:lnTo>
                  <a:pt x="654316" y="89440"/>
                </a:lnTo>
                <a:lnTo>
                  <a:pt x="655200" y="89267"/>
                </a:lnTo>
                <a:lnTo>
                  <a:pt x="656068" y="89073"/>
                </a:lnTo>
                <a:lnTo>
                  <a:pt x="656918" y="88860"/>
                </a:lnTo>
                <a:lnTo>
                  <a:pt x="657750" y="88625"/>
                </a:lnTo>
                <a:lnTo>
                  <a:pt x="658565" y="88371"/>
                </a:lnTo>
                <a:lnTo>
                  <a:pt x="659363" y="88096"/>
                </a:lnTo>
                <a:lnTo>
                  <a:pt x="660143" y="87801"/>
                </a:lnTo>
                <a:lnTo>
                  <a:pt x="660906" y="87485"/>
                </a:lnTo>
                <a:lnTo>
                  <a:pt x="661652" y="87149"/>
                </a:lnTo>
                <a:lnTo>
                  <a:pt x="662380" y="86793"/>
                </a:lnTo>
                <a:lnTo>
                  <a:pt x="663090" y="86416"/>
                </a:lnTo>
                <a:lnTo>
                  <a:pt x="663783" y="86019"/>
                </a:lnTo>
                <a:lnTo>
                  <a:pt x="664459" y="85601"/>
                </a:lnTo>
                <a:lnTo>
                  <a:pt x="665117" y="85163"/>
                </a:lnTo>
                <a:lnTo>
                  <a:pt x="665758" y="84705"/>
                </a:lnTo>
                <a:lnTo>
                  <a:pt x="666382" y="84227"/>
                </a:lnTo>
                <a:lnTo>
                  <a:pt x="666988" y="83728"/>
                </a:lnTo>
                <a:lnTo>
                  <a:pt x="667578" y="83210"/>
                </a:lnTo>
                <a:lnTo>
                  <a:pt x="668151" y="82672"/>
                </a:lnTo>
                <a:lnTo>
                  <a:pt x="668708" y="82115"/>
                </a:lnTo>
                <a:lnTo>
                  <a:pt x="669248" y="81539"/>
                </a:lnTo>
                <a:lnTo>
                  <a:pt x="669771" y="80943"/>
                </a:lnTo>
                <a:lnTo>
                  <a:pt x="670278" y="80327"/>
                </a:lnTo>
                <a:lnTo>
                  <a:pt x="670769" y="79692"/>
                </a:lnTo>
                <a:lnTo>
                  <a:pt x="671242" y="79037"/>
                </a:lnTo>
                <a:lnTo>
                  <a:pt x="671699" y="78363"/>
                </a:lnTo>
                <a:lnTo>
                  <a:pt x="672140" y="77669"/>
                </a:lnTo>
                <a:lnTo>
                  <a:pt x="672564" y="76956"/>
                </a:lnTo>
                <a:lnTo>
                  <a:pt x="672971" y="76223"/>
                </a:lnTo>
                <a:lnTo>
                  <a:pt x="673362" y="75471"/>
                </a:lnTo>
                <a:lnTo>
                  <a:pt x="673736" y="74699"/>
                </a:lnTo>
                <a:lnTo>
                  <a:pt x="674094" y="73907"/>
                </a:lnTo>
                <a:lnTo>
                  <a:pt x="674435" y="73096"/>
                </a:lnTo>
                <a:lnTo>
                  <a:pt x="674760" y="72266"/>
                </a:lnTo>
                <a:lnTo>
                  <a:pt x="675067" y="71416"/>
                </a:lnTo>
                <a:lnTo>
                  <a:pt x="675359" y="70547"/>
                </a:lnTo>
                <a:lnTo>
                  <a:pt x="675633" y="69658"/>
                </a:lnTo>
                <a:lnTo>
                  <a:pt x="675892" y="68749"/>
                </a:lnTo>
                <a:lnTo>
                  <a:pt x="676133" y="67821"/>
                </a:lnTo>
                <a:lnTo>
                  <a:pt x="676358" y="66873"/>
                </a:lnTo>
                <a:lnTo>
                  <a:pt x="659670" y="63971"/>
                </a:lnTo>
                <a:lnTo>
                  <a:pt x="659561" y="64524"/>
                </a:lnTo>
                <a:lnTo>
                  <a:pt x="659446" y="65062"/>
                </a:lnTo>
                <a:lnTo>
                  <a:pt x="659324" y="65587"/>
                </a:lnTo>
                <a:lnTo>
                  <a:pt x="659196" y="66098"/>
                </a:lnTo>
                <a:lnTo>
                  <a:pt x="659062" y="66596"/>
                </a:lnTo>
                <a:lnTo>
                  <a:pt x="658922" y="67079"/>
                </a:lnTo>
                <a:lnTo>
                  <a:pt x="658775" y="67549"/>
                </a:lnTo>
                <a:lnTo>
                  <a:pt x="658622" y="68005"/>
                </a:lnTo>
                <a:lnTo>
                  <a:pt x="658463" y="68448"/>
                </a:lnTo>
                <a:lnTo>
                  <a:pt x="658297" y="68876"/>
                </a:lnTo>
                <a:lnTo>
                  <a:pt x="658125" y="69291"/>
                </a:lnTo>
                <a:lnTo>
                  <a:pt x="657947" y="69693"/>
                </a:lnTo>
                <a:lnTo>
                  <a:pt x="657762" y="70080"/>
                </a:lnTo>
                <a:lnTo>
                  <a:pt x="657571" y="70454"/>
                </a:lnTo>
                <a:lnTo>
                  <a:pt x="657374" y="70813"/>
                </a:lnTo>
                <a:lnTo>
                  <a:pt x="657171" y="71160"/>
                </a:lnTo>
                <a:lnTo>
                  <a:pt x="656961" y="71492"/>
                </a:lnTo>
                <a:lnTo>
                  <a:pt x="656745" y="71811"/>
                </a:lnTo>
                <a:lnTo>
                  <a:pt x="656523" y="72116"/>
                </a:lnTo>
                <a:lnTo>
                  <a:pt x="656294" y="72407"/>
                </a:lnTo>
                <a:lnTo>
                  <a:pt x="656059" y="72684"/>
                </a:lnTo>
                <a:lnTo>
                  <a:pt x="655818" y="72948"/>
                </a:lnTo>
                <a:lnTo>
                  <a:pt x="655570" y="73198"/>
                </a:lnTo>
                <a:lnTo>
                  <a:pt x="655317" y="73434"/>
                </a:lnTo>
                <a:lnTo>
                  <a:pt x="655057" y="73658"/>
                </a:lnTo>
                <a:lnTo>
                  <a:pt x="654790" y="73873"/>
                </a:lnTo>
                <a:lnTo>
                  <a:pt x="654518" y="74079"/>
                </a:lnTo>
                <a:lnTo>
                  <a:pt x="654240" y="74274"/>
                </a:lnTo>
                <a:lnTo>
                  <a:pt x="653956" y="74461"/>
                </a:lnTo>
                <a:lnTo>
                  <a:pt x="653665" y="74637"/>
                </a:lnTo>
                <a:lnTo>
                  <a:pt x="653369" y="74805"/>
                </a:lnTo>
                <a:lnTo>
                  <a:pt x="653066" y="74962"/>
                </a:lnTo>
                <a:lnTo>
                  <a:pt x="652757" y="75110"/>
                </a:lnTo>
                <a:lnTo>
                  <a:pt x="652442" y="75249"/>
                </a:lnTo>
                <a:lnTo>
                  <a:pt x="652122" y="75378"/>
                </a:lnTo>
                <a:lnTo>
                  <a:pt x="651795" y="75497"/>
                </a:lnTo>
                <a:lnTo>
                  <a:pt x="651461" y="75607"/>
                </a:lnTo>
                <a:lnTo>
                  <a:pt x="651122" y="75707"/>
                </a:lnTo>
                <a:lnTo>
                  <a:pt x="650777" y="75798"/>
                </a:lnTo>
                <a:lnTo>
                  <a:pt x="650426" y="75879"/>
                </a:lnTo>
                <a:lnTo>
                  <a:pt x="650068" y="75951"/>
                </a:lnTo>
                <a:lnTo>
                  <a:pt x="649705" y="76013"/>
                </a:lnTo>
                <a:lnTo>
                  <a:pt x="649335" y="76065"/>
                </a:lnTo>
                <a:lnTo>
                  <a:pt x="648959" y="76108"/>
                </a:lnTo>
                <a:lnTo>
                  <a:pt x="648578" y="76142"/>
                </a:lnTo>
                <a:lnTo>
                  <a:pt x="648190" y="76166"/>
                </a:lnTo>
                <a:lnTo>
                  <a:pt x="647796" y="76180"/>
                </a:lnTo>
                <a:lnTo>
                  <a:pt x="647396" y="76185"/>
                </a:lnTo>
                <a:lnTo>
                  <a:pt x="646861" y="76177"/>
                </a:lnTo>
                <a:lnTo>
                  <a:pt x="646336" y="76152"/>
                </a:lnTo>
                <a:lnTo>
                  <a:pt x="645819" y="76111"/>
                </a:lnTo>
                <a:lnTo>
                  <a:pt x="645312" y="76054"/>
                </a:lnTo>
                <a:lnTo>
                  <a:pt x="644814" y="75981"/>
                </a:lnTo>
                <a:lnTo>
                  <a:pt x="644325" y="75891"/>
                </a:lnTo>
                <a:lnTo>
                  <a:pt x="643846" y="75785"/>
                </a:lnTo>
                <a:lnTo>
                  <a:pt x="643375" y="75663"/>
                </a:lnTo>
                <a:lnTo>
                  <a:pt x="642913" y="75524"/>
                </a:lnTo>
                <a:lnTo>
                  <a:pt x="642461" y="75369"/>
                </a:lnTo>
                <a:lnTo>
                  <a:pt x="642018" y="75197"/>
                </a:lnTo>
                <a:lnTo>
                  <a:pt x="641584" y="75010"/>
                </a:lnTo>
                <a:lnTo>
                  <a:pt x="641159" y="74806"/>
                </a:lnTo>
                <a:lnTo>
                  <a:pt x="640743" y="74585"/>
                </a:lnTo>
                <a:lnTo>
                  <a:pt x="640336" y="74348"/>
                </a:lnTo>
                <a:lnTo>
                  <a:pt x="639939" y="74095"/>
                </a:lnTo>
                <a:lnTo>
                  <a:pt x="639550" y="73826"/>
                </a:lnTo>
                <a:lnTo>
                  <a:pt x="639171" y="73541"/>
                </a:lnTo>
                <a:lnTo>
                  <a:pt x="638801" y="73239"/>
                </a:lnTo>
                <a:lnTo>
                  <a:pt x="638440" y="72920"/>
                </a:lnTo>
                <a:lnTo>
                  <a:pt x="638088" y="72586"/>
                </a:lnTo>
                <a:lnTo>
                  <a:pt x="637745" y="72235"/>
                </a:lnTo>
                <a:lnTo>
                  <a:pt x="637411" y="71867"/>
                </a:lnTo>
                <a:lnTo>
                  <a:pt x="637087" y="71484"/>
                </a:lnTo>
                <a:lnTo>
                  <a:pt x="636773" y="71080"/>
                </a:lnTo>
                <a:lnTo>
                  <a:pt x="636473" y="70653"/>
                </a:lnTo>
                <a:lnTo>
                  <a:pt x="636187" y="70203"/>
                </a:lnTo>
                <a:lnTo>
                  <a:pt x="635913" y="69730"/>
                </a:lnTo>
                <a:lnTo>
                  <a:pt x="635653" y="69234"/>
                </a:lnTo>
                <a:lnTo>
                  <a:pt x="635407" y="68714"/>
                </a:lnTo>
                <a:lnTo>
                  <a:pt x="635174" y="68171"/>
                </a:lnTo>
                <a:lnTo>
                  <a:pt x="634954" y="67605"/>
                </a:lnTo>
                <a:lnTo>
                  <a:pt x="634747" y="67016"/>
                </a:lnTo>
                <a:lnTo>
                  <a:pt x="634554" y="66403"/>
                </a:lnTo>
                <a:lnTo>
                  <a:pt x="634374" y="65767"/>
                </a:lnTo>
                <a:lnTo>
                  <a:pt x="634207" y="65108"/>
                </a:lnTo>
                <a:lnTo>
                  <a:pt x="634054" y="64426"/>
                </a:lnTo>
                <a:lnTo>
                  <a:pt x="633914" y="63720"/>
                </a:lnTo>
                <a:lnTo>
                  <a:pt x="633787" y="62991"/>
                </a:lnTo>
                <a:lnTo>
                  <a:pt x="633674" y="62239"/>
                </a:lnTo>
                <a:lnTo>
                  <a:pt x="633574" y="61464"/>
                </a:lnTo>
                <a:lnTo>
                  <a:pt x="633487" y="60666"/>
                </a:lnTo>
                <a:lnTo>
                  <a:pt x="633414" y="59844"/>
                </a:lnTo>
                <a:lnTo>
                  <a:pt x="633354" y="58999"/>
                </a:lnTo>
                <a:lnTo>
                  <a:pt x="633307" y="58131"/>
                </a:lnTo>
                <a:lnTo>
                  <a:pt x="633274" y="57240"/>
                </a:lnTo>
                <a:lnTo>
                  <a:pt x="633254" y="56325"/>
                </a:lnTo>
                <a:lnTo>
                  <a:pt x="633247" y="55387"/>
                </a:lnTo>
                <a:lnTo>
                  <a:pt x="633254" y="54543"/>
                </a:lnTo>
                <a:lnTo>
                  <a:pt x="633273" y="53720"/>
                </a:lnTo>
                <a:lnTo>
                  <a:pt x="633306" y="52917"/>
                </a:lnTo>
                <a:lnTo>
                  <a:pt x="633352" y="52135"/>
                </a:lnTo>
                <a:lnTo>
                  <a:pt x="633411" y="51373"/>
                </a:lnTo>
                <a:lnTo>
                  <a:pt x="633483" y="50631"/>
                </a:lnTo>
                <a:lnTo>
                  <a:pt x="633569" y="49910"/>
                </a:lnTo>
                <a:lnTo>
                  <a:pt x="633667" y="49209"/>
                </a:lnTo>
                <a:lnTo>
                  <a:pt x="633779" y="48528"/>
                </a:lnTo>
                <a:lnTo>
                  <a:pt x="633903" y="47868"/>
                </a:lnTo>
                <a:lnTo>
                  <a:pt x="634041" y="47229"/>
                </a:lnTo>
                <a:lnTo>
                  <a:pt x="634192" y="46609"/>
                </a:lnTo>
                <a:lnTo>
                  <a:pt x="634356" y="46011"/>
                </a:lnTo>
                <a:lnTo>
                  <a:pt x="634533" y="45432"/>
                </a:lnTo>
                <a:lnTo>
                  <a:pt x="634723" y="44874"/>
                </a:lnTo>
                <a:lnTo>
                  <a:pt x="634927" y="44336"/>
                </a:lnTo>
                <a:lnTo>
                  <a:pt x="635143" y="43819"/>
                </a:lnTo>
                <a:lnTo>
                  <a:pt x="635373" y="43322"/>
                </a:lnTo>
                <a:lnTo>
                  <a:pt x="635616" y="42846"/>
                </a:lnTo>
                <a:lnTo>
                  <a:pt x="635871" y="42390"/>
                </a:lnTo>
                <a:lnTo>
                  <a:pt x="636140" y="41954"/>
                </a:lnTo>
                <a:lnTo>
                  <a:pt x="636423" y="41539"/>
                </a:lnTo>
                <a:lnTo>
                  <a:pt x="636718" y="41144"/>
                </a:lnTo>
                <a:lnTo>
                  <a:pt x="637026" y="40770"/>
                </a:lnTo>
                <a:lnTo>
                  <a:pt x="637346" y="40413"/>
                </a:lnTo>
                <a:lnTo>
                  <a:pt x="637674" y="40072"/>
                </a:lnTo>
                <a:lnTo>
                  <a:pt x="638011" y="39746"/>
                </a:lnTo>
                <a:lnTo>
                  <a:pt x="638357" y="39434"/>
                </a:lnTo>
                <a:lnTo>
                  <a:pt x="638712" y="39139"/>
                </a:lnTo>
                <a:lnTo>
                  <a:pt x="639076" y="38858"/>
                </a:lnTo>
                <a:lnTo>
                  <a:pt x="639449" y="38592"/>
                </a:lnTo>
                <a:lnTo>
                  <a:pt x="639831" y="38342"/>
                </a:lnTo>
                <a:lnTo>
                  <a:pt x="640222" y="38107"/>
                </a:lnTo>
                <a:lnTo>
                  <a:pt x="640621" y="37887"/>
                </a:lnTo>
                <a:lnTo>
                  <a:pt x="641030" y="37682"/>
                </a:lnTo>
                <a:lnTo>
                  <a:pt x="641448" y="37492"/>
                </a:lnTo>
                <a:lnTo>
                  <a:pt x="641874" y="37318"/>
                </a:lnTo>
                <a:lnTo>
                  <a:pt x="642309" y="37158"/>
                </a:lnTo>
                <a:lnTo>
                  <a:pt x="642754" y="37014"/>
                </a:lnTo>
                <a:lnTo>
                  <a:pt x="643207" y="36885"/>
                </a:lnTo>
                <a:lnTo>
                  <a:pt x="643669" y="36771"/>
                </a:lnTo>
                <a:lnTo>
                  <a:pt x="644140" y="36673"/>
                </a:lnTo>
                <a:lnTo>
                  <a:pt x="644620" y="36589"/>
                </a:lnTo>
                <a:lnTo>
                  <a:pt x="645109" y="36521"/>
                </a:lnTo>
                <a:lnTo>
                  <a:pt x="645607" y="36468"/>
                </a:lnTo>
                <a:lnTo>
                  <a:pt x="646114" y="36430"/>
                </a:lnTo>
                <a:lnTo>
                  <a:pt x="646629" y="36407"/>
                </a:lnTo>
                <a:lnTo>
                  <a:pt x="647154" y="36399"/>
                </a:lnTo>
                <a:lnTo>
                  <a:pt x="647549" y="36404"/>
                </a:lnTo>
                <a:lnTo>
                  <a:pt x="647938" y="36417"/>
                </a:lnTo>
                <a:lnTo>
                  <a:pt x="648320" y="36439"/>
                </a:lnTo>
                <a:lnTo>
                  <a:pt x="648697" y="36470"/>
                </a:lnTo>
                <a:lnTo>
                  <a:pt x="649067" y="36509"/>
                </a:lnTo>
                <a:lnTo>
                  <a:pt x="649431" y="36557"/>
                </a:lnTo>
                <a:lnTo>
                  <a:pt x="649789" y="36614"/>
                </a:lnTo>
                <a:lnTo>
                  <a:pt x="650140" y="36680"/>
                </a:lnTo>
                <a:lnTo>
                  <a:pt x="650486" y="36754"/>
                </a:lnTo>
                <a:lnTo>
                  <a:pt x="650825" y="36838"/>
                </a:lnTo>
                <a:lnTo>
                  <a:pt x="651158" y="36930"/>
                </a:lnTo>
                <a:lnTo>
                  <a:pt x="651485" y="37031"/>
                </a:lnTo>
                <a:lnTo>
                  <a:pt x="651805" y="37140"/>
                </a:lnTo>
                <a:lnTo>
                  <a:pt x="652120" y="37258"/>
                </a:lnTo>
                <a:lnTo>
                  <a:pt x="652428" y="37386"/>
                </a:lnTo>
                <a:lnTo>
                  <a:pt x="652730" y="37521"/>
                </a:lnTo>
                <a:lnTo>
                  <a:pt x="653026" y="37666"/>
                </a:lnTo>
                <a:lnTo>
                  <a:pt x="653316" y="37819"/>
                </a:lnTo>
                <a:lnTo>
                  <a:pt x="653599" y="37982"/>
                </a:lnTo>
                <a:lnTo>
                  <a:pt x="653876" y="38152"/>
                </a:lnTo>
                <a:lnTo>
                  <a:pt x="654147" y="38332"/>
                </a:lnTo>
                <a:lnTo>
                  <a:pt x="654412" y="38521"/>
                </a:lnTo>
                <a:lnTo>
                  <a:pt x="654671" y="38718"/>
                </a:lnTo>
                <a:lnTo>
                  <a:pt x="654924" y="38924"/>
                </a:lnTo>
                <a:lnTo>
                  <a:pt x="655169" y="39138"/>
                </a:lnTo>
                <a:lnTo>
                  <a:pt x="655407" y="39362"/>
                </a:lnTo>
                <a:lnTo>
                  <a:pt x="655638" y="39593"/>
                </a:lnTo>
                <a:lnTo>
                  <a:pt x="655862" y="39834"/>
                </a:lnTo>
                <a:lnTo>
                  <a:pt x="656077" y="40083"/>
                </a:lnTo>
                <a:lnTo>
                  <a:pt x="656286" y="40340"/>
                </a:lnTo>
                <a:lnTo>
                  <a:pt x="656487" y="40606"/>
                </a:lnTo>
                <a:lnTo>
                  <a:pt x="656680" y="40880"/>
                </a:lnTo>
                <a:lnTo>
                  <a:pt x="656866" y="41164"/>
                </a:lnTo>
                <a:lnTo>
                  <a:pt x="657045" y="41455"/>
                </a:lnTo>
                <a:lnTo>
                  <a:pt x="657216" y="41755"/>
                </a:lnTo>
                <a:lnTo>
                  <a:pt x="657380" y="42064"/>
                </a:lnTo>
                <a:lnTo>
                  <a:pt x="657536" y="42381"/>
                </a:lnTo>
                <a:lnTo>
                  <a:pt x="657685" y="42707"/>
                </a:lnTo>
                <a:lnTo>
                  <a:pt x="657826" y="43042"/>
                </a:lnTo>
                <a:lnTo>
                  <a:pt x="657960" y="43385"/>
                </a:lnTo>
                <a:lnTo>
                  <a:pt x="658087" y="43736"/>
                </a:lnTo>
                <a:lnTo>
                  <a:pt x="658206" y="44096"/>
                </a:lnTo>
                <a:lnTo>
                  <a:pt x="658317" y="44465"/>
                </a:lnTo>
                <a:lnTo>
                  <a:pt x="658421" y="44842"/>
                </a:lnTo>
                <a:lnTo>
                  <a:pt x="658518" y="45228"/>
                </a:lnTo>
                <a:lnTo>
                  <a:pt x="658607" y="45622"/>
                </a:lnTo>
                <a:lnTo>
                  <a:pt x="658689" y="46025"/>
                </a:lnTo>
                <a:lnTo>
                  <a:pt x="658763" y="46436"/>
                </a:lnTo>
                <a:lnTo>
                  <a:pt x="675512" y="43413"/>
                </a:lnTo>
                <a:lnTo>
                  <a:pt x="675253" y="42561"/>
                </a:lnTo>
                <a:lnTo>
                  <a:pt x="674981" y="41727"/>
                </a:lnTo>
                <a:lnTo>
                  <a:pt x="674695" y="40911"/>
                </a:lnTo>
                <a:lnTo>
                  <a:pt x="674396" y="40114"/>
                </a:lnTo>
                <a:close/>
                <a:moveTo>
                  <a:pt x="725056" y="69742"/>
                </a:moveTo>
                <a:lnTo>
                  <a:pt x="724920" y="70104"/>
                </a:lnTo>
                <a:lnTo>
                  <a:pt x="724779" y="70456"/>
                </a:lnTo>
                <a:lnTo>
                  <a:pt x="724633" y="70799"/>
                </a:lnTo>
                <a:lnTo>
                  <a:pt x="724482" y="71133"/>
                </a:lnTo>
                <a:lnTo>
                  <a:pt x="724327" y="71457"/>
                </a:lnTo>
                <a:lnTo>
                  <a:pt x="724167" y="71773"/>
                </a:lnTo>
                <a:lnTo>
                  <a:pt x="724003" y="72079"/>
                </a:lnTo>
                <a:lnTo>
                  <a:pt x="723834" y="72376"/>
                </a:lnTo>
                <a:lnTo>
                  <a:pt x="723660" y="72663"/>
                </a:lnTo>
                <a:lnTo>
                  <a:pt x="723482" y="72942"/>
                </a:lnTo>
                <a:lnTo>
                  <a:pt x="723299" y="73211"/>
                </a:lnTo>
                <a:lnTo>
                  <a:pt x="723112" y="73471"/>
                </a:lnTo>
                <a:lnTo>
                  <a:pt x="722919" y="73721"/>
                </a:lnTo>
                <a:lnTo>
                  <a:pt x="722723" y="73963"/>
                </a:lnTo>
                <a:lnTo>
                  <a:pt x="722521" y="74195"/>
                </a:lnTo>
                <a:lnTo>
                  <a:pt x="722315" y="74418"/>
                </a:lnTo>
                <a:lnTo>
                  <a:pt x="722105" y="74632"/>
                </a:lnTo>
                <a:lnTo>
                  <a:pt x="721890" y="74836"/>
                </a:lnTo>
                <a:lnTo>
                  <a:pt x="721670" y="75031"/>
                </a:lnTo>
                <a:lnTo>
                  <a:pt x="721445" y="75217"/>
                </a:lnTo>
                <a:lnTo>
                  <a:pt x="721216" y="75395"/>
                </a:lnTo>
                <a:lnTo>
                  <a:pt x="720983" y="75565"/>
                </a:lnTo>
                <a:lnTo>
                  <a:pt x="720745" y="75728"/>
                </a:lnTo>
                <a:lnTo>
                  <a:pt x="720503" y="75883"/>
                </a:lnTo>
                <a:lnTo>
                  <a:pt x="720257" y="76030"/>
                </a:lnTo>
                <a:lnTo>
                  <a:pt x="720006" y="76170"/>
                </a:lnTo>
                <a:lnTo>
                  <a:pt x="719750" y="76302"/>
                </a:lnTo>
                <a:lnTo>
                  <a:pt x="719490" y="76427"/>
                </a:lnTo>
                <a:lnTo>
                  <a:pt x="719226" y="76544"/>
                </a:lnTo>
                <a:lnTo>
                  <a:pt x="718958" y="76653"/>
                </a:lnTo>
                <a:lnTo>
                  <a:pt x="718685" y="76755"/>
                </a:lnTo>
                <a:lnTo>
                  <a:pt x="718407" y="76850"/>
                </a:lnTo>
                <a:lnTo>
                  <a:pt x="718125" y="76937"/>
                </a:lnTo>
                <a:lnTo>
                  <a:pt x="717839" y="77016"/>
                </a:lnTo>
                <a:lnTo>
                  <a:pt x="717548" y="77088"/>
                </a:lnTo>
                <a:lnTo>
                  <a:pt x="717253" y="77152"/>
                </a:lnTo>
                <a:lnTo>
                  <a:pt x="716954" y="77209"/>
                </a:lnTo>
                <a:lnTo>
                  <a:pt x="716650" y="77258"/>
                </a:lnTo>
                <a:lnTo>
                  <a:pt x="716342" y="77300"/>
                </a:lnTo>
                <a:lnTo>
                  <a:pt x="716029" y="77334"/>
                </a:lnTo>
                <a:lnTo>
                  <a:pt x="715712" y="77360"/>
                </a:lnTo>
                <a:lnTo>
                  <a:pt x="715390" y="77379"/>
                </a:lnTo>
                <a:lnTo>
                  <a:pt x="715064" y="77390"/>
                </a:lnTo>
                <a:lnTo>
                  <a:pt x="714734" y="77394"/>
                </a:lnTo>
                <a:lnTo>
                  <a:pt x="714249" y="77387"/>
                </a:lnTo>
                <a:lnTo>
                  <a:pt x="713770" y="77365"/>
                </a:lnTo>
                <a:lnTo>
                  <a:pt x="713298" y="77328"/>
                </a:lnTo>
                <a:lnTo>
                  <a:pt x="712833" y="77277"/>
                </a:lnTo>
                <a:lnTo>
                  <a:pt x="712374" y="77212"/>
                </a:lnTo>
                <a:lnTo>
                  <a:pt x="711922" y="77132"/>
                </a:lnTo>
                <a:lnTo>
                  <a:pt x="711477" y="77037"/>
                </a:lnTo>
                <a:lnTo>
                  <a:pt x="711039" y="76927"/>
                </a:lnTo>
                <a:lnTo>
                  <a:pt x="710607" y="76803"/>
                </a:lnTo>
                <a:lnTo>
                  <a:pt x="710182" y="76665"/>
                </a:lnTo>
                <a:lnTo>
                  <a:pt x="709764" y="76511"/>
                </a:lnTo>
                <a:lnTo>
                  <a:pt x="709353" y="76344"/>
                </a:lnTo>
                <a:lnTo>
                  <a:pt x="708948" y="76161"/>
                </a:lnTo>
                <a:lnTo>
                  <a:pt x="708550" y="75964"/>
                </a:lnTo>
                <a:lnTo>
                  <a:pt x="708158" y="75753"/>
                </a:lnTo>
                <a:lnTo>
                  <a:pt x="707774" y="75526"/>
                </a:lnTo>
                <a:lnTo>
                  <a:pt x="707396" y="75286"/>
                </a:lnTo>
                <a:lnTo>
                  <a:pt x="707025" y="75030"/>
                </a:lnTo>
                <a:lnTo>
                  <a:pt x="706660" y="74760"/>
                </a:lnTo>
                <a:lnTo>
                  <a:pt x="706303" y="74476"/>
                </a:lnTo>
                <a:lnTo>
                  <a:pt x="705951" y="74177"/>
                </a:lnTo>
                <a:lnTo>
                  <a:pt x="705607" y="73863"/>
                </a:lnTo>
                <a:lnTo>
                  <a:pt x="705270" y="73535"/>
                </a:lnTo>
                <a:lnTo>
                  <a:pt x="704939" y="73192"/>
                </a:lnTo>
                <a:lnTo>
                  <a:pt x="704618" y="72836"/>
                </a:lnTo>
                <a:lnTo>
                  <a:pt x="704310" y="72468"/>
                </a:lnTo>
                <a:lnTo>
                  <a:pt x="704015" y="72089"/>
                </a:lnTo>
                <a:lnTo>
                  <a:pt x="703733" y="71698"/>
                </a:lnTo>
                <a:lnTo>
                  <a:pt x="703464" y="71295"/>
                </a:lnTo>
                <a:lnTo>
                  <a:pt x="703208" y="70881"/>
                </a:lnTo>
                <a:lnTo>
                  <a:pt x="702965" y="70455"/>
                </a:lnTo>
                <a:lnTo>
                  <a:pt x="702735" y="70018"/>
                </a:lnTo>
                <a:lnTo>
                  <a:pt x="702518" y="69568"/>
                </a:lnTo>
                <a:lnTo>
                  <a:pt x="702314" y="69107"/>
                </a:lnTo>
                <a:lnTo>
                  <a:pt x="702124" y="68635"/>
                </a:lnTo>
                <a:lnTo>
                  <a:pt x="701946" y="68151"/>
                </a:lnTo>
                <a:lnTo>
                  <a:pt x="701781" y="67655"/>
                </a:lnTo>
                <a:lnTo>
                  <a:pt x="701629" y="67147"/>
                </a:lnTo>
                <a:lnTo>
                  <a:pt x="701490" y="66628"/>
                </a:lnTo>
                <a:lnTo>
                  <a:pt x="701365" y="66097"/>
                </a:lnTo>
                <a:lnTo>
                  <a:pt x="701252" y="65555"/>
                </a:lnTo>
                <a:lnTo>
                  <a:pt x="701152" y="65001"/>
                </a:lnTo>
                <a:lnTo>
                  <a:pt x="701065" y="64435"/>
                </a:lnTo>
                <a:lnTo>
                  <a:pt x="700992" y="63858"/>
                </a:lnTo>
                <a:lnTo>
                  <a:pt x="700931" y="63269"/>
                </a:lnTo>
                <a:lnTo>
                  <a:pt x="700883" y="62668"/>
                </a:lnTo>
                <a:lnTo>
                  <a:pt x="700849" y="62056"/>
                </a:lnTo>
                <a:lnTo>
                  <a:pt x="700827" y="61432"/>
                </a:lnTo>
                <a:lnTo>
                  <a:pt x="743394" y="61432"/>
                </a:lnTo>
                <a:lnTo>
                  <a:pt x="743409" y="59822"/>
                </a:lnTo>
                <a:lnTo>
                  <a:pt x="743394" y="58247"/>
                </a:lnTo>
                <a:lnTo>
                  <a:pt x="743350" y="56706"/>
                </a:lnTo>
                <a:lnTo>
                  <a:pt x="743275" y="55201"/>
                </a:lnTo>
                <a:lnTo>
                  <a:pt x="743170" y="53731"/>
                </a:lnTo>
                <a:lnTo>
                  <a:pt x="743035" y="52296"/>
                </a:lnTo>
                <a:lnTo>
                  <a:pt x="742870" y="50896"/>
                </a:lnTo>
                <a:lnTo>
                  <a:pt x="742675" y="49530"/>
                </a:lnTo>
                <a:lnTo>
                  <a:pt x="742450" y="48200"/>
                </a:lnTo>
                <a:lnTo>
                  <a:pt x="742195" y="46904"/>
                </a:lnTo>
                <a:lnTo>
                  <a:pt x="741910" y="45644"/>
                </a:lnTo>
                <a:lnTo>
                  <a:pt x="741595" y="44418"/>
                </a:lnTo>
                <a:lnTo>
                  <a:pt x="741250" y="43228"/>
                </a:lnTo>
                <a:lnTo>
                  <a:pt x="740875" y="42072"/>
                </a:lnTo>
                <a:lnTo>
                  <a:pt x="740470" y="40952"/>
                </a:lnTo>
                <a:lnTo>
                  <a:pt x="740035" y="39866"/>
                </a:lnTo>
                <a:lnTo>
                  <a:pt x="739570" y="38815"/>
                </a:lnTo>
                <a:lnTo>
                  <a:pt x="739075" y="37800"/>
                </a:lnTo>
                <a:lnTo>
                  <a:pt x="738549" y="36819"/>
                </a:lnTo>
                <a:lnTo>
                  <a:pt x="737994" y="35873"/>
                </a:lnTo>
                <a:lnTo>
                  <a:pt x="737409" y="34962"/>
                </a:lnTo>
                <a:lnTo>
                  <a:pt x="736794" y="34086"/>
                </a:lnTo>
                <a:lnTo>
                  <a:pt x="736148" y="33245"/>
                </a:lnTo>
                <a:lnTo>
                  <a:pt x="735473" y="32439"/>
                </a:lnTo>
                <a:lnTo>
                  <a:pt x="734772" y="31667"/>
                </a:lnTo>
                <a:lnTo>
                  <a:pt x="734051" y="30928"/>
                </a:lnTo>
                <a:lnTo>
                  <a:pt x="733308" y="30221"/>
                </a:lnTo>
                <a:lnTo>
                  <a:pt x="732544" y="29548"/>
                </a:lnTo>
                <a:lnTo>
                  <a:pt x="731759" y="28907"/>
                </a:lnTo>
                <a:lnTo>
                  <a:pt x="730953" y="28299"/>
                </a:lnTo>
                <a:lnTo>
                  <a:pt x="730127" y="27724"/>
                </a:lnTo>
                <a:lnTo>
                  <a:pt x="729279" y="27182"/>
                </a:lnTo>
                <a:lnTo>
                  <a:pt x="728410" y="26673"/>
                </a:lnTo>
                <a:lnTo>
                  <a:pt x="727520" y="26196"/>
                </a:lnTo>
                <a:lnTo>
                  <a:pt x="726610" y="25753"/>
                </a:lnTo>
                <a:lnTo>
                  <a:pt x="725678" y="25342"/>
                </a:lnTo>
                <a:lnTo>
                  <a:pt x="724725" y="24964"/>
                </a:lnTo>
                <a:lnTo>
                  <a:pt x="723751" y="24619"/>
                </a:lnTo>
                <a:lnTo>
                  <a:pt x="722757" y="24307"/>
                </a:lnTo>
                <a:lnTo>
                  <a:pt x="721741" y="24028"/>
                </a:lnTo>
                <a:lnTo>
                  <a:pt x="720704" y="23781"/>
                </a:lnTo>
                <a:lnTo>
                  <a:pt x="719647" y="23568"/>
                </a:lnTo>
                <a:lnTo>
                  <a:pt x="718568" y="23387"/>
                </a:lnTo>
                <a:lnTo>
                  <a:pt x="717468" y="23239"/>
                </a:lnTo>
                <a:lnTo>
                  <a:pt x="716348" y="23124"/>
                </a:lnTo>
                <a:lnTo>
                  <a:pt x="715206" y="23042"/>
                </a:lnTo>
                <a:lnTo>
                  <a:pt x="714043" y="22993"/>
                </a:lnTo>
                <a:lnTo>
                  <a:pt x="712860" y="22976"/>
                </a:lnTo>
                <a:lnTo>
                  <a:pt x="711804" y="22992"/>
                </a:lnTo>
                <a:lnTo>
                  <a:pt x="710764" y="23039"/>
                </a:lnTo>
                <a:lnTo>
                  <a:pt x="709739" y="23118"/>
                </a:lnTo>
                <a:lnTo>
                  <a:pt x="708729" y="23227"/>
                </a:lnTo>
                <a:lnTo>
                  <a:pt x="707735" y="23369"/>
                </a:lnTo>
                <a:lnTo>
                  <a:pt x="706756" y="23541"/>
                </a:lnTo>
                <a:lnTo>
                  <a:pt x="705793" y="23745"/>
                </a:lnTo>
                <a:lnTo>
                  <a:pt x="704845" y="23981"/>
                </a:lnTo>
                <a:lnTo>
                  <a:pt x="703912" y="24248"/>
                </a:lnTo>
                <a:lnTo>
                  <a:pt x="702994" y="24546"/>
                </a:lnTo>
                <a:lnTo>
                  <a:pt x="702092" y="24875"/>
                </a:lnTo>
                <a:lnTo>
                  <a:pt x="701205" y="25236"/>
                </a:lnTo>
                <a:lnTo>
                  <a:pt x="700333" y="25629"/>
                </a:lnTo>
                <a:lnTo>
                  <a:pt x="699477" y="26052"/>
                </a:lnTo>
                <a:lnTo>
                  <a:pt x="698636" y="26507"/>
                </a:lnTo>
                <a:lnTo>
                  <a:pt x="697811" y="26994"/>
                </a:lnTo>
                <a:lnTo>
                  <a:pt x="697000" y="27512"/>
                </a:lnTo>
                <a:lnTo>
                  <a:pt x="696205" y="28061"/>
                </a:lnTo>
                <a:lnTo>
                  <a:pt x="695426" y="28642"/>
                </a:lnTo>
                <a:lnTo>
                  <a:pt x="694661" y="29254"/>
                </a:lnTo>
                <a:lnTo>
                  <a:pt x="693912" y="29897"/>
                </a:lnTo>
                <a:lnTo>
                  <a:pt x="693179" y="30572"/>
                </a:lnTo>
                <a:lnTo>
                  <a:pt x="692461" y="31278"/>
                </a:lnTo>
                <a:lnTo>
                  <a:pt x="691758" y="32016"/>
                </a:lnTo>
                <a:lnTo>
                  <a:pt x="691077" y="32781"/>
                </a:lnTo>
                <a:lnTo>
                  <a:pt x="690425" y="33570"/>
                </a:lnTo>
                <a:lnTo>
                  <a:pt x="689802" y="34384"/>
                </a:lnTo>
                <a:lnTo>
                  <a:pt x="689208" y="35221"/>
                </a:lnTo>
                <a:lnTo>
                  <a:pt x="688643" y="36083"/>
                </a:lnTo>
                <a:lnTo>
                  <a:pt x="688107" y="36968"/>
                </a:lnTo>
                <a:lnTo>
                  <a:pt x="687600" y="37878"/>
                </a:lnTo>
                <a:lnTo>
                  <a:pt x="687122" y="38811"/>
                </a:lnTo>
                <a:lnTo>
                  <a:pt x="686673" y="39769"/>
                </a:lnTo>
                <a:lnTo>
                  <a:pt x="686253" y="40751"/>
                </a:lnTo>
                <a:lnTo>
                  <a:pt x="685862" y="41756"/>
                </a:lnTo>
                <a:lnTo>
                  <a:pt x="685499" y="42786"/>
                </a:lnTo>
                <a:lnTo>
                  <a:pt x="685166" y="43840"/>
                </a:lnTo>
                <a:lnTo>
                  <a:pt x="684862" y="44918"/>
                </a:lnTo>
                <a:lnTo>
                  <a:pt x="684587" y="46019"/>
                </a:lnTo>
                <a:lnTo>
                  <a:pt x="684341" y="47145"/>
                </a:lnTo>
                <a:lnTo>
                  <a:pt x="684123" y="48295"/>
                </a:lnTo>
                <a:lnTo>
                  <a:pt x="683935" y="49469"/>
                </a:lnTo>
                <a:lnTo>
                  <a:pt x="683776" y="50667"/>
                </a:lnTo>
                <a:lnTo>
                  <a:pt x="683645" y="51889"/>
                </a:lnTo>
                <a:lnTo>
                  <a:pt x="683544" y="53135"/>
                </a:lnTo>
                <a:lnTo>
                  <a:pt x="683471" y="54405"/>
                </a:lnTo>
                <a:lnTo>
                  <a:pt x="683428" y="55700"/>
                </a:lnTo>
                <a:lnTo>
                  <a:pt x="683413" y="57018"/>
                </a:lnTo>
                <a:lnTo>
                  <a:pt x="683424" y="58123"/>
                </a:lnTo>
                <a:lnTo>
                  <a:pt x="683458" y="59213"/>
                </a:lnTo>
                <a:lnTo>
                  <a:pt x="683513" y="60287"/>
                </a:lnTo>
                <a:lnTo>
                  <a:pt x="683590" y="61344"/>
                </a:lnTo>
                <a:lnTo>
                  <a:pt x="683689" y="62386"/>
                </a:lnTo>
                <a:lnTo>
                  <a:pt x="683810" y="63412"/>
                </a:lnTo>
                <a:lnTo>
                  <a:pt x="683954" y="64422"/>
                </a:lnTo>
                <a:lnTo>
                  <a:pt x="684119" y="65416"/>
                </a:lnTo>
                <a:lnTo>
                  <a:pt x="684306" y="66393"/>
                </a:lnTo>
                <a:lnTo>
                  <a:pt x="684516" y="67355"/>
                </a:lnTo>
                <a:lnTo>
                  <a:pt x="684747" y="68301"/>
                </a:lnTo>
                <a:lnTo>
                  <a:pt x="685001" y="69231"/>
                </a:lnTo>
                <a:lnTo>
                  <a:pt x="685276" y="70146"/>
                </a:lnTo>
                <a:lnTo>
                  <a:pt x="685574" y="71044"/>
                </a:lnTo>
                <a:lnTo>
                  <a:pt x="685893" y="71926"/>
                </a:lnTo>
                <a:lnTo>
                  <a:pt x="686235" y="72792"/>
                </a:lnTo>
                <a:lnTo>
                  <a:pt x="686599" y="73642"/>
                </a:lnTo>
                <a:lnTo>
                  <a:pt x="686985" y="74477"/>
                </a:lnTo>
                <a:lnTo>
                  <a:pt x="687392" y="75295"/>
                </a:lnTo>
                <a:lnTo>
                  <a:pt x="687822" y="76098"/>
                </a:lnTo>
                <a:lnTo>
                  <a:pt x="688274" y="76884"/>
                </a:lnTo>
                <a:lnTo>
                  <a:pt x="688748" y="77654"/>
                </a:lnTo>
                <a:lnTo>
                  <a:pt x="689244" y="78409"/>
                </a:lnTo>
                <a:lnTo>
                  <a:pt x="689762" y="79148"/>
                </a:lnTo>
                <a:lnTo>
                  <a:pt x="690447" y="80041"/>
                </a:lnTo>
                <a:lnTo>
                  <a:pt x="691163" y="80896"/>
                </a:lnTo>
                <a:lnTo>
                  <a:pt x="691909" y="81713"/>
                </a:lnTo>
                <a:lnTo>
                  <a:pt x="692685" y="82492"/>
                </a:lnTo>
                <a:lnTo>
                  <a:pt x="693491" y="83233"/>
                </a:lnTo>
                <a:lnTo>
                  <a:pt x="694327" y="83936"/>
                </a:lnTo>
                <a:lnTo>
                  <a:pt x="695194" y="84601"/>
                </a:lnTo>
                <a:lnTo>
                  <a:pt x="696091" y="85228"/>
                </a:lnTo>
                <a:lnTo>
                  <a:pt x="697018" y="85817"/>
                </a:lnTo>
                <a:lnTo>
                  <a:pt x="697975" y="86368"/>
                </a:lnTo>
                <a:lnTo>
                  <a:pt x="698963" y="86881"/>
                </a:lnTo>
                <a:lnTo>
                  <a:pt x="699981" y="87356"/>
                </a:lnTo>
                <a:lnTo>
                  <a:pt x="701029" y="87793"/>
                </a:lnTo>
                <a:lnTo>
                  <a:pt x="702107" y="88192"/>
                </a:lnTo>
                <a:lnTo>
                  <a:pt x="703215" y="88553"/>
                </a:lnTo>
                <a:lnTo>
                  <a:pt x="704354" y="88876"/>
                </a:lnTo>
                <a:lnTo>
                  <a:pt x="705523" y="89161"/>
                </a:lnTo>
                <a:lnTo>
                  <a:pt x="706722" y="89408"/>
                </a:lnTo>
                <a:lnTo>
                  <a:pt x="707952" y="89617"/>
                </a:lnTo>
                <a:lnTo>
                  <a:pt x="709212" y="89788"/>
                </a:lnTo>
                <a:lnTo>
                  <a:pt x="710501" y="89921"/>
                </a:lnTo>
                <a:lnTo>
                  <a:pt x="711822" y="90016"/>
                </a:lnTo>
                <a:lnTo>
                  <a:pt x="713172" y="90073"/>
                </a:lnTo>
                <a:lnTo>
                  <a:pt x="714553" y="90092"/>
                </a:lnTo>
                <a:lnTo>
                  <a:pt x="715428" y="90083"/>
                </a:lnTo>
                <a:lnTo>
                  <a:pt x="716291" y="90058"/>
                </a:lnTo>
                <a:lnTo>
                  <a:pt x="717143" y="90016"/>
                </a:lnTo>
                <a:lnTo>
                  <a:pt x="717981" y="89957"/>
                </a:lnTo>
                <a:lnTo>
                  <a:pt x="718808" y="89881"/>
                </a:lnTo>
                <a:lnTo>
                  <a:pt x="719622" y="89788"/>
                </a:lnTo>
                <a:lnTo>
                  <a:pt x="720424" y="89679"/>
                </a:lnTo>
                <a:lnTo>
                  <a:pt x="721214" y="89552"/>
                </a:lnTo>
                <a:lnTo>
                  <a:pt x="721991" y="89409"/>
                </a:lnTo>
                <a:lnTo>
                  <a:pt x="722756" y="89249"/>
                </a:lnTo>
                <a:lnTo>
                  <a:pt x="723509" y="89072"/>
                </a:lnTo>
                <a:lnTo>
                  <a:pt x="724249" y="88879"/>
                </a:lnTo>
                <a:lnTo>
                  <a:pt x="724978" y="88668"/>
                </a:lnTo>
                <a:lnTo>
                  <a:pt x="725694" y="88441"/>
                </a:lnTo>
                <a:lnTo>
                  <a:pt x="726397" y="88196"/>
                </a:lnTo>
                <a:lnTo>
                  <a:pt x="727089" y="87935"/>
                </a:lnTo>
                <a:lnTo>
                  <a:pt x="727768" y="87657"/>
                </a:lnTo>
                <a:lnTo>
                  <a:pt x="728435" y="87362"/>
                </a:lnTo>
                <a:lnTo>
                  <a:pt x="729089" y="87051"/>
                </a:lnTo>
                <a:lnTo>
                  <a:pt x="729732" y="86722"/>
                </a:lnTo>
                <a:lnTo>
                  <a:pt x="730362" y="86377"/>
                </a:lnTo>
                <a:lnTo>
                  <a:pt x="730979" y="86014"/>
                </a:lnTo>
                <a:lnTo>
                  <a:pt x="731585" y="85635"/>
                </a:lnTo>
                <a:lnTo>
                  <a:pt x="732178" y="85239"/>
                </a:lnTo>
                <a:lnTo>
                  <a:pt x="732758" y="84827"/>
                </a:lnTo>
                <a:lnTo>
                  <a:pt x="733326" y="84400"/>
                </a:lnTo>
                <a:lnTo>
                  <a:pt x="733880" y="83957"/>
                </a:lnTo>
                <a:lnTo>
                  <a:pt x="734421" y="83499"/>
                </a:lnTo>
                <a:lnTo>
                  <a:pt x="734949" y="83025"/>
                </a:lnTo>
                <a:lnTo>
                  <a:pt x="735464" y="82536"/>
                </a:lnTo>
                <a:lnTo>
                  <a:pt x="735965" y="82032"/>
                </a:lnTo>
                <a:lnTo>
                  <a:pt x="736454" y="81512"/>
                </a:lnTo>
                <a:lnTo>
                  <a:pt x="736929" y="80977"/>
                </a:lnTo>
                <a:lnTo>
                  <a:pt x="737392" y="80427"/>
                </a:lnTo>
                <a:lnTo>
                  <a:pt x="737841" y="79861"/>
                </a:lnTo>
                <a:lnTo>
                  <a:pt x="738277" y="79280"/>
                </a:lnTo>
                <a:lnTo>
                  <a:pt x="738700" y="78683"/>
                </a:lnTo>
                <a:lnTo>
                  <a:pt x="739110" y="78071"/>
                </a:lnTo>
                <a:lnTo>
                  <a:pt x="739507" y="77444"/>
                </a:lnTo>
                <a:lnTo>
                  <a:pt x="739890" y="76801"/>
                </a:lnTo>
                <a:lnTo>
                  <a:pt x="740261" y="76143"/>
                </a:lnTo>
                <a:lnTo>
                  <a:pt x="740618" y="75470"/>
                </a:lnTo>
                <a:lnTo>
                  <a:pt x="740962" y="74781"/>
                </a:lnTo>
                <a:lnTo>
                  <a:pt x="741294" y="74077"/>
                </a:lnTo>
                <a:lnTo>
                  <a:pt x="741612" y="73357"/>
                </a:lnTo>
                <a:lnTo>
                  <a:pt x="741917" y="72622"/>
                </a:lnTo>
                <a:lnTo>
                  <a:pt x="742208" y="71872"/>
                </a:lnTo>
                <a:lnTo>
                  <a:pt x="742487" y="71106"/>
                </a:lnTo>
                <a:lnTo>
                  <a:pt x="725557" y="68204"/>
                </a:lnTo>
                <a:lnTo>
                  <a:pt x="725439" y="68602"/>
                </a:lnTo>
                <a:lnTo>
                  <a:pt x="725316" y="68991"/>
                </a:lnTo>
                <a:lnTo>
                  <a:pt x="725189" y="69371"/>
                </a:lnTo>
                <a:lnTo>
                  <a:pt x="725056" y="69742"/>
                </a:lnTo>
                <a:close/>
                <a:moveTo>
                  <a:pt x="701172" y="49346"/>
                </a:moveTo>
                <a:lnTo>
                  <a:pt x="701212" y="48804"/>
                </a:lnTo>
                <a:lnTo>
                  <a:pt x="701264" y="48272"/>
                </a:lnTo>
                <a:lnTo>
                  <a:pt x="701330" y="47750"/>
                </a:lnTo>
                <a:lnTo>
                  <a:pt x="701408" y="47238"/>
                </a:lnTo>
                <a:lnTo>
                  <a:pt x="701499" y="46736"/>
                </a:lnTo>
                <a:lnTo>
                  <a:pt x="701603" y="46244"/>
                </a:lnTo>
                <a:lnTo>
                  <a:pt x="701719" y="45762"/>
                </a:lnTo>
                <a:lnTo>
                  <a:pt x="701849" y="45291"/>
                </a:lnTo>
                <a:lnTo>
                  <a:pt x="701991" y="44829"/>
                </a:lnTo>
                <a:lnTo>
                  <a:pt x="702146" y="44377"/>
                </a:lnTo>
                <a:lnTo>
                  <a:pt x="702314" y="43936"/>
                </a:lnTo>
                <a:lnTo>
                  <a:pt x="702495" y="43504"/>
                </a:lnTo>
                <a:lnTo>
                  <a:pt x="702688" y="43082"/>
                </a:lnTo>
                <a:lnTo>
                  <a:pt x="702894" y="42671"/>
                </a:lnTo>
                <a:lnTo>
                  <a:pt x="703113" y="42269"/>
                </a:lnTo>
                <a:lnTo>
                  <a:pt x="703345" y="41878"/>
                </a:lnTo>
                <a:lnTo>
                  <a:pt x="703590" y="41496"/>
                </a:lnTo>
                <a:lnTo>
                  <a:pt x="703848" y="41125"/>
                </a:lnTo>
                <a:lnTo>
                  <a:pt x="704118" y="40763"/>
                </a:lnTo>
                <a:lnTo>
                  <a:pt x="704401" y="40412"/>
                </a:lnTo>
                <a:lnTo>
                  <a:pt x="704697" y="40071"/>
                </a:lnTo>
                <a:lnTo>
                  <a:pt x="705003" y="39742"/>
                </a:lnTo>
                <a:lnTo>
                  <a:pt x="705315" y="39426"/>
                </a:lnTo>
                <a:lnTo>
                  <a:pt x="705634" y="39125"/>
                </a:lnTo>
                <a:lnTo>
                  <a:pt x="705960" y="38838"/>
                </a:lnTo>
                <a:lnTo>
                  <a:pt x="706292" y="38565"/>
                </a:lnTo>
                <a:lnTo>
                  <a:pt x="706632" y="38306"/>
                </a:lnTo>
                <a:lnTo>
                  <a:pt x="706978" y="38061"/>
                </a:lnTo>
                <a:lnTo>
                  <a:pt x="707330" y="37830"/>
                </a:lnTo>
                <a:lnTo>
                  <a:pt x="707690" y="37612"/>
                </a:lnTo>
                <a:lnTo>
                  <a:pt x="708056" y="37409"/>
                </a:lnTo>
                <a:lnTo>
                  <a:pt x="708429" y="37220"/>
                </a:lnTo>
                <a:lnTo>
                  <a:pt x="708808" y="37045"/>
                </a:lnTo>
                <a:lnTo>
                  <a:pt x="709195" y="36884"/>
                </a:lnTo>
                <a:lnTo>
                  <a:pt x="709588" y="36737"/>
                </a:lnTo>
                <a:lnTo>
                  <a:pt x="709987" y="36604"/>
                </a:lnTo>
                <a:lnTo>
                  <a:pt x="710394" y="36485"/>
                </a:lnTo>
                <a:lnTo>
                  <a:pt x="710807" y="36380"/>
                </a:lnTo>
                <a:lnTo>
                  <a:pt x="711227" y="36289"/>
                </a:lnTo>
                <a:lnTo>
                  <a:pt x="711654" y="36212"/>
                </a:lnTo>
                <a:lnTo>
                  <a:pt x="712087" y="36149"/>
                </a:lnTo>
                <a:lnTo>
                  <a:pt x="712527" y="36100"/>
                </a:lnTo>
                <a:lnTo>
                  <a:pt x="712974" y="36065"/>
                </a:lnTo>
                <a:lnTo>
                  <a:pt x="713427" y="36044"/>
                </a:lnTo>
                <a:lnTo>
                  <a:pt x="713887" y="36037"/>
                </a:lnTo>
                <a:lnTo>
                  <a:pt x="714318" y="36043"/>
                </a:lnTo>
                <a:lnTo>
                  <a:pt x="714743" y="36063"/>
                </a:lnTo>
                <a:lnTo>
                  <a:pt x="715163" y="36096"/>
                </a:lnTo>
                <a:lnTo>
                  <a:pt x="715577" y="36143"/>
                </a:lnTo>
                <a:lnTo>
                  <a:pt x="715986" y="36203"/>
                </a:lnTo>
                <a:lnTo>
                  <a:pt x="716389" y="36276"/>
                </a:lnTo>
                <a:lnTo>
                  <a:pt x="716787" y="36362"/>
                </a:lnTo>
                <a:lnTo>
                  <a:pt x="717179" y="36462"/>
                </a:lnTo>
                <a:lnTo>
                  <a:pt x="717566" y="36574"/>
                </a:lnTo>
                <a:lnTo>
                  <a:pt x="717948" y="36701"/>
                </a:lnTo>
                <a:lnTo>
                  <a:pt x="718324" y="36840"/>
                </a:lnTo>
                <a:lnTo>
                  <a:pt x="718694" y="36993"/>
                </a:lnTo>
                <a:lnTo>
                  <a:pt x="719059" y="37159"/>
                </a:lnTo>
                <a:lnTo>
                  <a:pt x="719419" y="37338"/>
                </a:lnTo>
                <a:lnTo>
                  <a:pt x="719773" y="37531"/>
                </a:lnTo>
                <a:lnTo>
                  <a:pt x="720122" y="37736"/>
                </a:lnTo>
                <a:lnTo>
                  <a:pt x="720465" y="37955"/>
                </a:lnTo>
                <a:lnTo>
                  <a:pt x="720803" y="38188"/>
                </a:lnTo>
                <a:lnTo>
                  <a:pt x="721135" y="38434"/>
                </a:lnTo>
                <a:lnTo>
                  <a:pt x="721462" y="38692"/>
                </a:lnTo>
                <a:lnTo>
                  <a:pt x="721784" y="38965"/>
                </a:lnTo>
                <a:lnTo>
                  <a:pt x="722100" y="39250"/>
                </a:lnTo>
                <a:lnTo>
                  <a:pt x="722410" y="39549"/>
                </a:lnTo>
                <a:lnTo>
                  <a:pt x="722715" y="39861"/>
                </a:lnTo>
                <a:lnTo>
                  <a:pt x="723012" y="40186"/>
                </a:lnTo>
                <a:lnTo>
                  <a:pt x="723296" y="40523"/>
                </a:lnTo>
                <a:lnTo>
                  <a:pt x="723568" y="40872"/>
                </a:lnTo>
                <a:lnTo>
                  <a:pt x="723829" y="41234"/>
                </a:lnTo>
                <a:lnTo>
                  <a:pt x="724077" y="41607"/>
                </a:lnTo>
                <a:lnTo>
                  <a:pt x="724314" y="41993"/>
                </a:lnTo>
                <a:lnTo>
                  <a:pt x="724538" y="42392"/>
                </a:lnTo>
                <a:lnTo>
                  <a:pt x="724751" y="42802"/>
                </a:lnTo>
                <a:lnTo>
                  <a:pt x="724951" y="43225"/>
                </a:lnTo>
                <a:lnTo>
                  <a:pt x="725140" y="43659"/>
                </a:lnTo>
                <a:lnTo>
                  <a:pt x="725317" y="44107"/>
                </a:lnTo>
                <a:lnTo>
                  <a:pt x="725481" y="44566"/>
                </a:lnTo>
                <a:lnTo>
                  <a:pt x="725634" y="45037"/>
                </a:lnTo>
                <a:lnTo>
                  <a:pt x="725775" y="45521"/>
                </a:lnTo>
                <a:lnTo>
                  <a:pt x="725904" y="46017"/>
                </a:lnTo>
                <a:lnTo>
                  <a:pt x="726021" y="46526"/>
                </a:lnTo>
                <a:lnTo>
                  <a:pt x="726125" y="47046"/>
                </a:lnTo>
                <a:lnTo>
                  <a:pt x="726218" y="47579"/>
                </a:lnTo>
                <a:lnTo>
                  <a:pt x="726299" y="48124"/>
                </a:lnTo>
                <a:lnTo>
                  <a:pt x="726368" y="48681"/>
                </a:lnTo>
                <a:lnTo>
                  <a:pt x="726425" y="49250"/>
                </a:lnTo>
                <a:lnTo>
                  <a:pt x="726470" y="49832"/>
                </a:lnTo>
                <a:lnTo>
                  <a:pt x="726503" y="50426"/>
                </a:lnTo>
                <a:lnTo>
                  <a:pt x="726524" y="51032"/>
                </a:lnTo>
                <a:lnTo>
                  <a:pt x="701129" y="51032"/>
                </a:lnTo>
                <a:lnTo>
                  <a:pt x="701131" y="50460"/>
                </a:lnTo>
                <a:lnTo>
                  <a:pt x="701145" y="49898"/>
                </a:lnTo>
                <a:lnTo>
                  <a:pt x="701172" y="49346"/>
                </a:lnTo>
                <a:close/>
                <a:moveTo>
                  <a:pt x="602087" y="88640"/>
                </a:moveTo>
                <a:lnTo>
                  <a:pt x="602087" y="24428"/>
                </a:lnTo>
                <a:lnTo>
                  <a:pt x="585097" y="24428"/>
                </a:lnTo>
                <a:lnTo>
                  <a:pt x="585097" y="88640"/>
                </a:lnTo>
                <a:lnTo>
                  <a:pt x="602087" y="88640"/>
                </a:lnTo>
                <a:close/>
                <a:moveTo>
                  <a:pt x="817806" y="113189"/>
                </a:moveTo>
                <a:lnTo>
                  <a:pt x="817806" y="102064"/>
                </a:lnTo>
                <a:lnTo>
                  <a:pt x="747184" y="102064"/>
                </a:lnTo>
                <a:lnTo>
                  <a:pt x="747184" y="113189"/>
                </a:lnTo>
                <a:lnTo>
                  <a:pt x="817806" y="113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27008-6668-48E8-ACB4-2FC67217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032" y="517790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25AC4-785D-4CD9-AA1A-520889E1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032" y="517790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B2E5B-DFA5-4DE8-84B8-2D58A35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101" y="520397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1E1E6-D1FD-4B7E-AE77-32BBBE5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54" y="5898075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4B95E-332F-40D8-A9AE-C281DCF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54" y="5898075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03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13315E4A-2543-4BAC-AF19-4F1BB2A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28" y="6024490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4" y="32116"/>
                  <a:pt x="129496" y="26693"/>
                </a:cubicBezTo>
                <a:cubicBezTo>
                  <a:pt x="134728" y="22187"/>
                  <a:pt x="141106" y="19934"/>
                  <a:pt x="148629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4" y="33634"/>
                  <a:pt x="177098" y="41205"/>
                  <a:pt x="177098" y="50866"/>
                </a:cubicBezTo>
                <a:cubicBezTo>
                  <a:pt x="177098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9" y="83517"/>
                </a:cubicBezTo>
                <a:cubicBezTo>
                  <a:pt x="140113" y="83517"/>
                  <a:pt x="133229" y="80787"/>
                  <a:pt x="127978" y="75326"/>
                </a:cubicBezTo>
                <a:cubicBezTo>
                  <a:pt x="122728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9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2" y="38181"/>
                  <a:pt x="161374" y="34319"/>
                </a:cubicBezTo>
                <a:cubicBezTo>
                  <a:pt x="157956" y="30457"/>
                  <a:pt x="153708" y="28526"/>
                  <a:pt x="148629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9" y="23777"/>
                  <a:pt x="303786" y="22240"/>
                </a:cubicBezTo>
                <a:cubicBezTo>
                  <a:pt x="306574" y="20703"/>
                  <a:pt x="309954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8" y="83517"/>
                  <a:pt x="313180" y="83517"/>
                </a:cubicBezTo>
                <a:cubicBezTo>
                  <a:pt x="309744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5" y="69118"/>
                </a:cubicBezTo>
                <a:cubicBezTo>
                  <a:pt x="327530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0" y="73034"/>
                </a:moveTo>
                <a:lnTo>
                  <a:pt x="637020" y="82142"/>
                </a:lnTo>
                <a:cubicBezTo>
                  <a:pt x="634117" y="82677"/>
                  <a:pt x="631521" y="82944"/>
                  <a:pt x="629229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0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2" y="0"/>
                </a:lnTo>
                <a:lnTo>
                  <a:pt x="625162" y="21309"/>
                </a:lnTo>
                <a:lnTo>
                  <a:pt x="635530" y="21309"/>
                </a:lnTo>
                <a:lnTo>
                  <a:pt x="635530" y="29328"/>
                </a:lnTo>
                <a:lnTo>
                  <a:pt x="625162" y="29328"/>
                </a:lnTo>
                <a:lnTo>
                  <a:pt x="625162" y="64900"/>
                </a:lnTo>
                <a:cubicBezTo>
                  <a:pt x="625162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0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Function_A1">
            <a:extLst xmlns:a="http://schemas.openxmlformats.org/drawingml/2006/main">
              <a:ext uri="{FF2B5EF4-FFF2-40B4-BE49-F238E27FC236}">
                <a16:creationId xmlns:a16="http://schemas.microsoft.com/office/drawing/2014/main" id="{F6883E53-16DD-4D5A-B925-707F4634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05" y="6165696"/>
            <a:ext cx="682742" cy="107575"/>
          </a:xfrm>
          <a:custGeom xmlns:a="http://schemas.openxmlformats.org/drawingml/2006/main">
            <a:pathLst>
              <a:path w="682742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2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5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3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8" y="35018"/>
                  <a:pt x="454837" y="34484"/>
                  <a:pt x="452660" y="34484"/>
                </a:cubicBezTo>
                <a:cubicBezTo>
                  <a:pt x="449872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1" y="24030"/>
                </a:cubicBezTo>
                <a:cubicBezTo>
                  <a:pt x="470952" y="25309"/>
                  <a:pt x="473176" y="26942"/>
                  <a:pt x="474685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636135" y="84319"/>
                </a:moveTo>
                <a:lnTo>
                  <a:pt x="617690" y="84319"/>
                </a:lnTo>
                <a:lnTo>
                  <a:pt x="610358" y="65187"/>
                </a:lnTo>
                <a:lnTo>
                  <a:pt x="576791" y="65187"/>
                </a:lnTo>
                <a:lnTo>
                  <a:pt x="569859" y="84319"/>
                </a:lnTo>
                <a:lnTo>
                  <a:pt x="551873" y="84319"/>
                </a:lnTo>
                <a:lnTo>
                  <a:pt x="584581" y="344"/>
                </a:lnTo>
                <a:lnTo>
                  <a:pt x="602510" y="344"/>
                </a:lnTo>
                <a:lnTo>
                  <a:pt x="636135" y="84319"/>
                </a:lnTo>
                <a:moveTo>
                  <a:pt x="604916" y="50981"/>
                </a:moveTo>
                <a:lnTo>
                  <a:pt x="593345" y="19934"/>
                </a:lnTo>
                <a:lnTo>
                  <a:pt x="582003" y="50981"/>
                </a:lnTo>
                <a:lnTo>
                  <a:pt x="604916" y="50981"/>
                </a:lnTo>
                <a:close/>
                <a:moveTo>
                  <a:pt x="682742" y="84319"/>
                </a:moveTo>
                <a:lnTo>
                  <a:pt x="666646" y="84319"/>
                </a:lnTo>
                <a:lnTo>
                  <a:pt x="666646" y="23724"/>
                </a:lnTo>
                <a:cubicBezTo>
                  <a:pt x="660765" y="29244"/>
                  <a:pt x="653834" y="33327"/>
                  <a:pt x="645853" y="35973"/>
                </a:cubicBezTo>
                <a:lnTo>
                  <a:pt x="645853" y="21309"/>
                </a:lnTo>
                <a:cubicBezTo>
                  <a:pt x="650053" y="19931"/>
                  <a:pt x="654617" y="17318"/>
                  <a:pt x="659543" y="13470"/>
                </a:cubicBezTo>
                <a:cubicBezTo>
                  <a:pt x="664469" y="9622"/>
                  <a:pt x="667849" y="5132"/>
                  <a:pt x="669682" y="0"/>
                </a:cubicBezTo>
                <a:lnTo>
                  <a:pt x="682742" y="0"/>
                </a:lnTo>
                <a:lnTo>
                  <a:pt x="682742" y="84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915F5-20A2-43E9-908A-2FC5807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28" y="593066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88BEF-44CC-46D0-A7D0-D43290B9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28" y="593066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2EC37-0CC5-4CE8-B98E-720ADDC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98" y="595673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A0CF4-4D5D-421E-B1E4-361A2A6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5627212"/>
            <a:ext cx="966010" cy="483005"/>
          </a:xfrm>
          <a:custGeom xmlns:a="http://schemas.openxmlformats.org/drawingml/2006/main">
            <a:pathLst>
              <a:path w="966010" h="483005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FBD34-D9C5-4784-895A-E5C77C5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5627212"/>
            <a:ext cx="966010" cy="483005"/>
          </a:xfrm>
          <a:custGeom xmlns:a="http://schemas.openxmlformats.org/drawingml/2006/main">
            <a:pathLst>
              <a:path w="966010" h="483005" fill="none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10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E02EDFBB-464A-4F77-AB1B-A9FF0654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39" y="5750758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4" y="39964"/>
                  <a:pt x="466774" y="44737"/>
                </a:cubicBezTo>
                <a:lnTo>
                  <a:pt x="466774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4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Function_A2">
            <a:extLst xmlns:a="http://schemas.openxmlformats.org/drawingml/2006/main">
              <a:ext uri="{FF2B5EF4-FFF2-40B4-BE49-F238E27FC236}">
                <a16:creationId xmlns:a16="http://schemas.microsoft.com/office/drawing/2014/main" id="{5AA80C03-A143-4C5F-86B1-43FFD74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217" y="5891965"/>
            <a:ext cx="695916" cy="107575"/>
          </a:xfrm>
          <a:custGeom xmlns:a="http://schemas.openxmlformats.org/drawingml/2006/main">
            <a:pathLst>
              <a:path w="69591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2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5" y="67707"/>
                  <a:pt x="71105" y="61979"/>
                </a:cubicBezTo>
                <a:lnTo>
                  <a:pt x="71105" y="23486"/>
                </a:lnTo>
                <a:lnTo>
                  <a:pt x="87201" y="23486"/>
                </a:lnTo>
                <a:lnTo>
                  <a:pt x="87201" y="51375"/>
                </a:lnTo>
                <a:cubicBezTo>
                  <a:pt x="87201" y="59910"/>
                  <a:pt x="87497" y="65139"/>
                  <a:pt x="88089" y="67063"/>
                </a:cubicBezTo>
                <a:cubicBezTo>
                  <a:pt x="88681" y="68986"/>
                  <a:pt x="89760" y="70510"/>
                  <a:pt x="91326" y="71635"/>
                </a:cubicBezTo>
                <a:cubicBezTo>
                  <a:pt x="92891" y="72759"/>
                  <a:pt x="94877" y="73321"/>
                  <a:pt x="97283" y="73321"/>
                </a:cubicBezTo>
                <a:cubicBezTo>
                  <a:pt x="100033" y="73321"/>
                  <a:pt x="102496" y="72568"/>
                  <a:pt x="104672" y="71064"/>
                </a:cubicBezTo>
                <a:cubicBezTo>
                  <a:pt x="106849" y="69559"/>
                  <a:pt x="108338" y="67692"/>
                  <a:pt x="109140" y="65462"/>
                </a:cubicBezTo>
                <a:cubicBezTo>
                  <a:pt x="109942" y="63233"/>
                  <a:pt x="110343" y="57775"/>
                  <a:pt x="110343" y="49089"/>
                </a:cubicBezTo>
                <a:lnTo>
                  <a:pt x="110343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5" y="84319"/>
                </a:lnTo>
                <a:lnTo>
                  <a:pt x="182365" y="53308"/>
                </a:lnTo>
                <a:cubicBezTo>
                  <a:pt x="182365" y="46747"/>
                  <a:pt x="182022" y="42503"/>
                  <a:pt x="181334" y="40577"/>
                </a:cubicBezTo>
                <a:cubicBezTo>
                  <a:pt x="180647" y="38651"/>
                  <a:pt x="179530" y="37154"/>
                  <a:pt x="177983" y="36086"/>
                </a:cubicBezTo>
                <a:cubicBezTo>
                  <a:pt x="176437" y="35018"/>
                  <a:pt x="174575" y="34484"/>
                  <a:pt x="172398" y="34484"/>
                </a:cubicBezTo>
                <a:cubicBezTo>
                  <a:pt x="169611" y="34484"/>
                  <a:pt x="167109" y="35247"/>
                  <a:pt x="164894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3" y="23486"/>
                </a:lnTo>
                <a:lnTo>
                  <a:pt x="157963" y="32422"/>
                </a:lnTo>
                <a:cubicBezTo>
                  <a:pt x="163271" y="25548"/>
                  <a:pt x="169954" y="22111"/>
                  <a:pt x="178012" y="22111"/>
                </a:cubicBezTo>
                <a:cubicBezTo>
                  <a:pt x="181563" y="22111"/>
                  <a:pt x="184809" y="22750"/>
                  <a:pt x="187750" y="24030"/>
                </a:cubicBezTo>
                <a:cubicBezTo>
                  <a:pt x="190690" y="25309"/>
                  <a:pt x="192915" y="26942"/>
                  <a:pt x="194423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8" y="41472"/>
                </a:moveTo>
                <a:lnTo>
                  <a:pt x="251981" y="44336"/>
                </a:lnTo>
                <a:cubicBezTo>
                  <a:pt x="251447" y="41186"/>
                  <a:pt x="250234" y="38813"/>
                  <a:pt x="248344" y="37219"/>
                </a:cubicBezTo>
                <a:cubicBezTo>
                  <a:pt x="246454" y="35625"/>
                  <a:pt x="244000" y="34827"/>
                  <a:pt x="240983" y="34827"/>
                </a:cubicBezTo>
                <a:cubicBezTo>
                  <a:pt x="236974" y="34827"/>
                  <a:pt x="233775" y="36207"/>
                  <a:pt x="231389" y="38968"/>
                </a:cubicBezTo>
                <a:cubicBezTo>
                  <a:pt x="229002" y="41728"/>
                  <a:pt x="227808" y="46344"/>
                  <a:pt x="227808" y="52816"/>
                </a:cubicBezTo>
                <a:cubicBezTo>
                  <a:pt x="227808" y="60012"/>
                  <a:pt x="229021" y="65095"/>
                  <a:pt x="231446" y="68065"/>
                </a:cubicBezTo>
                <a:cubicBezTo>
                  <a:pt x="233871" y="71034"/>
                  <a:pt x="237126" y="72519"/>
                  <a:pt x="241212" y="72519"/>
                </a:cubicBezTo>
                <a:cubicBezTo>
                  <a:pt x="244267" y="72519"/>
                  <a:pt x="246769" y="71650"/>
                  <a:pt x="248716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0" y="63697"/>
                </a:lnTo>
                <a:cubicBezTo>
                  <a:pt x="267008" y="70953"/>
                  <a:pt x="263858" y="76433"/>
                  <a:pt x="259199" y="80137"/>
                </a:cubicBezTo>
                <a:cubicBezTo>
                  <a:pt x="254540" y="83842"/>
                  <a:pt x="248296" y="85694"/>
                  <a:pt x="240468" y="85694"/>
                </a:cubicBezTo>
                <a:cubicBezTo>
                  <a:pt x="231570" y="85694"/>
                  <a:pt x="224477" y="82887"/>
                  <a:pt x="219188" y="77273"/>
                </a:cubicBezTo>
                <a:cubicBezTo>
                  <a:pt x="213899" y="71660"/>
                  <a:pt x="211254" y="63888"/>
                  <a:pt x="211254" y="53960"/>
                </a:cubicBezTo>
                <a:cubicBezTo>
                  <a:pt x="211254" y="43916"/>
                  <a:pt x="213908" y="36097"/>
                  <a:pt x="219216" y="30503"/>
                </a:cubicBezTo>
                <a:cubicBezTo>
                  <a:pt x="224524" y="24908"/>
                  <a:pt x="231704" y="22111"/>
                  <a:pt x="240754" y="22111"/>
                </a:cubicBezTo>
                <a:cubicBezTo>
                  <a:pt x="248163" y="22111"/>
                  <a:pt x="254053" y="23705"/>
                  <a:pt x="258426" y="26894"/>
                </a:cubicBezTo>
                <a:cubicBezTo>
                  <a:pt x="262798" y="30083"/>
                  <a:pt x="265939" y="34942"/>
                  <a:pt x="267848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3" y="344"/>
                </a:lnTo>
                <a:lnTo>
                  <a:pt x="335193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3" y="23486"/>
                </a:lnTo>
                <a:lnTo>
                  <a:pt x="335193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4" y="42522"/>
                  <a:pt x="351939" y="37520"/>
                </a:cubicBezTo>
                <a:cubicBezTo>
                  <a:pt x="354574" y="32517"/>
                  <a:pt x="358307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3" y="22111"/>
                  <a:pt x="396065" y="25099"/>
                  <a:pt x="401946" y="31075"/>
                </a:cubicBezTo>
                <a:cubicBezTo>
                  <a:pt x="407827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0" y="76614"/>
                </a:cubicBezTo>
                <a:cubicBezTo>
                  <a:pt x="395922" y="82667"/>
                  <a:pt x="388447" y="85694"/>
                  <a:pt x="379435" y="85694"/>
                </a:cubicBezTo>
                <a:cubicBezTo>
                  <a:pt x="373859" y="85694"/>
                  <a:pt x="368542" y="84433"/>
                  <a:pt x="363482" y="81913"/>
                </a:cubicBezTo>
                <a:cubicBezTo>
                  <a:pt x="358422" y="79393"/>
                  <a:pt x="354574" y="75698"/>
                  <a:pt x="351939" y="70829"/>
                </a:cubicBezTo>
                <a:cubicBezTo>
                  <a:pt x="349304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0" y="67721"/>
                </a:cubicBezTo>
                <a:cubicBezTo>
                  <a:pt x="371644" y="70920"/>
                  <a:pt x="375177" y="72519"/>
                  <a:pt x="379377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3" y="59879"/>
                  <a:pt x="394213" y="53788"/>
                </a:cubicBezTo>
                <a:cubicBezTo>
                  <a:pt x="394213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7" y="35286"/>
                </a:cubicBezTo>
                <a:cubicBezTo>
                  <a:pt x="375177" y="35286"/>
                  <a:pt x="371644" y="36885"/>
                  <a:pt x="368780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6" y="84319"/>
                </a:lnTo>
                <a:lnTo>
                  <a:pt x="462626" y="53308"/>
                </a:lnTo>
                <a:cubicBezTo>
                  <a:pt x="462626" y="46747"/>
                  <a:pt x="462283" y="42503"/>
                  <a:pt x="461595" y="40577"/>
                </a:cubicBezTo>
                <a:cubicBezTo>
                  <a:pt x="460908" y="38651"/>
                  <a:pt x="459791" y="37154"/>
                  <a:pt x="458244" y="36086"/>
                </a:cubicBezTo>
                <a:cubicBezTo>
                  <a:pt x="456698" y="35018"/>
                  <a:pt x="454836" y="34484"/>
                  <a:pt x="452659" y="34484"/>
                </a:cubicBezTo>
                <a:cubicBezTo>
                  <a:pt x="449872" y="34484"/>
                  <a:pt x="447370" y="35247"/>
                  <a:pt x="445155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0" y="50008"/>
                  <a:pt x="439370" y="56799"/>
                </a:cubicBezTo>
                <a:lnTo>
                  <a:pt x="439370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4" y="23486"/>
                </a:lnTo>
                <a:lnTo>
                  <a:pt x="438224" y="32422"/>
                </a:lnTo>
                <a:cubicBezTo>
                  <a:pt x="443533" y="25548"/>
                  <a:pt x="450215" y="22111"/>
                  <a:pt x="458273" y="22111"/>
                </a:cubicBezTo>
                <a:cubicBezTo>
                  <a:pt x="461825" y="22111"/>
                  <a:pt x="465070" y="22750"/>
                  <a:pt x="468011" y="24030"/>
                </a:cubicBezTo>
                <a:cubicBezTo>
                  <a:pt x="470951" y="25309"/>
                  <a:pt x="473176" y="26942"/>
                  <a:pt x="474684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8" y="107575"/>
                </a:moveTo>
                <a:lnTo>
                  <a:pt x="485558" y="97035"/>
                </a:lnTo>
                <a:lnTo>
                  <a:pt x="552463" y="97035"/>
                </a:lnTo>
                <a:lnTo>
                  <a:pt x="552463" y="107575"/>
                </a:lnTo>
                <a:lnTo>
                  <a:pt x="485558" y="107575"/>
                </a:lnTo>
                <a:close/>
                <a:moveTo>
                  <a:pt x="636134" y="84319"/>
                </a:moveTo>
                <a:lnTo>
                  <a:pt x="617689" y="84319"/>
                </a:lnTo>
                <a:lnTo>
                  <a:pt x="610357" y="65187"/>
                </a:lnTo>
                <a:lnTo>
                  <a:pt x="576790" y="65187"/>
                </a:lnTo>
                <a:lnTo>
                  <a:pt x="569859" y="84319"/>
                </a:lnTo>
                <a:lnTo>
                  <a:pt x="551872" y="84319"/>
                </a:lnTo>
                <a:lnTo>
                  <a:pt x="584580" y="344"/>
                </a:lnTo>
                <a:lnTo>
                  <a:pt x="602509" y="344"/>
                </a:lnTo>
                <a:lnTo>
                  <a:pt x="636134" y="84319"/>
                </a:lnTo>
                <a:moveTo>
                  <a:pt x="604915" y="50981"/>
                </a:moveTo>
                <a:lnTo>
                  <a:pt x="593344" y="19934"/>
                </a:lnTo>
                <a:lnTo>
                  <a:pt x="582002" y="50981"/>
                </a:lnTo>
                <a:lnTo>
                  <a:pt x="604915" y="50981"/>
                </a:lnTo>
                <a:close/>
                <a:moveTo>
                  <a:pt x="695916" y="69311"/>
                </a:moveTo>
                <a:lnTo>
                  <a:pt x="695916" y="84319"/>
                </a:lnTo>
                <a:lnTo>
                  <a:pt x="639494" y="84319"/>
                </a:lnTo>
                <a:cubicBezTo>
                  <a:pt x="640105" y="78672"/>
                  <a:pt x="641938" y="73321"/>
                  <a:pt x="644993" y="68266"/>
                </a:cubicBezTo>
                <a:cubicBezTo>
                  <a:pt x="648048" y="63209"/>
                  <a:pt x="654082" y="56503"/>
                  <a:pt x="663094" y="48145"/>
                </a:cubicBezTo>
                <a:cubicBezTo>
                  <a:pt x="670350" y="41392"/>
                  <a:pt x="674799" y="36814"/>
                  <a:pt x="676441" y="34410"/>
                </a:cubicBezTo>
                <a:cubicBezTo>
                  <a:pt x="678656" y="31090"/>
                  <a:pt x="679763" y="27809"/>
                  <a:pt x="679763" y="24565"/>
                </a:cubicBezTo>
                <a:cubicBezTo>
                  <a:pt x="679763" y="20978"/>
                  <a:pt x="678799" y="18221"/>
                  <a:pt x="676870" y="16295"/>
                </a:cubicBezTo>
                <a:cubicBezTo>
                  <a:pt x="674942" y="14368"/>
                  <a:pt x="672278" y="13404"/>
                  <a:pt x="668879" y="13404"/>
                </a:cubicBezTo>
                <a:cubicBezTo>
                  <a:pt x="665519" y="13404"/>
                  <a:pt x="662846" y="14421"/>
                  <a:pt x="660860" y="16454"/>
                </a:cubicBezTo>
                <a:cubicBezTo>
                  <a:pt x="658874" y="18487"/>
                  <a:pt x="657729" y="21861"/>
                  <a:pt x="657423" y="26579"/>
                </a:cubicBezTo>
                <a:lnTo>
                  <a:pt x="641384" y="24968"/>
                </a:lnTo>
                <a:cubicBezTo>
                  <a:pt x="642339" y="16070"/>
                  <a:pt x="645337" y="9684"/>
                  <a:pt x="650377" y="5811"/>
                </a:cubicBezTo>
                <a:cubicBezTo>
                  <a:pt x="655418" y="1937"/>
                  <a:pt x="661719" y="0"/>
                  <a:pt x="669280" y="0"/>
                </a:cubicBezTo>
                <a:cubicBezTo>
                  <a:pt x="677567" y="0"/>
                  <a:pt x="684078" y="2232"/>
                  <a:pt x="688814" y="6697"/>
                </a:cubicBezTo>
                <a:cubicBezTo>
                  <a:pt x="693549" y="11161"/>
                  <a:pt x="695916" y="16713"/>
                  <a:pt x="695916" y="23351"/>
                </a:cubicBezTo>
                <a:cubicBezTo>
                  <a:pt x="695916" y="27130"/>
                  <a:pt x="695239" y="30726"/>
                  <a:pt x="693883" y="34142"/>
                </a:cubicBezTo>
                <a:cubicBezTo>
                  <a:pt x="692527" y="37556"/>
                  <a:pt x="690379" y="41133"/>
                  <a:pt x="687439" y="44871"/>
                </a:cubicBezTo>
                <a:cubicBezTo>
                  <a:pt x="685491" y="47352"/>
                  <a:pt x="681978" y="50921"/>
                  <a:pt x="676899" y="55576"/>
                </a:cubicBezTo>
                <a:cubicBezTo>
                  <a:pt x="671820" y="60230"/>
                  <a:pt x="668603" y="63320"/>
                  <a:pt x="667247" y="64847"/>
                </a:cubicBezTo>
                <a:cubicBezTo>
                  <a:pt x="665891" y="66373"/>
                  <a:pt x="664793" y="67861"/>
                  <a:pt x="663953" y="69311"/>
                </a:cubicBezTo>
                <a:lnTo>
                  <a:pt x="695916" y="69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E6DF9-610B-4D16-AE70-A6C1373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5659799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2B0EC-1C67-4DF6-8384-B2B844C0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5659799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BD30B-E19F-450C-B042-5E66329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09" y="5685868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D2F40-55AB-47B2-9DF6-15E851E1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6276475"/>
            <a:ext cx="966010" cy="483005"/>
          </a:xfrm>
          <a:custGeom xmlns:a="http://schemas.openxmlformats.org/drawingml/2006/main">
            <a:pathLst>
              <a:path w="966010" h="483005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8BF52-CF98-4C14-BB9E-12B23BA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665" y="6276475"/>
            <a:ext cx="966010" cy="483005"/>
          </a:xfrm>
          <a:custGeom xmlns:a="http://schemas.openxmlformats.org/drawingml/2006/main">
            <a:pathLst>
              <a:path w="966010" h="483005" fill="none">
                <a:moveTo>
                  <a:pt x="0" y="0"/>
                </a:moveTo>
                <a:lnTo>
                  <a:pt x="966010" y="0"/>
                </a:lnTo>
                <a:lnTo>
                  <a:pt x="966010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17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BA9CE7A4-8616-4D44-97F9-C183EF85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39" y="6402499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2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5" y="29787"/>
                  <a:pt x="70887" y="26092"/>
                  <a:pt x="75336" y="23629"/>
                </a:cubicBezTo>
                <a:cubicBezTo>
                  <a:pt x="79785" y="21166"/>
                  <a:pt x="84626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4" y="39964"/>
                  <a:pt x="466774" y="44737"/>
                </a:cubicBezTo>
                <a:lnTo>
                  <a:pt x="466774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4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4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8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39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6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9" y="31919"/>
                  <a:pt x="581446" y="30676"/>
                </a:cubicBezTo>
                <a:cubicBezTo>
                  <a:pt x="579403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8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Function_A3">
            <a:extLst xmlns:a="http://schemas.openxmlformats.org/drawingml/2006/main">
              <a:ext uri="{FF2B5EF4-FFF2-40B4-BE49-F238E27FC236}">
                <a16:creationId xmlns:a16="http://schemas.microsoft.com/office/drawing/2014/main" id="{14EEAAD9-4E8C-4A38-AD36-12D0FFA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217" y="6543705"/>
            <a:ext cx="696776" cy="107575"/>
          </a:xfrm>
          <a:custGeom xmlns:a="http://schemas.openxmlformats.org/drawingml/2006/main">
            <a:pathLst>
              <a:path w="69677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2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5" y="67707"/>
                  <a:pt x="71105" y="61979"/>
                </a:cubicBezTo>
                <a:lnTo>
                  <a:pt x="71105" y="23486"/>
                </a:lnTo>
                <a:lnTo>
                  <a:pt x="87201" y="23486"/>
                </a:lnTo>
                <a:lnTo>
                  <a:pt x="87201" y="51375"/>
                </a:lnTo>
                <a:cubicBezTo>
                  <a:pt x="87201" y="59910"/>
                  <a:pt x="87497" y="65139"/>
                  <a:pt x="88089" y="67063"/>
                </a:cubicBezTo>
                <a:cubicBezTo>
                  <a:pt x="88681" y="68986"/>
                  <a:pt x="89760" y="70510"/>
                  <a:pt x="91326" y="71635"/>
                </a:cubicBezTo>
                <a:cubicBezTo>
                  <a:pt x="92891" y="72759"/>
                  <a:pt x="94877" y="73321"/>
                  <a:pt x="97283" y="73321"/>
                </a:cubicBezTo>
                <a:cubicBezTo>
                  <a:pt x="100033" y="73321"/>
                  <a:pt x="102496" y="72568"/>
                  <a:pt x="104672" y="71064"/>
                </a:cubicBezTo>
                <a:cubicBezTo>
                  <a:pt x="106849" y="69559"/>
                  <a:pt x="108338" y="67692"/>
                  <a:pt x="109140" y="65462"/>
                </a:cubicBezTo>
                <a:cubicBezTo>
                  <a:pt x="109942" y="63233"/>
                  <a:pt x="110343" y="57775"/>
                  <a:pt x="110343" y="49089"/>
                </a:cubicBezTo>
                <a:lnTo>
                  <a:pt x="110343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5" y="84319"/>
                </a:lnTo>
                <a:lnTo>
                  <a:pt x="182365" y="53308"/>
                </a:lnTo>
                <a:cubicBezTo>
                  <a:pt x="182365" y="46747"/>
                  <a:pt x="182022" y="42503"/>
                  <a:pt x="181334" y="40577"/>
                </a:cubicBezTo>
                <a:cubicBezTo>
                  <a:pt x="180647" y="38651"/>
                  <a:pt x="179530" y="37154"/>
                  <a:pt x="177983" y="36086"/>
                </a:cubicBezTo>
                <a:cubicBezTo>
                  <a:pt x="176437" y="35018"/>
                  <a:pt x="174575" y="34484"/>
                  <a:pt x="172398" y="34484"/>
                </a:cubicBezTo>
                <a:cubicBezTo>
                  <a:pt x="169611" y="34484"/>
                  <a:pt x="167109" y="35247"/>
                  <a:pt x="164894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3" y="23486"/>
                </a:lnTo>
                <a:lnTo>
                  <a:pt x="157963" y="32422"/>
                </a:lnTo>
                <a:cubicBezTo>
                  <a:pt x="163271" y="25548"/>
                  <a:pt x="169954" y="22111"/>
                  <a:pt x="178012" y="22111"/>
                </a:cubicBezTo>
                <a:cubicBezTo>
                  <a:pt x="181563" y="22111"/>
                  <a:pt x="184809" y="22750"/>
                  <a:pt x="187750" y="24030"/>
                </a:cubicBezTo>
                <a:cubicBezTo>
                  <a:pt x="190690" y="25309"/>
                  <a:pt x="192915" y="26942"/>
                  <a:pt x="194423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8" y="41472"/>
                </a:moveTo>
                <a:lnTo>
                  <a:pt x="251981" y="44336"/>
                </a:lnTo>
                <a:cubicBezTo>
                  <a:pt x="251447" y="41186"/>
                  <a:pt x="250234" y="38813"/>
                  <a:pt x="248344" y="37219"/>
                </a:cubicBezTo>
                <a:cubicBezTo>
                  <a:pt x="246454" y="35625"/>
                  <a:pt x="244000" y="34827"/>
                  <a:pt x="240983" y="34827"/>
                </a:cubicBezTo>
                <a:cubicBezTo>
                  <a:pt x="236974" y="34827"/>
                  <a:pt x="233775" y="36207"/>
                  <a:pt x="231389" y="38968"/>
                </a:cubicBezTo>
                <a:cubicBezTo>
                  <a:pt x="229002" y="41728"/>
                  <a:pt x="227808" y="46344"/>
                  <a:pt x="227808" y="52816"/>
                </a:cubicBezTo>
                <a:cubicBezTo>
                  <a:pt x="227808" y="60012"/>
                  <a:pt x="229021" y="65095"/>
                  <a:pt x="231446" y="68065"/>
                </a:cubicBezTo>
                <a:cubicBezTo>
                  <a:pt x="233871" y="71034"/>
                  <a:pt x="237126" y="72519"/>
                  <a:pt x="241212" y="72519"/>
                </a:cubicBezTo>
                <a:cubicBezTo>
                  <a:pt x="244267" y="72519"/>
                  <a:pt x="246769" y="71650"/>
                  <a:pt x="248716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0" y="63697"/>
                </a:lnTo>
                <a:cubicBezTo>
                  <a:pt x="267008" y="70953"/>
                  <a:pt x="263858" y="76433"/>
                  <a:pt x="259199" y="80137"/>
                </a:cubicBezTo>
                <a:cubicBezTo>
                  <a:pt x="254540" y="83842"/>
                  <a:pt x="248296" y="85694"/>
                  <a:pt x="240468" y="85694"/>
                </a:cubicBezTo>
                <a:cubicBezTo>
                  <a:pt x="231570" y="85694"/>
                  <a:pt x="224477" y="82887"/>
                  <a:pt x="219188" y="77273"/>
                </a:cubicBezTo>
                <a:cubicBezTo>
                  <a:pt x="213899" y="71660"/>
                  <a:pt x="211254" y="63888"/>
                  <a:pt x="211254" y="53960"/>
                </a:cubicBezTo>
                <a:cubicBezTo>
                  <a:pt x="211254" y="43916"/>
                  <a:pt x="213908" y="36097"/>
                  <a:pt x="219216" y="30503"/>
                </a:cubicBezTo>
                <a:cubicBezTo>
                  <a:pt x="224524" y="24908"/>
                  <a:pt x="231704" y="22111"/>
                  <a:pt x="240754" y="22111"/>
                </a:cubicBezTo>
                <a:cubicBezTo>
                  <a:pt x="248163" y="22111"/>
                  <a:pt x="254053" y="23705"/>
                  <a:pt x="258426" y="26894"/>
                </a:cubicBezTo>
                <a:cubicBezTo>
                  <a:pt x="262798" y="30083"/>
                  <a:pt x="265939" y="34942"/>
                  <a:pt x="267848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3" y="344"/>
                </a:lnTo>
                <a:lnTo>
                  <a:pt x="335193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3" y="23486"/>
                </a:lnTo>
                <a:lnTo>
                  <a:pt x="335193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4" y="42522"/>
                  <a:pt x="351939" y="37520"/>
                </a:cubicBezTo>
                <a:cubicBezTo>
                  <a:pt x="354574" y="32517"/>
                  <a:pt x="358307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3" y="22111"/>
                  <a:pt x="396065" y="25099"/>
                  <a:pt x="401946" y="31075"/>
                </a:cubicBezTo>
                <a:cubicBezTo>
                  <a:pt x="407827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0" y="76614"/>
                </a:cubicBezTo>
                <a:cubicBezTo>
                  <a:pt x="395922" y="82667"/>
                  <a:pt x="388447" y="85694"/>
                  <a:pt x="379435" y="85694"/>
                </a:cubicBezTo>
                <a:cubicBezTo>
                  <a:pt x="373859" y="85694"/>
                  <a:pt x="368542" y="84433"/>
                  <a:pt x="363482" y="81913"/>
                </a:cubicBezTo>
                <a:cubicBezTo>
                  <a:pt x="358422" y="79393"/>
                  <a:pt x="354574" y="75698"/>
                  <a:pt x="351939" y="70829"/>
                </a:cubicBezTo>
                <a:cubicBezTo>
                  <a:pt x="349304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0" y="67721"/>
                </a:cubicBezTo>
                <a:cubicBezTo>
                  <a:pt x="371644" y="70920"/>
                  <a:pt x="375177" y="72519"/>
                  <a:pt x="379377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3" y="59879"/>
                  <a:pt x="394213" y="53788"/>
                </a:cubicBezTo>
                <a:cubicBezTo>
                  <a:pt x="394213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7" y="35286"/>
                </a:cubicBezTo>
                <a:cubicBezTo>
                  <a:pt x="375177" y="35286"/>
                  <a:pt x="371644" y="36885"/>
                  <a:pt x="368780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3" y="84319"/>
                </a:moveTo>
                <a:lnTo>
                  <a:pt x="462626" y="84319"/>
                </a:lnTo>
                <a:lnTo>
                  <a:pt x="462626" y="53308"/>
                </a:lnTo>
                <a:cubicBezTo>
                  <a:pt x="462626" y="46747"/>
                  <a:pt x="462283" y="42503"/>
                  <a:pt x="461595" y="40577"/>
                </a:cubicBezTo>
                <a:cubicBezTo>
                  <a:pt x="460908" y="38651"/>
                  <a:pt x="459791" y="37154"/>
                  <a:pt x="458244" y="36086"/>
                </a:cubicBezTo>
                <a:cubicBezTo>
                  <a:pt x="456698" y="35018"/>
                  <a:pt x="454836" y="34484"/>
                  <a:pt x="452659" y="34484"/>
                </a:cubicBezTo>
                <a:cubicBezTo>
                  <a:pt x="449872" y="34484"/>
                  <a:pt x="447370" y="35247"/>
                  <a:pt x="445155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0" y="50008"/>
                  <a:pt x="439370" y="56799"/>
                </a:cubicBezTo>
                <a:lnTo>
                  <a:pt x="439370" y="84319"/>
                </a:lnTo>
                <a:lnTo>
                  <a:pt x="423274" y="84319"/>
                </a:lnTo>
                <a:lnTo>
                  <a:pt x="423274" y="23486"/>
                </a:lnTo>
                <a:lnTo>
                  <a:pt x="438224" y="23486"/>
                </a:lnTo>
                <a:lnTo>
                  <a:pt x="438224" y="32422"/>
                </a:lnTo>
                <a:cubicBezTo>
                  <a:pt x="443533" y="25548"/>
                  <a:pt x="450215" y="22111"/>
                  <a:pt x="458273" y="22111"/>
                </a:cubicBezTo>
                <a:cubicBezTo>
                  <a:pt x="461825" y="22111"/>
                  <a:pt x="465070" y="22750"/>
                  <a:pt x="468011" y="24030"/>
                </a:cubicBezTo>
                <a:cubicBezTo>
                  <a:pt x="470951" y="25309"/>
                  <a:pt x="473176" y="26942"/>
                  <a:pt x="474684" y="28927"/>
                </a:cubicBezTo>
                <a:cubicBezTo>
                  <a:pt x="476193" y="30913"/>
                  <a:pt x="477243" y="33166"/>
                  <a:pt x="477835" y="35687"/>
                </a:cubicBezTo>
                <a:cubicBezTo>
                  <a:pt x="478427" y="38207"/>
                  <a:pt x="478723" y="41816"/>
                  <a:pt x="478723" y="46513"/>
                </a:cubicBezTo>
                <a:lnTo>
                  <a:pt x="478723" y="84319"/>
                </a:lnTo>
                <a:close/>
                <a:moveTo>
                  <a:pt x="485558" y="107575"/>
                </a:moveTo>
                <a:lnTo>
                  <a:pt x="485558" y="97035"/>
                </a:lnTo>
                <a:lnTo>
                  <a:pt x="552463" y="97035"/>
                </a:lnTo>
                <a:lnTo>
                  <a:pt x="552463" y="107575"/>
                </a:lnTo>
                <a:lnTo>
                  <a:pt x="485558" y="107575"/>
                </a:lnTo>
                <a:close/>
                <a:moveTo>
                  <a:pt x="636134" y="84319"/>
                </a:moveTo>
                <a:lnTo>
                  <a:pt x="617689" y="84319"/>
                </a:lnTo>
                <a:lnTo>
                  <a:pt x="610357" y="65187"/>
                </a:lnTo>
                <a:lnTo>
                  <a:pt x="576790" y="65187"/>
                </a:lnTo>
                <a:lnTo>
                  <a:pt x="569859" y="84319"/>
                </a:lnTo>
                <a:lnTo>
                  <a:pt x="551872" y="84319"/>
                </a:lnTo>
                <a:lnTo>
                  <a:pt x="584580" y="344"/>
                </a:lnTo>
                <a:lnTo>
                  <a:pt x="602509" y="344"/>
                </a:lnTo>
                <a:lnTo>
                  <a:pt x="636134" y="84319"/>
                </a:lnTo>
                <a:moveTo>
                  <a:pt x="604915" y="50981"/>
                </a:moveTo>
                <a:lnTo>
                  <a:pt x="593344" y="19934"/>
                </a:lnTo>
                <a:lnTo>
                  <a:pt x="582002" y="50981"/>
                </a:lnTo>
                <a:lnTo>
                  <a:pt x="604915" y="50981"/>
                </a:lnTo>
                <a:close/>
                <a:moveTo>
                  <a:pt x="640983" y="62036"/>
                </a:moveTo>
                <a:lnTo>
                  <a:pt x="656564" y="60146"/>
                </a:lnTo>
                <a:cubicBezTo>
                  <a:pt x="657060" y="64117"/>
                  <a:pt x="658397" y="67153"/>
                  <a:pt x="660574" y="69254"/>
                </a:cubicBezTo>
                <a:cubicBezTo>
                  <a:pt x="662750" y="71354"/>
                  <a:pt x="665385" y="72404"/>
                  <a:pt x="668478" y="72404"/>
                </a:cubicBezTo>
                <a:cubicBezTo>
                  <a:pt x="671801" y="72404"/>
                  <a:pt x="674598" y="71144"/>
                  <a:pt x="676870" y="68624"/>
                </a:cubicBezTo>
                <a:cubicBezTo>
                  <a:pt x="679142" y="66103"/>
                  <a:pt x="680279" y="62705"/>
                  <a:pt x="680279" y="58427"/>
                </a:cubicBezTo>
                <a:cubicBezTo>
                  <a:pt x="680279" y="54380"/>
                  <a:pt x="679190" y="51172"/>
                  <a:pt x="677013" y="48804"/>
                </a:cubicBezTo>
                <a:cubicBezTo>
                  <a:pt x="674837" y="46436"/>
                  <a:pt x="672183" y="45253"/>
                  <a:pt x="669051" y="45253"/>
                </a:cubicBezTo>
                <a:cubicBezTo>
                  <a:pt x="666989" y="45253"/>
                  <a:pt x="664526" y="45654"/>
                  <a:pt x="661662" y="46456"/>
                </a:cubicBezTo>
                <a:lnTo>
                  <a:pt x="663438" y="33453"/>
                </a:lnTo>
                <a:cubicBezTo>
                  <a:pt x="667791" y="33567"/>
                  <a:pt x="671113" y="32625"/>
                  <a:pt x="673405" y="30626"/>
                </a:cubicBezTo>
                <a:cubicBezTo>
                  <a:pt x="675696" y="28626"/>
                  <a:pt x="676842" y="25970"/>
                  <a:pt x="676842" y="22657"/>
                </a:cubicBezTo>
                <a:cubicBezTo>
                  <a:pt x="676842" y="19839"/>
                  <a:pt x="676001" y="17593"/>
                  <a:pt x="674321" y="15917"/>
                </a:cubicBezTo>
                <a:cubicBezTo>
                  <a:pt x="672641" y="14242"/>
                  <a:pt x="670407" y="13404"/>
                  <a:pt x="667619" y="13404"/>
                </a:cubicBezTo>
                <a:cubicBezTo>
                  <a:pt x="664870" y="13404"/>
                  <a:pt x="662521" y="14359"/>
                  <a:pt x="660574" y="16268"/>
                </a:cubicBezTo>
                <a:cubicBezTo>
                  <a:pt x="658626" y="18177"/>
                  <a:pt x="657442" y="20965"/>
                  <a:pt x="657022" y="24631"/>
                </a:cubicBezTo>
                <a:lnTo>
                  <a:pt x="642186" y="22111"/>
                </a:lnTo>
                <a:cubicBezTo>
                  <a:pt x="643217" y="16992"/>
                  <a:pt x="644773" y="12903"/>
                  <a:pt x="646855" y="9844"/>
                </a:cubicBezTo>
                <a:cubicBezTo>
                  <a:pt x="648936" y="6784"/>
                  <a:pt x="651838" y="4378"/>
                  <a:pt x="655561" y="2628"/>
                </a:cubicBezTo>
                <a:cubicBezTo>
                  <a:pt x="659285" y="876"/>
                  <a:pt x="663457" y="0"/>
                  <a:pt x="668078" y="0"/>
                </a:cubicBezTo>
                <a:cubicBezTo>
                  <a:pt x="675982" y="0"/>
                  <a:pt x="682322" y="2524"/>
                  <a:pt x="687095" y="7572"/>
                </a:cubicBezTo>
                <a:cubicBezTo>
                  <a:pt x="691028" y="11703"/>
                  <a:pt x="692995" y="16369"/>
                  <a:pt x="692995" y="21570"/>
                </a:cubicBezTo>
                <a:cubicBezTo>
                  <a:pt x="692995" y="28951"/>
                  <a:pt x="688966" y="34841"/>
                  <a:pt x="680909" y="39240"/>
                </a:cubicBezTo>
                <a:cubicBezTo>
                  <a:pt x="685720" y="40271"/>
                  <a:pt x="689568" y="42581"/>
                  <a:pt x="692451" y="46171"/>
                </a:cubicBezTo>
                <a:cubicBezTo>
                  <a:pt x="695334" y="49761"/>
                  <a:pt x="696776" y="54095"/>
                  <a:pt x="696776" y="59174"/>
                </a:cubicBezTo>
                <a:cubicBezTo>
                  <a:pt x="696776" y="66543"/>
                  <a:pt x="694083" y="72824"/>
                  <a:pt x="688699" y="78018"/>
                </a:cubicBezTo>
                <a:cubicBezTo>
                  <a:pt x="683314" y="83211"/>
                  <a:pt x="676612" y="85808"/>
                  <a:pt x="668593" y="85808"/>
                </a:cubicBezTo>
                <a:cubicBezTo>
                  <a:pt x="660994" y="85808"/>
                  <a:pt x="654693" y="83617"/>
                  <a:pt x="649690" y="79233"/>
                </a:cubicBezTo>
                <a:cubicBezTo>
                  <a:pt x="644687" y="74850"/>
                  <a:pt x="641785" y="69118"/>
                  <a:pt x="640983" y="620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61816-184F-43A6-BF4E-D4C93A8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6309062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ABE69-81F9-4664-8ABC-A6838D8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739" y="6309062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B730A-F242-41E1-AEA4-5B8AA83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09" y="633513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2FB71-1EDD-445A-9C60-AB3840B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5938605"/>
            <a:ext cx="91418" cy="91418"/>
          </a:xfrm>
          <a:custGeom xmlns:a="http://schemas.openxmlformats.org/drawingml/2006/main">
            <a:pathLst>
              <a:path w="91418" h="91418">
                <a:moveTo>
                  <a:pt x="4362" y="64990"/>
                </a:moveTo>
                <a:cubicBezTo>
                  <a:pt x="3096" y="62275"/>
                  <a:pt x="2107" y="59462"/>
                  <a:pt x="1395" y="56553"/>
                </a:cubicBezTo>
                <a:cubicBezTo>
                  <a:pt x="682" y="53643"/>
                  <a:pt x="261" y="50692"/>
                  <a:pt x="131" y="47699"/>
                </a:cubicBezTo>
                <a:cubicBezTo>
                  <a:pt x="0" y="44706"/>
                  <a:pt x="163" y="41730"/>
                  <a:pt x="618" y="38769"/>
                </a:cubicBezTo>
                <a:cubicBezTo>
                  <a:pt x="1074" y="35808"/>
                  <a:pt x="1814" y="32920"/>
                  <a:pt x="2838" y="30106"/>
                </a:cubicBezTo>
                <a:cubicBezTo>
                  <a:pt x="3863" y="27291"/>
                  <a:pt x="5152" y="24603"/>
                  <a:pt x="6706" y="22042"/>
                </a:cubicBezTo>
                <a:cubicBezTo>
                  <a:pt x="8261" y="19481"/>
                  <a:pt x="10049" y="17096"/>
                  <a:pt x="12073" y="14887"/>
                </a:cubicBezTo>
                <a:cubicBezTo>
                  <a:pt x="14097" y="12679"/>
                  <a:pt x="16317" y="10689"/>
                  <a:pt x="18732" y="8918"/>
                </a:cubicBezTo>
                <a:cubicBezTo>
                  <a:pt x="21148" y="7146"/>
                  <a:pt x="23713" y="5628"/>
                  <a:pt x="26428" y="4362"/>
                </a:cubicBezTo>
                <a:cubicBezTo>
                  <a:pt x="29143" y="3096"/>
                  <a:pt x="31956" y="2107"/>
                  <a:pt x="34865" y="1395"/>
                </a:cubicBezTo>
                <a:cubicBezTo>
                  <a:pt x="37775" y="683"/>
                  <a:pt x="40726" y="261"/>
                  <a:pt x="43719" y="131"/>
                </a:cubicBezTo>
                <a:cubicBezTo>
                  <a:pt x="46712" y="0"/>
                  <a:pt x="49689" y="163"/>
                  <a:pt x="52649" y="618"/>
                </a:cubicBezTo>
                <a:cubicBezTo>
                  <a:pt x="55610" y="1074"/>
                  <a:pt x="58498" y="1814"/>
                  <a:pt x="61313" y="2839"/>
                </a:cubicBezTo>
                <a:cubicBezTo>
                  <a:pt x="64127" y="3863"/>
                  <a:pt x="66815" y="5152"/>
                  <a:pt x="69376" y="6706"/>
                </a:cubicBezTo>
                <a:cubicBezTo>
                  <a:pt x="71937" y="8261"/>
                  <a:pt x="74322" y="10049"/>
                  <a:pt x="76531" y="12073"/>
                </a:cubicBezTo>
                <a:cubicBezTo>
                  <a:pt x="78739" y="14097"/>
                  <a:pt x="80729" y="16317"/>
                  <a:pt x="82500" y="18733"/>
                </a:cubicBezTo>
                <a:cubicBezTo>
                  <a:pt x="84272" y="21148"/>
                  <a:pt x="85790" y="23713"/>
                  <a:pt x="87056" y="26428"/>
                </a:cubicBezTo>
                <a:cubicBezTo>
                  <a:pt x="88322" y="29143"/>
                  <a:pt x="89312" y="31956"/>
                  <a:pt x="90023" y="34865"/>
                </a:cubicBezTo>
                <a:cubicBezTo>
                  <a:pt x="90736" y="37775"/>
                  <a:pt x="91157" y="40726"/>
                  <a:pt x="91288" y="43719"/>
                </a:cubicBezTo>
                <a:cubicBezTo>
                  <a:pt x="91418" y="46712"/>
                  <a:pt x="91255" y="49689"/>
                  <a:pt x="90800" y="52649"/>
                </a:cubicBezTo>
                <a:cubicBezTo>
                  <a:pt x="90344" y="55610"/>
                  <a:pt x="89604" y="58498"/>
                  <a:pt x="88579" y="61313"/>
                </a:cubicBezTo>
                <a:cubicBezTo>
                  <a:pt x="87555" y="64128"/>
                  <a:pt x="86266" y="66815"/>
                  <a:pt x="84712" y="69376"/>
                </a:cubicBezTo>
                <a:cubicBezTo>
                  <a:pt x="83158" y="71937"/>
                  <a:pt x="81369" y="74322"/>
                  <a:pt x="79345" y="76531"/>
                </a:cubicBezTo>
                <a:cubicBezTo>
                  <a:pt x="77321" y="78739"/>
                  <a:pt x="75101" y="80729"/>
                  <a:pt x="72686" y="82500"/>
                </a:cubicBezTo>
                <a:cubicBezTo>
                  <a:pt x="70270" y="84272"/>
                  <a:pt x="67704" y="85791"/>
                  <a:pt x="64990" y="87056"/>
                </a:cubicBezTo>
                <a:cubicBezTo>
                  <a:pt x="62275" y="88323"/>
                  <a:pt x="59462" y="89311"/>
                  <a:pt x="56552" y="90023"/>
                </a:cubicBezTo>
                <a:cubicBezTo>
                  <a:pt x="53643" y="90735"/>
                  <a:pt x="50692" y="91157"/>
                  <a:pt x="47699" y="91288"/>
                </a:cubicBezTo>
                <a:cubicBezTo>
                  <a:pt x="44706" y="91418"/>
                  <a:pt x="41730" y="91256"/>
                  <a:pt x="38769" y="90800"/>
                </a:cubicBezTo>
                <a:cubicBezTo>
                  <a:pt x="35808" y="90344"/>
                  <a:pt x="32920" y="89604"/>
                  <a:pt x="30105" y="88580"/>
                </a:cubicBezTo>
                <a:cubicBezTo>
                  <a:pt x="27290" y="87555"/>
                  <a:pt x="24603" y="86266"/>
                  <a:pt x="22042" y="84712"/>
                </a:cubicBezTo>
                <a:cubicBezTo>
                  <a:pt x="19481" y="83158"/>
                  <a:pt x="17096" y="81369"/>
                  <a:pt x="14887" y="79345"/>
                </a:cubicBezTo>
                <a:cubicBezTo>
                  <a:pt x="12679" y="77321"/>
                  <a:pt x="10689" y="75102"/>
                  <a:pt x="8917" y="72686"/>
                </a:cubicBezTo>
                <a:cubicBezTo>
                  <a:pt x="7146" y="70270"/>
                  <a:pt x="5628" y="67705"/>
                  <a:pt x="4362" y="649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11807-FBA5-4482-A68E-B33EF97E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5938605"/>
            <a:ext cx="91418" cy="91418"/>
          </a:xfrm>
          <a:custGeom xmlns:a="http://schemas.openxmlformats.org/drawingml/2006/main">
            <a:pathLst>
              <a:path w="91418" h="91418" fill="none">
                <a:moveTo>
                  <a:pt x="4362" y="64990"/>
                </a:moveTo>
                <a:cubicBezTo>
                  <a:pt x="3096" y="62275"/>
                  <a:pt x="2107" y="59462"/>
                  <a:pt x="1395" y="56553"/>
                </a:cubicBezTo>
                <a:cubicBezTo>
                  <a:pt x="682" y="53643"/>
                  <a:pt x="261" y="50692"/>
                  <a:pt x="131" y="47699"/>
                </a:cubicBezTo>
                <a:cubicBezTo>
                  <a:pt x="0" y="44706"/>
                  <a:pt x="163" y="41730"/>
                  <a:pt x="618" y="38769"/>
                </a:cubicBezTo>
                <a:cubicBezTo>
                  <a:pt x="1074" y="35808"/>
                  <a:pt x="1814" y="32920"/>
                  <a:pt x="2838" y="30106"/>
                </a:cubicBezTo>
                <a:cubicBezTo>
                  <a:pt x="3863" y="27291"/>
                  <a:pt x="5152" y="24603"/>
                  <a:pt x="6706" y="22042"/>
                </a:cubicBezTo>
                <a:cubicBezTo>
                  <a:pt x="8261" y="19481"/>
                  <a:pt x="10049" y="17096"/>
                  <a:pt x="12073" y="14887"/>
                </a:cubicBezTo>
                <a:cubicBezTo>
                  <a:pt x="14097" y="12679"/>
                  <a:pt x="16317" y="10689"/>
                  <a:pt x="18732" y="8918"/>
                </a:cubicBezTo>
                <a:cubicBezTo>
                  <a:pt x="21148" y="7146"/>
                  <a:pt x="23713" y="5628"/>
                  <a:pt x="26428" y="4362"/>
                </a:cubicBezTo>
                <a:cubicBezTo>
                  <a:pt x="29143" y="3096"/>
                  <a:pt x="31956" y="2107"/>
                  <a:pt x="34865" y="1395"/>
                </a:cubicBezTo>
                <a:cubicBezTo>
                  <a:pt x="37775" y="683"/>
                  <a:pt x="40726" y="261"/>
                  <a:pt x="43719" y="131"/>
                </a:cubicBezTo>
                <a:cubicBezTo>
                  <a:pt x="46712" y="0"/>
                  <a:pt x="49689" y="163"/>
                  <a:pt x="52649" y="618"/>
                </a:cubicBezTo>
                <a:cubicBezTo>
                  <a:pt x="55610" y="1074"/>
                  <a:pt x="58498" y="1814"/>
                  <a:pt x="61313" y="2839"/>
                </a:cubicBezTo>
                <a:cubicBezTo>
                  <a:pt x="64127" y="3863"/>
                  <a:pt x="66815" y="5152"/>
                  <a:pt x="69376" y="6706"/>
                </a:cubicBezTo>
                <a:cubicBezTo>
                  <a:pt x="71937" y="8261"/>
                  <a:pt x="74322" y="10049"/>
                  <a:pt x="76531" y="12073"/>
                </a:cubicBezTo>
                <a:cubicBezTo>
                  <a:pt x="78739" y="14097"/>
                  <a:pt x="80729" y="16317"/>
                  <a:pt x="82500" y="18733"/>
                </a:cubicBezTo>
                <a:cubicBezTo>
                  <a:pt x="84272" y="21148"/>
                  <a:pt x="85790" y="23713"/>
                  <a:pt x="87056" y="26428"/>
                </a:cubicBezTo>
                <a:cubicBezTo>
                  <a:pt x="88322" y="29143"/>
                  <a:pt x="89312" y="31956"/>
                  <a:pt x="90023" y="34865"/>
                </a:cubicBezTo>
                <a:cubicBezTo>
                  <a:pt x="90736" y="37775"/>
                  <a:pt x="91157" y="40726"/>
                  <a:pt x="91288" y="43719"/>
                </a:cubicBezTo>
                <a:cubicBezTo>
                  <a:pt x="91418" y="46712"/>
                  <a:pt x="91255" y="49689"/>
                  <a:pt x="90800" y="52649"/>
                </a:cubicBezTo>
                <a:cubicBezTo>
                  <a:pt x="90344" y="55610"/>
                  <a:pt x="89604" y="58498"/>
                  <a:pt x="88579" y="61313"/>
                </a:cubicBezTo>
                <a:cubicBezTo>
                  <a:pt x="87555" y="64128"/>
                  <a:pt x="86266" y="66815"/>
                  <a:pt x="84712" y="69376"/>
                </a:cubicBezTo>
                <a:cubicBezTo>
                  <a:pt x="83158" y="71937"/>
                  <a:pt x="81369" y="74322"/>
                  <a:pt x="79345" y="76531"/>
                </a:cubicBezTo>
                <a:cubicBezTo>
                  <a:pt x="77321" y="78739"/>
                  <a:pt x="75101" y="80729"/>
                  <a:pt x="72686" y="82500"/>
                </a:cubicBezTo>
                <a:cubicBezTo>
                  <a:pt x="70270" y="84272"/>
                  <a:pt x="67704" y="85791"/>
                  <a:pt x="64990" y="87056"/>
                </a:cubicBezTo>
                <a:cubicBezTo>
                  <a:pt x="62275" y="88323"/>
                  <a:pt x="59462" y="89311"/>
                  <a:pt x="56552" y="90023"/>
                </a:cubicBezTo>
                <a:cubicBezTo>
                  <a:pt x="53643" y="90735"/>
                  <a:pt x="50692" y="91157"/>
                  <a:pt x="47699" y="91288"/>
                </a:cubicBezTo>
                <a:cubicBezTo>
                  <a:pt x="44706" y="91418"/>
                  <a:pt x="41730" y="91256"/>
                  <a:pt x="38769" y="90800"/>
                </a:cubicBezTo>
                <a:cubicBezTo>
                  <a:pt x="35808" y="90344"/>
                  <a:pt x="32920" y="89604"/>
                  <a:pt x="30105" y="88580"/>
                </a:cubicBezTo>
                <a:cubicBezTo>
                  <a:pt x="27290" y="87555"/>
                  <a:pt x="24603" y="86266"/>
                  <a:pt x="22042" y="84712"/>
                </a:cubicBezTo>
                <a:cubicBezTo>
                  <a:pt x="19481" y="83158"/>
                  <a:pt x="17096" y="81369"/>
                  <a:pt x="14887" y="79345"/>
                </a:cubicBezTo>
                <a:cubicBezTo>
                  <a:pt x="12679" y="77321"/>
                  <a:pt x="10689" y="75102"/>
                  <a:pt x="8917" y="72686"/>
                </a:cubicBezTo>
                <a:cubicBezTo>
                  <a:pt x="7146" y="70270"/>
                  <a:pt x="5628" y="67705"/>
                  <a:pt x="4362" y="649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F10A9-8ACC-4E08-958F-7584B75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37" y="5933509"/>
            <a:ext cx="104974" cy="136498"/>
          </a:xfrm>
          <a:custGeom xmlns:a="http://schemas.openxmlformats.org/drawingml/2006/main">
            <a:pathLst>
              <a:path w="104974" h="136498" fill="none">
                <a:moveTo>
                  <a:pt x="104974" y="118135"/>
                </a:moveTo>
                <a:cubicBezTo>
                  <a:pt x="65595" y="136498"/>
                  <a:pt x="36725" y="125990"/>
                  <a:pt x="18362" y="86611"/>
                </a:cubicBezTo>
                <a:cubicBezTo>
                  <a:pt x="0" y="47233"/>
                  <a:pt x="10508" y="18363"/>
                  <a:pt x="4988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27316-F0EF-4B00-83EA-B8523F35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6313979"/>
            <a:ext cx="91418" cy="91418"/>
          </a:xfrm>
          <a:custGeom xmlns:a="http://schemas.openxmlformats.org/drawingml/2006/main">
            <a:pathLst>
              <a:path w="91418" h="91418">
                <a:moveTo>
                  <a:pt x="4362" y="26428"/>
                </a:moveTo>
                <a:cubicBezTo>
                  <a:pt x="5628" y="23713"/>
                  <a:pt x="7146" y="21148"/>
                  <a:pt x="8918" y="18732"/>
                </a:cubicBezTo>
                <a:cubicBezTo>
                  <a:pt x="10689" y="16317"/>
                  <a:pt x="12679" y="14097"/>
                  <a:pt x="14887" y="12073"/>
                </a:cubicBezTo>
                <a:cubicBezTo>
                  <a:pt x="17096" y="10049"/>
                  <a:pt x="19481" y="8261"/>
                  <a:pt x="22042" y="6706"/>
                </a:cubicBezTo>
                <a:cubicBezTo>
                  <a:pt x="24603" y="5152"/>
                  <a:pt x="27290" y="3863"/>
                  <a:pt x="30105" y="2838"/>
                </a:cubicBezTo>
                <a:cubicBezTo>
                  <a:pt x="32920" y="1814"/>
                  <a:pt x="35808" y="1074"/>
                  <a:pt x="38769" y="618"/>
                </a:cubicBezTo>
                <a:cubicBezTo>
                  <a:pt x="41730" y="163"/>
                  <a:pt x="44706" y="0"/>
                  <a:pt x="47699" y="131"/>
                </a:cubicBezTo>
                <a:cubicBezTo>
                  <a:pt x="50692" y="261"/>
                  <a:pt x="53643" y="683"/>
                  <a:pt x="56553" y="1395"/>
                </a:cubicBezTo>
                <a:cubicBezTo>
                  <a:pt x="59462" y="2107"/>
                  <a:pt x="62275" y="3096"/>
                  <a:pt x="64990" y="4362"/>
                </a:cubicBezTo>
                <a:cubicBezTo>
                  <a:pt x="67704" y="5627"/>
                  <a:pt x="70270" y="7146"/>
                  <a:pt x="72686" y="8918"/>
                </a:cubicBezTo>
                <a:cubicBezTo>
                  <a:pt x="75102" y="10689"/>
                  <a:pt x="77321" y="12679"/>
                  <a:pt x="79345" y="14887"/>
                </a:cubicBezTo>
                <a:cubicBezTo>
                  <a:pt x="81369" y="17096"/>
                  <a:pt x="83158" y="19481"/>
                  <a:pt x="84712" y="22042"/>
                </a:cubicBezTo>
                <a:cubicBezTo>
                  <a:pt x="86266" y="24603"/>
                  <a:pt x="87555" y="27291"/>
                  <a:pt x="88580" y="30105"/>
                </a:cubicBezTo>
                <a:cubicBezTo>
                  <a:pt x="89604" y="32920"/>
                  <a:pt x="90344" y="35808"/>
                  <a:pt x="90800" y="38769"/>
                </a:cubicBezTo>
                <a:cubicBezTo>
                  <a:pt x="91255" y="41730"/>
                  <a:pt x="91418" y="44706"/>
                  <a:pt x="91288" y="47699"/>
                </a:cubicBezTo>
                <a:cubicBezTo>
                  <a:pt x="91157" y="50692"/>
                  <a:pt x="90736" y="53643"/>
                  <a:pt x="90023" y="56553"/>
                </a:cubicBezTo>
                <a:cubicBezTo>
                  <a:pt x="89312" y="59462"/>
                  <a:pt x="88322" y="62275"/>
                  <a:pt x="87056" y="64990"/>
                </a:cubicBezTo>
                <a:cubicBezTo>
                  <a:pt x="85790" y="67705"/>
                  <a:pt x="84272" y="70270"/>
                  <a:pt x="82500" y="72686"/>
                </a:cubicBezTo>
                <a:cubicBezTo>
                  <a:pt x="80729" y="75102"/>
                  <a:pt x="78739" y="77321"/>
                  <a:pt x="76531" y="79345"/>
                </a:cubicBezTo>
                <a:cubicBezTo>
                  <a:pt x="74322" y="81369"/>
                  <a:pt x="71937" y="83158"/>
                  <a:pt x="69376" y="84712"/>
                </a:cubicBezTo>
                <a:cubicBezTo>
                  <a:pt x="66816" y="86266"/>
                  <a:pt x="64128" y="87555"/>
                  <a:pt x="61313" y="88579"/>
                </a:cubicBezTo>
                <a:cubicBezTo>
                  <a:pt x="58498" y="89604"/>
                  <a:pt x="55610" y="90344"/>
                  <a:pt x="52649" y="90800"/>
                </a:cubicBezTo>
                <a:cubicBezTo>
                  <a:pt x="49689" y="91256"/>
                  <a:pt x="46712" y="91418"/>
                  <a:pt x="43719" y="91287"/>
                </a:cubicBezTo>
                <a:cubicBezTo>
                  <a:pt x="40726" y="91157"/>
                  <a:pt x="37775" y="90735"/>
                  <a:pt x="34865" y="90023"/>
                </a:cubicBezTo>
                <a:cubicBezTo>
                  <a:pt x="31956" y="89311"/>
                  <a:pt x="29143" y="88322"/>
                  <a:pt x="26428" y="87056"/>
                </a:cubicBezTo>
                <a:cubicBezTo>
                  <a:pt x="23713" y="85790"/>
                  <a:pt x="21148" y="84272"/>
                  <a:pt x="18732" y="82500"/>
                </a:cubicBezTo>
                <a:cubicBezTo>
                  <a:pt x="16317" y="80729"/>
                  <a:pt x="14097" y="78739"/>
                  <a:pt x="12073" y="76531"/>
                </a:cubicBezTo>
                <a:cubicBezTo>
                  <a:pt x="10049" y="74322"/>
                  <a:pt x="8261" y="71937"/>
                  <a:pt x="6706" y="69376"/>
                </a:cubicBezTo>
                <a:cubicBezTo>
                  <a:pt x="5152" y="66816"/>
                  <a:pt x="3863" y="64127"/>
                  <a:pt x="2838" y="61313"/>
                </a:cubicBezTo>
                <a:cubicBezTo>
                  <a:pt x="1814" y="58498"/>
                  <a:pt x="1074" y="55610"/>
                  <a:pt x="618" y="52649"/>
                </a:cubicBezTo>
                <a:cubicBezTo>
                  <a:pt x="163" y="49689"/>
                  <a:pt x="0" y="46712"/>
                  <a:pt x="131" y="43719"/>
                </a:cubicBezTo>
                <a:cubicBezTo>
                  <a:pt x="261" y="40726"/>
                  <a:pt x="683" y="37775"/>
                  <a:pt x="1395" y="34865"/>
                </a:cubicBezTo>
                <a:cubicBezTo>
                  <a:pt x="2106" y="31956"/>
                  <a:pt x="3096" y="29143"/>
                  <a:pt x="4362" y="2642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BA84E-6E6D-433D-8098-CED17F6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379" y="6313979"/>
            <a:ext cx="91418" cy="91418"/>
          </a:xfrm>
          <a:custGeom xmlns:a="http://schemas.openxmlformats.org/drawingml/2006/main">
            <a:pathLst>
              <a:path w="91418" h="91418" fill="none">
                <a:moveTo>
                  <a:pt x="4362" y="26428"/>
                </a:moveTo>
                <a:cubicBezTo>
                  <a:pt x="5628" y="23713"/>
                  <a:pt x="7146" y="21148"/>
                  <a:pt x="8918" y="18732"/>
                </a:cubicBezTo>
                <a:cubicBezTo>
                  <a:pt x="10689" y="16317"/>
                  <a:pt x="12679" y="14097"/>
                  <a:pt x="14887" y="12073"/>
                </a:cubicBezTo>
                <a:cubicBezTo>
                  <a:pt x="17096" y="10049"/>
                  <a:pt x="19481" y="8261"/>
                  <a:pt x="22042" y="6706"/>
                </a:cubicBezTo>
                <a:cubicBezTo>
                  <a:pt x="24603" y="5152"/>
                  <a:pt x="27290" y="3863"/>
                  <a:pt x="30105" y="2838"/>
                </a:cubicBezTo>
                <a:cubicBezTo>
                  <a:pt x="32920" y="1814"/>
                  <a:pt x="35808" y="1074"/>
                  <a:pt x="38769" y="618"/>
                </a:cubicBezTo>
                <a:cubicBezTo>
                  <a:pt x="41730" y="163"/>
                  <a:pt x="44706" y="0"/>
                  <a:pt x="47699" y="131"/>
                </a:cubicBezTo>
                <a:cubicBezTo>
                  <a:pt x="50692" y="261"/>
                  <a:pt x="53643" y="683"/>
                  <a:pt x="56553" y="1395"/>
                </a:cubicBezTo>
                <a:cubicBezTo>
                  <a:pt x="59462" y="2107"/>
                  <a:pt x="62275" y="3096"/>
                  <a:pt x="64990" y="4362"/>
                </a:cubicBezTo>
                <a:cubicBezTo>
                  <a:pt x="67704" y="5627"/>
                  <a:pt x="70270" y="7146"/>
                  <a:pt x="72686" y="8918"/>
                </a:cubicBezTo>
                <a:cubicBezTo>
                  <a:pt x="75102" y="10689"/>
                  <a:pt x="77321" y="12679"/>
                  <a:pt x="79345" y="14887"/>
                </a:cubicBezTo>
                <a:cubicBezTo>
                  <a:pt x="81369" y="17096"/>
                  <a:pt x="83158" y="19481"/>
                  <a:pt x="84712" y="22042"/>
                </a:cubicBezTo>
                <a:cubicBezTo>
                  <a:pt x="86266" y="24603"/>
                  <a:pt x="87555" y="27291"/>
                  <a:pt x="88580" y="30105"/>
                </a:cubicBezTo>
                <a:cubicBezTo>
                  <a:pt x="89604" y="32920"/>
                  <a:pt x="90344" y="35808"/>
                  <a:pt x="90800" y="38769"/>
                </a:cubicBezTo>
                <a:cubicBezTo>
                  <a:pt x="91255" y="41730"/>
                  <a:pt x="91418" y="44706"/>
                  <a:pt x="91288" y="47699"/>
                </a:cubicBezTo>
                <a:cubicBezTo>
                  <a:pt x="91157" y="50692"/>
                  <a:pt x="90736" y="53643"/>
                  <a:pt x="90023" y="56553"/>
                </a:cubicBezTo>
                <a:cubicBezTo>
                  <a:pt x="89312" y="59462"/>
                  <a:pt x="88322" y="62275"/>
                  <a:pt x="87056" y="64990"/>
                </a:cubicBezTo>
                <a:cubicBezTo>
                  <a:pt x="85790" y="67705"/>
                  <a:pt x="84272" y="70270"/>
                  <a:pt x="82500" y="72686"/>
                </a:cubicBezTo>
                <a:cubicBezTo>
                  <a:pt x="80729" y="75102"/>
                  <a:pt x="78739" y="77321"/>
                  <a:pt x="76531" y="79345"/>
                </a:cubicBezTo>
                <a:cubicBezTo>
                  <a:pt x="74322" y="81369"/>
                  <a:pt x="71937" y="83158"/>
                  <a:pt x="69376" y="84712"/>
                </a:cubicBezTo>
                <a:cubicBezTo>
                  <a:pt x="66816" y="86266"/>
                  <a:pt x="64128" y="87555"/>
                  <a:pt x="61313" y="88579"/>
                </a:cubicBezTo>
                <a:cubicBezTo>
                  <a:pt x="58498" y="89604"/>
                  <a:pt x="55610" y="90344"/>
                  <a:pt x="52649" y="90800"/>
                </a:cubicBezTo>
                <a:cubicBezTo>
                  <a:pt x="49689" y="91256"/>
                  <a:pt x="46712" y="91418"/>
                  <a:pt x="43719" y="91287"/>
                </a:cubicBezTo>
                <a:cubicBezTo>
                  <a:pt x="40726" y="91157"/>
                  <a:pt x="37775" y="90735"/>
                  <a:pt x="34865" y="90023"/>
                </a:cubicBezTo>
                <a:cubicBezTo>
                  <a:pt x="31956" y="89311"/>
                  <a:pt x="29143" y="88322"/>
                  <a:pt x="26428" y="87056"/>
                </a:cubicBezTo>
                <a:cubicBezTo>
                  <a:pt x="23713" y="85790"/>
                  <a:pt x="21148" y="84272"/>
                  <a:pt x="18732" y="82500"/>
                </a:cubicBezTo>
                <a:cubicBezTo>
                  <a:pt x="16317" y="80729"/>
                  <a:pt x="14097" y="78739"/>
                  <a:pt x="12073" y="76531"/>
                </a:cubicBezTo>
                <a:cubicBezTo>
                  <a:pt x="10049" y="74322"/>
                  <a:pt x="8261" y="71937"/>
                  <a:pt x="6706" y="69376"/>
                </a:cubicBezTo>
                <a:cubicBezTo>
                  <a:pt x="5152" y="66816"/>
                  <a:pt x="3863" y="64127"/>
                  <a:pt x="2838" y="61313"/>
                </a:cubicBezTo>
                <a:cubicBezTo>
                  <a:pt x="1814" y="58498"/>
                  <a:pt x="1074" y="55610"/>
                  <a:pt x="618" y="52649"/>
                </a:cubicBezTo>
                <a:cubicBezTo>
                  <a:pt x="163" y="49689"/>
                  <a:pt x="0" y="46712"/>
                  <a:pt x="131" y="43719"/>
                </a:cubicBezTo>
                <a:cubicBezTo>
                  <a:pt x="261" y="40726"/>
                  <a:pt x="683" y="37775"/>
                  <a:pt x="1395" y="34865"/>
                </a:cubicBezTo>
                <a:cubicBezTo>
                  <a:pt x="2106" y="31956"/>
                  <a:pt x="3096" y="29143"/>
                  <a:pt x="4362" y="264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4763D-A14C-4DA0-BF8C-087BB1F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938" y="6273994"/>
            <a:ext cx="104974" cy="136498"/>
          </a:xfrm>
          <a:custGeom xmlns:a="http://schemas.openxmlformats.org/drawingml/2006/main">
            <a:pathLst>
              <a:path w="104974" h="136498" fill="none">
                <a:moveTo>
                  <a:pt x="49886" y="136498"/>
                </a:moveTo>
                <a:cubicBezTo>
                  <a:pt x="10508" y="118135"/>
                  <a:pt x="0" y="89265"/>
                  <a:pt x="18362" y="49887"/>
                </a:cubicBezTo>
                <a:cubicBezTo>
                  <a:pt x="36725" y="10508"/>
                  <a:pt x="65595" y="0"/>
                  <a:pt x="104974" y="183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64D65-A03A-4044-A381-E2D12BC7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63" y="6139610"/>
            <a:ext cx="279857" cy="184247"/>
          </a:xfrm>
          <a:custGeom xmlns:a="http://schemas.openxmlformats.org/drawingml/2006/main">
            <a:pathLst>
              <a:path w="279857" h="184247" fill="none">
                <a:moveTo>
                  <a:pt x="0" y="0"/>
                </a:moveTo>
                <a:lnTo>
                  <a:pt x="279857" y="184247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79E4F-3429-4CF6-AFE2-2FABDD11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63" y="6020146"/>
            <a:ext cx="279857" cy="119464"/>
          </a:xfrm>
          <a:custGeom xmlns:a="http://schemas.openxmlformats.org/drawingml/2006/main">
            <a:pathLst>
              <a:path w="279857" h="119464" fill="none">
                <a:moveTo>
                  <a:pt x="0" y="119464"/>
                </a:moveTo>
                <a:lnTo>
                  <a:pt x="279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9A2F-4B8F-4744-A0D0-19161D2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5607334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E4483-8E47-4B0A-AEC8-668313B6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5607334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32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4CEE22C0-AE66-47AB-A5AF-83F8B8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672" y="5731207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3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2" y="39639"/>
                  <a:pt x="65398" y="34713"/>
                </a:cubicBezTo>
                <a:cubicBezTo>
                  <a:pt x="67575" y="29787"/>
                  <a:pt x="70888" y="26092"/>
                  <a:pt x="75337" y="23629"/>
                </a:cubicBezTo>
                <a:cubicBezTo>
                  <a:pt x="79786" y="21166"/>
                  <a:pt x="84626" y="19934"/>
                  <a:pt x="89858" y="19934"/>
                </a:cubicBezTo>
                <a:cubicBezTo>
                  <a:pt x="96464" y="19934"/>
                  <a:pt x="101868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1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6" y="28526"/>
                  <a:pt x="90259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6" y="74925"/>
                </a:cubicBezTo>
                <a:cubicBezTo>
                  <a:pt x="93734" y="74925"/>
                  <a:pt x="97113" y="73688"/>
                  <a:pt x="99825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7" y="51726"/>
                </a:moveTo>
                <a:cubicBezTo>
                  <a:pt x="348277" y="40460"/>
                  <a:pt x="351408" y="32116"/>
                  <a:pt x="357671" y="26693"/>
                </a:cubicBezTo>
                <a:cubicBezTo>
                  <a:pt x="362903" y="22187"/>
                  <a:pt x="369280" y="19934"/>
                  <a:pt x="376803" y="19934"/>
                </a:cubicBezTo>
                <a:cubicBezTo>
                  <a:pt x="385166" y="19934"/>
                  <a:pt x="392002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8" y="64853"/>
                  <a:pt x="401749" y="69340"/>
                </a:cubicBezTo>
                <a:cubicBezTo>
                  <a:pt x="399401" y="73827"/>
                  <a:pt x="395983" y="77311"/>
                  <a:pt x="391496" y="79794"/>
                </a:cubicBezTo>
                <a:cubicBezTo>
                  <a:pt x="387009" y="82276"/>
                  <a:pt x="382111" y="83517"/>
                  <a:pt x="376803" y="83517"/>
                </a:cubicBezTo>
                <a:cubicBezTo>
                  <a:pt x="368287" y="83517"/>
                  <a:pt x="361404" y="80787"/>
                  <a:pt x="356153" y="75326"/>
                </a:cubicBezTo>
                <a:cubicBezTo>
                  <a:pt x="350902" y="69865"/>
                  <a:pt x="348277" y="61998"/>
                  <a:pt x="348277" y="51726"/>
                </a:cubicBezTo>
                <a:moveTo>
                  <a:pt x="358874" y="51697"/>
                </a:moveTo>
                <a:cubicBezTo>
                  <a:pt x="358874" y="59459"/>
                  <a:pt x="360573" y="65270"/>
                  <a:pt x="363972" y="69132"/>
                </a:cubicBezTo>
                <a:cubicBezTo>
                  <a:pt x="367370" y="72994"/>
                  <a:pt x="371648" y="74925"/>
                  <a:pt x="376803" y="74925"/>
                </a:cubicBezTo>
                <a:cubicBezTo>
                  <a:pt x="381920" y="74925"/>
                  <a:pt x="386178" y="72984"/>
                  <a:pt x="389577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8" y="28526"/>
                  <a:pt x="367370" y="30448"/>
                  <a:pt x="363972" y="34290"/>
                </a:cubicBezTo>
                <a:cubicBezTo>
                  <a:pt x="360573" y="38133"/>
                  <a:pt x="358874" y="43935"/>
                  <a:pt x="358874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3" y="21309"/>
                </a:lnTo>
                <a:lnTo>
                  <a:pt x="557073" y="29901"/>
                </a:lnTo>
                <a:cubicBezTo>
                  <a:pt x="561541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7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2" y="33581"/>
                  <a:pt x="583489" y="31919"/>
                  <a:pt x="581446" y="30676"/>
                </a:cubicBezTo>
                <a:cubicBezTo>
                  <a:pt x="579403" y="29434"/>
                  <a:pt x="577007" y="28813"/>
                  <a:pt x="574257" y="28813"/>
                </a:cubicBezTo>
                <a:cubicBezTo>
                  <a:pt x="569865" y="28813"/>
                  <a:pt x="566075" y="30208"/>
                  <a:pt x="562887" y="33000"/>
                </a:cubicBezTo>
                <a:cubicBezTo>
                  <a:pt x="559698" y="35790"/>
                  <a:pt x="558104" y="41084"/>
                  <a:pt x="558104" y="48883"/>
                </a:cubicBezTo>
                <a:lnTo>
                  <a:pt x="558104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Function_B1">
            <a:extLst xmlns:a="http://schemas.openxmlformats.org/drawingml/2006/main">
              <a:ext uri="{FF2B5EF4-FFF2-40B4-BE49-F238E27FC236}">
                <a16:creationId xmlns:a16="http://schemas.microsoft.com/office/drawing/2014/main" id="{E3BBFEC2-E5EB-4FBF-980F-3BFD1BF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850" y="5872413"/>
            <a:ext cx="682742" cy="107575"/>
          </a:xfrm>
          <a:custGeom xmlns:a="http://schemas.openxmlformats.org/drawingml/2006/main">
            <a:pathLst>
              <a:path w="682742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90" y="84319"/>
                </a:moveTo>
                <a:lnTo>
                  <a:pt x="111490" y="75211"/>
                </a:lnTo>
                <a:cubicBezTo>
                  <a:pt x="109275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4" y="78686"/>
                  <a:pt x="73283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1" y="70510"/>
                  <a:pt x="91326" y="71635"/>
                </a:cubicBezTo>
                <a:cubicBezTo>
                  <a:pt x="92892" y="72759"/>
                  <a:pt x="94878" y="73321"/>
                  <a:pt x="97284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50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90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4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8" y="53043"/>
                </a:moveTo>
                <a:cubicBezTo>
                  <a:pt x="347988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9" y="26063"/>
                </a:cubicBezTo>
                <a:cubicBezTo>
                  <a:pt x="367969" y="23428"/>
                  <a:pt x="373363" y="22111"/>
                  <a:pt x="379321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8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8" y="60031"/>
                  <a:pt x="347988" y="53043"/>
                </a:cubicBezTo>
                <a:moveTo>
                  <a:pt x="364485" y="53902"/>
                </a:moveTo>
                <a:cubicBezTo>
                  <a:pt x="364485" y="59917"/>
                  <a:pt x="365917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9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9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7" y="43281"/>
                  <a:pt x="364485" y="47888"/>
                  <a:pt x="364485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6" y="344"/>
                </a:moveTo>
                <a:lnTo>
                  <a:pt x="594033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3" y="1727"/>
                  <a:pt x="615084" y="2880"/>
                  <a:pt x="617662" y="4634"/>
                </a:cubicBezTo>
                <a:cubicBezTo>
                  <a:pt x="620239" y="6388"/>
                  <a:pt x="622387" y="8723"/>
                  <a:pt x="624106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4" y="28981"/>
                  <a:pt x="623504" y="32260"/>
                </a:cubicBezTo>
                <a:cubicBezTo>
                  <a:pt x="621385" y="35540"/>
                  <a:pt x="618511" y="37999"/>
                  <a:pt x="614883" y="39639"/>
                </a:cubicBezTo>
                <a:cubicBezTo>
                  <a:pt x="620001" y="41131"/>
                  <a:pt x="623934" y="43674"/>
                  <a:pt x="626683" y="47268"/>
                </a:cubicBezTo>
                <a:cubicBezTo>
                  <a:pt x="629433" y="50862"/>
                  <a:pt x="630808" y="55087"/>
                  <a:pt x="630808" y="59944"/>
                </a:cubicBezTo>
                <a:cubicBezTo>
                  <a:pt x="630808" y="63767"/>
                  <a:pt x="629920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5" y="83248"/>
                  <a:pt x="609499" y="83746"/>
                </a:cubicBezTo>
                <a:cubicBezTo>
                  <a:pt x="606673" y="84052"/>
                  <a:pt x="599856" y="84243"/>
                  <a:pt x="589049" y="84319"/>
                </a:cubicBezTo>
                <a:lnTo>
                  <a:pt x="560466" y="84319"/>
                </a:lnTo>
                <a:lnTo>
                  <a:pt x="560466" y="344"/>
                </a:lnTo>
                <a:moveTo>
                  <a:pt x="577421" y="14320"/>
                </a:moveTo>
                <a:lnTo>
                  <a:pt x="577421" y="33682"/>
                </a:lnTo>
                <a:lnTo>
                  <a:pt x="588534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2" y="33053"/>
                  <a:pt x="606033" y="32054"/>
                  <a:pt x="607695" y="30399"/>
                </a:cubicBezTo>
                <a:cubicBezTo>
                  <a:pt x="609356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1" y="14416"/>
                  <a:pt x="595140" y="14320"/>
                  <a:pt x="587159" y="14320"/>
                </a:cubicBezTo>
                <a:lnTo>
                  <a:pt x="577421" y="14320"/>
                </a:lnTo>
                <a:moveTo>
                  <a:pt x="577421" y="47659"/>
                </a:moveTo>
                <a:lnTo>
                  <a:pt x="577421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5" y="69597"/>
                </a:cubicBezTo>
                <a:cubicBezTo>
                  <a:pt x="607265" y="69139"/>
                  <a:pt x="609318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8" y="48861"/>
                </a:cubicBezTo>
                <a:cubicBezTo>
                  <a:pt x="603838" y="48059"/>
                  <a:pt x="598825" y="47659"/>
                  <a:pt x="591111" y="47659"/>
                </a:cubicBezTo>
                <a:lnTo>
                  <a:pt x="577421" y="47659"/>
                </a:lnTo>
                <a:close/>
                <a:moveTo>
                  <a:pt x="682742" y="84319"/>
                </a:moveTo>
                <a:lnTo>
                  <a:pt x="666646" y="84319"/>
                </a:lnTo>
                <a:lnTo>
                  <a:pt x="666646" y="23724"/>
                </a:lnTo>
                <a:cubicBezTo>
                  <a:pt x="660765" y="29244"/>
                  <a:pt x="653834" y="33327"/>
                  <a:pt x="645853" y="35973"/>
                </a:cubicBezTo>
                <a:lnTo>
                  <a:pt x="645853" y="21309"/>
                </a:lnTo>
                <a:cubicBezTo>
                  <a:pt x="650053" y="19931"/>
                  <a:pt x="654617" y="17318"/>
                  <a:pt x="659543" y="13470"/>
                </a:cubicBezTo>
                <a:cubicBezTo>
                  <a:pt x="664469" y="9622"/>
                  <a:pt x="667849" y="5132"/>
                  <a:pt x="669682" y="0"/>
                </a:cubicBezTo>
                <a:lnTo>
                  <a:pt x="682742" y="0"/>
                </a:lnTo>
                <a:lnTo>
                  <a:pt x="682742" y="8431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14739-93C6-41DE-89D6-B7DA236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5639921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D5831-7300-42D2-A04C-BA92A62D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5639921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3BAAF-5FAC-45A2-AD23-E5EB4170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76" y="5665990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B67A8-19CE-41DC-9B1B-A35F825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6286251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1F466-445C-4865-AE67-4EEF6E1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732" y="6286251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39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9E9D59C5-18BE-40A4-9233-825EC58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672" y="6409017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80" y="59802"/>
                </a:moveTo>
                <a:lnTo>
                  <a:pt x="115119" y="61120"/>
                </a:lnTo>
                <a:cubicBezTo>
                  <a:pt x="114011" y="68126"/>
                  <a:pt x="111176" y="73611"/>
                  <a:pt x="106613" y="77574"/>
                </a:cubicBezTo>
                <a:cubicBezTo>
                  <a:pt x="102049" y="81536"/>
                  <a:pt x="96445" y="83517"/>
                  <a:pt x="89800" y="83517"/>
                </a:cubicBezTo>
                <a:cubicBezTo>
                  <a:pt x="81475" y="83517"/>
                  <a:pt x="74783" y="80796"/>
                  <a:pt x="69723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2" y="39639"/>
                  <a:pt x="65398" y="34713"/>
                </a:cubicBezTo>
                <a:cubicBezTo>
                  <a:pt x="67575" y="29787"/>
                  <a:pt x="70888" y="26092"/>
                  <a:pt x="75337" y="23629"/>
                </a:cubicBezTo>
                <a:cubicBezTo>
                  <a:pt x="79786" y="21166"/>
                  <a:pt x="84626" y="19934"/>
                  <a:pt x="89858" y="19934"/>
                </a:cubicBezTo>
                <a:cubicBezTo>
                  <a:pt x="96464" y="19934"/>
                  <a:pt x="101868" y="21610"/>
                  <a:pt x="106068" y="24962"/>
                </a:cubicBezTo>
                <a:cubicBezTo>
                  <a:pt x="110269" y="28313"/>
                  <a:pt x="112961" y="33072"/>
                  <a:pt x="114145" y="39238"/>
                </a:cubicBezTo>
                <a:lnTo>
                  <a:pt x="104121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6" y="28526"/>
                  <a:pt x="90259" y="28526"/>
                </a:cubicBezTo>
                <a:cubicBezTo>
                  <a:pt x="85065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6" y="65711"/>
                  <a:pt x="77427" y="69397"/>
                </a:cubicBezTo>
                <a:cubicBezTo>
                  <a:pt x="80559" y="73082"/>
                  <a:pt x="84645" y="74925"/>
                  <a:pt x="89686" y="74925"/>
                </a:cubicBezTo>
                <a:cubicBezTo>
                  <a:pt x="93734" y="74925"/>
                  <a:pt x="97113" y="73688"/>
                  <a:pt x="99825" y="71216"/>
                </a:cubicBezTo>
                <a:cubicBezTo>
                  <a:pt x="102536" y="68743"/>
                  <a:pt x="104254" y="64939"/>
                  <a:pt x="104980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7" y="51726"/>
                </a:moveTo>
                <a:cubicBezTo>
                  <a:pt x="348277" y="40460"/>
                  <a:pt x="351408" y="32116"/>
                  <a:pt x="357671" y="26693"/>
                </a:cubicBezTo>
                <a:cubicBezTo>
                  <a:pt x="362903" y="22187"/>
                  <a:pt x="369280" y="19934"/>
                  <a:pt x="376803" y="19934"/>
                </a:cubicBezTo>
                <a:cubicBezTo>
                  <a:pt x="385166" y="19934"/>
                  <a:pt x="392002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8" y="64853"/>
                  <a:pt x="401749" y="69340"/>
                </a:cubicBezTo>
                <a:cubicBezTo>
                  <a:pt x="399401" y="73827"/>
                  <a:pt x="395983" y="77311"/>
                  <a:pt x="391496" y="79794"/>
                </a:cubicBezTo>
                <a:cubicBezTo>
                  <a:pt x="387009" y="82276"/>
                  <a:pt x="382111" y="83517"/>
                  <a:pt x="376803" y="83517"/>
                </a:cubicBezTo>
                <a:cubicBezTo>
                  <a:pt x="368287" y="83517"/>
                  <a:pt x="361404" y="80787"/>
                  <a:pt x="356153" y="75326"/>
                </a:cubicBezTo>
                <a:cubicBezTo>
                  <a:pt x="350902" y="69865"/>
                  <a:pt x="348277" y="61998"/>
                  <a:pt x="348277" y="51726"/>
                </a:cubicBezTo>
                <a:moveTo>
                  <a:pt x="358874" y="51697"/>
                </a:moveTo>
                <a:cubicBezTo>
                  <a:pt x="358874" y="59459"/>
                  <a:pt x="360573" y="65270"/>
                  <a:pt x="363972" y="69132"/>
                </a:cubicBezTo>
                <a:cubicBezTo>
                  <a:pt x="367370" y="72994"/>
                  <a:pt x="371648" y="74925"/>
                  <a:pt x="376803" y="74925"/>
                </a:cubicBezTo>
                <a:cubicBezTo>
                  <a:pt x="381920" y="74925"/>
                  <a:pt x="386178" y="72984"/>
                  <a:pt x="389577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8" y="28526"/>
                  <a:pt x="367370" y="30448"/>
                  <a:pt x="363972" y="34290"/>
                </a:cubicBezTo>
                <a:cubicBezTo>
                  <a:pt x="360573" y="38133"/>
                  <a:pt x="358874" y="43935"/>
                  <a:pt x="358874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3" y="82142"/>
                </a:moveTo>
                <a:lnTo>
                  <a:pt x="547793" y="21309"/>
                </a:lnTo>
                <a:lnTo>
                  <a:pt x="557073" y="21309"/>
                </a:lnTo>
                <a:lnTo>
                  <a:pt x="557073" y="29901"/>
                </a:lnTo>
                <a:cubicBezTo>
                  <a:pt x="561541" y="23256"/>
                  <a:pt x="567994" y="19934"/>
                  <a:pt x="576434" y="19934"/>
                </a:cubicBezTo>
                <a:cubicBezTo>
                  <a:pt x="580100" y="19934"/>
                  <a:pt x="583470" y="20593"/>
                  <a:pt x="586544" y="21910"/>
                </a:cubicBezTo>
                <a:cubicBezTo>
                  <a:pt x="589618" y="23228"/>
                  <a:pt x="591919" y="24956"/>
                  <a:pt x="593447" y="27094"/>
                </a:cubicBezTo>
                <a:cubicBezTo>
                  <a:pt x="594974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2" y="33581"/>
                  <a:pt x="583489" y="31919"/>
                  <a:pt x="581446" y="30676"/>
                </a:cubicBezTo>
                <a:cubicBezTo>
                  <a:pt x="579403" y="29434"/>
                  <a:pt x="577007" y="28813"/>
                  <a:pt x="574257" y="28813"/>
                </a:cubicBezTo>
                <a:cubicBezTo>
                  <a:pt x="569865" y="28813"/>
                  <a:pt x="566075" y="30208"/>
                  <a:pt x="562887" y="33000"/>
                </a:cubicBezTo>
                <a:cubicBezTo>
                  <a:pt x="559698" y="35790"/>
                  <a:pt x="558104" y="41084"/>
                  <a:pt x="558104" y="48883"/>
                </a:cubicBezTo>
                <a:lnTo>
                  <a:pt x="558104" y="82142"/>
                </a:lnTo>
                <a:lnTo>
                  <a:pt x="547793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Function_B2">
            <a:extLst xmlns:a="http://schemas.openxmlformats.org/drawingml/2006/main">
              <a:ext uri="{FF2B5EF4-FFF2-40B4-BE49-F238E27FC236}">
                <a16:creationId xmlns:a16="http://schemas.microsoft.com/office/drawing/2014/main" id="{244F54C7-F65B-4459-A1D9-6B251D1A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850" y="6550222"/>
            <a:ext cx="695917" cy="107575"/>
          </a:xfrm>
          <a:custGeom xmlns:a="http://schemas.openxmlformats.org/drawingml/2006/main">
            <a:pathLst>
              <a:path w="695917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90" y="84319"/>
                </a:moveTo>
                <a:lnTo>
                  <a:pt x="111490" y="75211"/>
                </a:lnTo>
                <a:cubicBezTo>
                  <a:pt x="109275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4" y="78686"/>
                  <a:pt x="73283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1" y="70510"/>
                  <a:pt x="91326" y="71635"/>
                </a:cubicBezTo>
                <a:cubicBezTo>
                  <a:pt x="92892" y="72759"/>
                  <a:pt x="94878" y="73321"/>
                  <a:pt x="97284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50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90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3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8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4" y="84888"/>
                  <a:pt x="301265" y="85694"/>
                  <a:pt x="296529" y="85694"/>
                </a:cubicBezTo>
                <a:cubicBezTo>
                  <a:pt x="293627" y="85694"/>
                  <a:pt x="291011" y="85207"/>
                  <a:pt x="288682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7" y="78906"/>
                  <a:pt x="281712" y="76815"/>
                  <a:pt x="281292" y="74180"/>
                </a:cubicBezTo>
                <a:cubicBezTo>
                  <a:pt x="280949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8" y="53043"/>
                </a:moveTo>
                <a:cubicBezTo>
                  <a:pt x="347988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9" y="26063"/>
                </a:cubicBezTo>
                <a:cubicBezTo>
                  <a:pt x="367969" y="23428"/>
                  <a:pt x="373363" y="22111"/>
                  <a:pt x="379321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8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8" y="60031"/>
                  <a:pt x="347988" y="53043"/>
                </a:cubicBezTo>
                <a:moveTo>
                  <a:pt x="364485" y="53902"/>
                </a:moveTo>
                <a:cubicBezTo>
                  <a:pt x="364485" y="59917"/>
                  <a:pt x="365917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9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9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7" y="43281"/>
                  <a:pt x="364485" y="47888"/>
                  <a:pt x="364485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6" y="344"/>
                </a:moveTo>
                <a:lnTo>
                  <a:pt x="594033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3" y="1727"/>
                  <a:pt x="615084" y="2880"/>
                  <a:pt x="617662" y="4634"/>
                </a:cubicBezTo>
                <a:cubicBezTo>
                  <a:pt x="620239" y="6388"/>
                  <a:pt x="622387" y="8723"/>
                  <a:pt x="624106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4" y="28981"/>
                  <a:pt x="623504" y="32260"/>
                </a:cubicBezTo>
                <a:cubicBezTo>
                  <a:pt x="621385" y="35540"/>
                  <a:pt x="618511" y="37999"/>
                  <a:pt x="614883" y="39639"/>
                </a:cubicBezTo>
                <a:cubicBezTo>
                  <a:pt x="620001" y="41131"/>
                  <a:pt x="623934" y="43674"/>
                  <a:pt x="626683" y="47268"/>
                </a:cubicBezTo>
                <a:cubicBezTo>
                  <a:pt x="629433" y="50862"/>
                  <a:pt x="630808" y="55087"/>
                  <a:pt x="630808" y="59944"/>
                </a:cubicBezTo>
                <a:cubicBezTo>
                  <a:pt x="630808" y="63767"/>
                  <a:pt x="629920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5" y="83248"/>
                  <a:pt x="609499" y="83746"/>
                </a:cubicBezTo>
                <a:cubicBezTo>
                  <a:pt x="606673" y="84052"/>
                  <a:pt x="599856" y="84243"/>
                  <a:pt x="589049" y="84319"/>
                </a:cubicBezTo>
                <a:lnTo>
                  <a:pt x="560466" y="84319"/>
                </a:lnTo>
                <a:lnTo>
                  <a:pt x="560466" y="344"/>
                </a:lnTo>
                <a:moveTo>
                  <a:pt x="577421" y="14320"/>
                </a:moveTo>
                <a:lnTo>
                  <a:pt x="577421" y="33682"/>
                </a:lnTo>
                <a:lnTo>
                  <a:pt x="588534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2" y="33053"/>
                  <a:pt x="606033" y="32054"/>
                  <a:pt x="607695" y="30399"/>
                </a:cubicBezTo>
                <a:cubicBezTo>
                  <a:pt x="609356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1" y="14416"/>
                  <a:pt x="595140" y="14320"/>
                  <a:pt x="587159" y="14320"/>
                </a:cubicBezTo>
                <a:lnTo>
                  <a:pt x="577421" y="14320"/>
                </a:lnTo>
                <a:moveTo>
                  <a:pt x="577421" y="47659"/>
                </a:moveTo>
                <a:lnTo>
                  <a:pt x="577421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5" y="69597"/>
                </a:cubicBezTo>
                <a:cubicBezTo>
                  <a:pt x="607265" y="69139"/>
                  <a:pt x="609318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8" y="48861"/>
                </a:cubicBezTo>
                <a:cubicBezTo>
                  <a:pt x="603838" y="48059"/>
                  <a:pt x="598825" y="47659"/>
                  <a:pt x="591111" y="47659"/>
                </a:cubicBezTo>
                <a:lnTo>
                  <a:pt x="577421" y="47659"/>
                </a:lnTo>
                <a:close/>
                <a:moveTo>
                  <a:pt x="695917" y="69311"/>
                </a:moveTo>
                <a:lnTo>
                  <a:pt x="695917" y="84319"/>
                </a:lnTo>
                <a:lnTo>
                  <a:pt x="639494" y="84319"/>
                </a:lnTo>
                <a:cubicBezTo>
                  <a:pt x="640105" y="78672"/>
                  <a:pt x="641938" y="73321"/>
                  <a:pt x="644994" y="68266"/>
                </a:cubicBezTo>
                <a:cubicBezTo>
                  <a:pt x="648049" y="63209"/>
                  <a:pt x="654082" y="56503"/>
                  <a:pt x="663095" y="48145"/>
                </a:cubicBezTo>
                <a:cubicBezTo>
                  <a:pt x="670350" y="41392"/>
                  <a:pt x="674799" y="36814"/>
                  <a:pt x="676441" y="34410"/>
                </a:cubicBezTo>
                <a:cubicBezTo>
                  <a:pt x="678656" y="31090"/>
                  <a:pt x="679764" y="27809"/>
                  <a:pt x="679764" y="24565"/>
                </a:cubicBezTo>
                <a:cubicBezTo>
                  <a:pt x="679764" y="20978"/>
                  <a:pt x="678799" y="18221"/>
                  <a:pt x="676871" y="16295"/>
                </a:cubicBezTo>
                <a:cubicBezTo>
                  <a:pt x="674942" y="14368"/>
                  <a:pt x="672279" y="13404"/>
                  <a:pt x="668880" y="13404"/>
                </a:cubicBezTo>
                <a:cubicBezTo>
                  <a:pt x="665520" y="13404"/>
                  <a:pt x="662846" y="14421"/>
                  <a:pt x="660861" y="16454"/>
                </a:cubicBezTo>
                <a:cubicBezTo>
                  <a:pt x="658875" y="18487"/>
                  <a:pt x="657729" y="21861"/>
                  <a:pt x="657424" y="26579"/>
                </a:cubicBezTo>
                <a:lnTo>
                  <a:pt x="641385" y="24968"/>
                </a:lnTo>
                <a:cubicBezTo>
                  <a:pt x="642339" y="16070"/>
                  <a:pt x="645337" y="9684"/>
                  <a:pt x="650378" y="5811"/>
                </a:cubicBezTo>
                <a:cubicBezTo>
                  <a:pt x="655419" y="1937"/>
                  <a:pt x="661720" y="0"/>
                  <a:pt x="669281" y="0"/>
                </a:cubicBezTo>
                <a:cubicBezTo>
                  <a:pt x="677568" y="0"/>
                  <a:pt x="684079" y="2232"/>
                  <a:pt x="688814" y="6697"/>
                </a:cubicBezTo>
                <a:cubicBezTo>
                  <a:pt x="693549" y="11161"/>
                  <a:pt x="695917" y="16713"/>
                  <a:pt x="695917" y="23351"/>
                </a:cubicBezTo>
                <a:cubicBezTo>
                  <a:pt x="695917" y="27130"/>
                  <a:pt x="695239" y="30726"/>
                  <a:pt x="693884" y="34142"/>
                </a:cubicBezTo>
                <a:cubicBezTo>
                  <a:pt x="692528" y="37556"/>
                  <a:pt x="690380" y="41133"/>
                  <a:pt x="687439" y="44871"/>
                </a:cubicBezTo>
                <a:cubicBezTo>
                  <a:pt x="685492" y="47352"/>
                  <a:pt x="681978" y="50921"/>
                  <a:pt x="676900" y="55576"/>
                </a:cubicBezTo>
                <a:cubicBezTo>
                  <a:pt x="671821" y="60230"/>
                  <a:pt x="668603" y="63320"/>
                  <a:pt x="667248" y="64847"/>
                </a:cubicBezTo>
                <a:cubicBezTo>
                  <a:pt x="665892" y="66373"/>
                  <a:pt x="664794" y="67861"/>
                  <a:pt x="663954" y="69311"/>
                </a:cubicBezTo>
                <a:lnTo>
                  <a:pt x="695917" y="69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D5D63-4E0A-42C3-BCE1-074D569E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6318838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C0068-B188-4AF5-8735-290A967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06" y="6318838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CF12F-070E-4AC1-A4F8-B03BE422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76" y="6344908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43162-481D-4985-ABE0-3984E32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5607334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02485-6DDC-4F78-88DC-9FCD61B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5607334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46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25F041CC-B776-4063-8544-DA89DAC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44" y="5731207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79" y="59802"/>
                </a:moveTo>
                <a:lnTo>
                  <a:pt x="115118" y="61120"/>
                </a:lnTo>
                <a:cubicBezTo>
                  <a:pt x="114011" y="68126"/>
                  <a:pt x="111175" y="73611"/>
                  <a:pt x="106612" y="77574"/>
                </a:cubicBezTo>
                <a:cubicBezTo>
                  <a:pt x="102049" y="81536"/>
                  <a:pt x="96444" y="83517"/>
                  <a:pt x="89800" y="83517"/>
                </a:cubicBezTo>
                <a:cubicBezTo>
                  <a:pt x="81475" y="83517"/>
                  <a:pt x="74782" y="80796"/>
                  <a:pt x="69722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4" y="29787"/>
                  <a:pt x="70887" y="26092"/>
                  <a:pt x="75336" y="23629"/>
                </a:cubicBezTo>
                <a:cubicBezTo>
                  <a:pt x="79785" y="21166"/>
                  <a:pt x="84625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8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4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5" y="65711"/>
                  <a:pt x="77427" y="69397"/>
                </a:cubicBezTo>
                <a:cubicBezTo>
                  <a:pt x="80558" y="73082"/>
                  <a:pt x="84644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5" y="68743"/>
                  <a:pt x="104254" y="64939"/>
                  <a:pt x="104979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2" y="82142"/>
                </a:moveTo>
                <a:lnTo>
                  <a:pt x="547792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3" y="19934"/>
                </a:cubicBezTo>
                <a:cubicBezTo>
                  <a:pt x="580099" y="19934"/>
                  <a:pt x="583469" y="20593"/>
                  <a:pt x="586543" y="21910"/>
                </a:cubicBezTo>
                <a:cubicBezTo>
                  <a:pt x="589618" y="23228"/>
                  <a:pt x="591918" y="24956"/>
                  <a:pt x="593446" y="27094"/>
                </a:cubicBezTo>
                <a:cubicBezTo>
                  <a:pt x="594973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8" y="31919"/>
                  <a:pt x="581445" y="30676"/>
                </a:cubicBezTo>
                <a:cubicBezTo>
                  <a:pt x="579402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7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2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Function_B3">
            <a:extLst xmlns:a="http://schemas.openxmlformats.org/drawingml/2006/main">
              <a:ext uri="{FF2B5EF4-FFF2-40B4-BE49-F238E27FC236}">
                <a16:creationId xmlns:a16="http://schemas.microsoft.com/office/drawing/2014/main" id="{61156226-C47F-4CF5-9C71-A7953DC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022" y="5872413"/>
            <a:ext cx="696776" cy="107575"/>
          </a:xfrm>
          <a:custGeom xmlns:a="http://schemas.openxmlformats.org/drawingml/2006/main">
            <a:pathLst>
              <a:path w="696776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5" y="344"/>
                </a:moveTo>
                <a:lnTo>
                  <a:pt x="594032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2" y="1727"/>
                  <a:pt x="615083" y="2880"/>
                  <a:pt x="617661" y="4634"/>
                </a:cubicBezTo>
                <a:cubicBezTo>
                  <a:pt x="620239" y="6388"/>
                  <a:pt x="622387" y="8723"/>
                  <a:pt x="624105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3" y="28981"/>
                  <a:pt x="623504" y="32260"/>
                </a:cubicBezTo>
                <a:cubicBezTo>
                  <a:pt x="621384" y="35540"/>
                  <a:pt x="618511" y="37999"/>
                  <a:pt x="614883" y="39639"/>
                </a:cubicBezTo>
                <a:cubicBezTo>
                  <a:pt x="620000" y="41131"/>
                  <a:pt x="623933" y="43674"/>
                  <a:pt x="626683" y="47268"/>
                </a:cubicBezTo>
                <a:cubicBezTo>
                  <a:pt x="629432" y="50862"/>
                  <a:pt x="630807" y="55087"/>
                  <a:pt x="630807" y="59944"/>
                </a:cubicBezTo>
                <a:cubicBezTo>
                  <a:pt x="630807" y="63767"/>
                  <a:pt x="629919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4" y="83248"/>
                  <a:pt x="609498" y="83746"/>
                </a:cubicBezTo>
                <a:cubicBezTo>
                  <a:pt x="606672" y="84052"/>
                  <a:pt x="599856" y="84243"/>
                  <a:pt x="589049" y="84319"/>
                </a:cubicBezTo>
                <a:lnTo>
                  <a:pt x="560465" y="84319"/>
                </a:lnTo>
                <a:lnTo>
                  <a:pt x="560465" y="344"/>
                </a:lnTo>
                <a:moveTo>
                  <a:pt x="577420" y="14320"/>
                </a:moveTo>
                <a:lnTo>
                  <a:pt x="577420" y="33682"/>
                </a:lnTo>
                <a:lnTo>
                  <a:pt x="588533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1" y="33053"/>
                  <a:pt x="606033" y="32054"/>
                  <a:pt x="607694" y="30399"/>
                </a:cubicBezTo>
                <a:cubicBezTo>
                  <a:pt x="609355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0" y="14416"/>
                  <a:pt x="595140" y="14320"/>
                  <a:pt x="587158" y="14320"/>
                </a:cubicBezTo>
                <a:lnTo>
                  <a:pt x="577420" y="14320"/>
                </a:lnTo>
                <a:moveTo>
                  <a:pt x="577420" y="47659"/>
                </a:moveTo>
                <a:lnTo>
                  <a:pt x="577420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4" y="69597"/>
                </a:cubicBezTo>
                <a:cubicBezTo>
                  <a:pt x="607264" y="69139"/>
                  <a:pt x="609317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7" y="48861"/>
                </a:cubicBezTo>
                <a:cubicBezTo>
                  <a:pt x="603837" y="48059"/>
                  <a:pt x="598825" y="47659"/>
                  <a:pt x="591111" y="47659"/>
                </a:cubicBezTo>
                <a:lnTo>
                  <a:pt x="577420" y="47659"/>
                </a:lnTo>
                <a:close/>
                <a:moveTo>
                  <a:pt x="640984" y="62036"/>
                </a:moveTo>
                <a:lnTo>
                  <a:pt x="656564" y="60146"/>
                </a:lnTo>
                <a:cubicBezTo>
                  <a:pt x="657061" y="64117"/>
                  <a:pt x="658397" y="67153"/>
                  <a:pt x="660574" y="69254"/>
                </a:cubicBezTo>
                <a:cubicBezTo>
                  <a:pt x="662751" y="71354"/>
                  <a:pt x="665386" y="72404"/>
                  <a:pt x="668479" y="72404"/>
                </a:cubicBezTo>
                <a:cubicBezTo>
                  <a:pt x="671801" y="72404"/>
                  <a:pt x="674598" y="71144"/>
                  <a:pt x="676871" y="68624"/>
                </a:cubicBezTo>
                <a:cubicBezTo>
                  <a:pt x="679143" y="66103"/>
                  <a:pt x="680279" y="62705"/>
                  <a:pt x="680279" y="58427"/>
                </a:cubicBezTo>
                <a:cubicBezTo>
                  <a:pt x="680279" y="54380"/>
                  <a:pt x="679190" y="51172"/>
                  <a:pt x="677014" y="48804"/>
                </a:cubicBezTo>
                <a:cubicBezTo>
                  <a:pt x="674837" y="46436"/>
                  <a:pt x="672183" y="45253"/>
                  <a:pt x="669052" y="45253"/>
                </a:cubicBezTo>
                <a:cubicBezTo>
                  <a:pt x="666989" y="45253"/>
                  <a:pt x="664526" y="45654"/>
                  <a:pt x="661662" y="46456"/>
                </a:cubicBezTo>
                <a:lnTo>
                  <a:pt x="663438" y="33453"/>
                </a:lnTo>
                <a:cubicBezTo>
                  <a:pt x="667791" y="33567"/>
                  <a:pt x="671114" y="32625"/>
                  <a:pt x="673405" y="30626"/>
                </a:cubicBezTo>
                <a:cubicBezTo>
                  <a:pt x="675696" y="28626"/>
                  <a:pt x="676842" y="25970"/>
                  <a:pt x="676842" y="22657"/>
                </a:cubicBezTo>
                <a:cubicBezTo>
                  <a:pt x="676842" y="19839"/>
                  <a:pt x="676002" y="17593"/>
                  <a:pt x="674322" y="15917"/>
                </a:cubicBezTo>
                <a:cubicBezTo>
                  <a:pt x="672641" y="14242"/>
                  <a:pt x="670407" y="13404"/>
                  <a:pt x="667620" y="13404"/>
                </a:cubicBezTo>
                <a:cubicBezTo>
                  <a:pt x="664870" y="13404"/>
                  <a:pt x="662521" y="14359"/>
                  <a:pt x="660574" y="16268"/>
                </a:cubicBezTo>
                <a:cubicBezTo>
                  <a:pt x="658626" y="18177"/>
                  <a:pt x="657442" y="20965"/>
                  <a:pt x="657022" y="24631"/>
                </a:cubicBezTo>
                <a:lnTo>
                  <a:pt x="642186" y="22111"/>
                </a:lnTo>
                <a:cubicBezTo>
                  <a:pt x="643217" y="16992"/>
                  <a:pt x="644774" y="12903"/>
                  <a:pt x="646855" y="9844"/>
                </a:cubicBezTo>
                <a:cubicBezTo>
                  <a:pt x="648936" y="6784"/>
                  <a:pt x="651838" y="4378"/>
                  <a:pt x="655562" y="2628"/>
                </a:cubicBezTo>
                <a:cubicBezTo>
                  <a:pt x="659285" y="876"/>
                  <a:pt x="663457" y="0"/>
                  <a:pt x="668078" y="0"/>
                </a:cubicBezTo>
                <a:cubicBezTo>
                  <a:pt x="675983" y="0"/>
                  <a:pt x="682322" y="2524"/>
                  <a:pt x="687095" y="7572"/>
                </a:cubicBezTo>
                <a:cubicBezTo>
                  <a:pt x="691029" y="11703"/>
                  <a:pt x="692995" y="16369"/>
                  <a:pt x="692995" y="21570"/>
                </a:cubicBezTo>
                <a:cubicBezTo>
                  <a:pt x="692995" y="28951"/>
                  <a:pt x="688967" y="34841"/>
                  <a:pt x="680909" y="39240"/>
                </a:cubicBezTo>
                <a:cubicBezTo>
                  <a:pt x="685721" y="40271"/>
                  <a:pt x="689568" y="42581"/>
                  <a:pt x="692451" y="46171"/>
                </a:cubicBezTo>
                <a:cubicBezTo>
                  <a:pt x="695334" y="49761"/>
                  <a:pt x="696776" y="54095"/>
                  <a:pt x="696776" y="59174"/>
                </a:cubicBezTo>
                <a:cubicBezTo>
                  <a:pt x="696776" y="66543"/>
                  <a:pt x="694084" y="72824"/>
                  <a:pt x="688699" y="78018"/>
                </a:cubicBezTo>
                <a:cubicBezTo>
                  <a:pt x="683315" y="83211"/>
                  <a:pt x="676613" y="85808"/>
                  <a:pt x="668593" y="85808"/>
                </a:cubicBezTo>
                <a:cubicBezTo>
                  <a:pt x="660994" y="85808"/>
                  <a:pt x="654693" y="83617"/>
                  <a:pt x="649690" y="79233"/>
                </a:cubicBezTo>
                <a:cubicBezTo>
                  <a:pt x="644688" y="74850"/>
                  <a:pt x="641785" y="69118"/>
                  <a:pt x="640984" y="6203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3FECA-8FA4-4578-9823-D038049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5639921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D035F-DC5F-4898-8A8B-D6878B5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5639921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223C3-3F2D-4415-832A-D81FDE70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93" y="5665990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997DB-2A69-4B62-B750-C91A6A99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5803182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37173-9C3F-4AD0-BBCC-5D4D3A16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5803182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72202-D432-4E8D-9A59-6EAFC72F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6504975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A8139-F668-491D-AFAB-0D4143E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925" y="6504975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74153-9CF4-42E5-BDE5-DE623934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67" y="6110282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04151-5DDF-49F7-8607-AE64DBB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67" y="6110282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82213-6633-4A43-B7E4-AFAAA96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5803182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8A416-5862-427E-8536-6C0A61A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5803182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B46FC-7D9A-4A49-A994-A11CDCB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6507843"/>
            <a:ext cx="65174" cy="65174"/>
          </a:xfrm>
          <a:custGeom xmlns:a="http://schemas.openxmlformats.org/drawingml/2006/main">
            <a:pathLst>
              <a:path w="65174" h="65174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9F812-BC9A-4DE6-8579-9912DFF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87" y="6507843"/>
            <a:ext cx="65174" cy="65174"/>
          </a:xfrm>
          <a:custGeom xmlns:a="http://schemas.openxmlformats.org/drawingml/2006/main">
            <a:pathLst>
              <a:path w="65174" h="65174" fill="none">
                <a:moveTo>
                  <a:pt x="0" y="0"/>
                </a:moveTo>
                <a:lnTo>
                  <a:pt x="65174" y="0"/>
                </a:lnTo>
                <a:lnTo>
                  <a:pt x="65174" y="65174"/>
                </a:lnTo>
                <a:lnTo>
                  <a:pt x="0" y="651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80A4C-6CCB-4699-A960-F3892A44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416" y="5868747"/>
            <a:ext cx="213249" cy="96262"/>
          </a:xfrm>
          <a:custGeom xmlns:a="http://schemas.openxmlformats.org/drawingml/2006/main">
            <a:pathLst>
              <a:path w="213249" h="96262" fill="none">
                <a:moveTo>
                  <a:pt x="213249" y="0"/>
                </a:moveTo>
                <a:lnTo>
                  <a:pt x="0" y="96262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36DD6-A667-4FBD-A273-5E3D3AE2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416" y="6378994"/>
            <a:ext cx="213249" cy="138951"/>
          </a:xfrm>
          <a:custGeom xmlns:a="http://schemas.openxmlformats.org/drawingml/2006/main">
            <a:pathLst>
              <a:path w="213249" h="138951" fill="none">
                <a:moveTo>
                  <a:pt x="213249" y="138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F1C6C-8775-4347-93AC-E032304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5793797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4" y="75763"/>
                  <a:pt x="13363" y="77881"/>
                </a:cubicBezTo>
                <a:cubicBezTo>
                  <a:pt x="15481" y="79999"/>
                  <a:pt x="17785" y="81891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7" y="91244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1"/>
                  <a:pt x="75763" y="79999"/>
                  <a:pt x="77881" y="77881"/>
                </a:cubicBezTo>
                <a:cubicBezTo>
                  <a:pt x="80000" y="75763"/>
                  <a:pt x="81891" y="73459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5" y="25395"/>
                  <a:pt x="85220" y="22766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5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2F0B0-9FF0-402F-A103-D5C6A4AC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5793797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4" y="75763"/>
                  <a:pt x="13363" y="77881"/>
                </a:cubicBezTo>
                <a:cubicBezTo>
                  <a:pt x="15481" y="79999"/>
                  <a:pt x="17785" y="81891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7" y="91244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1"/>
                  <a:pt x="75763" y="79999"/>
                  <a:pt x="77881" y="77881"/>
                </a:cubicBezTo>
                <a:cubicBezTo>
                  <a:pt x="80000" y="75763"/>
                  <a:pt x="81891" y="73459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5" y="25395"/>
                  <a:pt x="85220" y="22766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5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494F0-9FEB-46A1-90CF-B0AFF6F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20" y="5774244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4" y="0"/>
                  <a:pt x="0" y="21725"/>
                  <a:pt x="0" y="65174"/>
                </a:cubicBezTo>
                <a:cubicBezTo>
                  <a:pt x="0" y="108623"/>
                  <a:pt x="21724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2574F-00C6-4C58-8ADA-A178479E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261" y="5835769"/>
            <a:ext cx="370058" cy="3650"/>
          </a:xfrm>
          <a:custGeom xmlns:a="http://schemas.openxmlformats.org/drawingml/2006/main">
            <a:pathLst>
              <a:path w="370058" h="3650" fill="none">
                <a:moveTo>
                  <a:pt x="370058" y="3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88E26-D18B-4060-8464-03D35CC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67" y="5835769"/>
            <a:ext cx="396258" cy="3650"/>
          </a:xfrm>
          <a:custGeom xmlns:a="http://schemas.openxmlformats.org/drawingml/2006/main">
            <a:pathLst>
              <a:path w="396258" h="3650" fill="none">
                <a:moveTo>
                  <a:pt x="0" y="3650"/>
                </a:moveTo>
                <a:lnTo>
                  <a:pt x="396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68" name="Text &lt;&lt;RESTAPI&gt;&gt;">
            <a:extLst xmlns:a="http://schemas.openxmlformats.org/drawingml/2006/main">
              <a:ext uri="{FF2B5EF4-FFF2-40B4-BE49-F238E27FC236}">
                <a16:creationId xmlns:a16="http://schemas.microsoft.com/office/drawing/2014/main" id="{842F69AB-9F89-4B5E-B454-91D7FBF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214" y="5628354"/>
            <a:ext cx="743403" cy="82015"/>
          </a:xfrm>
          <a:custGeom xmlns:a="http://schemas.openxmlformats.org/drawingml/2006/main">
            <a:pathLst>
              <a:path w="743403" h="82015">
                <a:moveTo>
                  <a:pt x="0" y="45985"/>
                </a:moveTo>
                <a:lnTo>
                  <a:pt x="0" y="36896"/>
                </a:lnTo>
                <a:lnTo>
                  <a:pt x="52531" y="14715"/>
                </a:lnTo>
                <a:lnTo>
                  <a:pt x="52531" y="24453"/>
                </a:lnTo>
                <a:lnTo>
                  <a:pt x="10874" y="41494"/>
                </a:lnTo>
                <a:lnTo>
                  <a:pt x="52531" y="58752"/>
                </a:lnTo>
                <a:lnTo>
                  <a:pt x="52531" y="68490"/>
                </a:lnTo>
                <a:lnTo>
                  <a:pt x="0" y="45985"/>
                </a:lnTo>
                <a:close/>
                <a:moveTo>
                  <a:pt x="64704" y="45985"/>
                </a:moveTo>
                <a:lnTo>
                  <a:pt x="64704" y="36896"/>
                </a:lnTo>
                <a:lnTo>
                  <a:pt x="117235" y="14715"/>
                </a:lnTo>
                <a:lnTo>
                  <a:pt x="117235" y="24453"/>
                </a:lnTo>
                <a:lnTo>
                  <a:pt x="75578" y="41494"/>
                </a:lnTo>
                <a:lnTo>
                  <a:pt x="117235" y="58752"/>
                </a:lnTo>
                <a:lnTo>
                  <a:pt x="117235" y="68490"/>
                </a:lnTo>
                <a:lnTo>
                  <a:pt x="64704" y="45985"/>
                </a:lnTo>
                <a:close/>
                <a:moveTo>
                  <a:pt x="132060" y="80716"/>
                </a:moveTo>
                <a:lnTo>
                  <a:pt x="132060" y="1407"/>
                </a:lnTo>
                <a:lnTo>
                  <a:pt x="167225" y="1407"/>
                </a:lnTo>
                <a:cubicBezTo>
                  <a:pt x="174294" y="1407"/>
                  <a:pt x="179668" y="2118"/>
                  <a:pt x="183347" y="3542"/>
                </a:cubicBezTo>
                <a:cubicBezTo>
                  <a:pt x="187025" y="4964"/>
                  <a:pt x="189965" y="7476"/>
                  <a:pt x="192165" y="11079"/>
                </a:cubicBezTo>
                <a:cubicBezTo>
                  <a:pt x="194365" y="14681"/>
                  <a:pt x="195465" y="18661"/>
                  <a:pt x="195465" y="23019"/>
                </a:cubicBezTo>
                <a:cubicBezTo>
                  <a:pt x="195465" y="28639"/>
                  <a:pt x="193643" y="33376"/>
                  <a:pt x="190001" y="37231"/>
                </a:cubicBezTo>
                <a:cubicBezTo>
                  <a:pt x="186358" y="41084"/>
                  <a:pt x="180732" y="43533"/>
                  <a:pt x="173122" y="44578"/>
                </a:cubicBezTo>
                <a:cubicBezTo>
                  <a:pt x="175899" y="45915"/>
                  <a:pt x="178009" y="47233"/>
                  <a:pt x="179451" y="48534"/>
                </a:cubicBezTo>
                <a:cubicBezTo>
                  <a:pt x="182517" y="51351"/>
                  <a:pt x="185420" y="54872"/>
                  <a:pt x="188161" y="59099"/>
                </a:cubicBezTo>
                <a:lnTo>
                  <a:pt x="201957" y="80716"/>
                </a:lnTo>
                <a:lnTo>
                  <a:pt x="188756" y="80716"/>
                </a:lnTo>
                <a:lnTo>
                  <a:pt x="178261" y="64191"/>
                </a:lnTo>
                <a:cubicBezTo>
                  <a:pt x="175196" y="59423"/>
                  <a:pt x="172671" y="55775"/>
                  <a:pt x="170687" y="53247"/>
                </a:cubicBezTo>
                <a:cubicBezTo>
                  <a:pt x="168704" y="50718"/>
                  <a:pt x="166927" y="48948"/>
                  <a:pt x="165358" y="47937"/>
                </a:cubicBezTo>
                <a:cubicBezTo>
                  <a:pt x="163790" y="46925"/>
                  <a:pt x="162194" y="46220"/>
                  <a:pt x="160571" y="45822"/>
                </a:cubicBezTo>
                <a:cubicBezTo>
                  <a:pt x="159380" y="45570"/>
                  <a:pt x="157433" y="45444"/>
                  <a:pt x="154728" y="45444"/>
                </a:cubicBezTo>
                <a:lnTo>
                  <a:pt x="142556" y="45444"/>
                </a:lnTo>
                <a:lnTo>
                  <a:pt x="142556" y="80716"/>
                </a:lnTo>
                <a:lnTo>
                  <a:pt x="132060" y="80716"/>
                </a:lnTo>
                <a:moveTo>
                  <a:pt x="142556" y="36355"/>
                </a:moveTo>
                <a:lnTo>
                  <a:pt x="165115" y="36355"/>
                </a:lnTo>
                <a:cubicBezTo>
                  <a:pt x="169912" y="36355"/>
                  <a:pt x="173663" y="35860"/>
                  <a:pt x="176368" y="34871"/>
                </a:cubicBezTo>
                <a:cubicBezTo>
                  <a:pt x="179073" y="33881"/>
                  <a:pt x="181128" y="32297"/>
                  <a:pt x="182535" y="30120"/>
                </a:cubicBezTo>
                <a:cubicBezTo>
                  <a:pt x="183942" y="27942"/>
                  <a:pt x="184645" y="25576"/>
                  <a:pt x="184645" y="23019"/>
                </a:cubicBezTo>
                <a:cubicBezTo>
                  <a:pt x="184645" y="19276"/>
                  <a:pt x="183283" y="16199"/>
                  <a:pt x="180560" y="13789"/>
                </a:cubicBezTo>
                <a:cubicBezTo>
                  <a:pt x="177837" y="11377"/>
                  <a:pt x="173536" y="10171"/>
                  <a:pt x="167658" y="10171"/>
                </a:cubicBezTo>
                <a:lnTo>
                  <a:pt x="142556" y="10171"/>
                </a:lnTo>
                <a:lnTo>
                  <a:pt x="142556" y="36355"/>
                </a:lnTo>
                <a:close/>
                <a:moveTo>
                  <a:pt x="212109" y="80716"/>
                </a:moveTo>
                <a:lnTo>
                  <a:pt x="212109" y="1407"/>
                </a:lnTo>
                <a:lnTo>
                  <a:pt x="269454" y="1407"/>
                </a:lnTo>
                <a:lnTo>
                  <a:pt x="269454" y="10766"/>
                </a:lnTo>
                <a:lnTo>
                  <a:pt x="222604" y="10766"/>
                </a:lnTo>
                <a:lnTo>
                  <a:pt x="222604" y="35056"/>
                </a:lnTo>
                <a:lnTo>
                  <a:pt x="266479" y="35056"/>
                </a:lnTo>
                <a:lnTo>
                  <a:pt x="266479" y="44253"/>
                </a:lnTo>
                <a:lnTo>
                  <a:pt x="222604" y="44253"/>
                </a:lnTo>
                <a:lnTo>
                  <a:pt x="222604" y="71357"/>
                </a:lnTo>
                <a:lnTo>
                  <a:pt x="271294" y="71357"/>
                </a:lnTo>
                <a:lnTo>
                  <a:pt x="271294" y="80716"/>
                </a:lnTo>
                <a:lnTo>
                  <a:pt x="212109" y="80716"/>
                </a:lnTo>
                <a:close/>
                <a:moveTo>
                  <a:pt x="282222" y="55182"/>
                </a:moveTo>
                <a:lnTo>
                  <a:pt x="292122" y="54316"/>
                </a:lnTo>
                <a:cubicBezTo>
                  <a:pt x="292591" y="58283"/>
                  <a:pt x="293682" y="61538"/>
                  <a:pt x="295396" y="64081"/>
                </a:cubicBezTo>
                <a:cubicBezTo>
                  <a:pt x="297109" y="66624"/>
                  <a:pt x="299769" y="68679"/>
                  <a:pt x="303375" y="70248"/>
                </a:cubicBezTo>
                <a:cubicBezTo>
                  <a:pt x="306982" y="71817"/>
                  <a:pt x="311039" y="72602"/>
                  <a:pt x="315548" y="72602"/>
                </a:cubicBezTo>
                <a:cubicBezTo>
                  <a:pt x="319551" y="72602"/>
                  <a:pt x="323085" y="72006"/>
                  <a:pt x="326151" y="70816"/>
                </a:cubicBezTo>
                <a:cubicBezTo>
                  <a:pt x="329217" y="69626"/>
                  <a:pt x="331498" y="67994"/>
                  <a:pt x="332995" y="65920"/>
                </a:cubicBezTo>
                <a:cubicBezTo>
                  <a:pt x="334491" y="63846"/>
                  <a:pt x="335240" y="61583"/>
                  <a:pt x="335240" y="59131"/>
                </a:cubicBezTo>
                <a:cubicBezTo>
                  <a:pt x="335240" y="56642"/>
                  <a:pt x="334518" y="54469"/>
                  <a:pt x="333076" y="52612"/>
                </a:cubicBezTo>
                <a:cubicBezTo>
                  <a:pt x="331633" y="50754"/>
                  <a:pt x="329253" y="49194"/>
                  <a:pt x="325935" y="47932"/>
                </a:cubicBezTo>
                <a:cubicBezTo>
                  <a:pt x="323807" y="47103"/>
                  <a:pt x="319100" y="45813"/>
                  <a:pt x="311815" y="44064"/>
                </a:cubicBezTo>
                <a:cubicBezTo>
                  <a:pt x="304529" y="42315"/>
                  <a:pt x="299426" y="40665"/>
                  <a:pt x="296505" y="39114"/>
                </a:cubicBezTo>
                <a:cubicBezTo>
                  <a:pt x="292718" y="37130"/>
                  <a:pt x="289895" y="34669"/>
                  <a:pt x="288038" y="31729"/>
                </a:cubicBezTo>
                <a:cubicBezTo>
                  <a:pt x="286181" y="28790"/>
                  <a:pt x="285252" y="25499"/>
                  <a:pt x="285252" y="21856"/>
                </a:cubicBezTo>
                <a:cubicBezTo>
                  <a:pt x="285252" y="17853"/>
                  <a:pt x="286388" y="14111"/>
                  <a:pt x="288660" y="10631"/>
                </a:cubicBezTo>
                <a:cubicBezTo>
                  <a:pt x="290932" y="7150"/>
                  <a:pt x="294250" y="4508"/>
                  <a:pt x="298614" y="2705"/>
                </a:cubicBezTo>
                <a:cubicBezTo>
                  <a:pt x="302978" y="902"/>
                  <a:pt x="307829" y="0"/>
                  <a:pt x="313167" y="0"/>
                </a:cubicBezTo>
                <a:cubicBezTo>
                  <a:pt x="319046" y="0"/>
                  <a:pt x="324231" y="947"/>
                  <a:pt x="328721" y="2840"/>
                </a:cubicBezTo>
                <a:cubicBezTo>
                  <a:pt x="333211" y="4734"/>
                  <a:pt x="336664" y="7520"/>
                  <a:pt x="339081" y="11199"/>
                </a:cubicBezTo>
                <a:cubicBezTo>
                  <a:pt x="341497" y="14877"/>
                  <a:pt x="342796" y="19043"/>
                  <a:pt x="342976" y="23696"/>
                </a:cubicBezTo>
                <a:lnTo>
                  <a:pt x="332914" y="24453"/>
                </a:lnTo>
                <a:cubicBezTo>
                  <a:pt x="332373" y="19422"/>
                  <a:pt x="330542" y="15621"/>
                  <a:pt x="327422" y="13052"/>
                </a:cubicBezTo>
                <a:cubicBezTo>
                  <a:pt x="324303" y="10482"/>
                  <a:pt x="319695" y="9197"/>
                  <a:pt x="313600" y="9197"/>
                </a:cubicBezTo>
                <a:cubicBezTo>
                  <a:pt x="307252" y="9197"/>
                  <a:pt x="302627" y="10361"/>
                  <a:pt x="299723" y="12690"/>
                </a:cubicBezTo>
                <a:cubicBezTo>
                  <a:pt x="296820" y="15017"/>
                  <a:pt x="295368" y="17823"/>
                  <a:pt x="295368" y="21107"/>
                </a:cubicBezTo>
                <a:cubicBezTo>
                  <a:pt x="295368" y="23959"/>
                  <a:pt x="296396" y="26305"/>
                  <a:pt x="298452" y="28145"/>
                </a:cubicBezTo>
                <a:cubicBezTo>
                  <a:pt x="300472" y="29987"/>
                  <a:pt x="305747" y="31873"/>
                  <a:pt x="314276" y="33804"/>
                </a:cubicBezTo>
                <a:cubicBezTo>
                  <a:pt x="322806" y="35734"/>
                  <a:pt x="328658" y="37422"/>
                  <a:pt x="331832" y="38865"/>
                </a:cubicBezTo>
                <a:cubicBezTo>
                  <a:pt x="336448" y="40994"/>
                  <a:pt x="339856" y="43693"/>
                  <a:pt x="342056" y="46960"/>
                </a:cubicBezTo>
                <a:cubicBezTo>
                  <a:pt x="344256" y="50226"/>
                  <a:pt x="345356" y="53989"/>
                  <a:pt x="345356" y="58248"/>
                </a:cubicBezTo>
                <a:cubicBezTo>
                  <a:pt x="345356" y="62470"/>
                  <a:pt x="344148" y="66449"/>
                  <a:pt x="341732" y="70186"/>
                </a:cubicBezTo>
                <a:cubicBezTo>
                  <a:pt x="339315" y="73921"/>
                  <a:pt x="335844" y="76826"/>
                  <a:pt x="331318" y="78902"/>
                </a:cubicBezTo>
                <a:cubicBezTo>
                  <a:pt x="326791" y="80977"/>
                  <a:pt x="321697" y="82015"/>
                  <a:pt x="316034" y="82015"/>
                </a:cubicBezTo>
                <a:cubicBezTo>
                  <a:pt x="308857" y="82015"/>
                  <a:pt x="302843" y="80969"/>
                  <a:pt x="297992" y="78877"/>
                </a:cubicBezTo>
                <a:cubicBezTo>
                  <a:pt x="293141" y="76785"/>
                  <a:pt x="289336" y="73638"/>
                  <a:pt x="286577" y="69437"/>
                </a:cubicBezTo>
                <a:cubicBezTo>
                  <a:pt x="283818" y="65235"/>
                  <a:pt x="282367" y="60483"/>
                  <a:pt x="282222" y="55182"/>
                </a:cubicBezTo>
                <a:close/>
                <a:moveTo>
                  <a:pt x="379873" y="80716"/>
                </a:moveTo>
                <a:lnTo>
                  <a:pt x="379873" y="10766"/>
                </a:lnTo>
                <a:lnTo>
                  <a:pt x="353743" y="10766"/>
                </a:lnTo>
                <a:lnTo>
                  <a:pt x="353743" y="1407"/>
                </a:lnTo>
                <a:lnTo>
                  <a:pt x="416607" y="1407"/>
                </a:lnTo>
                <a:lnTo>
                  <a:pt x="416607" y="10766"/>
                </a:lnTo>
                <a:lnTo>
                  <a:pt x="390369" y="10766"/>
                </a:lnTo>
                <a:lnTo>
                  <a:pt x="390369" y="80716"/>
                </a:lnTo>
                <a:lnTo>
                  <a:pt x="379873" y="80716"/>
                </a:lnTo>
                <a:close/>
                <a:moveTo>
                  <a:pt x="441344" y="80716"/>
                </a:moveTo>
                <a:lnTo>
                  <a:pt x="471802" y="1407"/>
                </a:lnTo>
                <a:lnTo>
                  <a:pt x="483109" y="1407"/>
                </a:lnTo>
                <a:lnTo>
                  <a:pt x="515568" y="80716"/>
                </a:lnTo>
                <a:lnTo>
                  <a:pt x="503612" y="80716"/>
                </a:lnTo>
                <a:lnTo>
                  <a:pt x="494361" y="56804"/>
                </a:lnTo>
                <a:lnTo>
                  <a:pt x="461198" y="56804"/>
                </a:lnTo>
                <a:lnTo>
                  <a:pt x="452488" y="80716"/>
                </a:lnTo>
                <a:lnTo>
                  <a:pt x="441344" y="80716"/>
                </a:lnTo>
                <a:moveTo>
                  <a:pt x="464228" y="48149"/>
                </a:moveTo>
                <a:lnTo>
                  <a:pt x="491115" y="48149"/>
                </a:lnTo>
                <a:lnTo>
                  <a:pt x="482838" y="26184"/>
                </a:lnTo>
                <a:cubicBezTo>
                  <a:pt x="480314" y="19512"/>
                  <a:pt x="478438" y="14030"/>
                  <a:pt x="477212" y="9738"/>
                </a:cubicBezTo>
                <a:cubicBezTo>
                  <a:pt x="476202" y="14823"/>
                  <a:pt x="474777" y="19873"/>
                  <a:pt x="472938" y="24886"/>
                </a:cubicBezTo>
                <a:lnTo>
                  <a:pt x="464228" y="48149"/>
                </a:lnTo>
                <a:close/>
                <a:moveTo>
                  <a:pt x="523954" y="80716"/>
                </a:moveTo>
                <a:lnTo>
                  <a:pt x="523954" y="1407"/>
                </a:lnTo>
                <a:lnTo>
                  <a:pt x="553871" y="1407"/>
                </a:lnTo>
                <a:cubicBezTo>
                  <a:pt x="559137" y="1407"/>
                  <a:pt x="563158" y="1658"/>
                  <a:pt x="565936" y="2162"/>
                </a:cubicBezTo>
                <a:cubicBezTo>
                  <a:pt x="569831" y="2811"/>
                  <a:pt x="573095" y="4046"/>
                  <a:pt x="575728" y="5865"/>
                </a:cubicBezTo>
                <a:cubicBezTo>
                  <a:pt x="578360" y="7684"/>
                  <a:pt x="580479" y="10233"/>
                  <a:pt x="582084" y="13511"/>
                </a:cubicBezTo>
                <a:cubicBezTo>
                  <a:pt x="583689" y="16789"/>
                  <a:pt x="584492" y="20391"/>
                  <a:pt x="584492" y="24318"/>
                </a:cubicBezTo>
                <a:cubicBezTo>
                  <a:pt x="584492" y="31055"/>
                  <a:pt x="582346" y="36757"/>
                  <a:pt x="578054" y="41422"/>
                </a:cubicBezTo>
                <a:cubicBezTo>
                  <a:pt x="573762" y="46087"/>
                  <a:pt x="566008" y="48419"/>
                  <a:pt x="554791" y="48419"/>
                </a:cubicBezTo>
                <a:lnTo>
                  <a:pt x="534450" y="48419"/>
                </a:lnTo>
                <a:lnTo>
                  <a:pt x="534450" y="80716"/>
                </a:lnTo>
                <a:lnTo>
                  <a:pt x="523954" y="80716"/>
                </a:lnTo>
                <a:moveTo>
                  <a:pt x="534450" y="39060"/>
                </a:moveTo>
                <a:lnTo>
                  <a:pt x="554953" y="39060"/>
                </a:lnTo>
                <a:cubicBezTo>
                  <a:pt x="561734" y="39060"/>
                  <a:pt x="566549" y="37800"/>
                  <a:pt x="569398" y="35281"/>
                </a:cubicBezTo>
                <a:cubicBezTo>
                  <a:pt x="572247" y="32761"/>
                  <a:pt x="573672" y="29215"/>
                  <a:pt x="573672" y="24642"/>
                </a:cubicBezTo>
                <a:cubicBezTo>
                  <a:pt x="573672" y="21331"/>
                  <a:pt x="572833" y="18496"/>
                  <a:pt x="571156" y="16139"/>
                </a:cubicBezTo>
                <a:cubicBezTo>
                  <a:pt x="569479" y="13781"/>
                  <a:pt x="567270" y="12224"/>
                  <a:pt x="564529" y="11467"/>
                </a:cubicBezTo>
                <a:cubicBezTo>
                  <a:pt x="562762" y="11000"/>
                  <a:pt x="559498" y="10766"/>
                  <a:pt x="554737" y="10766"/>
                </a:cubicBezTo>
                <a:lnTo>
                  <a:pt x="534450" y="10766"/>
                </a:lnTo>
                <a:lnTo>
                  <a:pt x="534450" y="39060"/>
                </a:lnTo>
                <a:close/>
                <a:moveTo>
                  <a:pt x="599641" y="80716"/>
                </a:moveTo>
                <a:lnTo>
                  <a:pt x="599641" y="1407"/>
                </a:lnTo>
                <a:lnTo>
                  <a:pt x="610136" y="1407"/>
                </a:lnTo>
                <a:lnTo>
                  <a:pt x="610136" y="80716"/>
                </a:lnTo>
                <a:lnTo>
                  <a:pt x="599641" y="80716"/>
                </a:lnTo>
                <a:close/>
                <a:moveTo>
                  <a:pt x="678699" y="45985"/>
                </a:moveTo>
                <a:lnTo>
                  <a:pt x="626168" y="68490"/>
                </a:lnTo>
                <a:lnTo>
                  <a:pt x="626168" y="58752"/>
                </a:lnTo>
                <a:lnTo>
                  <a:pt x="667771" y="41494"/>
                </a:lnTo>
                <a:lnTo>
                  <a:pt x="626168" y="24453"/>
                </a:lnTo>
                <a:lnTo>
                  <a:pt x="626168" y="14715"/>
                </a:lnTo>
                <a:lnTo>
                  <a:pt x="678699" y="36896"/>
                </a:lnTo>
                <a:lnTo>
                  <a:pt x="678699" y="45985"/>
                </a:lnTo>
                <a:close/>
                <a:moveTo>
                  <a:pt x="743403" y="45985"/>
                </a:moveTo>
                <a:lnTo>
                  <a:pt x="690873" y="68490"/>
                </a:lnTo>
                <a:lnTo>
                  <a:pt x="690873" y="58752"/>
                </a:lnTo>
                <a:lnTo>
                  <a:pt x="732475" y="41494"/>
                </a:lnTo>
                <a:lnTo>
                  <a:pt x="690873" y="24453"/>
                </a:lnTo>
                <a:lnTo>
                  <a:pt x="690873" y="14715"/>
                </a:lnTo>
                <a:lnTo>
                  <a:pt x="743403" y="36896"/>
                </a:lnTo>
                <a:lnTo>
                  <a:pt x="743403" y="45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123C5-8649-421D-8857-B56008AC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6491941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8"/>
                  <a:pt x="11244" y="75763"/>
                  <a:pt x="13363" y="77881"/>
                </a:cubicBezTo>
                <a:cubicBezTo>
                  <a:pt x="15481" y="79999"/>
                  <a:pt x="17785" y="81890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3"/>
                  <a:pt x="45622" y="91244"/>
                </a:cubicBezTo>
                <a:cubicBezTo>
                  <a:pt x="48617" y="91243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0"/>
                  <a:pt x="75763" y="79999"/>
                  <a:pt x="77881" y="77881"/>
                </a:cubicBezTo>
                <a:cubicBezTo>
                  <a:pt x="80000" y="75763"/>
                  <a:pt x="81891" y="73458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0"/>
                  <a:pt x="87772" y="28163"/>
                </a:cubicBezTo>
                <a:cubicBezTo>
                  <a:pt x="86625" y="25395"/>
                  <a:pt x="85220" y="22766"/>
                  <a:pt x="83555" y="20275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49B40-2CDA-4D54-85EA-5B94C6B2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4" y="6491941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2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8"/>
                  <a:pt x="11244" y="75763"/>
                  <a:pt x="13363" y="77881"/>
                </a:cubicBezTo>
                <a:cubicBezTo>
                  <a:pt x="15481" y="79999"/>
                  <a:pt x="17785" y="81890"/>
                  <a:pt x="20276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2"/>
                  <a:pt x="36722" y="90367"/>
                </a:cubicBezTo>
                <a:cubicBezTo>
                  <a:pt x="39660" y="90951"/>
                  <a:pt x="42626" y="91243"/>
                  <a:pt x="45622" y="91244"/>
                </a:cubicBezTo>
                <a:cubicBezTo>
                  <a:pt x="48617" y="91243"/>
                  <a:pt x="51584" y="90951"/>
                  <a:pt x="54522" y="90367"/>
                </a:cubicBezTo>
                <a:cubicBezTo>
                  <a:pt x="57460" y="89782"/>
                  <a:pt x="60313" y="88917"/>
                  <a:pt x="63081" y="87771"/>
                </a:cubicBezTo>
                <a:cubicBezTo>
                  <a:pt x="65849" y="86624"/>
                  <a:pt x="68478" y="85219"/>
                  <a:pt x="70969" y="83555"/>
                </a:cubicBezTo>
                <a:cubicBezTo>
                  <a:pt x="73459" y="81890"/>
                  <a:pt x="75763" y="79999"/>
                  <a:pt x="77881" y="77881"/>
                </a:cubicBezTo>
                <a:cubicBezTo>
                  <a:pt x="80000" y="75763"/>
                  <a:pt x="81891" y="73458"/>
                  <a:pt x="83555" y="70968"/>
                </a:cubicBezTo>
                <a:cubicBezTo>
                  <a:pt x="85220" y="68477"/>
                  <a:pt x="86625" y="65848"/>
                  <a:pt x="87771" y="63080"/>
                </a:cubicBezTo>
                <a:cubicBezTo>
                  <a:pt x="88918" y="60313"/>
                  <a:pt x="89783" y="57460"/>
                  <a:pt x="90367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7" y="36721"/>
                </a:cubicBezTo>
                <a:cubicBezTo>
                  <a:pt x="89783" y="33783"/>
                  <a:pt x="88918" y="30930"/>
                  <a:pt x="87772" y="28163"/>
                </a:cubicBezTo>
                <a:cubicBezTo>
                  <a:pt x="86625" y="25395"/>
                  <a:pt x="85220" y="22766"/>
                  <a:pt x="83555" y="20275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9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1" y="2326"/>
                  <a:pt x="28164" y="3473"/>
                </a:cubicBezTo>
                <a:cubicBezTo>
                  <a:pt x="25396" y="4619"/>
                  <a:pt x="22767" y="6024"/>
                  <a:pt x="20276" y="7689"/>
                </a:cubicBezTo>
                <a:cubicBezTo>
                  <a:pt x="17785" y="9353"/>
                  <a:pt x="15481" y="11244"/>
                  <a:pt x="13363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2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02B13-ED25-4901-B0BC-EB4CFE5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20" y="6472388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4" y="0"/>
                  <a:pt x="0" y="21725"/>
                  <a:pt x="0" y="65174"/>
                </a:cubicBezTo>
                <a:cubicBezTo>
                  <a:pt x="0" y="108623"/>
                  <a:pt x="21724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2" name="Text &lt;&lt;RESTAPI&gt;&gt;">
            <a:extLst xmlns:a="http://schemas.openxmlformats.org/drawingml/2006/main">
              <a:ext uri="{FF2B5EF4-FFF2-40B4-BE49-F238E27FC236}">
                <a16:creationId xmlns:a16="http://schemas.microsoft.com/office/drawing/2014/main" id="{93EB897C-A169-4292-807D-C027E59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31" y="6325716"/>
            <a:ext cx="743404" cy="82015"/>
          </a:xfrm>
          <a:custGeom xmlns:a="http://schemas.openxmlformats.org/drawingml/2006/main">
            <a:pathLst>
              <a:path w="743404" h="82015">
                <a:moveTo>
                  <a:pt x="0" y="45985"/>
                </a:moveTo>
                <a:lnTo>
                  <a:pt x="0" y="36896"/>
                </a:lnTo>
                <a:lnTo>
                  <a:pt x="52531" y="14715"/>
                </a:lnTo>
                <a:lnTo>
                  <a:pt x="52531" y="24453"/>
                </a:lnTo>
                <a:lnTo>
                  <a:pt x="10874" y="41494"/>
                </a:lnTo>
                <a:lnTo>
                  <a:pt x="52531" y="58752"/>
                </a:lnTo>
                <a:lnTo>
                  <a:pt x="52531" y="68490"/>
                </a:lnTo>
                <a:lnTo>
                  <a:pt x="0" y="45985"/>
                </a:lnTo>
                <a:close/>
                <a:moveTo>
                  <a:pt x="64704" y="45985"/>
                </a:moveTo>
                <a:lnTo>
                  <a:pt x="64704" y="36896"/>
                </a:lnTo>
                <a:lnTo>
                  <a:pt x="117235" y="14715"/>
                </a:lnTo>
                <a:lnTo>
                  <a:pt x="117235" y="24453"/>
                </a:lnTo>
                <a:lnTo>
                  <a:pt x="75578" y="41494"/>
                </a:lnTo>
                <a:lnTo>
                  <a:pt x="117235" y="58752"/>
                </a:lnTo>
                <a:lnTo>
                  <a:pt x="117235" y="68490"/>
                </a:lnTo>
                <a:lnTo>
                  <a:pt x="64704" y="45985"/>
                </a:lnTo>
                <a:close/>
                <a:moveTo>
                  <a:pt x="132060" y="80716"/>
                </a:moveTo>
                <a:lnTo>
                  <a:pt x="132060" y="1407"/>
                </a:lnTo>
                <a:lnTo>
                  <a:pt x="167225" y="1407"/>
                </a:lnTo>
                <a:cubicBezTo>
                  <a:pt x="174294" y="1407"/>
                  <a:pt x="179668" y="2118"/>
                  <a:pt x="183347" y="3542"/>
                </a:cubicBezTo>
                <a:cubicBezTo>
                  <a:pt x="187025" y="4964"/>
                  <a:pt x="189965" y="7476"/>
                  <a:pt x="192165" y="11079"/>
                </a:cubicBezTo>
                <a:cubicBezTo>
                  <a:pt x="194365" y="14681"/>
                  <a:pt x="195465" y="18661"/>
                  <a:pt x="195465" y="23019"/>
                </a:cubicBezTo>
                <a:cubicBezTo>
                  <a:pt x="195465" y="28639"/>
                  <a:pt x="193643" y="33376"/>
                  <a:pt x="190001" y="37231"/>
                </a:cubicBezTo>
                <a:cubicBezTo>
                  <a:pt x="186358" y="41084"/>
                  <a:pt x="180732" y="43533"/>
                  <a:pt x="173122" y="44578"/>
                </a:cubicBezTo>
                <a:cubicBezTo>
                  <a:pt x="175899" y="45915"/>
                  <a:pt x="178009" y="47233"/>
                  <a:pt x="179451" y="48534"/>
                </a:cubicBezTo>
                <a:cubicBezTo>
                  <a:pt x="182517" y="51351"/>
                  <a:pt x="185420" y="54872"/>
                  <a:pt x="188161" y="59099"/>
                </a:cubicBezTo>
                <a:lnTo>
                  <a:pt x="201957" y="80716"/>
                </a:lnTo>
                <a:lnTo>
                  <a:pt x="188756" y="80716"/>
                </a:lnTo>
                <a:lnTo>
                  <a:pt x="178261" y="64191"/>
                </a:lnTo>
                <a:cubicBezTo>
                  <a:pt x="175196" y="59423"/>
                  <a:pt x="172671" y="55775"/>
                  <a:pt x="170687" y="53247"/>
                </a:cubicBezTo>
                <a:cubicBezTo>
                  <a:pt x="168704" y="50718"/>
                  <a:pt x="166927" y="48948"/>
                  <a:pt x="165358" y="47937"/>
                </a:cubicBezTo>
                <a:cubicBezTo>
                  <a:pt x="163790" y="46925"/>
                  <a:pt x="162194" y="46220"/>
                  <a:pt x="160571" y="45822"/>
                </a:cubicBezTo>
                <a:cubicBezTo>
                  <a:pt x="159380" y="45570"/>
                  <a:pt x="157433" y="45444"/>
                  <a:pt x="154728" y="45444"/>
                </a:cubicBezTo>
                <a:lnTo>
                  <a:pt x="142556" y="45444"/>
                </a:lnTo>
                <a:lnTo>
                  <a:pt x="142556" y="80716"/>
                </a:lnTo>
                <a:lnTo>
                  <a:pt x="132060" y="80716"/>
                </a:lnTo>
                <a:moveTo>
                  <a:pt x="142556" y="36355"/>
                </a:moveTo>
                <a:lnTo>
                  <a:pt x="165115" y="36355"/>
                </a:lnTo>
                <a:cubicBezTo>
                  <a:pt x="169912" y="36355"/>
                  <a:pt x="173663" y="35860"/>
                  <a:pt x="176368" y="34871"/>
                </a:cubicBezTo>
                <a:cubicBezTo>
                  <a:pt x="179073" y="33881"/>
                  <a:pt x="181128" y="32297"/>
                  <a:pt x="182535" y="30120"/>
                </a:cubicBezTo>
                <a:cubicBezTo>
                  <a:pt x="183942" y="27942"/>
                  <a:pt x="184645" y="25576"/>
                  <a:pt x="184645" y="23019"/>
                </a:cubicBezTo>
                <a:cubicBezTo>
                  <a:pt x="184645" y="19276"/>
                  <a:pt x="183283" y="16199"/>
                  <a:pt x="180560" y="13789"/>
                </a:cubicBezTo>
                <a:cubicBezTo>
                  <a:pt x="177837" y="11377"/>
                  <a:pt x="173536" y="10171"/>
                  <a:pt x="167658" y="10171"/>
                </a:cubicBezTo>
                <a:lnTo>
                  <a:pt x="142556" y="10171"/>
                </a:lnTo>
                <a:lnTo>
                  <a:pt x="142556" y="36355"/>
                </a:lnTo>
                <a:close/>
                <a:moveTo>
                  <a:pt x="212109" y="80716"/>
                </a:moveTo>
                <a:lnTo>
                  <a:pt x="212109" y="1407"/>
                </a:lnTo>
                <a:lnTo>
                  <a:pt x="269454" y="1407"/>
                </a:lnTo>
                <a:lnTo>
                  <a:pt x="269454" y="10766"/>
                </a:lnTo>
                <a:lnTo>
                  <a:pt x="222604" y="10766"/>
                </a:lnTo>
                <a:lnTo>
                  <a:pt x="222604" y="35056"/>
                </a:lnTo>
                <a:lnTo>
                  <a:pt x="266479" y="35056"/>
                </a:lnTo>
                <a:lnTo>
                  <a:pt x="266479" y="44253"/>
                </a:lnTo>
                <a:lnTo>
                  <a:pt x="222604" y="44253"/>
                </a:lnTo>
                <a:lnTo>
                  <a:pt x="222604" y="71357"/>
                </a:lnTo>
                <a:lnTo>
                  <a:pt x="271293" y="71357"/>
                </a:lnTo>
                <a:lnTo>
                  <a:pt x="271293" y="80716"/>
                </a:lnTo>
                <a:lnTo>
                  <a:pt x="212109" y="80716"/>
                </a:lnTo>
                <a:close/>
                <a:moveTo>
                  <a:pt x="282223" y="55182"/>
                </a:moveTo>
                <a:lnTo>
                  <a:pt x="292123" y="54316"/>
                </a:lnTo>
                <a:cubicBezTo>
                  <a:pt x="292592" y="58283"/>
                  <a:pt x="293683" y="61538"/>
                  <a:pt x="295396" y="64081"/>
                </a:cubicBezTo>
                <a:cubicBezTo>
                  <a:pt x="297109" y="66624"/>
                  <a:pt x="299769" y="68679"/>
                  <a:pt x="303375" y="70248"/>
                </a:cubicBezTo>
                <a:cubicBezTo>
                  <a:pt x="306982" y="71817"/>
                  <a:pt x="311040" y="72602"/>
                  <a:pt x="315548" y="72602"/>
                </a:cubicBezTo>
                <a:cubicBezTo>
                  <a:pt x="319551" y="72602"/>
                  <a:pt x="323086" y="72006"/>
                  <a:pt x="326151" y="70816"/>
                </a:cubicBezTo>
                <a:cubicBezTo>
                  <a:pt x="329217" y="69626"/>
                  <a:pt x="331498" y="67994"/>
                  <a:pt x="332995" y="65920"/>
                </a:cubicBezTo>
                <a:cubicBezTo>
                  <a:pt x="334492" y="63846"/>
                  <a:pt x="335240" y="61583"/>
                  <a:pt x="335240" y="59131"/>
                </a:cubicBezTo>
                <a:cubicBezTo>
                  <a:pt x="335240" y="56642"/>
                  <a:pt x="334519" y="54469"/>
                  <a:pt x="333076" y="52612"/>
                </a:cubicBezTo>
                <a:cubicBezTo>
                  <a:pt x="331633" y="50754"/>
                  <a:pt x="329253" y="49194"/>
                  <a:pt x="325935" y="47932"/>
                </a:cubicBezTo>
                <a:cubicBezTo>
                  <a:pt x="323807" y="47103"/>
                  <a:pt x="319100" y="45813"/>
                  <a:pt x="311815" y="44064"/>
                </a:cubicBezTo>
                <a:cubicBezTo>
                  <a:pt x="304530" y="42315"/>
                  <a:pt x="299426" y="40665"/>
                  <a:pt x="296505" y="39114"/>
                </a:cubicBezTo>
                <a:cubicBezTo>
                  <a:pt x="292718" y="37130"/>
                  <a:pt x="289896" y="34669"/>
                  <a:pt x="288038" y="31729"/>
                </a:cubicBezTo>
                <a:cubicBezTo>
                  <a:pt x="286181" y="28790"/>
                  <a:pt x="285252" y="25499"/>
                  <a:pt x="285252" y="21856"/>
                </a:cubicBezTo>
                <a:cubicBezTo>
                  <a:pt x="285252" y="17853"/>
                  <a:pt x="286388" y="14111"/>
                  <a:pt x="288660" y="10631"/>
                </a:cubicBezTo>
                <a:cubicBezTo>
                  <a:pt x="290933" y="7150"/>
                  <a:pt x="294251" y="4508"/>
                  <a:pt x="298615" y="2705"/>
                </a:cubicBezTo>
                <a:cubicBezTo>
                  <a:pt x="302979" y="902"/>
                  <a:pt x="307830" y="0"/>
                  <a:pt x="313167" y="0"/>
                </a:cubicBezTo>
                <a:cubicBezTo>
                  <a:pt x="319046" y="0"/>
                  <a:pt x="324231" y="947"/>
                  <a:pt x="328721" y="2840"/>
                </a:cubicBezTo>
                <a:cubicBezTo>
                  <a:pt x="333211" y="4734"/>
                  <a:pt x="336665" y="7520"/>
                  <a:pt x="339081" y="11199"/>
                </a:cubicBezTo>
                <a:cubicBezTo>
                  <a:pt x="341498" y="14877"/>
                  <a:pt x="342796" y="19043"/>
                  <a:pt x="342976" y="23696"/>
                </a:cubicBezTo>
                <a:lnTo>
                  <a:pt x="332914" y="24453"/>
                </a:lnTo>
                <a:cubicBezTo>
                  <a:pt x="332373" y="19422"/>
                  <a:pt x="330542" y="15621"/>
                  <a:pt x="327423" y="13052"/>
                </a:cubicBezTo>
                <a:cubicBezTo>
                  <a:pt x="324303" y="10482"/>
                  <a:pt x="319696" y="9197"/>
                  <a:pt x="313600" y="9197"/>
                </a:cubicBezTo>
                <a:cubicBezTo>
                  <a:pt x="307253" y="9197"/>
                  <a:pt x="302627" y="10361"/>
                  <a:pt x="299724" y="12690"/>
                </a:cubicBezTo>
                <a:cubicBezTo>
                  <a:pt x="296820" y="15017"/>
                  <a:pt x="295369" y="17823"/>
                  <a:pt x="295369" y="21107"/>
                </a:cubicBezTo>
                <a:cubicBezTo>
                  <a:pt x="295369" y="23959"/>
                  <a:pt x="296397" y="26305"/>
                  <a:pt x="298452" y="28145"/>
                </a:cubicBezTo>
                <a:cubicBezTo>
                  <a:pt x="300472" y="29987"/>
                  <a:pt x="305747" y="31873"/>
                  <a:pt x="314277" y="33804"/>
                </a:cubicBezTo>
                <a:cubicBezTo>
                  <a:pt x="322806" y="35734"/>
                  <a:pt x="328658" y="37422"/>
                  <a:pt x="331832" y="38865"/>
                </a:cubicBezTo>
                <a:cubicBezTo>
                  <a:pt x="336448" y="40994"/>
                  <a:pt x="339857" y="43693"/>
                  <a:pt x="342057" y="46960"/>
                </a:cubicBezTo>
                <a:cubicBezTo>
                  <a:pt x="344257" y="50226"/>
                  <a:pt x="345357" y="53989"/>
                  <a:pt x="345357" y="58248"/>
                </a:cubicBezTo>
                <a:cubicBezTo>
                  <a:pt x="345357" y="62470"/>
                  <a:pt x="344148" y="66449"/>
                  <a:pt x="341732" y="70186"/>
                </a:cubicBezTo>
                <a:cubicBezTo>
                  <a:pt x="339316" y="73921"/>
                  <a:pt x="335844" y="76826"/>
                  <a:pt x="331318" y="78902"/>
                </a:cubicBezTo>
                <a:cubicBezTo>
                  <a:pt x="326792" y="80977"/>
                  <a:pt x="321697" y="82015"/>
                  <a:pt x="316035" y="82015"/>
                </a:cubicBezTo>
                <a:cubicBezTo>
                  <a:pt x="308858" y="82015"/>
                  <a:pt x="302843" y="80969"/>
                  <a:pt x="297993" y="78877"/>
                </a:cubicBezTo>
                <a:cubicBezTo>
                  <a:pt x="293142" y="76785"/>
                  <a:pt x="289337" y="73638"/>
                  <a:pt x="286578" y="69437"/>
                </a:cubicBezTo>
                <a:cubicBezTo>
                  <a:pt x="283818" y="65235"/>
                  <a:pt x="282367" y="60483"/>
                  <a:pt x="282223" y="55182"/>
                </a:cubicBezTo>
                <a:close/>
                <a:moveTo>
                  <a:pt x="379873" y="80716"/>
                </a:moveTo>
                <a:lnTo>
                  <a:pt x="379873" y="10766"/>
                </a:lnTo>
                <a:lnTo>
                  <a:pt x="353743" y="10766"/>
                </a:lnTo>
                <a:lnTo>
                  <a:pt x="353743" y="1407"/>
                </a:lnTo>
                <a:lnTo>
                  <a:pt x="416606" y="1407"/>
                </a:lnTo>
                <a:lnTo>
                  <a:pt x="416606" y="10766"/>
                </a:lnTo>
                <a:lnTo>
                  <a:pt x="390368" y="10766"/>
                </a:lnTo>
                <a:lnTo>
                  <a:pt x="390368" y="80716"/>
                </a:lnTo>
                <a:lnTo>
                  <a:pt x="379873" y="80716"/>
                </a:lnTo>
                <a:close/>
                <a:moveTo>
                  <a:pt x="441344" y="80716"/>
                </a:moveTo>
                <a:lnTo>
                  <a:pt x="471802" y="1407"/>
                </a:lnTo>
                <a:lnTo>
                  <a:pt x="483109" y="1407"/>
                </a:lnTo>
                <a:lnTo>
                  <a:pt x="515569" y="80716"/>
                </a:lnTo>
                <a:lnTo>
                  <a:pt x="503613" y="80716"/>
                </a:lnTo>
                <a:lnTo>
                  <a:pt x="494362" y="56804"/>
                </a:lnTo>
                <a:lnTo>
                  <a:pt x="461199" y="56804"/>
                </a:lnTo>
                <a:lnTo>
                  <a:pt x="452489" y="80716"/>
                </a:lnTo>
                <a:lnTo>
                  <a:pt x="441344" y="80716"/>
                </a:lnTo>
                <a:moveTo>
                  <a:pt x="464228" y="48149"/>
                </a:moveTo>
                <a:lnTo>
                  <a:pt x="491116" y="48149"/>
                </a:lnTo>
                <a:lnTo>
                  <a:pt x="482839" y="26184"/>
                </a:lnTo>
                <a:cubicBezTo>
                  <a:pt x="480314" y="19512"/>
                  <a:pt x="478438" y="14030"/>
                  <a:pt x="477212" y="9738"/>
                </a:cubicBezTo>
                <a:cubicBezTo>
                  <a:pt x="476202" y="14823"/>
                  <a:pt x="474778" y="19873"/>
                  <a:pt x="472938" y="24886"/>
                </a:cubicBezTo>
                <a:lnTo>
                  <a:pt x="464228" y="48149"/>
                </a:lnTo>
                <a:close/>
                <a:moveTo>
                  <a:pt x="523955" y="80716"/>
                </a:moveTo>
                <a:lnTo>
                  <a:pt x="523955" y="1407"/>
                </a:lnTo>
                <a:lnTo>
                  <a:pt x="553872" y="1407"/>
                </a:lnTo>
                <a:cubicBezTo>
                  <a:pt x="559137" y="1407"/>
                  <a:pt x="563159" y="1658"/>
                  <a:pt x="565936" y="2162"/>
                </a:cubicBezTo>
                <a:cubicBezTo>
                  <a:pt x="569831" y="2811"/>
                  <a:pt x="573095" y="4046"/>
                  <a:pt x="575728" y="5865"/>
                </a:cubicBezTo>
                <a:cubicBezTo>
                  <a:pt x="578361" y="7684"/>
                  <a:pt x="580480" y="10233"/>
                  <a:pt x="582085" y="13511"/>
                </a:cubicBezTo>
                <a:cubicBezTo>
                  <a:pt x="583689" y="16789"/>
                  <a:pt x="584492" y="20391"/>
                  <a:pt x="584492" y="24318"/>
                </a:cubicBezTo>
                <a:cubicBezTo>
                  <a:pt x="584492" y="31055"/>
                  <a:pt x="582346" y="36757"/>
                  <a:pt x="578054" y="41422"/>
                </a:cubicBezTo>
                <a:cubicBezTo>
                  <a:pt x="573762" y="46087"/>
                  <a:pt x="566008" y="48419"/>
                  <a:pt x="554791" y="48419"/>
                </a:cubicBezTo>
                <a:lnTo>
                  <a:pt x="534450" y="48419"/>
                </a:lnTo>
                <a:lnTo>
                  <a:pt x="534450" y="80716"/>
                </a:lnTo>
                <a:lnTo>
                  <a:pt x="523955" y="80716"/>
                </a:lnTo>
                <a:moveTo>
                  <a:pt x="534450" y="39060"/>
                </a:moveTo>
                <a:lnTo>
                  <a:pt x="554954" y="39060"/>
                </a:lnTo>
                <a:cubicBezTo>
                  <a:pt x="561734" y="39060"/>
                  <a:pt x="566549" y="37800"/>
                  <a:pt x="569398" y="35281"/>
                </a:cubicBezTo>
                <a:cubicBezTo>
                  <a:pt x="572247" y="32761"/>
                  <a:pt x="573672" y="29215"/>
                  <a:pt x="573672" y="24642"/>
                </a:cubicBezTo>
                <a:cubicBezTo>
                  <a:pt x="573672" y="21331"/>
                  <a:pt x="572834" y="18496"/>
                  <a:pt x="571156" y="16139"/>
                </a:cubicBezTo>
                <a:cubicBezTo>
                  <a:pt x="569479" y="13781"/>
                  <a:pt x="567270" y="12224"/>
                  <a:pt x="564529" y="11467"/>
                </a:cubicBezTo>
                <a:cubicBezTo>
                  <a:pt x="562762" y="11000"/>
                  <a:pt x="559498" y="10766"/>
                  <a:pt x="554737" y="10766"/>
                </a:cubicBezTo>
                <a:lnTo>
                  <a:pt x="534450" y="10766"/>
                </a:lnTo>
                <a:lnTo>
                  <a:pt x="534450" y="39060"/>
                </a:lnTo>
                <a:close/>
                <a:moveTo>
                  <a:pt x="599641" y="80716"/>
                </a:moveTo>
                <a:lnTo>
                  <a:pt x="599641" y="1407"/>
                </a:lnTo>
                <a:lnTo>
                  <a:pt x="610136" y="1407"/>
                </a:lnTo>
                <a:lnTo>
                  <a:pt x="610136" y="80716"/>
                </a:lnTo>
                <a:lnTo>
                  <a:pt x="599641" y="80716"/>
                </a:lnTo>
                <a:close/>
                <a:moveTo>
                  <a:pt x="678699" y="45985"/>
                </a:moveTo>
                <a:lnTo>
                  <a:pt x="626168" y="68490"/>
                </a:lnTo>
                <a:lnTo>
                  <a:pt x="626168" y="58752"/>
                </a:lnTo>
                <a:lnTo>
                  <a:pt x="667771" y="41494"/>
                </a:lnTo>
                <a:lnTo>
                  <a:pt x="626168" y="24453"/>
                </a:lnTo>
                <a:lnTo>
                  <a:pt x="626168" y="14715"/>
                </a:lnTo>
                <a:lnTo>
                  <a:pt x="678699" y="36896"/>
                </a:lnTo>
                <a:lnTo>
                  <a:pt x="678699" y="45985"/>
                </a:lnTo>
                <a:close/>
                <a:moveTo>
                  <a:pt x="743404" y="45985"/>
                </a:moveTo>
                <a:lnTo>
                  <a:pt x="690873" y="68490"/>
                </a:lnTo>
                <a:lnTo>
                  <a:pt x="690873" y="58752"/>
                </a:lnTo>
                <a:lnTo>
                  <a:pt x="732475" y="41494"/>
                </a:lnTo>
                <a:lnTo>
                  <a:pt x="690873" y="24453"/>
                </a:lnTo>
                <a:lnTo>
                  <a:pt x="690873" y="14715"/>
                </a:lnTo>
                <a:lnTo>
                  <a:pt x="743404" y="36896"/>
                </a:lnTo>
                <a:lnTo>
                  <a:pt x="743404" y="45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484DF-9326-43BC-981D-300F11D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261" y="6537562"/>
            <a:ext cx="370058" cy="2868"/>
          </a:xfrm>
          <a:custGeom xmlns:a="http://schemas.openxmlformats.org/drawingml/2006/main">
            <a:pathLst>
              <a:path w="370058" h="2868" fill="none">
                <a:moveTo>
                  <a:pt x="370058" y="0"/>
                </a:moveTo>
                <a:lnTo>
                  <a:pt x="0" y="2868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F5AA2-724D-4260-9286-A4B16456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67" y="6537562"/>
            <a:ext cx="396258" cy="10"/>
          </a:xfrm>
          <a:custGeom xmlns:a="http://schemas.openxmlformats.org/drawingml/2006/main">
            <a:pathLst>
              <a:path w="396258" h="1" fill="none">
                <a:moveTo>
                  <a:pt x="39625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172EC-23C2-4D28-A940-DB9B05F9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95" y="5803247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8617"/>
                  <a:pt x="293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5" y="75763"/>
                  <a:pt x="13363" y="77881"/>
                </a:cubicBezTo>
                <a:cubicBezTo>
                  <a:pt x="15481" y="79999"/>
                  <a:pt x="17786" y="81891"/>
                  <a:pt x="20277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3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8" y="91244"/>
                  <a:pt x="51585" y="90951"/>
                  <a:pt x="54523" y="90367"/>
                </a:cubicBezTo>
                <a:cubicBezTo>
                  <a:pt x="57461" y="89783"/>
                  <a:pt x="60313" y="88917"/>
                  <a:pt x="63081" y="87771"/>
                </a:cubicBezTo>
                <a:cubicBezTo>
                  <a:pt x="65849" y="86624"/>
                  <a:pt x="68477" y="85219"/>
                  <a:pt x="70968" y="83555"/>
                </a:cubicBezTo>
                <a:cubicBezTo>
                  <a:pt x="73459" y="81891"/>
                  <a:pt x="75763" y="79999"/>
                  <a:pt x="77882" y="77881"/>
                </a:cubicBezTo>
                <a:cubicBezTo>
                  <a:pt x="80000" y="75763"/>
                  <a:pt x="81891" y="73459"/>
                  <a:pt x="83556" y="70968"/>
                </a:cubicBezTo>
                <a:cubicBezTo>
                  <a:pt x="85220" y="68477"/>
                  <a:pt x="86626" y="65848"/>
                  <a:pt x="87772" y="63080"/>
                </a:cubicBezTo>
                <a:cubicBezTo>
                  <a:pt x="88918" y="60313"/>
                  <a:pt x="89783" y="57460"/>
                  <a:pt x="90368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8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6" y="25395"/>
                  <a:pt x="85220" y="22766"/>
                  <a:pt x="83556" y="20276"/>
                </a:cubicBezTo>
                <a:cubicBezTo>
                  <a:pt x="81891" y="17785"/>
                  <a:pt x="80000" y="15480"/>
                  <a:pt x="77882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1" y="1461"/>
                  <a:pt x="54523" y="877"/>
                </a:cubicBezTo>
                <a:cubicBezTo>
                  <a:pt x="51585" y="292"/>
                  <a:pt x="48618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2" y="2326"/>
                  <a:pt x="28164" y="3473"/>
                </a:cubicBezTo>
                <a:cubicBezTo>
                  <a:pt x="25396" y="4619"/>
                  <a:pt x="22767" y="6024"/>
                  <a:pt x="20277" y="7689"/>
                </a:cubicBezTo>
                <a:cubicBezTo>
                  <a:pt x="17786" y="9353"/>
                  <a:pt x="15481" y="11244"/>
                  <a:pt x="13363" y="13362"/>
                </a:cubicBezTo>
                <a:cubicBezTo>
                  <a:pt x="11245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3" y="39659"/>
                  <a:pt x="0" y="42626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A3C5B-D8D7-4369-83CC-778686C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95" y="5803247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8617"/>
                  <a:pt x="293" y="51584"/>
                  <a:pt x="877" y="54522"/>
                </a:cubicBezTo>
                <a:cubicBezTo>
                  <a:pt x="1461" y="57460"/>
                  <a:pt x="2327" y="60313"/>
                  <a:pt x="3473" y="63080"/>
                </a:cubicBezTo>
                <a:cubicBezTo>
                  <a:pt x="4620" y="65848"/>
                  <a:pt x="6025" y="68477"/>
                  <a:pt x="7689" y="70968"/>
                </a:cubicBezTo>
                <a:cubicBezTo>
                  <a:pt x="9353" y="73459"/>
                  <a:pt x="11245" y="75763"/>
                  <a:pt x="13363" y="77881"/>
                </a:cubicBezTo>
                <a:cubicBezTo>
                  <a:pt x="15481" y="79999"/>
                  <a:pt x="17786" y="81891"/>
                  <a:pt x="20277" y="83555"/>
                </a:cubicBezTo>
                <a:cubicBezTo>
                  <a:pt x="22767" y="85219"/>
                  <a:pt x="25396" y="86624"/>
                  <a:pt x="28164" y="87771"/>
                </a:cubicBezTo>
                <a:cubicBezTo>
                  <a:pt x="30931" y="88917"/>
                  <a:pt x="33784" y="89783"/>
                  <a:pt x="36722" y="90367"/>
                </a:cubicBezTo>
                <a:cubicBezTo>
                  <a:pt x="39660" y="90951"/>
                  <a:pt x="42626" y="91244"/>
                  <a:pt x="45622" y="91244"/>
                </a:cubicBezTo>
                <a:cubicBezTo>
                  <a:pt x="48618" y="91244"/>
                  <a:pt x="51585" y="90951"/>
                  <a:pt x="54523" y="90367"/>
                </a:cubicBezTo>
                <a:cubicBezTo>
                  <a:pt x="57461" y="89783"/>
                  <a:pt x="60313" y="88917"/>
                  <a:pt x="63081" y="87771"/>
                </a:cubicBezTo>
                <a:cubicBezTo>
                  <a:pt x="65849" y="86624"/>
                  <a:pt x="68477" y="85219"/>
                  <a:pt x="70968" y="83555"/>
                </a:cubicBezTo>
                <a:cubicBezTo>
                  <a:pt x="73459" y="81891"/>
                  <a:pt x="75763" y="79999"/>
                  <a:pt x="77882" y="77881"/>
                </a:cubicBezTo>
                <a:cubicBezTo>
                  <a:pt x="80000" y="75763"/>
                  <a:pt x="81891" y="73459"/>
                  <a:pt x="83556" y="70968"/>
                </a:cubicBezTo>
                <a:cubicBezTo>
                  <a:pt x="85220" y="68477"/>
                  <a:pt x="86626" y="65848"/>
                  <a:pt x="87772" y="63080"/>
                </a:cubicBezTo>
                <a:cubicBezTo>
                  <a:pt x="88918" y="60313"/>
                  <a:pt x="89783" y="57460"/>
                  <a:pt x="90368" y="54522"/>
                </a:cubicBezTo>
                <a:cubicBezTo>
                  <a:pt x="90952" y="51584"/>
                  <a:pt x="91244" y="48617"/>
                  <a:pt x="91244" y="45622"/>
                </a:cubicBezTo>
                <a:cubicBezTo>
                  <a:pt x="91244" y="42626"/>
                  <a:pt x="90952" y="39659"/>
                  <a:pt x="90368" y="36721"/>
                </a:cubicBezTo>
                <a:cubicBezTo>
                  <a:pt x="89783" y="33783"/>
                  <a:pt x="88918" y="30931"/>
                  <a:pt x="87772" y="28163"/>
                </a:cubicBezTo>
                <a:cubicBezTo>
                  <a:pt x="86626" y="25395"/>
                  <a:pt x="85220" y="22766"/>
                  <a:pt x="83556" y="20276"/>
                </a:cubicBezTo>
                <a:cubicBezTo>
                  <a:pt x="81891" y="17785"/>
                  <a:pt x="80000" y="15480"/>
                  <a:pt x="77882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8" y="6024"/>
                  <a:pt x="65849" y="4619"/>
                  <a:pt x="63081" y="3473"/>
                </a:cubicBezTo>
                <a:cubicBezTo>
                  <a:pt x="60313" y="2326"/>
                  <a:pt x="57461" y="1461"/>
                  <a:pt x="54523" y="877"/>
                </a:cubicBezTo>
                <a:cubicBezTo>
                  <a:pt x="51585" y="292"/>
                  <a:pt x="48618" y="0"/>
                  <a:pt x="45622" y="0"/>
                </a:cubicBezTo>
                <a:cubicBezTo>
                  <a:pt x="42626" y="0"/>
                  <a:pt x="39660" y="292"/>
                  <a:pt x="36722" y="877"/>
                </a:cubicBezTo>
                <a:cubicBezTo>
                  <a:pt x="33784" y="1461"/>
                  <a:pt x="30932" y="2326"/>
                  <a:pt x="28164" y="3473"/>
                </a:cubicBezTo>
                <a:cubicBezTo>
                  <a:pt x="25396" y="4619"/>
                  <a:pt x="22767" y="6024"/>
                  <a:pt x="20277" y="7689"/>
                </a:cubicBezTo>
                <a:cubicBezTo>
                  <a:pt x="17786" y="9353"/>
                  <a:pt x="15481" y="11244"/>
                  <a:pt x="13363" y="13362"/>
                </a:cubicBezTo>
                <a:cubicBezTo>
                  <a:pt x="11245" y="15480"/>
                  <a:pt x="9353" y="17785"/>
                  <a:pt x="7689" y="20276"/>
                </a:cubicBezTo>
                <a:cubicBezTo>
                  <a:pt x="6025" y="22766"/>
                  <a:pt x="4620" y="25396"/>
                  <a:pt x="3473" y="28163"/>
                </a:cubicBezTo>
                <a:cubicBezTo>
                  <a:pt x="2327" y="30931"/>
                  <a:pt x="1461" y="33783"/>
                  <a:pt x="877" y="36721"/>
                </a:cubicBezTo>
                <a:cubicBezTo>
                  <a:pt x="293" y="39659"/>
                  <a:pt x="0" y="42626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156AE-5E0C-455B-A303-27276EB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690" y="5783695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0"/>
                </a:moveTo>
                <a:cubicBezTo>
                  <a:pt x="21725" y="0"/>
                  <a:pt x="0" y="21725"/>
                  <a:pt x="0" y="65174"/>
                </a:cubicBezTo>
                <a:cubicBezTo>
                  <a:pt x="0" y="108623"/>
                  <a:pt x="21725" y="130348"/>
                  <a:pt x="65174" y="130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6A71E-4AFF-4627-9EC1-1EFB6D2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741" y="5848869"/>
            <a:ext cx="141949" cy="10"/>
          </a:xfrm>
          <a:custGeom xmlns:a="http://schemas.openxmlformats.org/drawingml/2006/main">
            <a:pathLst>
              <a:path w="141949" h="1" fill="none">
                <a:moveTo>
                  <a:pt x="14194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1CB1D-9D45-413E-8044-A31FF6F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38" y="5848869"/>
            <a:ext cx="133411" cy="10"/>
          </a:xfrm>
          <a:custGeom xmlns:a="http://schemas.openxmlformats.org/drawingml/2006/main">
            <a:pathLst>
              <a:path w="133411" h="1" fill="none">
                <a:moveTo>
                  <a:pt x="0" y="0"/>
                </a:moveTo>
                <a:lnTo>
                  <a:pt x="133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0D751-21ED-42F4-A538-6DC312E3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44" y="6142869"/>
            <a:ext cx="134324" cy="10"/>
          </a:xfrm>
          <a:custGeom xmlns:a="http://schemas.openxmlformats.org/drawingml/2006/main">
            <a:pathLst>
              <a:path w="134324" h="1" fill="none">
                <a:moveTo>
                  <a:pt x="13432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BE2CB-6973-45D7-B498-87F084E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6304696"/>
            <a:ext cx="966009" cy="483005"/>
          </a:xfrm>
          <a:custGeom xmlns:a="http://schemas.openxmlformats.org/drawingml/2006/main">
            <a:pathLst>
              <a:path w="966009" h="483005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74C87-D861-42AF-B885-6E16B5D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450" y="6304696"/>
            <a:ext cx="966009" cy="483005"/>
          </a:xfrm>
          <a:custGeom xmlns:a="http://schemas.openxmlformats.org/drawingml/2006/main">
            <a:pathLst>
              <a:path w="966009" h="483005" fill="none">
                <a:moveTo>
                  <a:pt x="0" y="0"/>
                </a:moveTo>
                <a:lnTo>
                  <a:pt x="966009" y="0"/>
                </a:lnTo>
                <a:lnTo>
                  <a:pt x="966009" y="483005"/>
                </a:lnTo>
                <a:lnTo>
                  <a:pt x="0" y="483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83" name="Text «component»">
            <a:extLst xmlns:a="http://schemas.openxmlformats.org/drawingml/2006/main">
              <a:ext uri="{FF2B5EF4-FFF2-40B4-BE49-F238E27FC236}">
                <a16:creationId xmlns:a16="http://schemas.microsoft.com/office/drawing/2014/main" id="{32A2D0EA-5961-4C50-937A-B3947DEF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44" y="6428568"/>
            <a:ext cx="695166" cy="105513"/>
          </a:xfrm>
          <a:custGeom xmlns:a="http://schemas.openxmlformats.org/drawingml/2006/main">
            <a:pathLst>
              <a:path w="695166" h="105513">
                <a:moveTo>
                  <a:pt x="11800" y="51897"/>
                </a:moveTo>
                <a:lnTo>
                  <a:pt x="26636" y="78018"/>
                </a:lnTo>
                <a:lnTo>
                  <a:pt x="18273" y="78018"/>
                </a:lnTo>
                <a:lnTo>
                  <a:pt x="0" y="51897"/>
                </a:lnTo>
                <a:lnTo>
                  <a:pt x="18273" y="25777"/>
                </a:lnTo>
                <a:lnTo>
                  <a:pt x="26751" y="25777"/>
                </a:lnTo>
                <a:lnTo>
                  <a:pt x="11800" y="51897"/>
                </a:lnTo>
                <a:moveTo>
                  <a:pt x="33968" y="51897"/>
                </a:moveTo>
                <a:lnTo>
                  <a:pt x="49091" y="78018"/>
                </a:lnTo>
                <a:lnTo>
                  <a:pt x="40384" y="78018"/>
                </a:lnTo>
                <a:lnTo>
                  <a:pt x="22454" y="51897"/>
                </a:lnTo>
                <a:lnTo>
                  <a:pt x="40384" y="25777"/>
                </a:lnTo>
                <a:lnTo>
                  <a:pt x="49091" y="25777"/>
                </a:lnTo>
                <a:lnTo>
                  <a:pt x="33968" y="51897"/>
                </a:lnTo>
                <a:close/>
                <a:moveTo>
                  <a:pt x="104979" y="59802"/>
                </a:moveTo>
                <a:lnTo>
                  <a:pt x="115118" y="61120"/>
                </a:lnTo>
                <a:cubicBezTo>
                  <a:pt x="114011" y="68126"/>
                  <a:pt x="111175" y="73611"/>
                  <a:pt x="106612" y="77574"/>
                </a:cubicBezTo>
                <a:cubicBezTo>
                  <a:pt x="102049" y="81536"/>
                  <a:pt x="96444" y="83517"/>
                  <a:pt x="89800" y="83517"/>
                </a:cubicBezTo>
                <a:cubicBezTo>
                  <a:pt x="81475" y="83517"/>
                  <a:pt x="74782" y="80796"/>
                  <a:pt x="69722" y="75354"/>
                </a:cubicBezTo>
                <a:cubicBezTo>
                  <a:pt x="64663" y="69912"/>
                  <a:pt x="62133" y="62113"/>
                  <a:pt x="62133" y="51955"/>
                </a:cubicBezTo>
                <a:cubicBezTo>
                  <a:pt x="62133" y="45386"/>
                  <a:pt x="63221" y="39639"/>
                  <a:pt x="65398" y="34713"/>
                </a:cubicBezTo>
                <a:cubicBezTo>
                  <a:pt x="67574" y="29787"/>
                  <a:pt x="70887" y="26092"/>
                  <a:pt x="75336" y="23629"/>
                </a:cubicBezTo>
                <a:cubicBezTo>
                  <a:pt x="79785" y="21166"/>
                  <a:pt x="84625" y="19934"/>
                  <a:pt x="89857" y="19934"/>
                </a:cubicBezTo>
                <a:cubicBezTo>
                  <a:pt x="96464" y="19934"/>
                  <a:pt x="101867" y="21610"/>
                  <a:pt x="106068" y="24962"/>
                </a:cubicBezTo>
                <a:cubicBezTo>
                  <a:pt x="110268" y="28313"/>
                  <a:pt x="112961" y="33072"/>
                  <a:pt x="114145" y="39238"/>
                </a:cubicBezTo>
                <a:lnTo>
                  <a:pt x="104120" y="40785"/>
                </a:lnTo>
                <a:cubicBezTo>
                  <a:pt x="103166" y="36718"/>
                  <a:pt x="101476" y="33658"/>
                  <a:pt x="99051" y="31605"/>
                </a:cubicBezTo>
                <a:cubicBezTo>
                  <a:pt x="96626" y="29553"/>
                  <a:pt x="93695" y="28526"/>
                  <a:pt x="90258" y="28526"/>
                </a:cubicBezTo>
                <a:cubicBezTo>
                  <a:pt x="85064" y="28526"/>
                  <a:pt x="80845" y="30379"/>
                  <a:pt x="77599" y="34084"/>
                </a:cubicBezTo>
                <a:cubicBezTo>
                  <a:pt x="74353" y="37789"/>
                  <a:pt x="72730" y="43650"/>
                  <a:pt x="72730" y="51668"/>
                </a:cubicBezTo>
                <a:cubicBezTo>
                  <a:pt x="72730" y="59801"/>
                  <a:pt x="74295" y="65711"/>
                  <a:pt x="77427" y="69397"/>
                </a:cubicBezTo>
                <a:cubicBezTo>
                  <a:pt x="80558" y="73082"/>
                  <a:pt x="84644" y="74925"/>
                  <a:pt x="89685" y="74925"/>
                </a:cubicBezTo>
                <a:cubicBezTo>
                  <a:pt x="93733" y="74925"/>
                  <a:pt x="97113" y="73688"/>
                  <a:pt x="99824" y="71216"/>
                </a:cubicBezTo>
                <a:cubicBezTo>
                  <a:pt x="102535" y="68743"/>
                  <a:pt x="104254" y="64939"/>
                  <a:pt x="104979" y="59802"/>
                </a:cubicBezTo>
                <a:close/>
                <a:moveTo>
                  <a:pt x="120102" y="51726"/>
                </a:moveTo>
                <a:cubicBezTo>
                  <a:pt x="120102" y="40460"/>
                  <a:pt x="123233" y="32116"/>
                  <a:pt x="129496" y="26693"/>
                </a:cubicBezTo>
                <a:cubicBezTo>
                  <a:pt x="134728" y="22187"/>
                  <a:pt x="141105" y="19934"/>
                  <a:pt x="148628" y="19934"/>
                </a:cubicBezTo>
                <a:cubicBezTo>
                  <a:pt x="156992" y="19934"/>
                  <a:pt x="163827" y="22674"/>
                  <a:pt x="169135" y="28154"/>
                </a:cubicBezTo>
                <a:cubicBezTo>
                  <a:pt x="174443" y="33634"/>
                  <a:pt x="177097" y="41205"/>
                  <a:pt x="177097" y="50866"/>
                </a:cubicBezTo>
                <a:cubicBezTo>
                  <a:pt x="177097" y="58695"/>
                  <a:pt x="175923" y="64853"/>
                  <a:pt x="173575" y="69340"/>
                </a:cubicBezTo>
                <a:cubicBezTo>
                  <a:pt x="171226" y="73827"/>
                  <a:pt x="167808" y="77311"/>
                  <a:pt x="163321" y="79794"/>
                </a:cubicBezTo>
                <a:cubicBezTo>
                  <a:pt x="158834" y="82276"/>
                  <a:pt x="153937" y="83517"/>
                  <a:pt x="148628" y="83517"/>
                </a:cubicBezTo>
                <a:cubicBezTo>
                  <a:pt x="140112" y="83517"/>
                  <a:pt x="133229" y="80787"/>
                  <a:pt x="127978" y="75326"/>
                </a:cubicBezTo>
                <a:cubicBezTo>
                  <a:pt x="122727" y="69865"/>
                  <a:pt x="120102" y="61998"/>
                  <a:pt x="120102" y="51726"/>
                </a:cubicBezTo>
                <a:moveTo>
                  <a:pt x="130699" y="51697"/>
                </a:moveTo>
                <a:cubicBezTo>
                  <a:pt x="130699" y="59459"/>
                  <a:pt x="132399" y="65270"/>
                  <a:pt x="135797" y="69132"/>
                </a:cubicBezTo>
                <a:cubicBezTo>
                  <a:pt x="139196" y="72994"/>
                  <a:pt x="143473" y="74925"/>
                  <a:pt x="148628" y="74925"/>
                </a:cubicBezTo>
                <a:cubicBezTo>
                  <a:pt x="153746" y="74925"/>
                  <a:pt x="158004" y="72984"/>
                  <a:pt x="161402" y="69103"/>
                </a:cubicBezTo>
                <a:cubicBezTo>
                  <a:pt x="164801" y="65223"/>
                  <a:pt x="166500" y="59306"/>
                  <a:pt x="166500" y="51355"/>
                </a:cubicBezTo>
                <a:cubicBezTo>
                  <a:pt x="166500" y="43859"/>
                  <a:pt x="164791" y="38181"/>
                  <a:pt x="161374" y="34319"/>
                </a:cubicBezTo>
                <a:cubicBezTo>
                  <a:pt x="157956" y="30457"/>
                  <a:pt x="153707" y="28526"/>
                  <a:pt x="148628" y="28526"/>
                </a:cubicBezTo>
                <a:cubicBezTo>
                  <a:pt x="143473" y="28526"/>
                  <a:pt x="139196" y="30448"/>
                  <a:pt x="135797" y="34290"/>
                </a:cubicBezTo>
                <a:cubicBezTo>
                  <a:pt x="132399" y="38133"/>
                  <a:pt x="130699" y="43935"/>
                  <a:pt x="130699" y="51697"/>
                </a:cubicBezTo>
                <a:close/>
                <a:moveTo>
                  <a:pt x="189166" y="82142"/>
                </a:moveTo>
                <a:lnTo>
                  <a:pt x="189166" y="21309"/>
                </a:lnTo>
                <a:lnTo>
                  <a:pt x="198388" y="21309"/>
                </a:lnTo>
                <a:lnTo>
                  <a:pt x="198388" y="29787"/>
                </a:lnTo>
                <a:cubicBezTo>
                  <a:pt x="200298" y="26825"/>
                  <a:pt x="202837" y="24442"/>
                  <a:pt x="206007" y="22639"/>
                </a:cubicBezTo>
                <a:cubicBezTo>
                  <a:pt x="209177" y="20836"/>
                  <a:pt x="212785" y="19934"/>
                  <a:pt x="216833" y="19934"/>
                </a:cubicBezTo>
                <a:cubicBezTo>
                  <a:pt x="221339" y="19934"/>
                  <a:pt x="225034" y="20865"/>
                  <a:pt x="227917" y="22727"/>
                </a:cubicBezTo>
                <a:cubicBezTo>
                  <a:pt x="230800" y="24587"/>
                  <a:pt x="232834" y="27189"/>
                  <a:pt x="234018" y="30531"/>
                </a:cubicBezTo>
                <a:cubicBezTo>
                  <a:pt x="238829" y="23466"/>
                  <a:pt x="245092" y="19934"/>
                  <a:pt x="252806" y="19934"/>
                </a:cubicBezTo>
                <a:cubicBezTo>
                  <a:pt x="258840" y="19934"/>
                  <a:pt x="263480" y="21605"/>
                  <a:pt x="266726" y="24946"/>
                </a:cubicBezTo>
                <a:cubicBezTo>
                  <a:pt x="269972" y="28288"/>
                  <a:pt x="271595" y="33434"/>
                  <a:pt x="271595" y="40384"/>
                </a:cubicBezTo>
                <a:lnTo>
                  <a:pt x="271595" y="82142"/>
                </a:lnTo>
                <a:lnTo>
                  <a:pt x="261341" y="82142"/>
                </a:lnTo>
                <a:lnTo>
                  <a:pt x="261341" y="43779"/>
                </a:lnTo>
                <a:cubicBezTo>
                  <a:pt x="261341" y="39650"/>
                  <a:pt x="261007" y="36678"/>
                  <a:pt x="260339" y="34863"/>
                </a:cubicBezTo>
                <a:cubicBezTo>
                  <a:pt x="259670" y="33047"/>
                  <a:pt x="258458" y="31584"/>
                  <a:pt x="256701" y="30476"/>
                </a:cubicBezTo>
                <a:cubicBezTo>
                  <a:pt x="254945" y="29367"/>
                  <a:pt x="252883" y="28813"/>
                  <a:pt x="250515" y="28813"/>
                </a:cubicBezTo>
                <a:cubicBezTo>
                  <a:pt x="246238" y="28813"/>
                  <a:pt x="242686" y="30237"/>
                  <a:pt x="239860" y="33086"/>
                </a:cubicBezTo>
                <a:cubicBezTo>
                  <a:pt x="237035" y="35933"/>
                  <a:pt x="235622" y="40492"/>
                  <a:pt x="235622" y="46762"/>
                </a:cubicBezTo>
                <a:lnTo>
                  <a:pt x="235622" y="82142"/>
                </a:lnTo>
                <a:lnTo>
                  <a:pt x="225311" y="82142"/>
                </a:lnTo>
                <a:lnTo>
                  <a:pt x="225311" y="42575"/>
                </a:lnTo>
                <a:cubicBezTo>
                  <a:pt x="225311" y="37987"/>
                  <a:pt x="224471" y="34547"/>
                  <a:pt x="222791" y="32253"/>
                </a:cubicBezTo>
                <a:cubicBezTo>
                  <a:pt x="221110" y="29960"/>
                  <a:pt x="218361" y="28813"/>
                  <a:pt x="214542" y="28813"/>
                </a:cubicBezTo>
                <a:cubicBezTo>
                  <a:pt x="211640" y="28813"/>
                  <a:pt x="208957" y="29578"/>
                  <a:pt x="206494" y="31108"/>
                </a:cubicBezTo>
                <a:cubicBezTo>
                  <a:pt x="204031" y="32636"/>
                  <a:pt x="202245" y="34873"/>
                  <a:pt x="201138" y="37817"/>
                </a:cubicBezTo>
                <a:cubicBezTo>
                  <a:pt x="200031" y="40760"/>
                  <a:pt x="199477" y="45003"/>
                  <a:pt x="199477" y="50546"/>
                </a:cubicBezTo>
                <a:lnTo>
                  <a:pt x="199477" y="82142"/>
                </a:lnTo>
                <a:lnTo>
                  <a:pt x="189166" y="82142"/>
                </a:lnTo>
                <a:close/>
                <a:moveTo>
                  <a:pt x="286888" y="105513"/>
                </a:moveTo>
                <a:lnTo>
                  <a:pt x="286888" y="21309"/>
                </a:lnTo>
                <a:lnTo>
                  <a:pt x="296282" y="21309"/>
                </a:lnTo>
                <a:lnTo>
                  <a:pt x="296282" y="29156"/>
                </a:lnTo>
                <a:cubicBezTo>
                  <a:pt x="298497" y="26082"/>
                  <a:pt x="300998" y="23777"/>
                  <a:pt x="303786" y="22240"/>
                </a:cubicBezTo>
                <a:cubicBezTo>
                  <a:pt x="306574" y="20703"/>
                  <a:pt x="309953" y="19934"/>
                  <a:pt x="313925" y="19934"/>
                </a:cubicBezTo>
                <a:cubicBezTo>
                  <a:pt x="319119" y="19934"/>
                  <a:pt x="323701" y="21271"/>
                  <a:pt x="327673" y="23944"/>
                </a:cubicBezTo>
                <a:cubicBezTo>
                  <a:pt x="331644" y="26617"/>
                  <a:pt x="334642" y="30388"/>
                  <a:pt x="336666" y="35257"/>
                </a:cubicBezTo>
                <a:cubicBezTo>
                  <a:pt x="338690" y="40126"/>
                  <a:pt x="339702" y="45463"/>
                  <a:pt x="339702" y="51267"/>
                </a:cubicBezTo>
                <a:cubicBezTo>
                  <a:pt x="339702" y="57492"/>
                  <a:pt x="338585" y="63096"/>
                  <a:pt x="336351" y="68079"/>
                </a:cubicBezTo>
                <a:cubicBezTo>
                  <a:pt x="334117" y="73063"/>
                  <a:pt x="330871" y="76882"/>
                  <a:pt x="326613" y="79536"/>
                </a:cubicBezTo>
                <a:cubicBezTo>
                  <a:pt x="322355" y="82190"/>
                  <a:pt x="317877" y="83517"/>
                  <a:pt x="313180" y="83517"/>
                </a:cubicBezTo>
                <a:cubicBezTo>
                  <a:pt x="309743" y="83517"/>
                  <a:pt x="306660" y="82782"/>
                  <a:pt x="303929" y="81312"/>
                </a:cubicBezTo>
                <a:cubicBezTo>
                  <a:pt x="301199" y="79840"/>
                  <a:pt x="298955" y="77982"/>
                  <a:pt x="297199" y="75737"/>
                </a:cubicBezTo>
                <a:lnTo>
                  <a:pt x="297199" y="105513"/>
                </a:lnTo>
                <a:lnTo>
                  <a:pt x="286888" y="105513"/>
                </a:lnTo>
                <a:moveTo>
                  <a:pt x="296225" y="51983"/>
                </a:moveTo>
                <a:cubicBezTo>
                  <a:pt x="296225" y="59802"/>
                  <a:pt x="297810" y="65581"/>
                  <a:pt x="300979" y="69318"/>
                </a:cubicBezTo>
                <a:cubicBezTo>
                  <a:pt x="304149" y="73056"/>
                  <a:pt x="307987" y="74925"/>
                  <a:pt x="312493" y="74925"/>
                </a:cubicBezTo>
                <a:cubicBezTo>
                  <a:pt x="317076" y="74925"/>
                  <a:pt x="320999" y="72989"/>
                  <a:pt x="324264" y="69118"/>
                </a:cubicBezTo>
                <a:cubicBezTo>
                  <a:pt x="327529" y="65246"/>
                  <a:pt x="329162" y="59249"/>
                  <a:pt x="329162" y="51124"/>
                </a:cubicBezTo>
                <a:cubicBezTo>
                  <a:pt x="329162" y="43381"/>
                  <a:pt x="327568" y="37584"/>
                  <a:pt x="324379" y="33732"/>
                </a:cubicBezTo>
                <a:cubicBezTo>
                  <a:pt x="321190" y="29880"/>
                  <a:pt x="317381" y="27954"/>
                  <a:pt x="312951" y="27954"/>
                </a:cubicBezTo>
                <a:cubicBezTo>
                  <a:pt x="308560" y="27954"/>
                  <a:pt x="304674" y="30004"/>
                  <a:pt x="301294" y="34104"/>
                </a:cubicBezTo>
                <a:cubicBezTo>
                  <a:pt x="297915" y="38205"/>
                  <a:pt x="296225" y="44164"/>
                  <a:pt x="296225" y="51983"/>
                </a:cubicBezTo>
                <a:close/>
                <a:moveTo>
                  <a:pt x="348276" y="51726"/>
                </a:moveTo>
                <a:cubicBezTo>
                  <a:pt x="348276" y="40460"/>
                  <a:pt x="351408" y="32116"/>
                  <a:pt x="357670" y="26693"/>
                </a:cubicBezTo>
                <a:cubicBezTo>
                  <a:pt x="362902" y="22187"/>
                  <a:pt x="369280" y="19934"/>
                  <a:pt x="376803" y="19934"/>
                </a:cubicBezTo>
                <a:cubicBezTo>
                  <a:pt x="385166" y="19934"/>
                  <a:pt x="392001" y="22674"/>
                  <a:pt x="397310" y="28154"/>
                </a:cubicBezTo>
                <a:cubicBezTo>
                  <a:pt x="402618" y="33634"/>
                  <a:pt x="405272" y="41205"/>
                  <a:pt x="405272" y="50866"/>
                </a:cubicBezTo>
                <a:cubicBezTo>
                  <a:pt x="405272" y="58695"/>
                  <a:pt x="404097" y="64853"/>
                  <a:pt x="401749" y="69340"/>
                </a:cubicBezTo>
                <a:cubicBezTo>
                  <a:pt x="399400" y="73827"/>
                  <a:pt x="395982" y="77311"/>
                  <a:pt x="391495" y="79794"/>
                </a:cubicBezTo>
                <a:cubicBezTo>
                  <a:pt x="387008" y="82276"/>
                  <a:pt x="382111" y="83517"/>
                  <a:pt x="376803" y="83517"/>
                </a:cubicBezTo>
                <a:cubicBezTo>
                  <a:pt x="368287" y="83517"/>
                  <a:pt x="361403" y="80787"/>
                  <a:pt x="356153" y="75326"/>
                </a:cubicBezTo>
                <a:cubicBezTo>
                  <a:pt x="350902" y="69865"/>
                  <a:pt x="348276" y="61998"/>
                  <a:pt x="348276" y="51726"/>
                </a:cubicBezTo>
                <a:moveTo>
                  <a:pt x="358873" y="51697"/>
                </a:moveTo>
                <a:cubicBezTo>
                  <a:pt x="358873" y="59459"/>
                  <a:pt x="360573" y="65270"/>
                  <a:pt x="363971" y="69132"/>
                </a:cubicBezTo>
                <a:cubicBezTo>
                  <a:pt x="367370" y="72994"/>
                  <a:pt x="371647" y="74925"/>
                  <a:pt x="376803" y="74925"/>
                </a:cubicBezTo>
                <a:cubicBezTo>
                  <a:pt x="381920" y="74925"/>
                  <a:pt x="386178" y="72984"/>
                  <a:pt x="389576" y="69103"/>
                </a:cubicBezTo>
                <a:cubicBezTo>
                  <a:pt x="392975" y="65223"/>
                  <a:pt x="394675" y="59306"/>
                  <a:pt x="394675" y="51355"/>
                </a:cubicBezTo>
                <a:cubicBezTo>
                  <a:pt x="394675" y="43859"/>
                  <a:pt x="392966" y="38181"/>
                  <a:pt x="389548" y="34319"/>
                </a:cubicBezTo>
                <a:cubicBezTo>
                  <a:pt x="386130" y="30457"/>
                  <a:pt x="381882" y="28526"/>
                  <a:pt x="376803" y="28526"/>
                </a:cubicBezTo>
                <a:cubicBezTo>
                  <a:pt x="371647" y="28526"/>
                  <a:pt x="367370" y="30448"/>
                  <a:pt x="363971" y="34290"/>
                </a:cubicBezTo>
                <a:cubicBezTo>
                  <a:pt x="360573" y="38133"/>
                  <a:pt x="358873" y="43935"/>
                  <a:pt x="358873" y="51697"/>
                </a:cubicBezTo>
                <a:close/>
                <a:moveTo>
                  <a:pt x="417340" y="82142"/>
                </a:moveTo>
                <a:lnTo>
                  <a:pt x="417340" y="21309"/>
                </a:lnTo>
                <a:lnTo>
                  <a:pt x="426620" y="21309"/>
                </a:lnTo>
                <a:lnTo>
                  <a:pt x="426620" y="29901"/>
                </a:lnTo>
                <a:cubicBezTo>
                  <a:pt x="431088" y="23256"/>
                  <a:pt x="437542" y="19934"/>
                  <a:pt x="445981" y="19934"/>
                </a:cubicBezTo>
                <a:cubicBezTo>
                  <a:pt x="449647" y="19934"/>
                  <a:pt x="453017" y="20593"/>
                  <a:pt x="456091" y="21910"/>
                </a:cubicBezTo>
                <a:cubicBezTo>
                  <a:pt x="459166" y="23228"/>
                  <a:pt x="461466" y="24956"/>
                  <a:pt x="462994" y="27094"/>
                </a:cubicBezTo>
                <a:cubicBezTo>
                  <a:pt x="464521" y="29233"/>
                  <a:pt x="465591" y="31772"/>
                  <a:pt x="466202" y="34713"/>
                </a:cubicBezTo>
                <a:cubicBezTo>
                  <a:pt x="466584" y="36622"/>
                  <a:pt x="466775" y="39964"/>
                  <a:pt x="466775" y="44737"/>
                </a:cubicBezTo>
                <a:lnTo>
                  <a:pt x="466775" y="82142"/>
                </a:lnTo>
                <a:lnTo>
                  <a:pt x="456464" y="82142"/>
                </a:lnTo>
                <a:lnTo>
                  <a:pt x="456464" y="45099"/>
                </a:lnTo>
                <a:cubicBezTo>
                  <a:pt x="456464" y="40893"/>
                  <a:pt x="456063" y="37749"/>
                  <a:pt x="455261" y="35665"/>
                </a:cubicBezTo>
                <a:cubicBezTo>
                  <a:pt x="454459" y="33581"/>
                  <a:pt x="453036" y="31919"/>
                  <a:pt x="450993" y="30676"/>
                </a:cubicBezTo>
                <a:cubicBezTo>
                  <a:pt x="448950" y="29434"/>
                  <a:pt x="446554" y="28813"/>
                  <a:pt x="443805" y="28813"/>
                </a:cubicBezTo>
                <a:cubicBezTo>
                  <a:pt x="439413" y="28813"/>
                  <a:pt x="435623" y="30208"/>
                  <a:pt x="432434" y="33000"/>
                </a:cubicBezTo>
                <a:cubicBezTo>
                  <a:pt x="429245" y="35790"/>
                  <a:pt x="427651" y="41084"/>
                  <a:pt x="427651" y="48883"/>
                </a:cubicBezTo>
                <a:lnTo>
                  <a:pt x="427651" y="82142"/>
                </a:lnTo>
                <a:lnTo>
                  <a:pt x="417340" y="82142"/>
                </a:lnTo>
                <a:close/>
                <a:moveTo>
                  <a:pt x="524210" y="62552"/>
                </a:moveTo>
                <a:lnTo>
                  <a:pt x="534865" y="63869"/>
                </a:lnTo>
                <a:cubicBezTo>
                  <a:pt x="533185" y="70094"/>
                  <a:pt x="530072" y="74925"/>
                  <a:pt x="525528" y="78362"/>
                </a:cubicBezTo>
                <a:cubicBezTo>
                  <a:pt x="520983" y="81798"/>
                  <a:pt x="515179" y="83517"/>
                  <a:pt x="508114" y="83517"/>
                </a:cubicBezTo>
                <a:cubicBezTo>
                  <a:pt x="499216" y="83517"/>
                  <a:pt x="492161" y="80777"/>
                  <a:pt x="486949" y="75297"/>
                </a:cubicBezTo>
                <a:cubicBezTo>
                  <a:pt x="481736" y="69817"/>
                  <a:pt x="479130" y="62132"/>
                  <a:pt x="479130" y="52241"/>
                </a:cubicBezTo>
                <a:cubicBezTo>
                  <a:pt x="479130" y="42007"/>
                  <a:pt x="481764" y="34064"/>
                  <a:pt x="487034" y="28412"/>
                </a:cubicBezTo>
                <a:cubicBezTo>
                  <a:pt x="492304" y="22760"/>
                  <a:pt x="499140" y="19934"/>
                  <a:pt x="507541" y="19934"/>
                </a:cubicBezTo>
                <a:cubicBezTo>
                  <a:pt x="515675" y="19934"/>
                  <a:pt x="522320" y="22699"/>
                  <a:pt x="527475" y="28227"/>
                </a:cubicBezTo>
                <a:cubicBezTo>
                  <a:pt x="532631" y="33755"/>
                  <a:pt x="535208" y="41532"/>
                  <a:pt x="535208" y="51559"/>
                </a:cubicBezTo>
                <a:cubicBezTo>
                  <a:pt x="535208" y="52169"/>
                  <a:pt x="535189" y="53084"/>
                  <a:pt x="535151" y="54303"/>
                </a:cubicBezTo>
                <a:lnTo>
                  <a:pt x="489784" y="54303"/>
                </a:lnTo>
                <a:cubicBezTo>
                  <a:pt x="490166" y="60967"/>
                  <a:pt x="492056" y="66070"/>
                  <a:pt x="495455" y="69612"/>
                </a:cubicBezTo>
                <a:cubicBezTo>
                  <a:pt x="498854" y="73154"/>
                  <a:pt x="503092" y="74925"/>
                  <a:pt x="508171" y="74925"/>
                </a:cubicBezTo>
                <a:cubicBezTo>
                  <a:pt x="511952" y="74925"/>
                  <a:pt x="515179" y="73941"/>
                  <a:pt x="517852" y="71975"/>
                </a:cubicBezTo>
                <a:cubicBezTo>
                  <a:pt x="520525" y="70007"/>
                  <a:pt x="522645" y="66866"/>
                  <a:pt x="524210" y="62552"/>
                </a:cubicBezTo>
                <a:moveTo>
                  <a:pt x="490357" y="45711"/>
                </a:moveTo>
                <a:lnTo>
                  <a:pt x="524325" y="45711"/>
                </a:lnTo>
                <a:cubicBezTo>
                  <a:pt x="523867" y="40677"/>
                  <a:pt x="522568" y="36902"/>
                  <a:pt x="520430" y="34385"/>
                </a:cubicBezTo>
                <a:cubicBezTo>
                  <a:pt x="517146" y="30479"/>
                  <a:pt x="512888" y="28526"/>
                  <a:pt x="507656" y="28526"/>
                </a:cubicBezTo>
                <a:cubicBezTo>
                  <a:pt x="502921" y="28526"/>
                  <a:pt x="498940" y="30086"/>
                  <a:pt x="495713" y="33204"/>
                </a:cubicBezTo>
                <a:cubicBezTo>
                  <a:pt x="492486" y="36321"/>
                  <a:pt x="490700" y="40490"/>
                  <a:pt x="490357" y="45711"/>
                </a:cubicBezTo>
                <a:close/>
                <a:moveTo>
                  <a:pt x="547792" y="82142"/>
                </a:moveTo>
                <a:lnTo>
                  <a:pt x="547792" y="21309"/>
                </a:lnTo>
                <a:lnTo>
                  <a:pt x="557072" y="21309"/>
                </a:lnTo>
                <a:lnTo>
                  <a:pt x="557072" y="29901"/>
                </a:lnTo>
                <a:cubicBezTo>
                  <a:pt x="561540" y="23256"/>
                  <a:pt x="567994" y="19934"/>
                  <a:pt x="576433" y="19934"/>
                </a:cubicBezTo>
                <a:cubicBezTo>
                  <a:pt x="580099" y="19934"/>
                  <a:pt x="583469" y="20593"/>
                  <a:pt x="586543" y="21910"/>
                </a:cubicBezTo>
                <a:cubicBezTo>
                  <a:pt x="589618" y="23228"/>
                  <a:pt x="591918" y="24956"/>
                  <a:pt x="593446" y="27094"/>
                </a:cubicBezTo>
                <a:cubicBezTo>
                  <a:pt x="594973" y="29233"/>
                  <a:pt x="596043" y="31772"/>
                  <a:pt x="596654" y="34713"/>
                </a:cubicBezTo>
                <a:cubicBezTo>
                  <a:pt x="597036" y="36622"/>
                  <a:pt x="597227" y="39964"/>
                  <a:pt x="597227" y="44737"/>
                </a:cubicBezTo>
                <a:lnTo>
                  <a:pt x="597227" y="82142"/>
                </a:lnTo>
                <a:lnTo>
                  <a:pt x="586916" y="82142"/>
                </a:lnTo>
                <a:lnTo>
                  <a:pt x="586916" y="45099"/>
                </a:lnTo>
                <a:cubicBezTo>
                  <a:pt x="586916" y="40893"/>
                  <a:pt x="586515" y="37749"/>
                  <a:pt x="585713" y="35665"/>
                </a:cubicBezTo>
                <a:cubicBezTo>
                  <a:pt x="584911" y="33581"/>
                  <a:pt x="583488" y="31919"/>
                  <a:pt x="581445" y="30676"/>
                </a:cubicBezTo>
                <a:cubicBezTo>
                  <a:pt x="579402" y="29434"/>
                  <a:pt x="577006" y="28813"/>
                  <a:pt x="574257" y="28813"/>
                </a:cubicBezTo>
                <a:cubicBezTo>
                  <a:pt x="569865" y="28813"/>
                  <a:pt x="566075" y="30208"/>
                  <a:pt x="562886" y="33000"/>
                </a:cubicBezTo>
                <a:cubicBezTo>
                  <a:pt x="559697" y="35790"/>
                  <a:pt x="558103" y="41084"/>
                  <a:pt x="558103" y="48883"/>
                </a:cubicBezTo>
                <a:lnTo>
                  <a:pt x="558103" y="82142"/>
                </a:lnTo>
                <a:lnTo>
                  <a:pt x="547792" y="82142"/>
                </a:lnTo>
                <a:close/>
                <a:moveTo>
                  <a:pt x="635531" y="73034"/>
                </a:moveTo>
                <a:lnTo>
                  <a:pt x="637020" y="82142"/>
                </a:lnTo>
                <a:cubicBezTo>
                  <a:pt x="634118" y="82677"/>
                  <a:pt x="631521" y="82944"/>
                  <a:pt x="629230" y="82944"/>
                </a:cubicBezTo>
                <a:cubicBezTo>
                  <a:pt x="625487" y="82944"/>
                  <a:pt x="622585" y="82352"/>
                  <a:pt x="620523" y="81168"/>
                </a:cubicBezTo>
                <a:cubicBezTo>
                  <a:pt x="618461" y="79985"/>
                  <a:pt x="617009" y="78428"/>
                  <a:pt x="616169" y="76500"/>
                </a:cubicBezTo>
                <a:cubicBezTo>
                  <a:pt x="615329" y="74571"/>
                  <a:pt x="614909" y="70514"/>
                  <a:pt x="614909" y="64328"/>
                </a:cubicBezTo>
                <a:lnTo>
                  <a:pt x="614909" y="29328"/>
                </a:lnTo>
                <a:lnTo>
                  <a:pt x="607348" y="29328"/>
                </a:lnTo>
                <a:lnTo>
                  <a:pt x="607348" y="21309"/>
                </a:lnTo>
                <a:lnTo>
                  <a:pt x="614909" y="21309"/>
                </a:lnTo>
                <a:lnTo>
                  <a:pt x="614909" y="6203"/>
                </a:lnTo>
                <a:lnTo>
                  <a:pt x="625163" y="0"/>
                </a:lnTo>
                <a:lnTo>
                  <a:pt x="625163" y="21309"/>
                </a:lnTo>
                <a:lnTo>
                  <a:pt x="635531" y="21309"/>
                </a:lnTo>
                <a:lnTo>
                  <a:pt x="635531" y="29328"/>
                </a:lnTo>
                <a:lnTo>
                  <a:pt x="625163" y="29328"/>
                </a:lnTo>
                <a:lnTo>
                  <a:pt x="625163" y="64900"/>
                </a:lnTo>
                <a:cubicBezTo>
                  <a:pt x="625163" y="67841"/>
                  <a:pt x="625344" y="69731"/>
                  <a:pt x="625707" y="70571"/>
                </a:cubicBezTo>
                <a:cubicBezTo>
                  <a:pt x="626069" y="71411"/>
                  <a:pt x="626661" y="72080"/>
                  <a:pt x="627482" y="72576"/>
                </a:cubicBezTo>
                <a:cubicBezTo>
                  <a:pt x="628303" y="73073"/>
                  <a:pt x="629478" y="73321"/>
                  <a:pt x="631005" y="73321"/>
                </a:cubicBezTo>
                <a:cubicBezTo>
                  <a:pt x="632151" y="73321"/>
                  <a:pt x="633659" y="73225"/>
                  <a:pt x="635531" y="73034"/>
                </a:cubicBezTo>
                <a:close/>
                <a:moveTo>
                  <a:pt x="683366" y="51897"/>
                </a:moveTo>
                <a:lnTo>
                  <a:pt x="668415" y="25777"/>
                </a:lnTo>
                <a:lnTo>
                  <a:pt x="676893" y="25777"/>
                </a:lnTo>
                <a:lnTo>
                  <a:pt x="695166" y="51897"/>
                </a:lnTo>
                <a:lnTo>
                  <a:pt x="676893" y="78018"/>
                </a:lnTo>
                <a:lnTo>
                  <a:pt x="668473" y="78018"/>
                </a:lnTo>
                <a:lnTo>
                  <a:pt x="683366" y="51897"/>
                </a:lnTo>
                <a:moveTo>
                  <a:pt x="661198" y="51897"/>
                </a:moveTo>
                <a:lnTo>
                  <a:pt x="646076" y="25777"/>
                </a:lnTo>
                <a:lnTo>
                  <a:pt x="654725" y="25777"/>
                </a:lnTo>
                <a:lnTo>
                  <a:pt x="672712" y="51897"/>
                </a:lnTo>
                <a:lnTo>
                  <a:pt x="654725" y="78018"/>
                </a:lnTo>
                <a:lnTo>
                  <a:pt x="646076" y="78018"/>
                </a:lnTo>
                <a:lnTo>
                  <a:pt x="661198" y="5189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Function_B4">
            <a:extLst xmlns:a="http://schemas.openxmlformats.org/drawingml/2006/main">
              <a:ext uri="{FF2B5EF4-FFF2-40B4-BE49-F238E27FC236}">
                <a16:creationId xmlns:a16="http://schemas.microsoft.com/office/drawing/2014/main" id="{0BFE70A1-35BB-4187-A396-9517574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022" y="6569775"/>
            <a:ext cx="699125" cy="107575"/>
          </a:xfrm>
          <a:custGeom xmlns:a="http://schemas.openxmlformats.org/drawingml/2006/main">
            <a:pathLst>
              <a:path w="699125" h="107575">
                <a:moveTo>
                  <a:pt x="0" y="84319"/>
                </a:moveTo>
                <a:lnTo>
                  <a:pt x="0" y="344"/>
                </a:lnTo>
                <a:lnTo>
                  <a:pt x="57568" y="344"/>
                </a:lnTo>
                <a:lnTo>
                  <a:pt x="57568" y="14550"/>
                </a:lnTo>
                <a:lnTo>
                  <a:pt x="16955" y="14550"/>
                </a:lnTo>
                <a:lnTo>
                  <a:pt x="16955" y="34369"/>
                </a:lnTo>
                <a:lnTo>
                  <a:pt x="52012" y="34369"/>
                </a:lnTo>
                <a:lnTo>
                  <a:pt x="52012" y="48575"/>
                </a:lnTo>
                <a:lnTo>
                  <a:pt x="16955" y="48575"/>
                </a:lnTo>
                <a:lnTo>
                  <a:pt x="16955" y="84319"/>
                </a:lnTo>
                <a:lnTo>
                  <a:pt x="0" y="84319"/>
                </a:lnTo>
                <a:close/>
                <a:moveTo>
                  <a:pt x="111489" y="84319"/>
                </a:moveTo>
                <a:lnTo>
                  <a:pt x="111489" y="75211"/>
                </a:lnTo>
                <a:cubicBezTo>
                  <a:pt x="109274" y="78457"/>
                  <a:pt x="106363" y="81016"/>
                  <a:pt x="102754" y="82887"/>
                </a:cubicBezTo>
                <a:cubicBezTo>
                  <a:pt x="99145" y="84758"/>
                  <a:pt x="95336" y="85694"/>
                  <a:pt x="91326" y="85694"/>
                </a:cubicBezTo>
                <a:cubicBezTo>
                  <a:pt x="87240" y="85694"/>
                  <a:pt x="83574" y="84796"/>
                  <a:pt x="80328" y="83001"/>
                </a:cubicBezTo>
                <a:cubicBezTo>
                  <a:pt x="77082" y="81207"/>
                  <a:pt x="74733" y="78686"/>
                  <a:pt x="73282" y="75440"/>
                </a:cubicBezTo>
                <a:cubicBezTo>
                  <a:pt x="71831" y="72194"/>
                  <a:pt x="71106" y="67707"/>
                  <a:pt x="71106" y="61979"/>
                </a:cubicBezTo>
                <a:lnTo>
                  <a:pt x="71106" y="23486"/>
                </a:lnTo>
                <a:lnTo>
                  <a:pt x="87202" y="23486"/>
                </a:lnTo>
                <a:lnTo>
                  <a:pt x="87202" y="51375"/>
                </a:lnTo>
                <a:cubicBezTo>
                  <a:pt x="87202" y="59910"/>
                  <a:pt x="87498" y="65139"/>
                  <a:pt x="88090" y="67063"/>
                </a:cubicBezTo>
                <a:cubicBezTo>
                  <a:pt x="88682" y="68986"/>
                  <a:pt x="89760" y="70510"/>
                  <a:pt x="91326" y="71635"/>
                </a:cubicBezTo>
                <a:cubicBezTo>
                  <a:pt x="92892" y="72759"/>
                  <a:pt x="94878" y="73321"/>
                  <a:pt x="97283" y="73321"/>
                </a:cubicBezTo>
                <a:cubicBezTo>
                  <a:pt x="100033" y="73321"/>
                  <a:pt x="102496" y="72568"/>
                  <a:pt x="104673" y="71064"/>
                </a:cubicBezTo>
                <a:cubicBezTo>
                  <a:pt x="106849" y="69559"/>
                  <a:pt x="108339" y="67692"/>
                  <a:pt x="109141" y="65462"/>
                </a:cubicBezTo>
                <a:cubicBezTo>
                  <a:pt x="109943" y="63233"/>
                  <a:pt x="110344" y="57775"/>
                  <a:pt x="110344" y="49089"/>
                </a:cubicBezTo>
                <a:lnTo>
                  <a:pt x="110344" y="23486"/>
                </a:lnTo>
                <a:lnTo>
                  <a:pt x="126440" y="23486"/>
                </a:lnTo>
                <a:lnTo>
                  <a:pt x="126440" y="84319"/>
                </a:lnTo>
                <a:lnTo>
                  <a:pt x="111489" y="84319"/>
                </a:lnTo>
                <a:close/>
                <a:moveTo>
                  <a:pt x="198462" y="84319"/>
                </a:moveTo>
                <a:lnTo>
                  <a:pt x="182366" y="84319"/>
                </a:lnTo>
                <a:lnTo>
                  <a:pt x="182366" y="53308"/>
                </a:lnTo>
                <a:cubicBezTo>
                  <a:pt x="182366" y="46747"/>
                  <a:pt x="182022" y="42503"/>
                  <a:pt x="181335" y="40577"/>
                </a:cubicBezTo>
                <a:cubicBezTo>
                  <a:pt x="180647" y="38651"/>
                  <a:pt x="179530" y="37154"/>
                  <a:pt x="177984" y="36086"/>
                </a:cubicBezTo>
                <a:cubicBezTo>
                  <a:pt x="176437" y="35018"/>
                  <a:pt x="174575" y="34484"/>
                  <a:pt x="172399" y="34484"/>
                </a:cubicBezTo>
                <a:cubicBezTo>
                  <a:pt x="169611" y="34484"/>
                  <a:pt x="167110" y="35247"/>
                  <a:pt x="164895" y="36773"/>
                </a:cubicBezTo>
                <a:cubicBezTo>
                  <a:pt x="162680" y="38298"/>
                  <a:pt x="161162" y="40320"/>
                  <a:pt x="160341" y="42838"/>
                </a:cubicBezTo>
                <a:cubicBezTo>
                  <a:pt x="159520" y="45355"/>
                  <a:pt x="159109" y="50008"/>
                  <a:pt x="159109" y="56799"/>
                </a:cubicBezTo>
                <a:lnTo>
                  <a:pt x="159109" y="84319"/>
                </a:lnTo>
                <a:lnTo>
                  <a:pt x="143013" y="84319"/>
                </a:lnTo>
                <a:lnTo>
                  <a:pt x="143013" y="23486"/>
                </a:lnTo>
                <a:lnTo>
                  <a:pt x="157964" y="23486"/>
                </a:lnTo>
                <a:lnTo>
                  <a:pt x="157964" y="32422"/>
                </a:lnTo>
                <a:cubicBezTo>
                  <a:pt x="163272" y="25548"/>
                  <a:pt x="169955" y="22111"/>
                  <a:pt x="178012" y="22111"/>
                </a:cubicBezTo>
                <a:cubicBezTo>
                  <a:pt x="181564" y="22111"/>
                  <a:pt x="184810" y="22750"/>
                  <a:pt x="187750" y="24030"/>
                </a:cubicBezTo>
                <a:cubicBezTo>
                  <a:pt x="190691" y="25309"/>
                  <a:pt x="192915" y="26942"/>
                  <a:pt x="194424" y="28927"/>
                </a:cubicBezTo>
                <a:cubicBezTo>
                  <a:pt x="195932" y="30913"/>
                  <a:pt x="196982" y="33166"/>
                  <a:pt x="197574" y="35687"/>
                </a:cubicBezTo>
                <a:cubicBezTo>
                  <a:pt x="198166" y="38207"/>
                  <a:pt x="198462" y="41816"/>
                  <a:pt x="198462" y="46513"/>
                </a:cubicBezTo>
                <a:lnTo>
                  <a:pt x="198462" y="84319"/>
                </a:lnTo>
                <a:close/>
                <a:moveTo>
                  <a:pt x="267849" y="41472"/>
                </a:moveTo>
                <a:lnTo>
                  <a:pt x="251982" y="44336"/>
                </a:lnTo>
                <a:cubicBezTo>
                  <a:pt x="251447" y="41186"/>
                  <a:pt x="250235" y="38813"/>
                  <a:pt x="248345" y="37219"/>
                </a:cubicBezTo>
                <a:cubicBezTo>
                  <a:pt x="246454" y="35625"/>
                  <a:pt x="244001" y="34827"/>
                  <a:pt x="240984" y="34827"/>
                </a:cubicBezTo>
                <a:cubicBezTo>
                  <a:pt x="236974" y="34827"/>
                  <a:pt x="233776" y="36207"/>
                  <a:pt x="231389" y="38968"/>
                </a:cubicBezTo>
                <a:cubicBezTo>
                  <a:pt x="229002" y="41728"/>
                  <a:pt x="227809" y="46344"/>
                  <a:pt x="227809" y="52816"/>
                </a:cubicBezTo>
                <a:cubicBezTo>
                  <a:pt x="227809" y="60012"/>
                  <a:pt x="229021" y="65095"/>
                  <a:pt x="231446" y="68065"/>
                </a:cubicBezTo>
                <a:cubicBezTo>
                  <a:pt x="233871" y="71034"/>
                  <a:pt x="237127" y="72519"/>
                  <a:pt x="241213" y="72519"/>
                </a:cubicBezTo>
                <a:cubicBezTo>
                  <a:pt x="244268" y="72519"/>
                  <a:pt x="246769" y="71650"/>
                  <a:pt x="248717" y="69912"/>
                </a:cubicBezTo>
                <a:cubicBezTo>
                  <a:pt x="250664" y="68175"/>
                  <a:pt x="252039" y="65187"/>
                  <a:pt x="252841" y="60948"/>
                </a:cubicBezTo>
                <a:lnTo>
                  <a:pt x="268651" y="63697"/>
                </a:lnTo>
                <a:cubicBezTo>
                  <a:pt x="267009" y="70953"/>
                  <a:pt x="263858" y="76433"/>
                  <a:pt x="259199" y="80137"/>
                </a:cubicBezTo>
                <a:cubicBezTo>
                  <a:pt x="254541" y="83842"/>
                  <a:pt x="248297" y="85694"/>
                  <a:pt x="240468" y="85694"/>
                </a:cubicBezTo>
                <a:cubicBezTo>
                  <a:pt x="231571" y="85694"/>
                  <a:pt x="224477" y="82887"/>
                  <a:pt x="219188" y="77273"/>
                </a:cubicBezTo>
                <a:cubicBezTo>
                  <a:pt x="213899" y="71660"/>
                  <a:pt x="211255" y="63888"/>
                  <a:pt x="211255" y="53960"/>
                </a:cubicBezTo>
                <a:cubicBezTo>
                  <a:pt x="211255" y="43916"/>
                  <a:pt x="213909" y="36097"/>
                  <a:pt x="219217" y="30503"/>
                </a:cubicBezTo>
                <a:cubicBezTo>
                  <a:pt x="224525" y="24908"/>
                  <a:pt x="231704" y="22111"/>
                  <a:pt x="240755" y="22111"/>
                </a:cubicBezTo>
                <a:cubicBezTo>
                  <a:pt x="248163" y="22111"/>
                  <a:pt x="254054" y="23705"/>
                  <a:pt x="258426" y="26894"/>
                </a:cubicBezTo>
                <a:cubicBezTo>
                  <a:pt x="262799" y="30083"/>
                  <a:pt x="265940" y="34942"/>
                  <a:pt x="267849" y="41472"/>
                </a:cubicBezTo>
                <a:close/>
                <a:moveTo>
                  <a:pt x="307928" y="23486"/>
                </a:moveTo>
                <a:lnTo>
                  <a:pt x="307928" y="36317"/>
                </a:lnTo>
                <a:lnTo>
                  <a:pt x="296930" y="36317"/>
                </a:lnTo>
                <a:lnTo>
                  <a:pt x="296930" y="60794"/>
                </a:lnTo>
                <a:cubicBezTo>
                  <a:pt x="296930" y="65751"/>
                  <a:pt x="297035" y="68640"/>
                  <a:pt x="297245" y="69460"/>
                </a:cubicBezTo>
                <a:cubicBezTo>
                  <a:pt x="297455" y="70278"/>
                  <a:pt x="297932" y="70955"/>
                  <a:pt x="298677" y="71490"/>
                </a:cubicBezTo>
                <a:cubicBezTo>
                  <a:pt x="299422" y="72023"/>
                  <a:pt x="300329" y="72290"/>
                  <a:pt x="301398" y="72290"/>
                </a:cubicBezTo>
                <a:cubicBezTo>
                  <a:pt x="302887" y="72290"/>
                  <a:pt x="305045" y="71774"/>
                  <a:pt x="307871" y="70743"/>
                </a:cubicBezTo>
                <a:lnTo>
                  <a:pt x="309246" y="83277"/>
                </a:lnTo>
                <a:cubicBezTo>
                  <a:pt x="305503" y="84888"/>
                  <a:pt x="301264" y="85694"/>
                  <a:pt x="296529" y="85694"/>
                </a:cubicBezTo>
                <a:cubicBezTo>
                  <a:pt x="293627" y="85694"/>
                  <a:pt x="291011" y="85207"/>
                  <a:pt x="288681" y="84233"/>
                </a:cubicBezTo>
                <a:cubicBezTo>
                  <a:pt x="286352" y="83259"/>
                  <a:pt x="284643" y="81999"/>
                  <a:pt x="283555" y="80452"/>
                </a:cubicBezTo>
                <a:cubicBezTo>
                  <a:pt x="282466" y="78906"/>
                  <a:pt x="281712" y="76815"/>
                  <a:pt x="281292" y="74180"/>
                </a:cubicBezTo>
                <a:cubicBezTo>
                  <a:pt x="280948" y="72309"/>
                  <a:pt x="280777" y="68528"/>
                  <a:pt x="280777" y="62838"/>
                </a:cubicBezTo>
                <a:lnTo>
                  <a:pt x="280777" y="36317"/>
                </a:lnTo>
                <a:lnTo>
                  <a:pt x="273387" y="36317"/>
                </a:lnTo>
                <a:lnTo>
                  <a:pt x="273387" y="23486"/>
                </a:lnTo>
                <a:lnTo>
                  <a:pt x="280777" y="23486"/>
                </a:lnTo>
                <a:lnTo>
                  <a:pt x="280777" y="11342"/>
                </a:lnTo>
                <a:lnTo>
                  <a:pt x="296930" y="1833"/>
                </a:lnTo>
                <a:lnTo>
                  <a:pt x="296930" y="23486"/>
                </a:lnTo>
                <a:lnTo>
                  <a:pt x="307928" y="23486"/>
                </a:lnTo>
                <a:close/>
                <a:moveTo>
                  <a:pt x="319097" y="15237"/>
                </a:moveTo>
                <a:lnTo>
                  <a:pt x="319097" y="344"/>
                </a:lnTo>
                <a:lnTo>
                  <a:pt x="335194" y="344"/>
                </a:lnTo>
                <a:lnTo>
                  <a:pt x="335194" y="15237"/>
                </a:lnTo>
                <a:lnTo>
                  <a:pt x="319097" y="15237"/>
                </a:lnTo>
                <a:moveTo>
                  <a:pt x="319097" y="84319"/>
                </a:moveTo>
                <a:lnTo>
                  <a:pt x="319097" y="23486"/>
                </a:lnTo>
                <a:lnTo>
                  <a:pt x="335194" y="23486"/>
                </a:lnTo>
                <a:lnTo>
                  <a:pt x="335194" y="84319"/>
                </a:lnTo>
                <a:lnTo>
                  <a:pt x="319097" y="84319"/>
                </a:lnTo>
                <a:close/>
                <a:moveTo>
                  <a:pt x="347987" y="53043"/>
                </a:moveTo>
                <a:cubicBezTo>
                  <a:pt x="347987" y="47697"/>
                  <a:pt x="349305" y="42522"/>
                  <a:pt x="351940" y="37520"/>
                </a:cubicBezTo>
                <a:cubicBezTo>
                  <a:pt x="354575" y="32517"/>
                  <a:pt x="358308" y="28698"/>
                  <a:pt x="363138" y="26063"/>
                </a:cubicBezTo>
                <a:cubicBezTo>
                  <a:pt x="367969" y="23428"/>
                  <a:pt x="373363" y="22111"/>
                  <a:pt x="379320" y="22111"/>
                </a:cubicBezTo>
                <a:cubicBezTo>
                  <a:pt x="388524" y="22111"/>
                  <a:pt x="396066" y="25099"/>
                  <a:pt x="401947" y="31075"/>
                </a:cubicBezTo>
                <a:cubicBezTo>
                  <a:pt x="407828" y="37052"/>
                  <a:pt x="410768" y="44603"/>
                  <a:pt x="410768" y="53730"/>
                </a:cubicBezTo>
                <a:cubicBezTo>
                  <a:pt x="410768" y="62934"/>
                  <a:pt x="407799" y="70562"/>
                  <a:pt x="401861" y="76614"/>
                </a:cubicBezTo>
                <a:cubicBezTo>
                  <a:pt x="395923" y="82667"/>
                  <a:pt x="388447" y="85694"/>
                  <a:pt x="379435" y="85694"/>
                </a:cubicBezTo>
                <a:cubicBezTo>
                  <a:pt x="373860" y="85694"/>
                  <a:pt x="368542" y="84433"/>
                  <a:pt x="363482" y="81913"/>
                </a:cubicBezTo>
                <a:cubicBezTo>
                  <a:pt x="358422" y="79393"/>
                  <a:pt x="354575" y="75698"/>
                  <a:pt x="351940" y="70829"/>
                </a:cubicBezTo>
                <a:cubicBezTo>
                  <a:pt x="349305" y="65960"/>
                  <a:pt x="347987" y="60031"/>
                  <a:pt x="347987" y="53043"/>
                </a:cubicBezTo>
                <a:moveTo>
                  <a:pt x="364484" y="53902"/>
                </a:moveTo>
                <a:cubicBezTo>
                  <a:pt x="364484" y="59917"/>
                  <a:pt x="365916" y="64523"/>
                  <a:pt x="368781" y="67721"/>
                </a:cubicBezTo>
                <a:cubicBezTo>
                  <a:pt x="371645" y="70920"/>
                  <a:pt x="375177" y="72519"/>
                  <a:pt x="379378" y="72519"/>
                </a:cubicBezTo>
                <a:cubicBezTo>
                  <a:pt x="383578" y="72519"/>
                  <a:pt x="387101" y="70920"/>
                  <a:pt x="389946" y="67721"/>
                </a:cubicBezTo>
                <a:cubicBezTo>
                  <a:pt x="392791" y="64523"/>
                  <a:pt x="394214" y="59879"/>
                  <a:pt x="394214" y="53788"/>
                </a:cubicBezTo>
                <a:cubicBezTo>
                  <a:pt x="394214" y="47849"/>
                  <a:pt x="392791" y="43281"/>
                  <a:pt x="389946" y="40083"/>
                </a:cubicBezTo>
                <a:cubicBezTo>
                  <a:pt x="387101" y="36885"/>
                  <a:pt x="383578" y="35286"/>
                  <a:pt x="379378" y="35286"/>
                </a:cubicBezTo>
                <a:cubicBezTo>
                  <a:pt x="375177" y="35286"/>
                  <a:pt x="371645" y="36885"/>
                  <a:pt x="368781" y="40083"/>
                </a:cubicBezTo>
                <a:cubicBezTo>
                  <a:pt x="365916" y="43281"/>
                  <a:pt x="364484" y="47888"/>
                  <a:pt x="364484" y="53902"/>
                </a:cubicBezTo>
                <a:close/>
                <a:moveTo>
                  <a:pt x="478724" y="84319"/>
                </a:moveTo>
                <a:lnTo>
                  <a:pt x="462627" y="84319"/>
                </a:lnTo>
                <a:lnTo>
                  <a:pt x="462627" y="53308"/>
                </a:lnTo>
                <a:cubicBezTo>
                  <a:pt x="462627" y="46747"/>
                  <a:pt x="462284" y="42503"/>
                  <a:pt x="461596" y="40577"/>
                </a:cubicBezTo>
                <a:cubicBezTo>
                  <a:pt x="460909" y="38651"/>
                  <a:pt x="459792" y="37154"/>
                  <a:pt x="458245" y="36086"/>
                </a:cubicBezTo>
                <a:cubicBezTo>
                  <a:pt x="456699" y="35018"/>
                  <a:pt x="454837" y="34484"/>
                  <a:pt x="452660" y="34484"/>
                </a:cubicBezTo>
                <a:cubicBezTo>
                  <a:pt x="449873" y="34484"/>
                  <a:pt x="447371" y="35247"/>
                  <a:pt x="445156" y="36773"/>
                </a:cubicBezTo>
                <a:cubicBezTo>
                  <a:pt x="442941" y="38298"/>
                  <a:pt x="441423" y="40320"/>
                  <a:pt x="440602" y="42838"/>
                </a:cubicBezTo>
                <a:cubicBezTo>
                  <a:pt x="439781" y="45355"/>
                  <a:pt x="439371" y="50008"/>
                  <a:pt x="439371" y="56799"/>
                </a:cubicBezTo>
                <a:lnTo>
                  <a:pt x="439371" y="84319"/>
                </a:lnTo>
                <a:lnTo>
                  <a:pt x="423275" y="84319"/>
                </a:lnTo>
                <a:lnTo>
                  <a:pt x="423275" y="23486"/>
                </a:lnTo>
                <a:lnTo>
                  <a:pt x="438225" y="23486"/>
                </a:lnTo>
                <a:lnTo>
                  <a:pt x="438225" y="32422"/>
                </a:lnTo>
                <a:cubicBezTo>
                  <a:pt x="443533" y="25548"/>
                  <a:pt x="450216" y="22111"/>
                  <a:pt x="458274" y="22111"/>
                </a:cubicBezTo>
                <a:cubicBezTo>
                  <a:pt x="461825" y="22111"/>
                  <a:pt x="465071" y="22750"/>
                  <a:pt x="468012" y="24030"/>
                </a:cubicBezTo>
                <a:cubicBezTo>
                  <a:pt x="470952" y="25309"/>
                  <a:pt x="473177" y="26942"/>
                  <a:pt x="474685" y="28927"/>
                </a:cubicBezTo>
                <a:cubicBezTo>
                  <a:pt x="476194" y="30913"/>
                  <a:pt x="477244" y="33166"/>
                  <a:pt x="477836" y="35687"/>
                </a:cubicBezTo>
                <a:cubicBezTo>
                  <a:pt x="478428" y="38207"/>
                  <a:pt x="478724" y="41816"/>
                  <a:pt x="478724" y="46513"/>
                </a:cubicBezTo>
                <a:lnTo>
                  <a:pt x="478724" y="84319"/>
                </a:lnTo>
                <a:close/>
                <a:moveTo>
                  <a:pt x="485559" y="107575"/>
                </a:moveTo>
                <a:lnTo>
                  <a:pt x="485559" y="97035"/>
                </a:lnTo>
                <a:lnTo>
                  <a:pt x="552464" y="97035"/>
                </a:lnTo>
                <a:lnTo>
                  <a:pt x="552464" y="107575"/>
                </a:lnTo>
                <a:lnTo>
                  <a:pt x="485559" y="107575"/>
                </a:lnTo>
                <a:close/>
                <a:moveTo>
                  <a:pt x="560465" y="344"/>
                </a:moveTo>
                <a:lnTo>
                  <a:pt x="594032" y="344"/>
                </a:lnTo>
                <a:cubicBezTo>
                  <a:pt x="600677" y="344"/>
                  <a:pt x="605632" y="621"/>
                  <a:pt x="608897" y="1174"/>
                </a:cubicBezTo>
                <a:cubicBezTo>
                  <a:pt x="612162" y="1727"/>
                  <a:pt x="615083" y="2880"/>
                  <a:pt x="617661" y="4634"/>
                </a:cubicBezTo>
                <a:cubicBezTo>
                  <a:pt x="620239" y="6388"/>
                  <a:pt x="622387" y="8723"/>
                  <a:pt x="624105" y="11641"/>
                </a:cubicBezTo>
                <a:cubicBezTo>
                  <a:pt x="625824" y="14557"/>
                  <a:pt x="626683" y="17827"/>
                  <a:pt x="626683" y="21450"/>
                </a:cubicBezTo>
                <a:cubicBezTo>
                  <a:pt x="626683" y="25378"/>
                  <a:pt x="625623" y="28981"/>
                  <a:pt x="623504" y="32260"/>
                </a:cubicBezTo>
                <a:cubicBezTo>
                  <a:pt x="621384" y="35540"/>
                  <a:pt x="618511" y="37999"/>
                  <a:pt x="614883" y="39639"/>
                </a:cubicBezTo>
                <a:cubicBezTo>
                  <a:pt x="620000" y="41131"/>
                  <a:pt x="623933" y="43674"/>
                  <a:pt x="626683" y="47268"/>
                </a:cubicBezTo>
                <a:cubicBezTo>
                  <a:pt x="629432" y="50862"/>
                  <a:pt x="630807" y="55087"/>
                  <a:pt x="630807" y="59944"/>
                </a:cubicBezTo>
                <a:cubicBezTo>
                  <a:pt x="630807" y="63767"/>
                  <a:pt x="629919" y="67486"/>
                  <a:pt x="628144" y="71099"/>
                </a:cubicBezTo>
                <a:cubicBezTo>
                  <a:pt x="626368" y="74712"/>
                  <a:pt x="623943" y="77598"/>
                  <a:pt x="620869" y="79760"/>
                </a:cubicBezTo>
                <a:cubicBezTo>
                  <a:pt x="617795" y="81920"/>
                  <a:pt x="614004" y="83248"/>
                  <a:pt x="609498" y="83746"/>
                </a:cubicBezTo>
                <a:cubicBezTo>
                  <a:pt x="606672" y="84052"/>
                  <a:pt x="599856" y="84243"/>
                  <a:pt x="589049" y="84319"/>
                </a:cubicBezTo>
                <a:lnTo>
                  <a:pt x="560465" y="84319"/>
                </a:lnTo>
                <a:lnTo>
                  <a:pt x="560465" y="344"/>
                </a:lnTo>
                <a:moveTo>
                  <a:pt x="577420" y="14320"/>
                </a:moveTo>
                <a:lnTo>
                  <a:pt x="577420" y="33682"/>
                </a:lnTo>
                <a:lnTo>
                  <a:pt x="588533" y="33682"/>
                </a:lnTo>
                <a:cubicBezTo>
                  <a:pt x="595140" y="33682"/>
                  <a:pt x="599245" y="33586"/>
                  <a:pt x="600849" y="33395"/>
                </a:cubicBezTo>
                <a:cubicBezTo>
                  <a:pt x="603751" y="33053"/>
                  <a:pt x="606033" y="32054"/>
                  <a:pt x="607694" y="30399"/>
                </a:cubicBezTo>
                <a:cubicBezTo>
                  <a:pt x="609355" y="28742"/>
                  <a:pt x="610186" y="26562"/>
                  <a:pt x="610186" y="23858"/>
                </a:cubicBezTo>
                <a:cubicBezTo>
                  <a:pt x="610186" y="21269"/>
                  <a:pt x="609470" y="19166"/>
                  <a:pt x="608038" y="17548"/>
                </a:cubicBezTo>
                <a:cubicBezTo>
                  <a:pt x="606606" y="15930"/>
                  <a:pt x="604477" y="14949"/>
                  <a:pt x="601651" y="14607"/>
                </a:cubicBezTo>
                <a:cubicBezTo>
                  <a:pt x="599970" y="14416"/>
                  <a:pt x="595140" y="14320"/>
                  <a:pt x="587158" y="14320"/>
                </a:cubicBezTo>
                <a:lnTo>
                  <a:pt x="577420" y="14320"/>
                </a:lnTo>
                <a:moveTo>
                  <a:pt x="577420" y="47659"/>
                </a:moveTo>
                <a:lnTo>
                  <a:pt x="577420" y="70113"/>
                </a:lnTo>
                <a:lnTo>
                  <a:pt x="593116" y="70113"/>
                </a:lnTo>
                <a:cubicBezTo>
                  <a:pt x="599226" y="70113"/>
                  <a:pt x="603102" y="69941"/>
                  <a:pt x="604744" y="69597"/>
                </a:cubicBezTo>
                <a:cubicBezTo>
                  <a:pt x="607264" y="69139"/>
                  <a:pt x="609317" y="68022"/>
                  <a:pt x="610902" y="66246"/>
                </a:cubicBezTo>
                <a:cubicBezTo>
                  <a:pt x="612487" y="64471"/>
                  <a:pt x="613279" y="62094"/>
                  <a:pt x="613279" y="59115"/>
                </a:cubicBezTo>
                <a:cubicBezTo>
                  <a:pt x="613279" y="56594"/>
                  <a:pt x="612668" y="54456"/>
                  <a:pt x="611446" y="52699"/>
                </a:cubicBezTo>
                <a:cubicBezTo>
                  <a:pt x="610224" y="50943"/>
                  <a:pt x="608458" y="49663"/>
                  <a:pt x="606147" y="48861"/>
                </a:cubicBezTo>
                <a:cubicBezTo>
                  <a:pt x="603837" y="48059"/>
                  <a:pt x="598825" y="47659"/>
                  <a:pt x="591111" y="47659"/>
                </a:cubicBezTo>
                <a:lnTo>
                  <a:pt x="577420" y="47659"/>
                </a:lnTo>
                <a:close/>
                <a:moveTo>
                  <a:pt x="673119" y="84319"/>
                </a:moveTo>
                <a:lnTo>
                  <a:pt x="673119" y="67363"/>
                </a:lnTo>
                <a:lnTo>
                  <a:pt x="638750" y="67363"/>
                </a:lnTo>
                <a:lnTo>
                  <a:pt x="638750" y="53329"/>
                </a:lnTo>
                <a:lnTo>
                  <a:pt x="675181" y="0"/>
                </a:lnTo>
                <a:lnTo>
                  <a:pt x="688699" y="0"/>
                </a:lnTo>
                <a:lnTo>
                  <a:pt x="688699" y="53272"/>
                </a:lnTo>
                <a:lnTo>
                  <a:pt x="699125" y="53272"/>
                </a:lnTo>
                <a:lnTo>
                  <a:pt x="699125" y="67363"/>
                </a:lnTo>
                <a:lnTo>
                  <a:pt x="688699" y="67363"/>
                </a:lnTo>
                <a:lnTo>
                  <a:pt x="688699" y="84319"/>
                </a:lnTo>
                <a:lnTo>
                  <a:pt x="673119" y="84319"/>
                </a:lnTo>
                <a:moveTo>
                  <a:pt x="673119" y="53272"/>
                </a:moveTo>
                <a:lnTo>
                  <a:pt x="673119" y="24606"/>
                </a:lnTo>
                <a:lnTo>
                  <a:pt x="653815" y="53272"/>
                </a:lnTo>
                <a:lnTo>
                  <a:pt x="673119" y="5327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582D9-C478-446B-8912-EA70872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6337283"/>
            <a:ext cx="130348" cy="130348"/>
          </a:xfrm>
          <a:custGeom xmlns:a="http://schemas.openxmlformats.org/drawingml/2006/main">
            <a:pathLst>
              <a:path w="130348" h="130348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3F465-4047-4D6C-838C-444FB355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24" y="6337283"/>
            <a:ext cx="130348" cy="130348"/>
          </a:xfrm>
          <a:custGeom xmlns:a="http://schemas.openxmlformats.org/drawingml/2006/main">
            <a:pathLst>
              <a:path w="130348" h="130348" fill="none">
                <a:moveTo>
                  <a:pt x="26070" y="0"/>
                </a:moveTo>
                <a:lnTo>
                  <a:pt x="130348" y="0"/>
                </a:lnTo>
                <a:lnTo>
                  <a:pt x="130348" y="130348"/>
                </a:lnTo>
                <a:lnTo>
                  <a:pt x="26070" y="130348"/>
                </a:lnTo>
                <a:lnTo>
                  <a:pt x="26070" y="104278"/>
                </a:lnTo>
                <a:lnTo>
                  <a:pt x="0" y="104278"/>
                </a:lnTo>
                <a:lnTo>
                  <a:pt x="0" y="78209"/>
                </a:lnTo>
                <a:lnTo>
                  <a:pt x="26070" y="78209"/>
                </a:lnTo>
                <a:lnTo>
                  <a:pt x="26070" y="52139"/>
                </a:lnTo>
                <a:lnTo>
                  <a:pt x="0" y="52139"/>
                </a:lnTo>
                <a:lnTo>
                  <a:pt x="0" y="26070"/>
                </a:lnTo>
                <a:lnTo>
                  <a:pt x="26070" y="26070"/>
                </a:lnTo>
                <a:lnTo>
                  <a:pt x="260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C0CD1-8F4B-4E50-ABA9-7FE235A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93" y="6363352"/>
            <a:ext cx="26070" cy="78209"/>
          </a:xfrm>
          <a:custGeom xmlns:a="http://schemas.openxmlformats.org/drawingml/2006/main">
            <a:pathLst>
              <a:path w="26070" h="78209" fill="none">
                <a:moveTo>
                  <a:pt x="0" y="0"/>
                </a:moveTo>
                <a:lnTo>
                  <a:pt x="26070" y="0"/>
                </a:lnTo>
                <a:lnTo>
                  <a:pt x="26070" y="26070"/>
                </a:lnTo>
                <a:lnTo>
                  <a:pt x="0" y="26070"/>
                </a:lnTo>
                <a:moveTo>
                  <a:pt x="0" y="52139"/>
                </a:moveTo>
                <a:lnTo>
                  <a:pt x="26070" y="52139"/>
                </a:lnTo>
                <a:lnTo>
                  <a:pt x="26070" y="78209"/>
                </a:lnTo>
                <a:lnTo>
                  <a:pt x="0" y="78209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FF0000"/>
            </a:solidFill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12D6A-025C-41FB-B729-C8A4D08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32" y="6165679"/>
            <a:ext cx="91244" cy="91244"/>
          </a:xfrm>
          <a:custGeom xmlns:a="http://schemas.openxmlformats.org/drawingml/2006/main">
            <a:pathLst>
              <a:path w="91244" h="91244">
                <a:moveTo>
                  <a:pt x="45622" y="0"/>
                </a:moveTo>
                <a:cubicBezTo>
                  <a:pt x="42626" y="0"/>
                  <a:pt x="39659" y="293"/>
                  <a:pt x="36722" y="877"/>
                </a:cubicBezTo>
                <a:cubicBezTo>
                  <a:pt x="33784" y="1461"/>
                  <a:pt x="30931" y="2327"/>
                  <a:pt x="28163" y="3473"/>
                </a:cubicBezTo>
                <a:cubicBezTo>
                  <a:pt x="25396" y="4620"/>
                  <a:pt x="22767" y="6025"/>
                  <a:pt x="20276" y="7689"/>
                </a:cubicBezTo>
                <a:cubicBezTo>
                  <a:pt x="17785" y="9353"/>
                  <a:pt x="15481" y="11244"/>
                  <a:pt x="13362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7"/>
                  <a:pt x="4619" y="25396"/>
                  <a:pt x="3473" y="28164"/>
                </a:cubicBezTo>
                <a:cubicBezTo>
                  <a:pt x="2327" y="30932"/>
                  <a:pt x="1461" y="33784"/>
                  <a:pt x="877" y="36722"/>
                </a:cubicBezTo>
                <a:cubicBezTo>
                  <a:pt x="292" y="39660"/>
                  <a:pt x="0" y="42626"/>
                  <a:pt x="0" y="45622"/>
                </a:cubicBezTo>
                <a:cubicBezTo>
                  <a:pt x="0" y="48617"/>
                  <a:pt x="292" y="51585"/>
                  <a:pt x="877" y="54523"/>
                </a:cubicBezTo>
                <a:cubicBezTo>
                  <a:pt x="1461" y="57461"/>
                  <a:pt x="2327" y="60314"/>
                  <a:pt x="3473" y="63081"/>
                </a:cubicBezTo>
                <a:cubicBezTo>
                  <a:pt x="4619" y="65849"/>
                  <a:pt x="6025" y="68478"/>
                  <a:pt x="7689" y="70969"/>
                </a:cubicBezTo>
                <a:cubicBezTo>
                  <a:pt x="9353" y="73459"/>
                  <a:pt x="11244" y="75763"/>
                  <a:pt x="13362" y="77882"/>
                </a:cubicBezTo>
                <a:cubicBezTo>
                  <a:pt x="15481" y="80000"/>
                  <a:pt x="17785" y="81891"/>
                  <a:pt x="20276" y="83556"/>
                </a:cubicBezTo>
                <a:cubicBezTo>
                  <a:pt x="22767" y="85220"/>
                  <a:pt x="25396" y="86625"/>
                  <a:pt x="28163" y="87772"/>
                </a:cubicBezTo>
                <a:cubicBezTo>
                  <a:pt x="30931" y="88918"/>
                  <a:pt x="33784" y="89783"/>
                  <a:pt x="36722" y="90367"/>
                </a:cubicBezTo>
                <a:cubicBezTo>
                  <a:pt x="39659" y="90952"/>
                  <a:pt x="42626" y="91244"/>
                  <a:pt x="45622" y="91244"/>
                </a:cubicBezTo>
                <a:cubicBezTo>
                  <a:pt x="48617" y="91244"/>
                  <a:pt x="51584" y="90952"/>
                  <a:pt x="54522" y="90367"/>
                </a:cubicBezTo>
                <a:cubicBezTo>
                  <a:pt x="57460" y="89783"/>
                  <a:pt x="60313" y="88918"/>
                  <a:pt x="63081" y="87772"/>
                </a:cubicBezTo>
                <a:cubicBezTo>
                  <a:pt x="65848" y="86625"/>
                  <a:pt x="68477" y="85220"/>
                  <a:pt x="70968" y="83556"/>
                </a:cubicBezTo>
                <a:cubicBezTo>
                  <a:pt x="73459" y="81891"/>
                  <a:pt x="75763" y="80000"/>
                  <a:pt x="77881" y="77882"/>
                </a:cubicBezTo>
                <a:cubicBezTo>
                  <a:pt x="80000" y="75763"/>
                  <a:pt x="81891" y="73459"/>
                  <a:pt x="83555" y="70969"/>
                </a:cubicBezTo>
                <a:cubicBezTo>
                  <a:pt x="85219" y="68478"/>
                  <a:pt x="86625" y="65849"/>
                  <a:pt x="87771" y="63081"/>
                </a:cubicBezTo>
                <a:cubicBezTo>
                  <a:pt x="88917" y="60314"/>
                  <a:pt x="89783" y="57461"/>
                  <a:pt x="90367" y="54523"/>
                </a:cubicBezTo>
                <a:cubicBezTo>
                  <a:pt x="90951" y="51585"/>
                  <a:pt x="91244" y="48617"/>
                  <a:pt x="91244" y="45622"/>
                </a:cubicBezTo>
                <a:cubicBezTo>
                  <a:pt x="91244" y="42626"/>
                  <a:pt x="90951" y="39660"/>
                  <a:pt x="90367" y="36722"/>
                </a:cubicBezTo>
                <a:cubicBezTo>
                  <a:pt x="89783" y="33784"/>
                  <a:pt x="88917" y="30932"/>
                  <a:pt x="87771" y="28164"/>
                </a:cubicBezTo>
                <a:cubicBezTo>
                  <a:pt x="86625" y="25396"/>
                  <a:pt x="85219" y="22767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7" y="6025"/>
                  <a:pt x="65848" y="4620"/>
                  <a:pt x="63081" y="3473"/>
                </a:cubicBezTo>
                <a:cubicBezTo>
                  <a:pt x="60313" y="2327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9D241-A422-4EE9-A7B4-D5D7116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32" y="6165679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45622" y="0"/>
                </a:moveTo>
                <a:cubicBezTo>
                  <a:pt x="42626" y="0"/>
                  <a:pt x="39659" y="293"/>
                  <a:pt x="36722" y="877"/>
                </a:cubicBezTo>
                <a:cubicBezTo>
                  <a:pt x="33784" y="1461"/>
                  <a:pt x="30931" y="2327"/>
                  <a:pt x="28163" y="3473"/>
                </a:cubicBezTo>
                <a:cubicBezTo>
                  <a:pt x="25396" y="4620"/>
                  <a:pt x="22767" y="6025"/>
                  <a:pt x="20276" y="7689"/>
                </a:cubicBezTo>
                <a:cubicBezTo>
                  <a:pt x="17785" y="9353"/>
                  <a:pt x="15481" y="11244"/>
                  <a:pt x="13362" y="13362"/>
                </a:cubicBezTo>
                <a:cubicBezTo>
                  <a:pt x="11244" y="15480"/>
                  <a:pt x="9353" y="17785"/>
                  <a:pt x="7689" y="20276"/>
                </a:cubicBezTo>
                <a:cubicBezTo>
                  <a:pt x="6025" y="22767"/>
                  <a:pt x="4619" y="25396"/>
                  <a:pt x="3473" y="28164"/>
                </a:cubicBezTo>
                <a:cubicBezTo>
                  <a:pt x="2327" y="30932"/>
                  <a:pt x="1461" y="33784"/>
                  <a:pt x="877" y="36722"/>
                </a:cubicBezTo>
                <a:cubicBezTo>
                  <a:pt x="292" y="39660"/>
                  <a:pt x="0" y="42626"/>
                  <a:pt x="0" y="45622"/>
                </a:cubicBezTo>
                <a:cubicBezTo>
                  <a:pt x="0" y="48617"/>
                  <a:pt x="292" y="51585"/>
                  <a:pt x="877" y="54523"/>
                </a:cubicBezTo>
                <a:cubicBezTo>
                  <a:pt x="1461" y="57461"/>
                  <a:pt x="2327" y="60314"/>
                  <a:pt x="3473" y="63081"/>
                </a:cubicBezTo>
                <a:cubicBezTo>
                  <a:pt x="4619" y="65849"/>
                  <a:pt x="6025" y="68478"/>
                  <a:pt x="7689" y="70969"/>
                </a:cubicBezTo>
                <a:cubicBezTo>
                  <a:pt x="9353" y="73459"/>
                  <a:pt x="11244" y="75763"/>
                  <a:pt x="13362" y="77882"/>
                </a:cubicBezTo>
                <a:cubicBezTo>
                  <a:pt x="15481" y="80000"/>
                  <a:pt x="17785" y="81891"/>
                  <a:pt x="20276" y="83556"/>
                </a:cubicBezTo>
                <a:cubicBezTo>
                  <a:pt x="22767" y="85220"/>
                  <a:pt x="25396" y="86625"/>
                  <a:pt x="28163" y="87772"/>
                </a:cubicBezTo>
                <a:cubicBezTo>
                  <a:pt x="30931" y="88918"/>
                  <a:pt x="33784" y="89783"/>
                  <a:pt x="36722" y="90367"/>
                </a:cubicBezTo>
                <a:cubicBezTo>
                  <a:pt x="39659" y="90952"/>
                  <a:pt x="42626" y="91244"/>
                  <a:pt x="45622" y="91244"/>
                </a:cubicBezTo>
                <a:cubicBezTo>
                  <a:pt x="48617" y="91244"/>
                  <a:pt x="51584" y="90952"/>
                  <a:pt x="54522" y="90367"/>
                </a:cubicBezTo>
                <a:cubicBezTo>
                  <a:pt x="57460" y="89783"/>
                  <a:pt x="60313" y="88918"/>
                  <a:pt x="63081" y="87772"/>
                </a:cubicBezTo>
                <a:cubicBezTo>
                  <a:pt x="65848" y="86625"/>
                  <a:pt x="68477" y="85220"/>
                  <a:pt x="70968" y="83556"/>
                </a:cubicBezTo>
                <a:cubicBezTo>
                  <a:pt x="73459" y="81891"/>
                  <a:pt x="75763" y="80000"/>
                  <a:pt x="77881" y="77882"/>
                </a:cubicBezTo>
                <a:cubicBezTo>
                  <a:pt x="80000" y="75763"/>
                  <a:pt x="81891" y="73459"/>
                  <a:pt x="83555" y="70969"/>
                </a:cubicBezTo>
                <a:cubicBezTo>
                  <a:pt x="85219" y="68478"/>
                  <a:pt x="86625" y="65849"/>
                  <a:pt x="87771" y="63081"/>
                </a:cubicBezTo>
                <a:cubicBezTo>
                  <a:pt x="88917" y="60314"/>
                  <a:pt x="89783" y="57461"/>
                  <a:pt x="90367" y="54523"/>
                </a:cubicBezTo>
                <a:cubicBezTo>
                  <a:pt x="90951" y="51585"/>
                  <a:pt x="91244" y="48617"/>
                  <a:pt x="91244" y="45622"/>
                </a:cubicBezTo>
                <a:cubicBezTo>
                  <a:pt x="91244" y="42626"/>
                  <a:pt x="90951" y="39660"/>
                  <a:pt x="90367" y="36722"/>
                </a:cubicBezTo>
                <a:cubicBezTo>
                  <a:pt x="89783" y="33784"/>
                  <a:pt x="88917" y="30932"/>
                  <a:pt x="87771" y="28164"/>
                </a:cubicBezTo>
                <a:cubicBezTo>
                  <a:pt x="86625" y="25396"/>
                  <a:pt x="85219" y="22767"/>
                  <a:pt x="83555" y="20276"/>
                </a:cubicBezTo>
                <a:cubicBezTo>
                  <a:pt x="81891" y="17785"/>
                  <a:pt x="80000" y="15480"/>
                  <a:pt x="77881" y="13362"/>
                </a:cubicBezTo>
                <a:cubicBezTo>
                  <a:pt x="75763" y="11244"/>
                  <a:pt x="73459" y="9353"/>
                  <a:pt x="70968" y="7689"/>
                </a:cubicBezTo>
                <a:cubicBezTo>
                  <a:pt x="68477" y="6025"/>
                  <a:pt x="65848" y="4620"/>
                  <a:pt x="63081" y="3473"/>
                </a:cubicBezTo>
                <a:cubicBezTo>
                  <a:pt x="60313" y="2327"/>
                  <a:pt x="57460" y="1461"/>
                  <a:pt x="54522" y="877"/>
                </a:cubicBezTo>
                <a:cubicBezTo>
                  <a:pt x="51584" y="292"/>
                  <a:pt x="48617" y="0"/>
                  <a:pt x="4562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9A398-0979-45FF-84CB-F00F662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80" y="6126575"/>
            <a:ext cx="130348" cy="65174"/>
          </a:xfrm>
          <a:custGeom xmlns:a="http://schemas.openxmlformats.org/drawingml/2006/main">
            <a:pathLst>
              <a:path w="130348" h="65174" fill="none">
                <a:moveTo>
                  <a:pt x="130348" y="65174"/>
                </a:moveTo>
                <a:cubicBezTo>
                  <a:pt x="130348" y="21724"/>
                  <a:pt x="108623" y="0"/>
                  <a:pt x="65174" y="0"/>
                </a:cubicBezTo>
                <a:cubicBezTo>
                  <a:pt x="21725" y="0"/>
                  <a:pt x="0" y="21724"/>
                  <a:pt x="0" y="651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33979-8FEC-4F30-A973-38F37214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454" y="6090338"/>
            <a:ext cx="10" cy="36237"/>
          </a:xfrm>
          <a:custGeom xmlns:a="http://schemas.openxmlformats.org/drawingml/2006/main">
            <a:pathLst>
              <a:path w="1" h="36237" fill="none">
                <a:moveTo>
                  <a:pt x="0" y="362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36EFC-E4B2-4D45-BB21-40385E88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454" y="6256923"/>
            <a:ext cx="10" cy="47773"/>
          </a:xfrm>
          <a:custGeom xmlns:a="http://schemas.openxmlformats.org/drawingml/2006/main">
            <a:pathLst>
              <a:path w="1" h="47773" fill="none">
                <a:moveTo>
                  <a:pt x="0" y="0"/>
                </a:moveTo>
                <a:lnTo>
                  <a:pt x="0" y="47773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25FE4-5E2B-489A-808E-A2A6EDB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87" y="6113540"/>
            <a:ext cx="749306" cy="130348"/>
          </a:xfrm>
          <a:custGeom xmlns:a="http://schemas.openxmlformats.org/drawingml/2006/main">
            <a:pathLst>
              <a:path w="749306" h="130348" fill="none">
                <a:moveTo>
                  <a:pt x="749306" y="0"/>
                </a:moveTo>
                <a:cubicBezTo>
                  <a:pt x="662407" y="86899"/>
                  <a:pt x="542921" y="130348"/>
                  <a:pt x="390849" y="130348"/>
                </a:cubicBezTo>
                <a:cubicBezTo>
                  <a:pt x="238776" y="130348"/>
                  <a:pt x="141015" y="119486"/>
                  <a:pt x="97565" y="97761"/>
                </a:cubicBezTo>
                <a:cubicBezTo>
                  <a:pt x="54116" y="76036"/>
                  <a:pt x="21595" y="54572"/>
                  <a:pt x="0" y="333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FF0000"/>
            </a:solidFill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A9FEA-7B20-424E-962E-F81C92D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953" y="6121231"/>
            <a:ext cx="51944" cy="51683"/>
          </a:xfrm>
          <a:custGeom xmlns:a="http://schemas.openxmlformats.org/drawingml/2006/main">
            <a:pathLst>
              <a:path w="51944" h="51683">
                <a:moveTo>
                  <a:pt x="0" y="0"/>
                </a:moveTo>
                <a:lnTo>
                  <a:pt x="51944" y="16815"/>
                </a:lnTo>
                <a:lnTo>
                  <a:pt x="26135" y="25679"/>
                </a:lnTo>
                <a:lnTo>
                  <a:pt x="17727" y="516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4799C-46E5-4F26-9B8A-BCAE8D8B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953" y="6121231"/>
            <a:ext cx="51944" cy="51683"/>
          </a:xfrm>
          <a:custGeom xmlns:a="http://schemas.openxmlformats.org/drawingml/2006/main">
            <a:pathLst>
              <a:path w="51944" h="51683" fill="none">
                <a:moveTo>
                  <a:pt x="0" y="0"/>
                </a:moveTo>
                <a:lnTo>
                  <a:pt x="51944" y="16815"/>
                </a:lnTo>
                <a:lnTo>
                  <a:pt x="26135" y="25679"/>
                </a:lnTo>
                <a:lnTo>
                  <a:pt x="17727" y="516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FF0000"/>
            </a:solidFill>
            <a:miter/>
          </a:ln>
        </p:spPr>
      </p:sp>
      <p:sp>
        <p:nvSpPr>
          <p:cNvPr id="296" name="Text Propagate">
            <a:extLst xmlns:a="http://schemas.openxmlformats.org/drawingml/2006/main">
              <a:ext uri="{FF2B5EF4-FFF2-40B4-BE49-F238E27FC236}">
                <a16:creationId xmlns:a16="http://schemas.microsoft.com/office/drawing/2014/main" id="{44C265DD-0F5C-48AB-9D1A-8DF82F36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685" y="6107383"/>
            <a:ext cx="527381" cy="108721"/>
          </a:xfrm>
          <a:custGeom xmlns:a="http://schemas.openxmlformats.org/drawingml/2006/main">
            <a:pathLst>
              <a:path w="527381" h="108721">
                <a:moveTo>
                  <a:pt x="0" y="83975"/>
                </a:moveTo>
                <a:lnTo>
                  <a:pt x="0" y="0"/>
                </a:lnTo>
                <a:lnTo>
                  <a:pt x="31677" y="0"/>
                </a:lnTo>
                <a:cubicBezTo>
                  <a:pt x="37252" y="0"/>
                  <a:pt x="41510" y="267"/>
                  <a:pt x="44451" y="800"/>
                </a:cubicBezTo>
                <a:cubicBezTo>
                  <a:pt x="48575" y="1488"/>
                  <a:pt x="52031" y="2794"/>
                  <a:pt x="54819" y="4720"/>
                </a:cubicBezTo>
                <a:cubicBezTo>
                  <a:pt x="57606" y="6646"/>
                  <a:pt x="59850" y="9345"/>
                  <a:pt x="61549" y="12817"/>
                </a:cubicBezTo>
                <a:cubicBezTo>
                  <a:pt x="63249" y="16287"/>
                  <a:pt x="64098" y="20101"/>
                  <a:pt x="64098" y="24259"/>
                </a:cubicBezTo>
                <a:cubicBezTo>
                  <a:pt x="64098" y="31393"/>
                  <a:pt x="61826" y="37430"/>
                  <a:pt x="57282" y="42369"/>
                </a:cubicBezTo>
                <a:cubicBezTo>
                  <a:pt x="52737" y="47308"/>
                  <a:pt x="44527" y="49778"/>
                  <a:pt x="32651" y="49778"/>
                </a:cubicBezTo>
                <a:lnTo>
                  <a:pt x="11113" y="49778"/>
                </a:lnTo>
                <a:lnTo>
                  <a:pt x="11113" y="83975"/>
                </a:lnTo>
                <a:lnTo>
                  <a:pt x="0" y="83975"/>
                </a:lnTo>
                <a:moveTo>
                  <a:pt x="11113" y="39868"/>
                </a:moveTo>
                <a:lnTo>
                  <a:pt x="32823" y="39868"/>
                </a:lnTo>
                <a:cubicBezTo>
                  <a:pt x="40002" y="39868"/>
                  <a:pt x="45100" y="38535"/>
                  <a:pt x="48117" y="35867"/>
                </a:cubicBezTo>
                <a:cubicBezTo>
                  <a:pt x="51134" y="33199"/>
                  <a:pt x="52642" y="29444"/>
                  <a:pt x="52642" y="24603"/>
                </a:cubicBezTo>
                <a:cubicBezTo>
                  <a:pt x="52642" y="21096"/>
                  <a:pt x="51754" y="18095"/>
                  <a:pt x="49978" y="15599"/>
                </a:cubicBezTo>
                <a:cubicBezTo>
                  <a:pt x="48203" y="13102"/>
                  <a:pt x="45864" y="11453"/>
                  <a:pt x="42961" y="10653"/>
                </a:cubicBezTo>
                <a:cubicBezTo>
                  <a:pt x="41090" y="10157"/>
                  <a:pt x="37634" y="9910"/>
                  <a:pt x="32593" y="9910"/>
                </a:cubicBezTo>
                <a:lnTo>
                  <a:pt x="11113" y="9910"/>
                </a:lnTo>
                <a:lnTo>
                  <a:pt x="11113" y="39868"/>
                </a:lnTo>
                <a:close/>
                <a:moveTo>
                  <a:pt x="76816" y="83975"/>
                </a:moveTo>
                <a:lnTo>
                  <a:pt x="76816" y="23142"/>
                </a:lnTo>
                <a:lnTo>
                  <a:pt x="86095" y="23142"/>
                </a:lnTo>
                <a:lnTo>
                  <a:pt x="86095" y="32307"/>
                </a:lnTo>
                <a:cubicBezTo>
                  <a:pt x="88463" y="28016"/>
                  <a:pt x="90649" y="25186"/>
                  <a:pt x="92654" y="23819"/>
                </a:cubicBezTo>
                <a:cubicBezTo>
                  <a:pt x="94659" y="22451"/>
                  <a:pt x="96864" y="21767"/>
                  <a:pt x="99270" y="21767"/>
                </a:cubicBezTo>
                <a:cubicBezTo>
                  <a:pt x="102745" y="21767"/>
                  <a:pt x="106278" y="22870"/>
                  <a:pt x="109867" y="25075"/>
                </a:cubicBezTo>
                <a:lnTo>
                  <a:pt x="106316" y="34598"/>
                </a:lnTo>
                <a:cubicBezTo>
                  <a:pt x="103795" y="33109"/>
                  <a:pt x="101275" y="32364"/>
                  <a:pt x="98755" y="32364"/>
                </a:cubicBezTo>
                <a:cubicBezTo>
                  <a:pt x="96502" y="32364"/>
                  <a:pt x="94478" y="33043"/>
                  <a:pt x="92683" y="34401"/>
                </a:cubicBezTo>
                <a:cubicBezTo>
                  <a:pt x="90888" y="35758"/>
                  <a:pt x="89609" y="37641"/>
                  <a:pt x="88845" y="40049"/>
                </a:cubicBezTo>
                <a:cubicBezTo>
                  <a:pt x="87699" y="43719"/>
                  <a:pt x="87126" y="47732"/>
                  <a:pt x="87126" y="52091"/>
                </a:cubicBezTo>
                <a:lnTo>
                  <a:pt x="87126" y="83975"/>
                </a:lnTo>
                <a:lnTo>
                  <a:pt x="76816" y="83975"/>
                </a:lnTo>
                <a:close/>
                <a:moveTo>
                  <a:pt x="112158" y="53559"/>
                </a:moveTo>
                <a:cubicBezTo>
                  <a:pt x="112158" y="42293"/>
                  <a:pt x="115290" y="33949"/>
                  <a:pt x="121552" y="28526"/>
                </a:cubicBezTo>
                <a:cubicBezTo>
                  <a:pt x="126784" y="24020"/>
                  <a:pt x="133161" y="21767"/>
                  <a:pt x="140685" y="21767"/>
                </a:cubicBezTo>
                <a:cubicBezTo>
                  <a:pt x="149048" y="21767"/>
                  <a:pt x="155883" y="24507"/>
                  <a:pt x="161191" y="29987"/>
                </a:cubicBezTo>
                <a:cubicBezTo>
                  <a:pt x="166500" y="35467"/>
                  <a:pt x="169154" y="43038"/>
                  <a:pt x="169154" y="52699"/>
                </a:cubicBezTo>
                <a:cubicBezTo>
                  <a:pt x="169154" y="60528"/>
                  <a:pt x="167979" y="66686"/>
                  <a:pt x="165631" y="71173"/>
                </a:cubicBezTo>
                <a:cubicBezTo>
                  <a:pt x="163282" y="75660"/>
                  <a:pt x="159864" y="79144"/>
                  <a:pt x="155377" y="81627"/>
                </a:cubicBezTo>
                <a:cubicBezTo>
                  <a:pt x="150890" y="84109"/>
                  <a:pt x="145993" y="85350"/>
                  <a:pt x="140685" y="85350"/>
                </a:cubicBezTo>
                <a:cubicBezTo>
                  <a:pt x="132169" y="85350"/>
                  <a:pt x="125285" y="82620"/>
                  <a:pt x="120034" y="77159"/>
                </a:cubicBezTo>
                <a:cubicBezTo>
                  <a:pt x="114784" y="71698"/>
                  <a:pt x="112158" y="63831"/>
                  <a:pt x="112158" y="53559"/>
                </a:cubicBezTo>
                <a:moveTo>
                  <a:pt x="122755" y="53530"/>
                </a:moveTo>
                <a:cubicBezTo>
                  <a:pt x="122755" y="61292"/>
                  <a:pt x="124455" y="67103"/>
                  <a:pt x="127853" y="70965"/>
                </a:cubicBezTo>
                <a:cubicBezTo>
                  <a:pt x="131252" y="74827"/>
                  <a:pt x="135529" y="76758"/>
                  <a:pt x="140685" y="76758"/>
                </a:cubicBezTo>
                <a:cubicBezTo>
                  <a:pt x="145802" y="76758"/>
                  <a:pt x="150060" y="74817"/>
                  <a:pt x="153458" y="70936"/>
                </a:cubicBezTo>
                <a:cubicBezTo>
                  <a:pt x="156857" y="67056"/>
                  <a:pt x="158556" y="61139"/>
                  <a:pt x="158556" y="53188"/>
                </a:cubicBezTo>
                <a:cubicBezTo>
                  <a:pt x="158556" y="45692"/>
                  <a:pt x="156848" y="40014"/>
                  <a:pt x="153430" y="36152"/>
                </a:cubicBezTo>
                <a:cubicBezTo>
                  <a:pt x="150012" y="32290"/>
                  <a:pt x="145764" y="30359"/>
                  <a:pt x="140685" y="30359"/>
                </a:cubicBezTo>
                <a:cubicBezTo>
                  <a:pt x="135529" y="30359"/>
                  <a:pt x="131252" y="32281"/>
                  <a:pt x="127853" y="36123"/>
                </a:cubicBezTo>
                <a:cubicBezTo>
                  <a:pt x="124455" y="39966"/>
                  <a:pt x="122755" y="45768"/>
                  <a:pt x="122755" y="53530"/>
                </a:cubicBezTo>
                <a:close/>
                <a:moveTo>
                  <a:pt x="181222" y="107346"/>
                </a:moveTo>
                <a:lnTo>
                  <a:pt x="181222" y="23142"/>
                </a:lnTo>
                <a:lnTo>
                  <a:pt x="190616" y="23142"/>
                </a:lnTo>
                <a:lnTo>
                  <a:pt x="190616" y="30989"/>
                </a:lnTo>
                <a:cubicBezTo>
                  <a:pt x="192831" y="27915"/>
                  <a:pt x="195332" y="25610"/>
                  <a:pt x="198120" y="24073"/>
                </a:cubicBezTo>
                <a:cubicBezTo>
                  <a:pt x="200908" y="22536"/>
                  <a:pt x="204287" y="21767"/>
                  <a:pt x="208259" y="21767"/>
                </a:cubicBezTo>
                <a:cubicBezTo>
                  <a:pt x="213452" y="21767"/>
                  <a:pt x="218035" y="23104"/>
                  <a:pt x="222007" y="25777"/>
                </a:cubicBezTo>
                <a:cubicBezTo>
                  <a:pt x="225978" y="28450"/>
                  <a:pt x="228976" y="32221"/>
                  <a:pt x="231000" y="37090"/>
                </a:cubicBezTo>
                <a:cubicBezTo>
                  <a:pt x="233024" y="41959"/>
                  <a:pt x="234036" y="47296"/>
                  <a:pt x="234036" y="53100"/>
                </a:cubicBezTo>
                <a:cubicBezTo>
                  <a:pt x="234036" y="59325"/>
                  <a:pt x="232919" y="64929"/>
                  <a:pt x="230685" y="69912"/>
                </a:cubicBezTo>
                <a:cubicBezTo>
                  <a:pt x="228451" y="74896"/>
                  <a:pt x="225205" y="78715"/>
                  <a:pt x="220947" y="81369"/>
                </a:cubicBezTo>
                <a:cubicBezTo>
                  <a:pt x="216689" y="84023"/>
                  <a:pt x="212211" y="85350"/>
                  <a:pt x="207514" y="85350"/>
                </a:cubicBezTo>
                <a:cubicBezTo>
                  <a:pt x="204077" y="85350"/>
                  <a:pt x="200994" y="84615"/>
                  <a:pt x="198263" y="83145"/>
                </a:cubicBezTo>
                <a:cubicBezTo>
                  <a:pt x="195533" y="81673"/>
                  <a:pt x="193289" y="79815"/>
                  <a:pt x="191533" y="77570"/>
                </a:cubicBezTo>
                <a:lnTo>
                  <a:pt x="191533" y="107346"/>
                </a:lnTo>
                <a:lnTo>
                  <a:pt x="181222" y="107346"/>
                </a:lnTo>
                <a:moveTo>
                  <a:pt x="190559" y="53816"/>
                </a:moveTo>
                <a:cubicBezTo>
                  <a:pt x="190559" y="61635"/>
                  <a:pt x="192144" y="67414"/>
                  <a:pt x="195313" y="71151"/>
                </a:cubicBezTo>
                <a:cubicBezTo>
                  <a:pt x="198483" y="74889"/>
                  <a:pt x="202321" y="76758"/>
                  <a:pt x="206827" y="76758"/>
                </a:cubicBezTo>
                <a:cubicBezTo>
                  <a:pt x="211409" y="76758"/>
                  <a:pt x="215333" y="74822"/>
                  <a:pt x="218598" y="70951"/>
                </a:cubicBezTo>
                <a:cubicBezTo>
                  <a:pt x="221863" y="67079"/>
                  <a:pt x="223496" y="61082"/>
                  <a:pt x="223496" y="52957"/>
                </a:cubicBezTo>
                <a:cubicBezTo>
                  <a:pt x="223496" y="45214"/>
                  <a:pt x="221902" y="39417"/>
                  <a:pt x="218713" y="35565"/>
                </a:cubicBezTo>
                <a:cubicBezTo>
                  <a:pt x="215524" y="31713"/>
                  <a:pt x="211715" y="29787"/>
                  <a:pt x="207285" y="29787"/>
                </a:cubicBezTo>
                <a:cubicBezTo>
                  <a:pt x="202894" y="29787"/>
                  <a:pt x="199008" y="31837"/>
                  <a:pt x="195628" y="35937"/>
                </a:cubicBezTo>
                <a:cubicBezTo>
                  <a:pt x="192249" y="40038"/>
                  <a:pt x="190559" y="45997"/>
                  <a:pt x="190559" y="53816"/>
                </a:cubicBezTo>
                <a:close/>
                <a:moveTo>
                  <a:pt x="286144" y="76464"/>
                </a:moveTo>
                <a:cubicBezTo>
                  <a:pt x="282325" y="79712"/>
                  <a:pt x="278650" y="82006"/>
                  <a:pt x="275117" y="83343"/>
                </a:cubicBezTo>
                <a:cubicBezTo>
                  <a:pt x="271585" y="84681"/>
                  <a:pt x="267795" y="85350"/>
                  <a:pt x="263747" y="85350"/>
                </a:cubicBezTo>
                <a:cubicBezTo>
                  <a:pt x="257064" y="85350"/>
                  <a:pt x="251928" y="83716"/>
                  <a:pt x="248338" y="80449"/>
                </a:cubicBezTo>
                <a:cubicBezTo>
                  <a:pt x="244748" y="77181"/>
                  <a:pt x="242954" y="73006"/>
                  <a:pt x="242954" y="67924"/>
                </a:cubicBezTo>
                <a:cubicBezTo>
                  <a:pt x="242954" y="64944"/>
                  <a:pt x="243631" y="62222"/>
                  <a:pt x="244987" y="59757"/>
                </a:cubicBezTo>
                <a:cubicBezTo>
                  <a:pt x="246343" y="57292"/>
                  <a:pt x="248118" y="55314"/>
                  <a:pt x="250314" y="53823"/>
                </a:cubicBezTo>
                <a:cubicBezTo>
                  <a:pt x="252510" y="52333"/>
                  <a:pt x="254983" y="51206"/>
                  <a:pt x="257732" y="50442"/>
                </a:cubicBezTo>
                <a:cubicBezTo>
                  <a:pt x="259756" y="49906"/>
                  <a:pt x="262811" y="49390"/>
                  <a:pt x="266897" y="48894"/>
                </a:cubicBezTo>
                <a:cubicBezTo>
                  <a:pt x="275222" y="47908"/>
                  <a:pt x="281352" y="46732"/>
                  <a:pt x="285285" y="45367"/>
                </a:cubicBezTo>
                <a:cubicBezTo>
                  <a:pt x="285323" y="43960"/>
                  <a:pt x="285342" y="43066"/>
                  <a:pt x="285342" y="42686"/>
                </a:cubicBezTo>
                <a:cubicBezTo>
                  <a:pt x="285342" y="38501"/>
                  <a:pt x="284368" y="35552"/>
                  <a:pt x="282421" y="33841"/>
                </a:cubicBezTo>
                <a:cubicBezTo>
                  <a:pt x="279786" y="31520"/>
                  <a:pt x="275872" y="30359"/>
                  <a:pt x="270678" y="30359"/>
                </a:cubicBezTo>
                <a:cubicBezTo>
                  <a:pt x="265828" y="30359"/>
                  <a:pt x="262248" y="31209"/>
                  <a:pt x="259938" y="32908"/>
                </a:cubicBezTo>
                <a:cubicBezTo>
                  <a:pt x="257627" y="34608"/>
                  <a:pt x="255918" y="37615"/>
                  <a:pt x="254811" y="41930"/>
                </a:cubicBezTo>
                <a:lnTo>
                  <a:pt x="244729" y="40556"/>
                </a:lnTo>
                <a:cubicBezTo>
                  <a:pt x="245646" y="36227"/>
                  <a:pt x="247154" y="32732"/>
                  <a:pt x="249255" y="30069"/>
                </a:cubicBezTo>
                <a:cubicBezTo>
                  <a:pt x="251355" y="27407"/>
                  <a:pt x="254391" y="25358"/>
                  <a:pt x="258362" y="23922"/>
                </a:cubicBezTo>
                <a:cubicBezTo>
                  <a:pt x="262334" y="22486"/>
                  <a:pt x="266936" y="21767"/>
                  <a:pt x="272167" y="21767"/>
                </a:cubicBezTo>
                <a:cubicBezTo>
                  <a:pt x="277361" y="21767"/>
                  <a:pt x="281581" y="22378"/>
                  <a:pt x="284827" y="23600"/>
                </a:cubicBezTo>
                <a:cubicBezTo>
                  <a:pt x="288073" y="24822"/>
                  <a:pt x="290459" y="26359"/>
                  <a:pt x="291987" y="28211"/>
                </a:cubicBezTo>
                <a:cubicBezTo>
                  <a:pt x="293514" y="30063"/>
                  <a:pt x="294584" y="32402"/>
                  <a:pt x="295195" y="35228"/>
                </a:cubicBezTo>
                <a:cubicBezTo>
                  <a:pt x="295538" y="36985"/>
                  <a:pt x="295710" y="40155"/>
                  <a:pt x="295710" y="44737"/>
                </a:cubicBezTo>
                <a:lnTo>
                  <a:pt x="295710" y="58485"/>
                </a:lnTo>
                <a:cubicBezTo>
                  <a:pt x="295710" y="68070"/>
                  <a:pt x="295930" y="74132"/>
                  <a:pt x="296369" y="76672"/>
                </a:cubicBezTo>
                <a:cubicBezTo>
                  <a:pt x="296808" y="79211"/>
                  <a:pt x="297677" y="81646"/>
                  <a:pt x="298975" y="83975"/>
                </a:cubicBezTo>
                <a:lnTo>
                  <a:pt x="288206" y="83975"/>
                </a:lnTo>
                <a:cubicBezTo>
                  <a:pt x="287137" y="81834"/>
                  <a:pt x="286450" y="79331"/>
                  <a:pt x="286144" y="76464"/>
                </a:cubicBezTo>
                <a:moveTo>
                  <a:pt x="285285" y="53387"/>
                </a:moveTo>
                <a:cubicBezTo>
                  <a:pt x="281542" y="54927"/>
                  <a:pt x="275929" y="56236"/>
                  <a:pt x="268444" y="57314"/>
                </a:cubicBezTo>
                <a:cubicBezTo>
                  <a:pt x="264205" y="57927"/>
                  <a:pt x="261207" y="58618"/>
                  <a:pt x="259451" y="59385"/>
                </a:cubicBezTo>
                <a:cubicBezTo>
                  <a:pt x="257694" y="60151"/>
                  <a:pt x="256338" y="61273"/>
                  <a:pt x="255384" y="62750"/>
                </a:cubicBezTo>
                <a:cubicBezTo>
                  <a:pt x="254429" y="64227"/>
                  <a:pt x="253952" y="65866"/>
                  <a:pt x="253952" y="67668"/>
                </a:cubicBezTo>
                <a:cubicBezTo>
                  <a:pt x="253952" y="70428"/>
                  <a:pt x="254992" y="72729"/>
                  <a:pt x="257074" y="74570"/>
                </a:cubicBezTo>
                <a:cubicBezTo>
                  <a:pt x="259155" y="76410"/>
                  <a:pt x="262200" y="77330"/>
                  <a:pt x="266210" y="77330"/>
                </a:cubicBezTo>
                <a:cubicBezTo>
                  <a:pt x="270182" y="77330"/>
                  <a:pt x="273714" y="76458"/>
                  <a:pt x="276807" y="74712"/>
                </a:cubicBezTo>
                <a:cubicBezTo>
                  <a:pt x="279900" y="72966"/>
                  <a:pt x="282173" y="70577"/>
                  <a:pt x="283624" y="67546"/>
                </a:cubicBezTo>
                <a:cubicBezTo>
                  <a:pt x="284731" y="65205"/>
                  <a:pt x="285285" y="61751"/>
                  <a:pt x="285285" y="57185"/>
                </a:cubicBezTo>
                <a:lnTo>
                  <a:pt x="285285" y="53387"/>
                </a:lnTo>
                <a:close/>
                <a:moveTo>
                  <a:pt x="309784" y="89016"/>
                </a:moveTo>
                <a:lnTo>
                  <a:pt x="319808" y="90505"/>
                </a:lnTo>
                <a:cubicBezTo>
                  <a:pt x="320228" y="93599"/>
                  <a:pt x="321393" y="95852"/>
                  <a:pt x="323302" y="97265"/>
                </a:cubicBezTo>
                <a:cubicBezTo>
                  <a:pt x="325861" y="99174"/>
                  <a:pt x="329355" y="100129"/>
                  <a:pt x="333785" y="100129"/>
                </a:cubicBezTo>
                <a:cubicBezTo>
                  <a:pt x="338558" y="100129"/>
                  <a:pt x="342244" y="99172"/>
                  <a:pt x="344840" y="97257"/>
                </a:cubicBezTo>
                <a:cubicBezTo>
                  <a:pt x="347437" y="95344"/>
                  <a:pt x="349194" y="92665"/>
                  <a:pt x="350110" y="89220"/>
                </a:cubicBezTo>
                <a:cubicBezTo>
                  <a:pt x="350645" y="87116"/>
                  <a:pt x="350893" y="82696"/>
                  <a:pt x="350855" y="75959"/>
                </a:cubicBezTo>
                <a:cubicBezTo>
                  <a:pt x="346349" y="81303"/>
                  <a:pt x="340735" y="83975"/>
                  <a:pt x="334014" y="83975"/>
                </a:cubicBezTo>
                <a:cubicBezTo>
                  <a:pt x="325651" y="83975"/>
                  <a:pt x="319178" y="80958"/>
                  <a:pt x="314596" y="74925"/>
                </a:cubicBezTo>
                <a:cubicBezTo>
                  <a:pt x="310013" y="68891"/>
                  <a:pt x="307722" y="61654"/>
                  <a:pt x="307722" y="53215"/>
                </a:cubicBezTo>
                <a:cubicBezTo>
                  <a:pt x="307722" y="47410"/>
                  <a:pt x="308772" y="42054"/>
                  <a:pt x="310872" y="37147"/>
                </a:cubicBezTo>
                <a:cubicBezTo>
                  <a:pt x="312973" y="32240"/>
                  <a:pt x="316018" y="28450"/>
                  <a:pt x="320009" y="25777"/>
                </a:cubicBezTo>
                <a:cubicBezTo>
                  <a:pt x="323999" y="23104"/>
                  <a:pt x="328687" y="21767"/>
                  <a:pt x="334071" y="21767"/>
                </a:cubicBezTo>
                <a:cubicBezTo>
                  <a:pt x="341251" y="21767"/>
                  <a:pt x="347170" y="24688"/>
                  <a:pt x="351829" y="30531"/>
                </a:cubicBezTo>
                <a:lnTo>
                  <a:pt x="351829" y="23142"/>
                </a:lnTo>
                <a:lnTo>
                  <a:pt x="361338" y="23142"/>
                </a:lnTo>
                <a:lnTo>
                  <a:pt x="361338" y="75762"/>
                </a:lnTo>
                <a:cubicBezTo>
                  <a:pt x="361338" y="85239"/>
                  <a:pt x="360373" y="91955"/>
                  <a:pt x="358445" y="95910"/>
                </a:cubicBezTo>
                <a:cubicBezTo>
                  <a:pt x="356516" y="99864"/>
                  <a:pt x="353461" y="102988"/>
                  <a:pt x="349280" y="105280"/>
                </a:cubicBezTo>
                <a:cubicBezTo>
                  <a:pt x="345098" y="107574"/>
                  <a:pt x="339952" y="108721"/>
                  <a:pt x="333842" y="108721"/>
                </a:cubicBezTo>
                <a:cubicBezTo>
                  <a:pt x="326587" y="108721"/>
                  <a:pt x="320725" y="107084"/>
                  <a:pt x="316257" y="103809"/>
                </a:cubicBezTo>
                <a:cubicBezTo>
                  <a:pt x="311789" y="100534"/>
                  <a:pt x="309631" y="95603"/>
                  <a:pt x="309784" y="89016"/>
                </a:cubicBezTo>
                <a:moveTo>
                  <a:pt x="318319" y="52472"/>
                </a:moveTo>
                <a:cubicBezTo>
                  <a:pt x="318319" y="60433"/>
                  <a:pt x="319904" y="66242"/>
                  <a:pt x="323073" y="69898"/>
                </a:cubicBezTo>
                <a:cubicBezTo>
                  <a:pt x="326243" y="73555"/>
                  <a:pt x="330214" y="75383"/>
                  <a:pt x="334988" y="75383"/>
                </a:cubicBezTo>
                <a:cubicBezTo>
                  <a:pt x="339723" y="75383"/>
                  <a:pt x="343695" y="73564"/>
                  <a:pt x="346903" y="69927"/>
                </a:cubicBezTo>
                <a:cubicBezTo>
                  <a:pt x="350110" y="66289"/>
                  <a:pt x="351714" y="60585"/>
                  <a:pt x="351714" y="52814"/>
                </a:cubicBezTo>
                <a:cubicBezTo>
                  <a:pt x="351714" y="45386"/>
                  <a:pt x="350063" y="39787"/>
                  <a:pt x="346759" y="36016"/>
                </a:cubicBezTo>
                <a:cubicBezTo>
                  <a:pt x="343456" y="32245"/>
                  <a:pt x="339475" y="30359"/>
                  <a:pt x="334816" y="30359"/>
                </a:cubicBezTo>
                <a:cubicBezTo>
                  <a:pt x="330234" y="30359"/>
                  <a:pt x="326338" y="32216"/>
                  <a:pt x="323131" y="35930"/>
                </a:cubicBezTo>
                <a:cubicBezTo>
                  <a:pt x="319923" y="39644"/>
                  <a:pt x="318319" y="45158"/>
                  <a:pt x="318319" y="52472"/>
                </a:cubicBezTo>
                <a:close/>
                <a:moveTo>
                  <a:pt x="416596" y="76464"/>
                </a:moveTo>
                <a:cubicBezTo>
                  <a:pt x="412778" y="79712"/>
                  <a:pt x="409102" y="82006"/>
                  <a:pt x="405570" y="83343"/>
                </a:cubicBezTo>
                <a:cubicBezTo>
                  <a:pt x="402037" y="84681"/>
                  <a:pt x="398247" y="85350"/>
                  <a:pt x="394199" y="85350"/>
                </a:cubicBezTo>
                <a:cubicBezTo>
                  <a:pt x="387516" y="85350"/>
                  <a:pt x="382380" y="83716"/>
                  <a:pt x="378790" y="80449"/>
                </a:cubicBezTo>
                <a:cubicBezTo>
                  <a:pt x="375201" y="77181"/>
                  <a:pt x="373406" y="73006"/>
                  <a:pt x="373406" y="67924"/>
                </a:cubicBezTo>
                <a:cubicBezTo>
                  <a:pt x="373406" y="64944"/>
                  <a:pt x="374084" y="62222"/>
                  <a:pt x="375439" y="59757"/>
                </a:cubicBezTo>
                <a:cubicBezTo>
                  <a:pt x="376795" y="57292"/>
                  <a:pt x="378571" y="55314"/>
                  <a:pt x="380767" y="53823"/>
                </a:cubicBezTo>
                <a:cubicBezTo>
                  <a:pt x="382962" y="52333"/>
                  <a:pt x="385435" y="51206"/>
                  <a:pt x="388185" y="50442"/>
                </a:cubicBezTo>
                <a:cubicBezTo>
                  <a:pt x="390209" y="49906"/>
                  <a:pt x="393264" y="49390"/>
                  <a:pt x="397350" y="48894"/>
                </a:cubicBezTo>
                <a:cubicBezTo>
                  <a:pt x="405675" y="47908"/>
                  <a:pt x="411804" y="46732"/>
                  <a:pt x="415737" y="45367"/>
                </a:cubicBezTo>
                <a:cubicBezTo>
                  <a:pt x="415775" y="43960"/>
                  <a:pt x="415794" y="43066"/>
                  <a:pt x="415794" y="42686"/>
                </a:cubicBezTo>
                <a:cubicBezTo>
                  <a:pt x="415794" y="38501"/>
                  <a:pt x="414821" y="35552"/>
                  <a:pt x="412873" y="33841"/>
                </a:cubicBezTo>
                <a:cubicBezTo>
                  <a:pt x="410238" y="31520"/>
                  <a:pt x="406324" y="30359"/>
                  <a:pt x="401130" y="30359"/>
                </a:cubicBezTo>
                <a:cubicBezTo>
                  <a:pt x="396280" y="30359"/>
                  <a:pt x="392700" y="31209"/>
                  <a:pt x="390390" y="32908"/>
                </a:cubicBezTo>
                <a:cubicBezTo>
                  <a:pt x="388080" y="34608"/>
                  <a:pt x="386371" y="37615"/>
                  <a:pt x="385263" y="41930"/>
                </a:cubicBezTo>
                <a:lnTo>
                  <a:pt x="375182" y="40556"/>
                </a:lnTo>
                <a:cubicBezTo>
                  <a:pt x="376098" y="36227"/>
                  <a:pt x="377607" y="32732"/>
                  <a:pt x="379707" y="30069"/>
                </a:cubicBezTo>
                <a:cubicBezTo>
                  <a:pt x="381807" y="27407"/>
                  <a:pt x="384843" y="25358"/>
                  <a:pt x="388815" y="23922"/>
                </a:cubicBezTo>
                <a:cubicBezTo>
                  <a:pt x="392786" y="22486"/>
                  <a:pt x="397388" y="21767"/>
                  <a:pt x="402620" y="21767"/>
                </a:cubicBezTo>
                <a:cubicBezTo>
                  <a:pt x="407813" y="21767"/>
                  <a:pt x="412033" y="22378"/>
                  <a:pt x="415279" y="23600"/>
                </a:cubicBezTo>
                <a:cubicBezTo>
                  <a:pt x="418525" y="24822"/>
                  <a:pt x="420912" y="26359"/>
                  <a:pt x="422439" y="28211"/>
                </a:cubicBezTo>
                <a:cubicBezTo>
                  <a:pt x="423967" y="30063"/>
                  <a:pt x="425036" y="32402"/>
                  <a:pt x="425647" y="35228"/>
                </a:cubicBezTo>
                <a:cubicBezTo>
                  <a:pt x="425991" y="36985"/>
                  <a:pt x="426162" y="40155"/>
                  <a:pt x="426162" y="44737"/>
                </a:cubicBezTo>
                <a:lnTo>
                  <a:pt x="426162" y="58485"/>
                </a:lnTo>
                <a:cubicBezTo>
                  <a:pt x="426162" y="68070"/>
                  <a:pt x="426382" y="74132"/>
                  <a:pt x="426821" y="76672"/>
                </a:cubicBezTo>
                <a:cubicBezTo>
                  <a:pt x="427260" y="79211"/>
                  <a:pt x="428129" y="81646"/>
                  <a:pt x="429428" y="83975"/>
                </a:cubicBezTo>
                <a:lnTo>
                  <a:pt x="418659" y="83975"/>
                </a:lnTo>
                <a:cubicBezTo>
                  <a:pt x="417589" y="81834"/>
                  <a:pt x="416902" y="79331"/>
                  <a:pt x="416596" y="76464"/>
                </a:cubicBezTo>
                <a:moveTo>
                  <a:pt x="415737" y="53387"/>
                </a:moveTo>
                <a:cubicBezTo>
                  <a:pt x="411995" y="54927"/>
                  <a:pt x="406381" y="56236"/>
                  <a:pt x="398896" y="57314"/>
                </a:cubicBezTo>
                <a:cubicBezTo>
                  <a:pt x="394657" y="57927"/>
                  <a:pt x="391660" y="58618"/>
                  <a:pt x="389903" y="59385"/>
                </a:cubicBezTo>
                <a:cubicBezTo>
                  <a:pt x="388146" y="60151"/>
                  <a:pt x="386791" y="61273"/>
                  <a:pt x="385836" y="62750"/>
                </a:cubicBezTo>
                <a:cubicBezTo>
                  <a:pt x="384881" y="64227"/>
                  <a:pt x="384404" y="65866"/>
                  <a:pt x="384404" y="67668"/>
                </a:cubicBezTo>
                <a:cubicBezTo>
                  <a:pt x="384404" y="70428"/>
                  <a:pt x="385445" y="72729"/>
                  <a:pt x="387526" y="74570"/>
                </a:cubicBezTo>
                <a:cubicBezTo>
                  <a:pt x="389607" y="76410"/>
                  <a:pt x="392653" y="77330"/>
                  <a:pt x="396662" y="77330"/>
                </a:cubicBezTo>
                <a:cubicBezTo>
                  <a:pt x="400634" y="77330"/>
                  <a:pt x="404166" y="76458"/>
                  <a:pt x="407259" y="74712"/>
                </a:cubicBezTo>
                <a:cubicBezTo>
                  <a:pt x="410353" y="72966"/>
                  <a:pt x="412625" y="70577"/>
                  <a:pt x="414076" y="67546"/>
                </a:cubicBezTo>
                <a:cubicBezTo>
                  <a:pt x="415183" y="65205"/>
                  <a:pt x="415737" y="61751"/>
                  <a:pt x="415737" y="57185"/>
                </a:cubicBezTo>
                <a:lnTo>
                  <a:pt x="415737" y="53387"/>
                </a:lnTo>
                <a:close/>
                <a:moveTo>
                  <a:pt x="464638" y="74867"/>
                </a:moveTo>
                <a:lnTo>
                  <a:pt x="466127" y="83975"/>
                </a:lnTo>
                <a:cubicBezTo>
                  <a:pt x="463225" y="84510"/>
                  <a:pt x="460628" y="84777"/>
                  <a:pt x="458337" y="84777"/>
                </a:cubicBezTo>
                <a:cubicBezTo>
                  <a:pt x="454595" y="84777"/>
                  <a:pt x="451692" y="84185"/>
                  <a:pt x="449630" y="83001"/>
                </a:cubicBezTo>
                <a:cubicBezTo>
                  <a:pt x="447568" y="81818"/>
                  <a:pt x="446117" y="80261"/>
                  <a:pt x="445277" y="78333"/>
                </a:cubicBezTo>
                <a:cubicBezTo>
                  <a:pt x="444437" y="76404"/>
                  <a:pt x="444017" y="72347"/>
                  <a:pt x="444017" y="66161"/>
                </a:cubicBezTo>
                <a:lnTo>
                  <a:pt x="444017" y="31161"/>
                </a:lnTo>
                <a:lnTo>
                  <a:pt x="436455" y="31161"/>
                </a:lnTo>
                <a:lnTo>
                  <a:pt x="436455" y="23142"/>
                </a:lnTo>
                <a:lnTo>
                  <a:pt x="444017" y="23142"/>
                </a:lnTo>
                <a:lnTo>
                  <a:pt x="444017" y="8036"/>
                </a:lnTo>
                <a:lnTo>
                  <a:pt x="454270" y="1833"/>
                </a:lnTo>
                <a:lnTo>
                  <a:pt x="454270" y="23142"/>
                </a:lnTo>
                <a:lnTo>
                  <a:pt x="464638" y="23142"/>
                </a:lnTo>
                <a:lnTo>
                  <a:pt x="464638" y="31161"/>
                </a:lnTo>
                <a:lnTo>
                  <a:pt x="454270" y="31161"/>
                </a:lnTo>
                <a:lnTo>
                  <a:pt x="454270" y="66733"/>
                </a:lnTo>
                <a:cubicBezTo>
                  <a:pt x="454270" y="69674"/>
                  <a:pt x="454451" y="71564"/>
                  <a:pt x="454814" y="72404"/>
                </a:cubicBezTo>
                <a:cubicBezTo>
                  <a:pt x="455177" y="73244"/>
                  <a:pt x="455769" y="73913"/>
                  <a:pt x="456590" y="74409"/>
                </a:cubicBezTo>
                <a:cubicBezTo>
                  <a:pt x="457411" y="74906"/>
                  <a:pt x="458585" y="75154"/>
                  <a:pt x="460113" y="75154"/>
                </a:cubicBezTo>
                <a:cubicBezTo>
                  <a:pt x="461258" y="75154"/>
                  <a:pt x="462767" y="75058"/>
                  <a:pt x="464638" y="74867"/>
                </a:cubicBezTo>
                <a:close/>
                <a:moveTo>
                  <a:pt x="516383" y="64385"/>
                </a:moveTo>
                <a:lnTo>
                  <a:pt x="527038" y="65702"/>
                </a:lnTo>
                <a:cubicBezTo>
                  <a:pt x="525358" y="71927"/>
                  <a:pt x="522245" y="76758"/>
                  <a:pt x="517701" y="80195"/>
                </a:cubicBezTo>
                <a:cubicBezTo>
                  <a:pt x="513156" y="83632"/>
                  <a:pt x="507352" y="85350"/>
                  <a:pt x="500287" y="85350"/>
                </a:cubicBezTo>
                <a:cubicBezTo>
                  <a:pt x="491389" y="85350"/>
                  <a:pt x="484334" y="82610"/>
                  <a:pt x="479122" y="77130"/>
                </a:cubicBezTo>
                <a:cubicBezTo>
                  <a:pt x="473909" y="71650"/>
                  <a:pt x="471303" y="63965"/>
                  <a:pt x="471303" y="54074"/>
                </a:cubicBezTo>
                <a:cubicBezTo>
                  <a:pt x="471303" y="43840"/>
                  <a:pt x="473937" y="35897"/>
                  <a:pt x="479207" y="30245"/>
                </a:cubicBezTo>
                <a:cubicBezTo>
                  <a:pt x="484477" y="24593"/>
                  <a:pt x="491313" y="21767"/>
                  <a:pt x="499714" y="21767"/>
                </a:cubicBezTo>
                <a:cubicBezTo>
                  <a:pt x="507848" y="21767"/>
                  <a:pt x="514493" y="24532"/>
                  <a:pt x="519648" y="30060"/>
                </a:cubicBezTo>
                <a:cubicBezTo>
                  <a:pt x="524804" y="35588"/>
                  <a:pt x="527381" y="43365"/>
                  <a:pt x="527381" y="53392"/>
                </a:cubicBezTo>
                <a:cubicBezTo>
                  <a:pt x="527381" y="54002"/>
                  <a:pt x="527362" y="54917"/>
                  <a:pt x="527324" y="56136"/>
                </a:cubicBezTo>
                <a:lnTo>
                  <a:pt x="481957" y="56136"/>
                </a:lnTo>
                <a:cubicBezTo>
                  <a:pt x="482339" y="62800"/>
                  <a:pt x="484229" y="67903"/>
                  <a:pt x="487628" y="71445"/>
                </a:cubicBezTo>
                <a:cubicBezTo>
                  <a:pt x="491027" y="74987"/>
                  <a:pt x="495265" y="76758"/>
                  <a:pt x="500344" y="76758"/>
                </a:cubicBezTo>
                <a:cubicBezTo>
                  <a:pt x="504125" y="76758"/>
                  <a:pt x="507352" y="75774"/>
                  <a:pt x="510025" y="73808"/>
                </a:cubicBezTo>
                <a:cubicBezTo>
                  <a:pt x="512698" y="71840"/>
                  <a:pt x="514818" y="68699"/>
                  <a:pt x="516383" y="64385"/>
                </a:cubicBezTo>
                <a:moveTo>
                  <a:pt x="482530" y="47544"/>
                </a:moveTo>
                <a:lnTo>
                  <a:pt x="516498" y="47544"/>
                </a:lnTo>
                <a:cubicBezTo>
                  <a:pt x="516040" y="42510"/>
                  <a:pt x="514741" y="38735"/>
                  <a:pt x="512603" y="36218"/>
                </a:cubicBezTo>
                <a:cubicBezTo>
                  <a:pt x="509319" y="32312"/>
                  <a:pt x="505061" y="30359"/>
                  <a:pt x="499829" y="30359"/>
                </a:cubicBezTo>
                <a:cubicBezTo>
                  <a:pt x="495094" y="30359"/>
                  <a:pt x="491113" y="31919"/>
                  <a:pt x="487886" y="35037"/>
                </a:cubicBezTo>
                <a:cubicBezTo>
                  <a:pt x="484659" y="38154"/>
                  <a:pt x="482873" y="42323"/>
                  <a:pt x="482530" y="47544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BC051-C545-4973-8B96-2B109DA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" y="5944088"/>
            <a:ext cx="97761" cy="97761"/>
          </a:xfrm>
          <a:custGeom xmlns:a="http://schemas.openxmlformats.org/drawingml/2006/main">
            <a:pathLst>
              <a:path w="97761" h="97761">
                <a:moveTo>
                  <a:pt x="97761" y="48881"/>
                </a:moveTo>
                <a:cubicBezTo>
                  <a:pt x="97761" y="52090"/>
                  <a:pt x="97448" y="55269"/>
                  <a:pt x="96822" y="58417"/>
                </a:cubicBezTo>
                <a:cubicBezTo>
                  <a:pt x="96196" y="61564"/>
                  <a:pt x="95268" y="64621"/>
                  <a:pt x="94040" y="67586"/>
                </a:cubicBezTo>
                <a:cubicBezTo>
                  <a:pt x="92812" y="70551"/>
                  <a:pt x="91306" y="73368"/>
                  <a:pt x="89523" y="76037"/>
                </a:cubicBezTo>
                <a:cubicBezTo>
                  <a:pt x="87740" y="78706"/>
                  <a:pt x="85714" y="81175"/>
                  <a:pt x="83444" y="83444"/>
                </a:cubicBezTo>
                <a:cubicBezTo>
                  <a:pt x="81175" y="85714"/>
                  <a:pt x="78706" y="87740"/>
                  <a:pt x="76037" y="89523"/>
                </a:cubicBezTo>
                <a:cubicBezTo>
                  <a:pt x="73368" y="91306"/>
                  <a:pt x="70551" y="92812"/>
                  <a:pt x="67586" y="94040"/>
                </a:cubicBezTo>
                <a:cubicBezTo>
                  <a:pt x="64621" y="95268"/>
                  <a:pt x="61564" y="96196"/>
                  <a:pt x="58417" y="96822"/>
                </a:cubicBezTo>
                <a:cubicBezTo>
                  <a:pt x="55269" y="97448"/>
                  <a:pt x="52090" y="97761"/>
                  <a:pt x="48881" y="97761"/>
                </a:cubicBezTo>
                <a:cubicBezTo>
                  <a:pt x="45671" y="97761"/>
                  <a:pt x="42492" y="97448"/>
                  <a:pt x="39344" y="96822"/>
                </a:cubicBezTo>
                <a:cubicBezTo>
                  <a:pt x="36197" y="96196"/>
                  <a:pt x="33140" y="95268"/>
                  <a:pt x="30175" y="94040"/>
                </a:cubicBezTo>
                <a:cubicBezTo>
                  <a:pt x="27210" y="92812"/>
                  <a:pt x="24393" y="91306"/>
                  <a:pt x="21724" y="89523"/>
                </a:cubicBezTo>
                <a:cubicBezTo>
                  <a:pt x="19055" y="87740"/>
                  <a:pt x="16586" y="85714"/>
                  <a:pt x="14317" y="83444"/>
                </a:cubicBezTo>
                <a:cubicBezTo>
                  <a:pt x="12047" y="81175"/>
                  <a:pt x="10021" y="78706"/>
                  <a:pt x="8238" y="76037"/>
                </a:cubicBezTo>
                <a:cubicBezTo>
                  <a:pt x="6455" y="73368"/>
                  <a:pt x="4949" y="70551"/>
                  <a:pt x="3721" y="67586"/>
                </a:cubicBezTo>
                <a:cubicBezTo>
                  <a:pt x="2493" y="64621"/>
                  <a:pt x="1565" y="61564"/>
                  <a:pt x="939" y="58417"/>
                </a:cubicBezTo>
                <a:cubicBezTo>
                  <a:pt x="313" y="55269"/>
                  <a:pt x="0" y="52090"/>
                  <a:pt x="0" y="48881"/>
                </a:cubicBezTo>
                <a:cubicBezTo>
                  <a:pt x="0" y="45671"/>
                  <a:pt x="313" y="42492"/>
                  <a:pt x="939" y="39344"/>
                </a:cubicBezTo>
                <a:cubicBezTo>
                  <a:pt x="1565" y="36196"/>
                  <a:pt x="2493" y="33140"/>
                  <a:pt x="3721" y="30175"/>
                </a:cubicBezTo>
                <a:cubicBezTo>
                  <a:pt x="4949" y="27209"/>
                  <a:pt x="6455" y="24392"/>
                  <a:pt x="8238" y="21724"/>
                </a:cubicBezTo>
                <a:cubicBezTo>
                  <a:pt x="10021" y="19055"/>
                  <a:pt x="12047" y="16586"/>
                  <a:pt x="14317" y="14317"/>
                </a:cubicBezTo>
                <a:cubicBezTo>
                  <a:pt x="16586" y="12047"/>
                  <a:pt x="19055" y="10021"/>
                  <a:pt x="21724" y="8238"/>
                </a:cubicBezTo>
                <a:cubicBezTo>
                  <a:pt x="24393" y="6455"/>
                  <a:pt x="27210" y="4949"/>
                  <a:pt x="30175" y="3721"/>
                </a:cubicBezTo>
                <a:cubicBezTo>
                  <a:pt x="33140" y="2493"/>
                  <a:pt x="36197" y="1565"/>
                  <a:pt x="39344" y="939"/>
                </a:cubicBezTo>
                <a:cubicBezTo>
                  <a:pt x="42492" y="313"/>
                  <a:pt x="45671" y="0"/>
                  <a:pt x="48881" y="0"/>
                </a:cubicBezTo>
                <a:cubicBezTo>
                  <a:pt x="52090" y="0"/>
                  <a:pt x="55269" y="313"/>
                  <a:pt x="58417" y="939"/>
                </a:cubicBezTo>
                <a:cubicBezTo>
                  <a:pt x="61564" y="1565"/>
                  <a:pt x="64621" y="2493"/>
                  <a:pt x="67586" y="3721"/>
                </a:cubicBezTo>
                <a:cubicBezTo>
                  <a:pt x="70551" y="4949"/>
                  <a:pt x="73368" y="6455"/>
                  <a:pt x="76037" y="8238"/>
                </a:cubicBezTo>
                <a:cubicBezTo>
                  <a:pt x="78706" y="10021"/>
                  <a:pt x="81175" y="12047"/>
                  <a:pt x="83444" y="14317"/>
                </a:cubicBezTo>
                <a:cubicBezTo>
                  <a:pt x="85714" y="16586"/>
                  <a:pt x="87740" y="19055"/>
                  <a:pt x="89523" y="21724"/>
                </a:cubicBezTo>
                <a:cubicBezTo>
                  <a:pt x="91306" y="24392"/>
                  <a:pt x="92812" y="27209"/>
                  <a:pt x="94040" y="30175"/>
                </a:cubicBezTo>
                <a:cubicBezTo>
                  <a:pt x="95268" y="33140"/>
                  <a:pt x="96196" y="36196"/>
                  <a:pt x="96822" y="39344"/>
                </a:cubicBezTo>
                <a:cubicBezTo>
                  <a:pt x="97448" y="42492"/>
                  <a:pt x="97761" y="45671"/>
                  <a:pt x="97761" y="488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5CF86-AEE8-41DB-A795-AC3CBB86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" y="5944088"/>
            <a:ext cx="97761" cy="97761"/>
          </a:xfrm>
          <a:custGeom xmlns:a="http://schemas.openxmlformats.org/drawingml/2006/main">
            <a:pathLst>
              <a:path w="97761" h="97761" fill="none">
                <a:moveTo>
                  <a:pt x="97761" y="48881"/>
                </a:moveTo>
                <a:cubicBezTo>
                  <a:pt x="97761" y="52090"/>
                  <a:pt x="97448" y="55269"/>
                  <a:pt x="96822" y="58417"/>
                </a:cubicBezTo>
                <a:cubicBezTo>
                  <a:pt x="96196" y="61564"/>
                  <a:pt x="95268" y="64621"/>
                  <a:pt x="94040" y="67586"/>
                </a:cubicBezTo>
                <a:cubicBezTo>
                  <a:pt x="92812" y="70551"/>
                  <a:pt x="91306" y="73368"/>
                  <a:pt x="89523" y="76037"/>
                </a:cubicBezTo>
                <a:cubicBezTo>
                  <a:pt x="87740" y="78706"/>
                  <a:pt x="85714" y="81175"/>
                  <a:pt x="83444" y="83444"/>
                </a:cubicBezTo>
                <a:cubicBezTo>
                  <a:pt x="81175" y="85714"/>
                  <a:pt x="78706" y="87740"/>
                  <a:pt x="76037" y="89523"/>
                </a:cubicBezTo>
                <a:cubicBezTo>
                  <a:pt x="73368" y="91306"/>
                  <a:pt x="70551" y="92812"/>
                  <a:pt x="67586" y="94040"/>
                </a:cubicBezTo>
                <a:cubicBezTo>
                  <a:pt x="64621" y="95268"/>
                  <a:pt x="61564" y="96196"/>
                  <a:pt x="58417" y="96822"/>
                </a:cubicBezTo>
                <a:cubicBezTo>
                  <a:pt x="55269" y="97448"/>
                  <a:pt x="52090" y="97761"/>
                  <a:pt x="48881" y="97761"/>
                </a:cubicBezTo>
                <a:cubicBezTo>
                  <a:pt x="45671" y="97761"/>
                  <a:pt x="42492" y="97448"/>
                  <a:pt x="39344" y="96822"/>
                </a:cubicBezTo>
                <a:cubicBezTo>
                  <a:pt x="36197" y="96196"/>
                  <a:pt x="33140" y="95268"/>
                  <a:pt x="30175" y="94040"/>
                </a:cubicBezTo>
                <a:cubicBezTo>
                  <a:pt x="27210" y="92812"/>
                  <a:pt x="24393" y="91306"/>
                  <a:pt x="21724" y="89523"/>
                </a:cubicBezTo>
                <a:cubicBezTo>
                  <a:pt x="19055" y="87740"/>
                  <a:pt x="16586" y="85714"/>
                  <a:pt x="14317" y="83444"/>
                </a:cubicBezTo>
                <a:cubicBezTo>
                  <a:pt x="12047" y="81175"/>
                  <a:pt x="10021" y="78706"/>
                  <a:pt x="8238" y="76037"/>
                </a:cubicBezTo>
                <a:cubicBezTo>
                  <a:pt x="6455" y="73368"/>
                  <a:pt x="4949" y="70551"/>
                  <a:pt x="3721" y="67586"/>
                </a:cubicBezTo>
                <a:cubicBezTo>
                  <a:pt x="2493" y="64621"/>
                  <a:pt x="1565" y="61564"/>
                  <a:pt x="939" y="58417"/>
                </a:cubicBezTo>
                <a:cubicBezTo>
                  <a:pt x="313" y="55269"/>
                  <a:pt x="0" y="52090"/>
                  <a:pt x="0" y="48881"/>
                </a:cubicBezTo>
                <a:cubicBezTo>
                  <a:pt x="0" y="45671"/>
                  <a:pt x="313" y="42492"/>
                  <a:pt x="939" y="39344"/>
                </a:cubicBezTo>
                <a:cubicBezTo>
                  <a:pt x="1565" y="36196"/>
                  <a:pt x="2493" y="33140"/>
                  <a:pt x="3721" y="30175"/>
                </a:cubicBezTo>
                <a:cubicBezTo>
                  <a:pt x="4949" y="27209"/>
                  <a:pt x="6455" y="24392"/>
                  <a:pt x="8238" y="21724"/>
                </a:cubicBezTo>
                <a:cubicBezTo>
                  <a:pt x="10021" y="19055"/>
                  <a:pt x="12047" y="16586"/>
                  <a:pt x="14317" y="14317"/>
                </a:cubicBezTo>
                <a:cubicBezTo>
                  <a:pt x="16586" y="12047"/>
                  <a:pt x="19055" y="10021"/>
                  <a:pt x="21724" y="8238"/>
                </a:cubicBezTo>
                <a:cubicBezTo>
                  <a:pt x="24393" y="6455"/>
                  <a:pt x="27210" y="4949"/>
                  <a:pt x="30175" y="3721"/>
                </a:cubicBezTo>
                <a:cubicBezTo>
                  <a:pt x="33140" y="2493"/>
                  <a:pt x="36197" y="1565"/>
                  <a:pt x="39344" y="939"/>
                </a:cubicBezTo>
                <a:cubicBezTo>
                  <a:pt x="42492" y="313"/>
                  <a:pt x="45671" y="0"/>
                  <a:pt x="48881" y="0"/>
                </a:cubicBezTo>
                <a:cubicBezTo>
                  <a:pt x="52090" y="0"/>
                  <a:pt x="55269" y="313"/>
                  <a:pt x="58417" y="939"/>
                </a:cubicBezTo>
                <a:cubicBezTo>
                  <a:pt x="61564" y="1565"/>
                  <a:pt x="64621" y="2493"/>
                  <a:pt x="67586" y="3721"/>
                </a:cubicBezTo>
                <a:cubicBezTo>
                  <a:pt x="70551" y="4949"/>
                  <a:pt x="73368" y="6455"/>
                  <a:pt x="76037" y="8238"/>
                </a:cubicBezTo>
                <a:cubicBezTo>
                  <a:pt x="78706" y="10021"/>
                  <a:pt x="81175" y="12047"/>
                  <a:pt x="83444" y="14317"/>
                </a:cubicBezTo>
                <a:cubicBezTo>
                  <a:pt x="85714" y="16586"/>
                  <a:pt x="87740" y="19055"/>
                  <a:pt x="89523" y="21724"/>
                </a:cubicBezTo>
                <a:cubicBezTo>
                  <a:pt x="91306" y="24392"/>
                  <a:pt x="92812" y="27209"/>
                  <a:pt x="94040" y="30175"/>
                </a:cubicBezTo>
                <a:cubicBezTo>
                  <a:pt x="95268" y="33140"/>
                  <a:pt x="96196" y="36196"/>
                  <a:pt x="96822" y="39344"/>
                </a:cubicBezTo>
                <a:cubicBezTo>
                  <a:pt x="97448" y="42492"/>
                  <a:pt x="97761" y="45671"/>
                  <a:pt x="97761" y="488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000000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BE13A-FEA3-48D1-BDE9-FEC8F7FA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80" y="6041849"/>
            <a:ext cx="195522" cy="293283"/>
          </a:xfrm>
          <a:custGeom xmlns:a="http://schemas.openxmlformats.org/drawingml/2006/main">
            <a:pathLst>
              <a:path w="195522" h="293283" fill="none">
                <a:moveTo>
                  <a:pt x="97761" y="0"/>
                </a:moveTo>
                <a:lnTo>
                  <a:pt x="97761" y="162935"/>
                </a:lnTo>
                <a:moveTo>
                  <a:pt x="97761" y="32587"/>
                </a:moveTo>
                <a:lnTo>
                  <a:pt x="0" y="32587"/>
                </a:lnTo>
                <a:moveTo>
                  <a:pt x="97761" y="32587"/>
                </a:moveTo>
                <a:lnTo>
                  <a:pt x="195522" y="32587"/>
                </a:lnTo>
                <a:moveTo>
                  <a:pt x="97761" y="162935"/>
                </a:moveTo>
                <a:lnTo>
                  <a:pt x="0" y="293283"/>
                </a:lnTo>
                <a:moveTo>
                  <a:pt x="97761" y="162935"/>
                </a:moveTo>
                <a:lnTo>
                  <a:pt x="195522" y="293283"/>
                </a:lnTo>
              </a:path>
            </a:pathLst>
          </a:custGeom>
          <a:noFill xmlns:a="http://schemas.openxmlformats.org/drawingml/2006/main"/>
          <a:ln xmlns:a="http://schemas.openxmlformats.org/drawingml/2006/main" w="9776" cap="flat">
            <a:solidFill>
              <a:srgbClr val="000000"/>
            </a:solidFill>
            <a:miter/>
          </a:ln>
        </p:spPr>
      </p:sp>
      <p:sp>
        <p:nvSpPr>
          <p:cNvPr id="300" name="Text Workload">
            <a:extLst xmlns:a="http://schemas.openxmlformats.org/drawingml/2006/main">
              <a:ext uri="{FF2B5EF4-FFF2-40B4-BE49-F238E27FC236}">
                <a16:creationId xmlns:a16="http://schemas.microsoft.com/office/drawing/2014/main" id="{7DB25CDC-343A-45B1-A204-D81EC28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6" y="6400666"/>
            <a:ext cx="524475" cy="85350"/>
          </a:xfrm>
          <a:custGeom xmlns:a="http://schemas.openxmlformats.org/drawingml/2006/main">
            <a:pathLst>
              <a:path w="524475" h="85350">
                <a:moveTo>
                  <a:pt x="20049" y="83975"/>
                </a:moveTo>
                <a:lnTo>
                  <a:pt x="0" y="0"/>
                </a:lnTo>
                <a:lnTo>
                  <a:pt x="17356" y="0"/>
                </a:lnTo>
                <a:lnTo>
                  <a:pt x="30016" y="57683"/>
                </a:lnTo>
                <a:lnTo>
                  <a:pt x="45367" y="0"/>
                </a:lnTo>
                <a:lnTo>
                  <a:pt x="65530" y="0"/>
                </a:lnTo>
                <a:lnTo>
                  <a:pt x="80252" y="58657"/>
                </a:lnTo>
                <a:lnTo>
                  <a:pt x="93140" y="0"/>
                </a:lnTo>
                <a:lnTo>
                  <a:pt x="110210" y="0"/>
                </a:lnTo>
                <a:lnTo>
                  <a:pt x="89818" y="83975"/>
                </a:lnTo>
                <a:lnTo>
                  <a:pt x="71831" y="83975"/>
                </a:lnTo>
                <a:lnTo>
                  <a:pt x="55105" y="21194"/>
                </a:lnTo>
                <a:lnTo>
                  <a:pt x="38436" y="83975"/>
                </a:lnTo>
                <a:lnTo>
                  <a:pt x="20049" y="83975"/>
                </a:lnTo>
                <a:close/>
                <a:moveTo>
                  <a:pt x="112903" y="52699"/>
                </a:moveTo>
                <a:cubicBezTo>
                  <a:pt x="112903" y="47353"/>
                  <a:pt x="114220" y="42179"/>
                  <a:pt x="116855" y="37176"/>
                </a:cubicBezTo>
                <a:cubicBezTo>
                  <a:pt x="119490" y="32173"/>
                  <a:pt x="123223" y="28355"/>
                  <a:pt x="128054" y="25720"/>
                </a:cubicBezTo>
                <a:cubicBezTo>
                  <a:pt x="132884" y="23085"/>
                  <a:pt x="138278" y="21767"/>
                  <a:pt x="144236" y="21767"/>
                </a:cubicBezTo>
                <a:cubicBezTo>
                  <a:pt x="153439" y="21767"/>
                  <a:pt x="160981" y="24755"/>
                  <a:pt x="166862" y="30732"/>
                </a:cubicBezTo>
                <a:cubicBezTo>
                  <a:pt x="172743" y="36708"/>
                  <a:pt x="175683" y="44260"/>
                  <a:pt x="175683" y="53387"/>
                </a:cubicBezTo>
                <a:cubicBezTo>
                  <a:pt x="175683" y="62590"/>
                  <a:pt x="172714" y="70218"/>
                  <a:pt x="166776" y="76271"/>
                </a:cubicBezTo>
                <a:cubicBezTo>
                  <a:pt x="160838" y="82324"/>
                  <a:pt x="153363" y="85350"/>
                  <a:pt x="144350" y="85350"/>
                </a:cubicBezTo>
                <a:cubicBezTo>
                  <a:pt x="138775" y="85350"/>
                  <a:pt x="133457" y="84090"/>
                  <a:pt x="128397" y="81569"/>
                </a:cubicBezTo>
                <a:cubicBezTo>
                  <a:pt x="123337" y="79049"/>
                  <a:pt x="119490" y="75354"/>
                  <a:pt x="116855" y="70485"/>
                </a:cubicBezTo>
                <a:cubicBezTo>
                  <a:pt x="114220" y="65616"/>
                  <a:pt x="112903" y="59688"/>
                  <a:pt x="112903" y="52699"/>
                </a:cubicBezTo>
                <a:moveTo>
                  <a:pt x="129400" y="53559"/>
                </a:moveTo>
                <a:cubicBezTo>
                  <a:pt x="129400" y="59573"/>
                  <a:pt x="130832" y="64180"/>
                  <a:pt x="133696" y="67378"/>
                </a:cubicBezTo>
                <a:cubicBezTo>
                  <a:pt x="136560" y="70576"/>
                  <a:pt x="140092" y="72175"/>
                  <a:pt x="144293" y="72175"/>
                </a:cubicBezTo>
                <a:cubicBezTo>
                  <a:pt x="148494" y="72175"/>
                  <a:pt x="152016" y="70576"/>
                  <a:pt x="154861" y="67378"/>
                </a:cubicBezTo>
                <a:cubicBezTo>
                  <a:pt x="157706" y="64180"/>
                  <a:pt x="159129" y="59535"/>
                  <a:pt x="159129" y="53444"/>
                </a:cubicBezTo>
                <a:cubicBezTo>
                  <a:pt x="159129" y="47506"/>
                  <a:pt x="157706" y="42938"/>
                  <a:pt x="154861" y="39739"/>
                </a:cubicBezTo>
                <a:cubicBezTo>
                  <a:pt x="152016" y="36541"/>
                  <a:pt x="148494" y="34942"/>
                  <a:pt x="144293" y="34942"/>
                </a:cubicBezTo>
                <a:cubicBezTo>
                  <a:pt x="140092" y="34942"/>
                  <a:pt x="136560" y="36541"/>
                  <a:pt x="133696" y="39739"/>
                </a:cubicBezTo>
                <a:cubicBezTo>
                  <a:pt x="130832" y="42938"/>
                  <a:pt x="129400" y="47544"/>
                  <a:pt x="129400" y="53559"/>
                </a:cubicBezTo>
                <a:close/>
                <a:moveTo>
                  <a:pt x="203713" y="83975"/>
                </a:moveTo>
                <a:lnTo>
                  <a:pt x="187617" y="83975"/>
                </a:lnTo>
                <a:lnTo>
                  <a:pt x="187617" y="23142"/>
                </a:lnTo>
                <a:lnTo>
                  <a:pt x="202567" y="23142"/>
                </a:lnTo>
                <a:lnTo>
                  <a:pt x="202567" y="31791"/>
                </a:lnTo>
                <a:cubicBezTo>
                  <a:pt x="205126" y="27705"/>
                  <a:pt x="207427" y="25013"/>
                  <a:pt x="209470" y="23715"/>
                </a:cubicBezTo>
                <a:cubicBezTo>
                  <a:pt x="211513" y="22416"/>
                  <a:pt x="213833" y="21767"/>
                  <a:pt x="216430" y="21767"/>
                </a:cubicBezTo>
                <a:cubicBezTo>
                  <a:pt x="220096" y="21767"/>
                  <a:pt x="223628" y="22779"/>
                  <a:pt x="227027" y="24803"/>
                </a:cubicBezTo>
                <a:lnTo>
                  <a:pt x="222043" y="38837"/>
                </a:lnTo>
                <a:cubicBezTo>
                  <a:pt x="219332" y="37080"/>
                  <a:pt x="216812" y="36202"/>
                  <a:pt x="214482" y="36202"/>
                </a:cubicBezTo>
                <a:cubicBezTo>
                  <a:pt x="212229" y="36202"/>
                  <a:pt x="210320" y="36823"/>
                  <a:pt x="208754" y="38064"/>
                </a:cubicBezTo>
                <a:cubicBezTo>
                  <a:pt x="207188" y="39305"/>
                  <a:pt x="205957" y="41548"/>
                  <a:pt x="205059" y="44794"/>
                </a:cubicBezTo>
                <a:cubicBezTo>
                  <a:pt x="204162" y="48040"/>
                  <a:pt x="203713" y="54838"/>
                  <a:pt x="203713" y="65187"/>
                </a:cubicBezTo>
                <a:lnTo>
                  <a:pt x="203713" y="83975"/>
                </a:lnTo>
                <a:close/>
                <a:moveTo>
                  <a:pt x="233366" y="83975"/>
                </a:moveTo>
                <a:lnTo>
                  <a:pt x="233366" y="0"/>
                </a:lnTo>
                <a:lnTo>
                  <a:pt x="249462" y="0"/>
                </a:lnTo>
                <a:lnTo>
                  <a:pt x="249462" y="44565"/>
                </a:lnTo>
                <a:lnTo>
                  <a:pt x="268308" y="23142"/>
                </a:lnTo>
                <a:lnTo>
                  <a:pt x="288128" y="23142"/>
                </a:lnTo>
                <a:lnTo>
                  <a:pt x="267334" y="45376"/>
                </a:lnTo>
                <a:lnTo>
                  <a:pt x="289617" y="83975"/>
                </a:lnTo>
                <a:lnTo>
                  <a:pt x="272261" y="83975"/>
                </a:lnTo>
                <a:lnTo>
                  <a:pt x="256966" y="56645"/>
                </a:lnTo>
                <a:lnTo>
                  <a:pt x="249462" y="64499"/>
                </a:lnTo>
                <a:lnTo>
                  <a:pt x="249462" y="83975"/>
                </a:lnTo>
                <a:lnTo>
                  <a:pt x="233366" y="83975"/>
                </a:lnTo>
                <a:close/>
                <a:moveTo>
                  <a:pt x="299165" y="83975"/>
                </a:moveTo>
                <a:lnTo>
                  <a:pt x="299165" y="0"/>
                </a:lnTo>
                <a:lnTo>
                  <a:pt x="315261" y="0"/>
                </a:lnTo>
                <a:lnTo>
                  <a:pt x="315261" y="83975"/>
                </a:lnTo>
                <a:lnTo>
                  <a:pt x="299165" y="83975"/>
                </a:lnTo>
                <a:close/>
                <a:moveTo>
                  <a:pt x="328055" y="52699"/>
                </a:moveTo>
                <a:cubicBezTo>
                  <a:pt x="328055" y="47353"/>
                  <a:pt x="329372" y="42179"/>
                  <a:pt x="332007" y="37176"/>
                </a:cubicBezTo>
                <a:cubicBezTo>
                  <a:pt x="334642" y="32173"/>
                  <a:pt x="338375" y="28355"/>
                  <a:pt x="343206" y="25720"/>
                </a:cubicBezTo>
                <a:cubicBezTo>
                  <a:pt x="348037" y="23085"/>
                  <a:pt x="353431" y="21767"/>
                  <a:pt x="359388" y="21767"/>
                </a:cubicBezTo>
                <a:cubicBezTo>
                  <a:pt x="368591" y="21767"/>
                  <a:pt x="376134" y="24755"/>
                  <a:pt x="382015" y="30732"/>
                </a:cubicBezTo>
                <a:cubicBezTo>
                  <a:pt x="387895" y="36708"/>
                  <a:pt x="390836" y="44260"/>
                  <a:pt x="390836" y="53387"/>
                </a:cubicBezTo>
                <a:cubicBezTo>
                  <a:pt x="390836" y="62590"/>
                  <a:pt x="387867" y="70218"/>
                  <a:pt x="381929" y="76271"/>
                </a:cubicBezTo>
                <a:cubicBezTo>
                  <a:pt x="375990" y="82324"/>
                  <a:pt x="368515" y="85350"/>
                  <a:pt x="359503" y="85350"/>
                </a:cubicBezTo>
                <a:cubicBezTo>
                  <a:pt x="353927" y="85350"/>
                  <a:pt x="348610" y="84090"/>
                  <a:pt x="343550" y="81569"/>
                </a:cubicBezTo>
                <a:cubicBezTo>
                  <a:pt x="338490" y="79049"/>
                  <a:pt x="334642" y="75354"/>
                  <a:pt x="332007" y="70485"/>
                </a:cubicBezTo>
                <a:cubicBezTo>
                  <a:pt x="329372" y="65616"/>
                  <a:pt x="328055" y="59688"/>
                  <a:pt x="328055" y="52699"/>
                </a:cubicBezTo>
                <a:moveTo>
                  <a:pt x="344552" y="53559"/>
                </a:moveTo>
                <a:cubicBezTo>
                  <a:pt x="344552" y="59573"/>
                  <a:pt x="345984" y="64180"/>
                  <a:pt x="348848" y="67378"/>
                </a:cubicBezTo>
                <a:cubicBezTo>
                  <a:pt x="351712" y="70576"/>
                  <a:pt x="355245" y="72175"/>
                  <a:pt x="359445" y="72175"/>
                </a:cubicBezTo>
                <a:cubicBezTo>
                  <a:pt x="363646" y="72175"/>
                  <a:pt x="367169" y="70576"/>
                  <a:pt x="370014" y="67378"/>
                </a:cubicBezTo>
                <a:cubicBezTo>
                  <a:pt x="372859" y="64180"/>
                  <a:pt x="374281" y="59535"/>
                  <a:pt x="374281" y="53444"/>
                </a:cubicBezTo>
                <a:cubicBezTo>
                  <a:pt x="374281" y="47506"/>
                  <a:pt x="372859" y="42938"/>
                  <a:pt x="370014" y="39739"/>
                </a:cubicBezTo>
                <a:cubicBezTo>
                  <a:pt x="367169" y="36541"/>
                  <a:pt x="363646" y="34942"/>
                  <a:pt x="359445" y="34942"/>
                </a:cubicBezTo>
                <a:cubicBezTo>
                  <a:pt x="355245" y="34942"/>
                  <a:pt x="351712" y="36541"/>
                  <a:pt x="348848" y="39739"/>
                </a:cubicBezTo>
                <a:cubicBezTo>
                  <a:pt x="345984" y="42938"/>
                  <a:pt x="344552" y="47544"/>
                  <a:pt x="344552" y="53559"/>
                </a:cubicBezTo>
                <a:close/>
                <a:moveTo>
                  <a:pt x="415486" y="41930"/>
                </a:moveTo>
                <a:lnTo>
                  <a:pt x="400879" y="39295"/>
                </a:lnTo>
                <a:cubicBezTo>
                  <a:pt x="402521" y="33337"/>
                  <a:pt x="405347" y="28926"/>
                  <a:pt x="409357" y="26063"/>
                </a:cubicBezTo>
                <a:cubicBezTo>
                  <a:pt x="413366" y="23199"/>
                  <a:pt x="419324" y="21767"/>
                  <a:pt x="427229" y="21767"/>
                </a:cubicBezTo>
                <a:cubicBezTo>
                  <a:pt x="434408" y="21767"/>
                  <a:pt x="439754" y="22617"/>
                  <a:pt x="443268" y="24316"/>
                </a:cubicBezTo>
                <a:cubicBezTo>
                  <a:pt x="446781" y="26016"/>
                  <a:pt x="449254" y="28173"/>
                  <a:pt x="450686" y="30789"/>
                </a:cubicBezTo>
                <a:cubicBezTo>
                  <a:pt x="452118" y="33405"/>
                  <a:pt x="452834" y="38207"/>
                  <a:pt x="452834" y="45195"/>
                </a:cubicBezTo>
                <a:lnTo>
                  <a:pt x="452662" y="63984"/>
                </a:lnTo>
                <a:cubicBezTo>
                  <a:pt x="452662" y="69330"/>
                  <a:pt x="452920" y="73273"/>
                  <a:pt x="453435" y="75813"/>
                </a:cubicBezTo>
                <a:cubicBezTo>
                  <a:pt x="453951" y="78352"/>
                  <a:pt x="454915" y="81073"/>
                  <a:pt x="456328" y="83975"/>
                </a:cubicBezTo>
                <a:lnTo>
                  <a:pt x="440404" y="83975"/>
                </a:lnTo>
                <a:cubicBezTo>
                  <a:pt x="439983" y="82906"/>
                  <a:pt x="439468" y="81321"/>
                  <a:pt x="438857" y="79221"/>
                </a:cubicBezTo>
                <a:cubicBezTo>
                  <a:pt x="438590" y="78266"/>
                  <a:pt x="438399" y="77636"/>
                  <a:pt x="438284" y="77330"/>
                </a:cubicBezTo>
                <a:cubicBezTo>
                  <a:pt x="435535" y="80004"/>
                  <a:pt x="432594" y="82009"/>
                  <a:pt x="429463" y="83345"/>
                </a:cubicBezTo>
                <a:cubicBezTo>
                  <a:pt x="426331" y="84682"/>
                  <a:pt x="422990" y="85350"/>
                  <a:pt x="419438" y="85350"/>
                </a:cubicBezTo>
                <a:cubicBezTo>
                  <a:pt x="413176" y="85350"/>
                  <a:pt x="408240" y="83658"/>
                  <a:pt x="404631" y="80273"/>
                </a:cubicBezTo>
                <a:cubicBezTo>
                  <a:pt x="401022" y="76889"/>
                  <a:pt x="399218" y="72611"/>
                  <a:pt x="399218" y="67439"/>
                </a:cubicBezTo>
                <a:cubicBezTo>
                  <a:pt x="399218" y="64016"/>
                  <a:pt x="400039" y="60965"/>
                  <a:pt x="401681" y="58284"/>
                </a:cubicBezTo>
                <a:cubicBezTo>
                  <a:pt x="403323" y="55603"/>
                  <a:pt x="405624" y="53549"/>
                  <a:pt x="408583" y="52123"/>
                </a:cubicBezTo>
                <a:cubicBezTo>
                  <a:pt x="411543" y="50697"/>
                  <a:pt x="415811" y="49452"/>
                  <a:pt x="421386" y="48387"/>
                </a:cubicBezTo>
                <a:cubicBezTo>
                  <a:pt x="428909" y="46980"/>
                  <a:pt x="434122" y="45668"/>
                  <a:pt x="437024" y="44451"/>
                </a:cubicBezTo>
                <a:lnTo>
                  <a:pt x="437024" y="42829"/>
                </a:lnTo>
                <a:cubicBezTo>
                  <a:pt x="437024" y="39701"/>
                  <a:pt x="436260" y="37471"/>
                  <a:pt x="434733" y="36139"/>
                </a:cubicBezTo>
                <a:cubicBezTo>
                  <a:pt x="433205" y="34806"/>
                  <a:pt x="430322" y="34140"/>
                  <a:pt x="426083" y="34140"/>
                </a:cubicBezTo>
                <a:cubicBezTo>
                  <a:pt x="423219" y="34140"/>
                  <a:pt x="420985" y="34716"/>
                  <a:pt x="419381" y="35869"/>
                </a:cubicBezTo>
                <a:cubicBezTo>
                  <a:pt x="417777" y="37021"/>
                  <a:pt x="416479" y="39041"/>
                  <a:pt x="415486" y="41930"/>
                </a:cubicBezTo>
                <a:moveTo>
                  <a:pt x="437024" y="54991"/>
                </a:moveTo>
                <a:cubicBezTo>
                  <a:pt x="434962" y="55670"/>
                  <a:pt x="431697" y="56481"/>
                  <a:pt x="427229" y="57425"/>
                </a:cubicBezTo>
                <a:cubicBezTo>
                  <a:pt x="422761" y="58368"/>
                  <a:pt x="419839" y="59292"/>
                  <a:pt x="418465" y="60198"/>
                </a:cubicBezTo>
                <a:cubicBezTo>
                  <a:pt x="416364" y="61669"/>
                  <a:pt x="415314" y="63537"/>
                  <a:pt x="415314" y="65801"/>
                </a:cubicBezTo>
                <a:cubicBezTo>
                  <a:pt x="415314" y="68028"/>
                  <a:pt x="416154" y="69952"/>
                  <a:pt x="417834" y="71575"/>
                </a:cubicBezTo>
                <a:cubicBezTo>
                  <a:pt x="419515" y="73197"/>
                  <a:pt x="421653" y="74008"/>
                  <a:pt x="424250" y="74008"/>
                </a:cubicBezTo>
                <a:cubicBezTo>
                  <a:pt x="427152" y="74008"/>
                  <a:pt x="429921" y="73065"/>
                  <a:pt x="432556" y="71178"/>
                </a:cubicBezTo>
                <a:cubicBezTo>
                  <a:pt x="434504" y="69745"/>
                  <a:pt x="435783" y="67990"/>
                  <a:pt x="436394" y="65914"/>
                </a:cubicBezTo>
                <a:cubicBezTo>
                  <a:pt x="436814" y="64555"/>
                  <a:pt x="437024" y="61971"/>
                  <a:pt x="437024" y="58161"/>
                </a:cubicBezTo>
                <a:lnTo>
                  <a:pt x="437024" y="54991"/>
                </a:lnTo>
                <a:close/>
                <a:moveTo>
                  <a:pt x="524475" y="83975"/>
                </a:moveTo>
                <a:lnTo>
                  <a:pt x="509525" y="83975"/>
                </a:lnTo>
                <a:lnTo>
                  <a:pt x="509525" y="75039"/>
                </a:lnTo>
                <a:cubicBezTo>
                  <a:pt x="507043" y="78514"/>
                  <a:pt x="504112" y="81102"/>
                  <a:pt x="500732" y="82801"/>
                </a:cubicBezTo>
                <a:cubicBezTo>
                  <a:pt x="497352" y="84500"/>
                  <a:pt x="493944" y="85350"/>
                  <a:pt x="490507" y="85350"/>
                </a:cubicBezTo>
                <a:cubicBezTo>
                  <a:pt x="483519" y="85350"/>
                  <a:pt x="477533" y="82534"/>
                  <a:pt x="472549" y="76901"/>
                </a:cubicBezTo>
                <a:cubicBezTo>
                  <a:pt x="467566" y="71268"/>
                  <a:pt x="465074" y="63411"/>
                  <a:pt x="465074" y="53329"/>
                </a:cubicBezTo>
                <a:cubicBezTo>
                  <a:pt x="465074" y="43019"/>
                  <a:pt x="467499" y="35181"/>
                  <a:pt x="472349" y="29815"/>
                </a:cubicBezTo>
                <a:cubicBezTo>
                  <a:pt x="477199" y="24450"/>
                  <a:pt x="483328" y="21767"/>
                  <a:pt x="490736" y="21767"/>
                </a:cubicBezTo>
                <a:cubicBezTo>
                  <a:pt x="497534" y="21767"/>
                  <a:pt x="503415" y="24593"/>
                  <a:pt x="508379" y="30245"/>
                </a:cubicBezTo>
                <a:lnTo>
                  <a:pt x="508379" y="0"/>
                </a:lnTo>
                <a:lnTo>
                  <a:pt x="524475" y="0"/>
                </a:lnTo>
                <a:lnTo>
                  <a:pt x="524475" y="83975"/>
                </a:lnTo>
                <a:moveTo>
                  <a:pt x="481514" y="52271"/>
                </a:moveTo>
                <a:cubicBezTo>
                  <a:pt x="481514" y="58754"/>
                  <a:pt x="482411" y="63444"/>
                  <a:pt x="484206" y="66341"/>
                </a:cubicBezTo>
                <a:cubicBezTo>
                  <a:pt x="486803" y="70536"/>
                  <a:pt x="490431" y="72633"/>
                  <a:pt x="495090" y="72633"/>
                </a:cubicBezTo>
                <a:cubicBezTo>
                  <a:pt x="498794" y="72633"/>
                  <a:pt x="501945" y="71061"/>
                  <a:pt x="504541" y="67915"/>
                </a:cubicBezTo>
                <a:cubicBezTo>
                  <a:pt x="507138" y="64769"/>
                  <a:pt x="508436" y="60070"/>
                  <a:pt x="508436" y="53816"/>
                </a:cubicBezTo>
                <a:cubicBezTo>
                  <a:pt x="508436" y="46837"/>
                  <a:pt x="507176" y="41813"/>
                  <a:pt x="504656" y="38744"/>
                </a:cubicBezTo>
                <a:cubicBezTo>
                  <a:pt x="502135" y="35675"/>
                  <a:pt x="498909" y="34140"/>
                  <a:pt x="494975" y="34140"/>
                </a:cubicBezTo>
                <a:cubicBezTo>
                  <a:pt x="491156" y="34140"/>
                  <a:pt x="487958" y="35656"/>
                  <a:pt x="485381" y="38687"/>
                </a:cubicBezTo>
                <a:cubicBezTo>
                  <a:pt x="482803" y="41718"/>
                  <a:pt x="481514" y="46246"/>
                  <a:pt x="481514" y="522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7300C-9BFD-4977-A94A-5A878948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00" y="6097247"/>
            <a:ext cx="91244" cy="91244"/>
          </a:xfrm>
          <a:custGeom xmlns:a="http://schemas.openxmlformats.org/drawingml/2006/main">
            <a:pathLst>
              <a:path w="91244" h="91244">
                <a:moveTo>
                  <a:pt x="0" y="45622"/>
                </a:moveTo>
                <a:cubicBezTo>
                  <a:pt x="0" y="42626"/>
                  <a:pt x="292" y="39659"/>
                  <a:pt x="877" y="36722"/>
                </a:cubicBezTo>
                <a:cubicBezTo>
                  <a:pt x="1461" y="33784"/>
                  <a:pt x="2326" y="30931"/>
                  <a:pt x="3473" y="28163"/>
                </a:cubicBezTo>
                <a:cubicBezTo>
                  <a:pt x="4619" y="25396"/>
                  <a:pt x="6024" y="22767"/>
                  <a:pt x="7689" y="20276"/>
                </a:cubicBezTo>
                <a:cubicBezTo>
                  <a:pt x="9353" y="17785"/>
                  <a:pt x="11244" y="15481"/>
                  <a:pt x="13362" y="13362"/>
                </a:cubicBezTo>
                <a:cubicBezTo>
                  <a:pt x="15481" y="11244"/>
                  <a:pt x="17785" y="9353"/>
                  <a:pt x="20276" y="7689"/>
                </a:cubicBezTo>
                <a:cubicBezTo>
                  <a:pt x="22766" y="6025"/>
                  <a:pt x="25396" y="4619"/>
                  <a:pt x="28163" y="3473"/>
                </a:cubicBezTo>
                <a:cubicBezTo>
                  <a:pt x="30931" y="2327"/>
                  <a:pt x="33783" y="1461"/>
                  <a:pt x="36722" y="877"/>
                </a:cubicBezTo>
                <a:cubicBezTo>
                  <a:pt x="39659" y="292"/>
                  <a:pt x="42626" y="0"/>
                  <a:pt x="45622" y="0"/>
                </a:cubicBezTo>
                <a:cubicBezTo>
                  <a:pt x="48617" y="0"/>
                  <a:pt x="51584" y="292"/>
                  <a:pt x="54522" y="877"/>
                </a:cubicBezTo>
                <a:cubicBezTo>
                  <a:pt x="57460" y="1461"/>
                  <a:pt x="60313" y="2327"/>
                  <a:pt x="63081" y="3473"/>
                </a:cubicBezTo>
                <a:cubicBezTo>
                  <a:pt x="65848" y="4619"/>
                  <a:pt x="68477" y="6025"/>
                  <a:pt x="70968" y="7689"/>
                </a:cubicBezTo>
                <a:cubicBezTo>
                  <a:pt x="73459" y="9353"/>
                  <a:pt x="75763" y="11244"/>
                  <a:pt x="77881" y="13362"/>
                </a:cubicBezTo>
                <a:cubicBezTo>
                  <a:pt x="79999" y="15481"/>
                  <a:pt x="81891" y="17785"/>
                  <a:pt x="83555" y="20276"/>
                </a:cubicBezTo>
                <a:cubicBezTo>
                  <a:pt x="85219" y="22767"/>
                  <a:pt x="86625" y="25396"/>
                  <a:pt x="87771" y="28163"/>
                </a:cubicBezTo>
                <a:cubicBezTo>
                  <a:pt x="88917" y="30931"/>
                  <a:pt x="89783" y="33784"/>
                  <a:pt x="90367" y="36722"/>
                </a:cubicBezTo>
                <a:cubicBezTo>
                  <a:pt x="90951" y="39659"/>
                  <a:pt x="91244" y="42626"/>
                  <a:pt x="91244" y="45622"/>
                </a:cubicBezTo>
                <a:cubicBezTo>
                  <a:pt x="91244" y="48617"/>
                  <a:pt x="90951" y="51584"/>
                  <a:pt x="90367" y="54522"/>
                </a:cubicBezTo>
                <a:cubicBezTo>
                  <a:pt x="89783" y="57460"/>
                  <a:pt x="88917" y="60313"/>
                  <a:pt x="87771" y="63081"/>
                </a:cubicBezTo>
                <a:cubicBezTo>
                  <a:pt x="86625" y="65848"/>
                  <a:pt x="85219" y="68477"/>
                  <a:pt x="83555" y="70968"/>
                </a:cubicBezTo>
                <a:cubicBezTo>
                  <a:pt x="81891" y="73459"/>
                  <a:pt x="79999" y="75763"/>
                  <a:pt x="77881" y="77881"/>
                </a:cubicBezTo>
                <a:cubicBezTo>
                  <a:pt x="75763" y="80000"/>
                  <a:pt x="73459" y="81891"/>
                  <a:pt x="70968" y="83555"/>
                </a:cubicBezTo>
                <a:cubicBezTo>
                  <a:pt x="68477" y="85219"/>
                  <a:pt x="65848" y="86625"/>
                  <a:pt x="63081" y="87771"/>
                </a:cubicBezTo>
                <a:cubicBezTo>
                  <a:pt x="60313" y="88917"/>
                  <a:pt x="57460" y="89783"/>
                  <a:pt x="54522" y="90367"/>
                </a:cubicBezTo>
                <a:cubicBezTo>
                  <a:pt x="51584" y="90951"/>
                  <a:pt x="48617" y="91244"/>
                  <a:pt x="45622" y="91244"/>
                </a:cubicBezTo>
                <a:cubicBezTo>
                  <a:pt x="42626" y="91244"/>
                  <a:pt x="39659" y="90951"/>
                  <a:pt x="36722" y="90367"/>
                </a:cubicBezTo>
                <a:cubicBezTo>
                  <a:pt x="33783" y="89783"/>
                  <a:pt x="30931" y="88917"/>
                  <a:pt x="28163" y="87771"/>
                </a:cubicBezTo>
                <a:cubicBezTo>
                  <a:pt x="25396" y="86625"/>
                  <a:pt x="22766" y="85219"/>
                  <a:pt x="20276" y="83555"/>
                </a:cubicBezTo>
                <a:cubicBezTo>
                  <a:pt x="17785" y="81891"/>
                  <a:pt x="15481" y="80000"/>
                  <a:pt x="13362" y="77881"/>
                </a:cubicBezTo>
                <a:cubicBezTo>
                  <a:pt x="11244" y="75763"/>
                  <a:pt x="9353" y="73459"/>
                  <a:pt x="7689" y="70968"/>
                </a:cubicBezTo>
                <a:cubicBezTo>
                  <a:pt x="6024" y="68477"/>
                  <a:pt x="4619" y="65848"/>
                  <a:pt x="3473" y="63081"/>
                </a:cubicBezTo>
                <a:cubicBezTo>
                  <a:pt x="2326" y="60313"/>
                  <a:pt x="1461" y="57460"/>
                  <a:pt x="877" y="54522"/>
                </a:cubicBezTo>
                <a:cubicBezTo>
                  <a:pt x="292" y="51584"/>
                  <a:pt x="0" y="48617"/>
                  <a:pt x="0" y="456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4CDF6-93B9-4CC5-AE90-63CDCB9E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00" y="6097247"/>
            <a:ext cx="91244" cy="91244"/>
          </a:xfrm>
          <a:custGeom xmlns:a="http://schemas.openxmlformats.org/drawingml/2006/main">
            <a:pathLst>
              <a:path w="91244" h="91244" fill="none">
                <a:moveTo>
                  <a:pt x="0" y="45622"/>
                </a:moveTo>
                <a:cubicBezTo>
                  <a:pt x="0" y="42626"/>
                  <a:pt x="292" y="39659"/>
                  <a:pt x="877" y="36722"/>
                </a:cubicBezTo>
                <a:cubicBezTo>
                  <a:pt x="1461" y="33784"/>
                  <a:pt x="2326" y="30931"/>
                  <a:pt x="3473" y="28163"/>
                </a:cubicBezTo>
                <a:cubicBezTo>
                  <a:pt x="4619" y="25396"/>
                  <a:pt x="6024" y="22767"/>
                  <a:pt x="7689" y="20276"/>
                </a:cubicBezTo>
                <a:cubicBezTo>
                  <a:pt x="9353" y="17785"/>
                  <a:pt x="11244" y="15481"/>
                  <a:pt x="13362" y="13362"/>
                </a:cubicBezTo>
                <a:cubicBezTo>
                  <a:pt x="15481" y="11244"/>
                  <a:pt x="17785" y="9353"/>
                  <a:pt x="20276" y="7689"/>
                </a:cubicBezTo>
                <a:cubicBezTo>
                  <a:pt x="22766" y="6025"/>
                  <a:pt x="25396" y="4619"/>
                  <a:pt x="28163" y="3473"/>
                </a:cubicBezTo>
                <a:cubicBezTo>
                  <a:pt x="30931" y="2327"/>
                  <a:pt x="33783" y="1461"/>
                  <a:pt x="36722" y="877"/>
                </a:cubicBezTo>
                <a:cubicBezTo>
                  <a:pt x="39659" y="292"/>
                  <a:pt x="42626" y="0"/>
                  <a:pt x="45622" y="0"/>
                </a:cubicBezTo>
                <a:cubicBezTo>
                  <a:pt x="48617" y="0"/>
                  <a:pt x="51584" y="292"/>
                  <a:pt x="54522" y="877"/>
                </a:cubicBezTo>
                <a:cubicBezTo>
                  <a:pt x="57460" y="1461"/>
                  <a:pt x="60313" y="2327"/>
                  <a:pt x="63081" y="3473"/>
                </a:cubicBezTo>
                <a:cubicBezTo>
                  <a:pt x="65848" y="4619"/>
                  <a:pt x="68477" y="6025"/>
                  <a:pt x="70968" y="7689"/>
                </a:cubicBezTo>
                <a:cubicBezTo>
                  <a:pt x="73459" y="9353"/>
                  <a:pt x="75763" y="11244"/>
                  <a:pt x="77881" y="13362"/>
                </a:cubicBezTo>
                <a:cubicBezTo>
                  <a:pt x="79999" y="15481"/>
                  <a:pt x="81891" y="17785"/>
                  <a:pt x="83555" y="20276"/>
                </a:cubicBezTo>
                <a:cubicBezTo>
                  <a:pt x="85219" y="22767"/>
                  <a:pt x="86625" y="25396"/>
                  <a:pt x="87771" y="28163"/>
                </a:cubicBezTo>
                <a:cubicBezTo>
                  <a:pt x="88917" y="30931"/>
                  <a:pt x="89783" y="33784"/>
                  <a:pt x="90367" y="36722"/>
                </a:cubicBezTo>
                <a:cubicBezTo>
                  <a:pt x="90951" y="39659"/>
                  <a:pt x="91244" y="42626"/>
                  <a:pt x="91244" y="45622"/>
                </a:cubicBezTo>
                <a:cubicBezTo>
                  <a:pt x="91244" y="48617"/>
                  <a:pt x="90951" y="51584"/>
                  <a:pt x="90367" y="54522"/>
                </a:cubicBezTo>
                <a:cubicBezTo>
                  <a:pt x="89783" y="57460"/>
                  <a:pt x="88917" y="60313"/>
                  <a:pt x="87771" y="63081"/>
                </a:cubicBezTo>
                <a:cubicBezTo>
                  <a:pt x="86625" y="65848"/>
                  <a:pt x="85219" y="68477"/>
                  <a:pt x="83555" y="70968"/>
                </a:cubicBezTo>
                <a:cubicBezTo>
                  <a:pt x="81891" y="73459"/>
                  <a:pt x="79999" y="75763"/>
                  <a:pt x="77881" y="77881"/>
                </a:cubicBezTo>
                <a:cubicBezTo>
                  <a:pt x="75763" y="80000"/>
                  <a:pt x="73459" y="81891"/>
                  <a:pt x="70968" y="83555"/>
                </a:cubicBezTo>
                <a:cubicBezTo>
                  <a:pt x="68477" y="85219"/>
                  <a:pt x="65848" y="86625"/>
                  <a:pt x="63081" y="87771"/>
                </a:cubicBezTo>
                <a:cubicBezTo>
                  <a:pt x="60313" y="88917"/>
                  <a:pt x="57460" y="89783"/>
                  <a:pt x="54522" y="90367"/>
                </a:cubicBezTo>
                <a:cubicBezTo>
                  <a:pt x="51584" y="90951"/>
                  <a:pt x="48617" y="91244"/>
                  <a:pt x="45622" y="91244"/>
                </a:cubicBezTo>
                <a:cubicBezTo>
                  <a:pt x="42626" y="91244"/>
                  <a:pt x="39659" y="90951"/>
                  <a:pt x="36722" y="90367"/>
                </a:cubicBezTo>
                <a:cubicBezTo>
                  <a:pt x="33783" y="89783"/>
                  <a:pt x="30931" y="88917"/>
                  <a:pt x="28163" y="87771"/>
                </a:cubicBezTo>
                <a:cubicBezTo>
                  <a:pt x="25396" y="86625"/>
                  <a:pt x="22766" y="85219"/>
                  <a:pt x="20276" y="83555"/>
                </a:cubicBezTo>
                <a:cubicBezTo>
                  <a:pt x="17785" y="81891"/>
                  <a:pt x="15481" y="80000"/>
                  <a:pt x="13362" y="77881"/>
                </a:cubicBezTo>
                <a:cubicBezTo>
                  <a:pt x="11244" y="75763"/>
                  <a:pt x="9353" y="73459"/>
                  <a:pt x="7689" y="70968"/>
                </a:cubicBezTo>
                <a:cubicBezTo>
                  <a:pt x="6024" y="68477"/>
                  <a:pt x="4619" y="65848"/>
                  <a:pt x="3473" y="63081"/>
                </a:cubicBezTo>
                <a:cubicBezTo>
                  <a:pt x="2326" y="60313"/>
                  <a:pt x="1461" y="57460"/>
                  <a:pt x="877" y="54522"/>
                </a:cubicBezTo>
                <a:cubicBezTo>
                  <a:pt x="292" y="51584"/>
                  <a:pt x="0" y="48617"/>
                  <a:pt x="0" y="45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1B5ED-118C-4ACA-9426-80D086FB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96" y="6077695"/>
            <a:ext cx="65174" cy="130348"/>
          </a:xfrm>
          <a:custGeom xmlns:a="http://schemas.openxmlformats.org/drawingml/2006/main">
            <a:pathLst>
              <a:path w="65174" h="130348" fill="none">
                <a:moveTo>
                  <a:pt x="65174" y="130348"/>
                </a:moveTo>
                <a:cubicBezTo>
                  <a:pt x="21725" y="130348"/>
                  <a:pt x="0" y="108623"/>
                  <a:pt x="0" y="65174"/>
                </a:cubicBezTo>
                <a:cubicBezTo>
                  <a:pt x="0" y="21725"/>
                  <a:pt x="21725" y="0"/>
                  <a:pt x="6517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CBAC7-CD1A-415E-BAAE-63352270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1" y="6142478"/>
            <a:ext cx="144035" cy="391"/>
          </a:xfrm>
          <a:custGeom xmlns:a="http://schemas.openxmlformats.org/drawingml/2006/main">
            <a:pathLst>
              <a:path w="144035" h="391" fill="none">
                <a:moveTo>
                  <a:pt x="0" y="0"/>
                </a:moveTo>
                <a:lnTo>
                  <a:pt x="144035" y="391"/>
                </a:lnTo>
              </a:path>
            </a:pathLst>
          </a:custGeom>
          <a:noFill xmlns:a="http://schemas.openxmlformats.org/drawingml/2006/main"/>
          <a:ln xmlns:a="http://schemas.openxmlformats.org/drawingml/2006/main" w="6517" cap="flat">
            <a:solidFill>
              <a:srgbClr val="000000"/>
            </a:solidFill>
            <a:miter/>
          </a:ln>
        </p:spPr>
      </p:sp>
      <p:sp>
        <p:nvSpPr>
          <p:cNvPr id="305" name="Text (c)Propagatingperformancedeviationstothetoplevelofthe">
            <a:extLst xmlns:a="http://schemas.openxmlformats.org/drawingml/2006/main">
              <a:ext uri="{FF2B5EF4-FFF2-40B4-BE49-F238E27FC236}">
                <a16:creationId xmlns:a16="http://schemas.microsoft.com/office/drawing/2014/main" id="{B3EEAEC5-1749-47F5-9BCF-217F1CE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3" y="6986872"/>
            <a:ext cx="6886801" cy="230885"/>
          </a:xfrm>
          <a:custGeom xmlns:a="http://schemas.openxmlformats.org/drawingml/2006/main">
            <a:pathLst>
              <a:path w="6886801" h="230885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74996" y="134984"/>
                </a:moveTo>
                <a:cubicBezTo>
                  <a:pt x="162697" y="152906"/>
                  <a:pt x="153474" y="159051"/>
                  <a:pt x="138868" y="159051"/>
                </a:cubicBezTo>
                <a:cubicBezTo>
                  <a:pt x="115552" y="159051"/>
                  <a:pt x="99155" y="138569"/>
                  <a:pt x="99155" y="109127"/>
                </a:cubicBezTo>
                <a:cubicBezTo>
                  <a:pt x="99155" y="82757"/>
                  <a:pt x="113249" y="64578"/>
                  <a:pt x="134001" y="64578"/>
                </a:cubicBezTo>
                <a:cubicBezTo>
                  <a:pt x="143224" y="64578"/>
                  <a:pt x="146554" y="67392"/>
                  <a:pt x="149119" y="76865"/>
                </a:cubicBezTo>
                <a:lnTo>
                  <a:pt x="150656" y="82499"/>
                </a:lnTo>
                <a:cubicBezTo>
                  <a:pt x="152704" y="89669"/>
                  <a:pt x="157317" y="94278"/>
                  <a:pt x="162697" y="94278"/>
                </a:cubicBezTo>
                <a:cubicBezTo>
                  <a:pt x="169359" y="94278"/>
                  <a:pt x="174996" y="89411"/>
                  <a:pt x="174996" y="83523"/>
                </a:cubicBezTo>
                <a:cubicBezTo>
                  <a:pt x="174996" y="69187"/>
                  <a:pt x="157059" y="57146"/>
                  <a:pt x="135537" y="57146"/>
                </a:cubicBezTo>
                <a:cubicBezTo>
                  <a:pt x="122984" y="57146"/>
                  <a:pt x="109918" y="62271"/>
                  <a:pt x="99413" y="71490"/>
                </a:cubicBezTo>
                <a:cubicBezTo>
                  <a:pt x="86602" y="82757"/>
                  <a:pt x="79428" y="100166"/>
                  <a:pt x="79428" y="120390"/>
                </a:cubicBezTo>
                <a:cubicBezTo>
                  <a:pt x="79428" y="153676"/>
                  <a:pt x="99667" y="177497"/>
                  <a:pt x="128109" y="177497"/>
                </a:cubicBezTo>
                <a:cubicBezTo>
                  <a:pt x="139638" y="177497"/>
                  <a:pt x="149885" y="173399"/>
                  <a:pt x="159112" y="165455"/>
                </a:cubicBezTo>
                <a:cubicBezTo>
                  <a:pt x="166028" y="159305"/>
                  <a:pt x="170895" y="152393"/>
                  <a:pt x="178581" y="137287"/>
                </a:cubicBezTo>
                <a:lnTo>
                  <a:pt x="174996" y="134984"/>
                </a:lnTo>
                <a:close/>
                <a:moveTo>
                  <a:pt x="196518" y="220404"/>
                </a:moveTo>
                <a:cubicBezTo>
                  <a:pt x="215479" y="208104"/>
                  <a:pt x="223165" y="201442"/>
                  <a:pt x="232642" y="189655"/>
                </a:cubicBezTo>
                <a:cubicBezTo>
                  <a:pt x="250837" y="167367"/>
                  <a:pt x="259802" y="141744"/>
                  <a:pt x="259802" y="111770"/>
                </a:cubicBezTo>
                <a:cubicBezTo>
                  <a:pt x="259802" y="78972"/>
                  <a:pt x="250321" y="54120"/>
                  <a:pt x="227775" y="27984"/>
                </a:cubicBezTo>
                <a:cubicBezTo>
                  <a:pt x="217270" y="15685"/>
                  <a:pt x="210608" y="10051"/>
                  <a:pt x="197284" y="1849"/>
                </a:cubicBezTo>
                <a:lnTo>
                  <a:pt x="194211" y="5950"/>
                </a:lnTo>
                <a:cubicBezTo>
                  <a:pt x="214709" y="22093"/>
                  <a:pt x="221625" y="31061"/>
                  <a:pt x="228799" y="50277"/>
                </a:cubicBezTo>
                <a:cubicBezTo>
                  <a:pt x="234949" y="67443"/>
                  <a:pt x="237768" y="86913"/>
                  <a:pt x="237768" y="112536"/>
                </a:cubicBezTo>
                <a:cubicBezTo>
                  <a:pt x="237768" y="139183"/>
                  <a:pt x="234437" y="160447"/>
                  <a:pt x="227521" y="176077"/>
                </a:cubicBezTo>
                <a:cubicBezTo>
                  <a:pt x="220347" y="192220"/>
                  <a:pt x="212661" y="201442"/>
                  <a:pt x="194211" y="216303"/>
                </a:cubicBezTo>
                <a:lnTo>
                  <a:pt x="196518" y="220404"/>
                </a:lnTo>
                <a:close/>
                <a:moveTo>
                  <a:pt x="455808" y="100416"/>
                </a:moveTo>
                <a:cubicBezTo>
                  <a:pt x="462470" y="100928"/>
                  <a:pt x="466825" y="101183"/>
                  <a:pt x="473487" y="101183"/>
                </a:cubicBezTo>
                <a:cubicBezTo>
                  <a:pt x="493473" y="101183"/>
                  <a:pt x="507308" y="98622"/>
                  <a:pt x="518325" y="92472"/>
                </a:cubicBezTo>
                <a:cubicBezTo>
                  <a:pt x="533698" y="84274"/>
                  <a:pt x="542920" y="68644"/>
                  <a:pt x="542920" y="51731"/>
                </a:cubicBezTo>
                <a:cubicBezTo>
                  <a:pt x="542920" y="40972"/>
                  <a:pt x="539335" y="31233"/>
                  <a:pt x="532415" y="23801"/>
                </a:cubicBezTo>
                <a:cubicBezTo>
                  <a:pt x="522169" y="12530"/>
                  <a:pt x="499876" y="5352"/>
                  <a:pt x="475794" y="5352"/>
                </a:cubicBezTo>
                <a:lnTo>
                  <a:pt x="408151" y="5352"/>
                </a:lnTo>
                <a:lnTo>
                  <a:pt x="408151" y="10223"/>
                </a:lnTo>
                <a:cubicBezTo>
                  <a:pt x="427112" y="12272"/>
                  <a:pt x="429673" y="14833"/>
                  <a:pt x="429673" y="33286"/>
                </a:cubicBezTo>
                <a:lnTo>
                  <a:pt x="429673" y="144246"/>
                </a:lnTo>
                <a:cubicBezTo>
                  <a:pt x="429673" y="165772"/>
                  <a:pt x="427624" y="168333"/>
                  <a:pt x="408151" y="170127"/>
                </a:cubicBezTo>
                <a:lnTo>
                  <a:pt x="408151" y="174994"/>
                </a:lnTo>
                <a:lnTo>
                  <a:pt x="479891" y="174994"/>
                </a:lnTo>
                <a:lnTo>
                  <a:pt x="479891" y="170127"/>
                </a:lnTo>
                <a:cubicBezTo>
                  <a:pt x="459651" y="169361"/>
                  <a:pt x="455808" y="165772"/>
                  <a:pt x="455808" y="147065"/>
                </a:cubicBezTo>
                <a:lnTo>
                  <a:pt x="455808" y="100416"/>
                </a:lnTo>
                <a:moveTo>
                  <a:pt x="455808" y="23547"/>
                </a:moveTo>
                <a:cubicBezTo>
                  <a:pt x="455808" y="16627"/>
                  <a:pt x="457603" y="14833"/>
                  <a:pt x="464519" y="14833"/>
                </a:cubicBezTo>
                <a:cubicBezTo>
                  <a:pt x="499106" y="14833"/>
                  <a:pt x="514995" y="26878"/>
                  <a:pt x="514995" y="53271"/>
                </a:cubicBezTo>
                <a:cubicBezTo>
                  <a:pt x="514995" y="78124"/>
                  <a:pt x="499876" y="90936"/>
                  <a:pt x="470410" y="90936"/>
                </a:cubicBezTo>
                <a:cubicBezTo>
                  <a:pt x="465289" y="90936"/>
                  <a:pt x="461700" y="90682"/>
                  <a:pt x="455808" y="90165"/>
                </a:cubicBezTo>
                <a:lnTo>
                  <a:pt x="455808" y="23547"/>
                </a:lnTo>
                <a:close/>
                <a:moveTo>
                  <a:pt x="548300" y="75083"/>
                </a:moveTo>
                <a:cubicBezTo>
                  <a:pt x="551889" y="74312"/>
                  <a:pt x="554196" y="74054"/>
                  <a:pt x="557268" y="74054"/>
                </a:cubicBezTo>
                <a:cubicBezTo>
                  <a:pt x="563672" y="74054"/>
                  <a:pt x="565979" y="78155"/>
                  <a:pt x="565979" y="89427"/>
                </a:cubicBezTo>
                <a:lnTo>
                  <a:pt x="565979" y="153476"/>
                </a:lnTo>
                <a:cubicBezTo>
                  <a:pt x="565979" y="166284"/>
                  <a:pt x="564184" y="168078"/>
                  <a:pt x="547788" y="171151"/>
                </a:cubicBezTo>
                <a:lnTo>
                  <a:pt x="547788" y="174994"/>
                </a:lnTo>
                <a:lnTo>
                  <a:pt x="609281" y="174994"/>
                </a:lnTo>
                <a:lnTo>
                  <a:pt x="609281" y="171151"/>
                </a:lnTo>
                <a:cubicBezTo>
                  <a:pt x="591856" y="170385"/>
                  <a:pt x="587501" y="166542"/>
                  <a:pt x="587501" y="151940"/>
                </a:cubicBezTo>
                <a:lnTo>
                  <a:pt x="587501" y="94294"/>
                </a:lnTo>
                <a:cubicBezTo>
                  <a:pt x="587501" y="86096"/>
                  <a:pt x="598518" y="73288"/>
                  <a:pt x="605438" y="73288"/>
                </a:cubicBezTo>
                <a:cubicBezTo>
                  <a:pt x="606974" y="73288"/>
                  <a:pt x="609281" y="74570"/>
                  <a:pt x="612100" y="77131"/>
                </a:cubicBezTo>
                <a:cubicBezTo>
                  <a:pt x="616197" y="80716"/>
                  <a:pt x="619016" y="82253"/>
                  <a:pt x="622346" y="82253"/>
                </a:cubicBezTo>
                <a:cubicBezTo>
                  <a:pt x="628496" y="82253"/>
                  <a:pt x="632339" y="77897"/>
                  <a:pt x="632339" y="70727"/>
                </a:cubicBezTo>
                <a:cubicBezTo>
                  <a:pt x="632339" y="62271"/>
                  <a:pt x="626960" y="57146"/>
                  <a:pt x="618249" y="57146"/>
                </a:cubicBezTo>
                <a:cubicBezTo>
                  <a:pt x="607486" y="57146"/>
                  <a:pt x="600058" y="63041"/>
                  <a:pt x="587501" y="81228"/>
                </a:cubicBezTo>
                <a:lnTo>
                  <a:pt x="587501" y="57662"/>
                </a:lnTo>
                <a:lnTo>
                  <a:pt x="586222" y="57146"/>
                </a:lnTo>
                <a:cubicBezTo>
                  <a:pt x="572641" y="62783"/>
                  <a:pt x="563418" y="66114"/>
                  <a:pt x="548300" y="70981"/>
                </a:cubicBezTo>
                <a:lnTo>
                  <a:pt x="548300" y="75083"/>
                </a:lnTo>
                <a:close/>
                <a:moveTo>
                  <a:pt x="695883" y="57146"/>
                </a:moveTo>
                <a:cubicBezTo>
                  <a:pt x="662573" y="57146"/>
                  <a:pt x="639257" y="81733"/>
                  <a:pt x="639257" y="117067"/>
                </a:cubicBezTo>
                <a:cubicBezTo>
                  <a:pt x="639257" y="151631"/>
                  <a:pt x="663086" y="177497"/>
                  <a:pt x="695367" y="177497"/>
                </a:cubicBezTo>
                <a:cubicBezTo>
                  <a:pt x="727651" y="177497"/>
                  <a:pt x="752246" y="150353"/>
                  <a:pt x="752246" y="115018"/>
                </a:cubicBezTo>
                <a:cubicBezTo>
                  <a:pt x="752246" y="81475"/>
                  <a:pt x="728676" y="57146"/>
                  <a:pt x="695883" y="57146"/>
                </a:cubicBezTo>
                <a:moveTo>
                  <a:pt x="692552" y="64323"/>
                </a:moveTo>
                <a:cubicBezTo>
                  <a:pt x="714074" y="64323"/>
                  <a:pt x="729188" y="88903"/>
                  <a:pt x="729188" y="123979"/>
                </a:cubicBezTo>
                <a:cubicBezTo>
                  <a:pt x="729188" y="152913"/>
                  <a:pt x="717659" y="170323"/>
                  <a:pt x="698443" y="170323"/>
                </a:cubicBezTo>
                <a:cubicBezTo>
                  <a:pt x="688451" y="170323"/>
                  <a:pt x="678970" y="164181"/>
                  <a:pt x="673590" y="153938"/>
                </a:cubicBezTo>
                <a:cubicBezTo>
                  <a:pt x="666416" y="140622"/>
                  <a:pt x="662315" y="122701"/>
                  <a:pt x="662315" y="104521"/>
                </a:cubicBezTo>
                <a:cubicBezTo>
                  <a:pt x="662315" y="80196"/>
                  <a:pt x="674357" y="64323"/>
                  <a:pt x="692552" y="64323"/>
                </a:cubicBezTo>
                <a:close/>
                <a:moveTo>
                  <a:pt x="762239" y="74250"/>
                </a:moveTo>
                <a:cubicBezTo>
                  <a:pt x="764545" y="73996"/>
                  <a:pt x="766340" y="73996"/>
                  <a:pt x="768646" y="73996"/>
                </a:cubicBezTo>
                <a:cubicBezTo>
                  <a:pt x="777357" y="73996"/>
                  <a:pt x="779151" y="76556"/>
                  <a:pt x="779151" y="88598"/>
                </a:cubicBezTo>
                <a:lnTo>
                  <a:pt x="779151" y="208507"/>
                </a:lnTo>
                <a:cubicBezTo>
                  <a:pt x="779151" y="221831"/>
                  <a:pt x="776332" y="224649"/>
                  <a:pt x="761214" y="226186"/>
                </a:cubicBezTo>
                <a:lnTo>
                  <a:pt x="761214" y="230541"/>
                </a:lnTo>
                <a:lnTo>
                  <a:pt x="823219" y="230541"/>
                </a:lnTo>
                <a:lnTo>
                  <a:pt x="823219" y="225932"/>
                </a:lnTo>
                <a:cubicBezTo>
                  <a:pt x="804004" y="225674"/>
                  <a:pt x="800673" y="222855"/>
                  <a:pt x="800673" y="206712"/>
                </a:cubicBezTo>
                <a:lnTo>
                  <a:pt x="800673" y="166483"/>
                </a:lnTo>
                <a:cubicBezTo>
                  <a:pt x="809642" y="174936"/>
                  <a:pt x="815787" y="177497"/>
                  <a:pt x="826550" y="177497"/>
                </a:cubicBezTo>
                <a:cubicBezTo>
                  <a:pt x="856783" y="177497"/>
                  <a:pt x="880353" y="148816"/>
                  <a:pt x="880353" y="111691"/>
                </a:cubicBezTo>
                <a:cubicBezTo>
                  <a:pt x="880353" y="79946"/>
                  <a:pt x="862420" y="57146"/>
                  <a:pt x="837567" y="57146"/>
                </a:cubicBezTo>
                <a:cubicBezTo>
                  <a:pt x="823219" y="57146"/>
                  <a:pt x="811944" y="63553"/>
                  <a:pt x="800673" y="77385"/>
                </a:cubicBezTo>
                <a:lnTo>
                  <a:pt x="800673" y="57662"/>
                </a:lnTo>
                <a:lnTo>
                  <a:pt x="799137" y="57146"/>
                </a:lnTo>
                <a:cubicBezTo>
                  <a:pt x="785301" y="62529"/>
                  <a:pt x="776332" y="65860"/>
                  <a:pt x="762239" y="70215"/>
                </a:cubicBezTo>
                <a:lnTo>
                  <a:pt x="762239" y="74250"/>
                </a:lnTo>
                <a:moveTo>
                  <a:pt x="800673" y="89419"/>
                </a:moveTo>
                <a:cubicBezTo>
                  <a:pt x="800673" y="81737"/>
                  <a:pt x="815021" y="72522"/>
                  <a:pt x="826804" y="72522"/>
                </a:cubicBezTo>
                <a:cubicBezTo>
                  <a:pt x="845766" y="72522"/>
                  <a:pt x="858319" y="91979"/>
                  <a:pt x="858319" y="121680"/>
                </a:cubicBezTo>
                <a:cubicBezTo>
                  <a:pt x="858319" y="150099"/>
                  <a:pt x="845766" y="169298"/>
                  <a:pt x="827321" y="169298"/>
                </a:cubicBezTo>
                <a:cubicBezTo>
                  <a:pt x="815275" y="169298"/>
                  <a:pt x="800673" y="160083"/>
                  <a:pt x="800673" y="152401"/>
                </a:cubicBezTo>
                <a:lnTo>
                  <a:pt x="800673" y="89419"/>
                </a:lnTo>
                <a:close/>
                <a:moveTo>
                  <a:pt x="1001287" y="158031"/>
                </a:moveTo>
                <a:cubicBezTo>
                  <a:pt x="996932" y="161612"/>
                  <a:pt x="993859" y="162894"/>
                  <a:pt x="990016" y="162894"/>
                </a:cubicBezTo>
                <a:cubicBezTo>
                  <a:pt x="984124" y="162894"/>
                  <a:pt x="982330" y="159309"/>
                  <a:pt x="982330" y="148046"/>
                </a:cubicBezTo>
                <a:lnTo>
                  <a:pt x="982330" y="98117"/>
                </a:lnTo>
                <a:cubicBezTo>
                  <a:pt x="982330" y="84802"/>
                  <a:pt x="981048" y="77377"/>
                  <a:pt x="977205" y="71232"/>
                </a:cubicBezTo>
                <a:cubicBezTo>
                  <a:pt x="971567" y="62017"/>
                  <a:pt x="960550" y="57146"/>
                  <a:pt x="945436" y="57146"/>
                </a:cubicBezTo>
                <a:cubicBezTo>
                  <a:pt x="921349" y="57146"/>
                  <a:pt x="902392" y="69695"/>
                  <a:pt x="902392" y="85826"/>
                </a:cubicBezTo>
                <a:cubicBezTo>
                  <a:pt x="902392" y="91718"/>
                  <a:pt x="907513" y="96835"/>
                  <a:pt x="913409" y="96835"/>
                </a:cubicBezTo>
                <a:cubicBezTo>
                  <a:pt x="919555" y="96835"/>
                  <a:pt x="924938" y="91718"/>
                  <a:pt x="924938" y="86084"/>
                </a:cubicBezTo>
                <a:cubicBezTo>
                  <a:pt x="924938" y="85060"/>
                  <a:pt x="924680" y="83777"/>
                  <a:pt x="924426" y="81987"/>
                </a:cubicBezTo>
                <a:cubicBezTo>
                  <a:pt x="923914" y="79684"/>
                  <a:pt x="923656" y="77635"/>
                  <a:pt x="923656" y="75841"/>
                </a:cubicBezTo>
                <a:cubicBezTo>
                  <a:pt x="923656" y="68929"/>
                  <a:pt x="931854" y="63295"/>
                  <a:pt x="942105" y="63295"/>
                </a:cubicBezTo>
                <a:cubicBezTo>
                  <a:pt x="954658" y="63295"/>
                  <a:pt x="961574" y="70719"/>
                  <a:pt x="961574" y="84547"/>
                </a:cubicBezTo>
                <a:lnTo>
                  <a:pt x="961574" y="100166"/>
                </a:lnTo>
                <a:cubicBezTo>
                  <a:pt x="922119" y="116039"/>
                  <a:pt x="917764" y="118087"/>
                  <a:pt x="906747" y="127818"/>
                </a:cubicBezTo>
                <a:cubicBezTo>
                  <a:pt x="901109" y="132940"/>
                  <a:pt x="897520" y="141642"/>
                  <a:pt x="897520" y="150091"/>
                </a:cubicBezTo>
                <a:cubicBezTo>
                  <a:pt x="897520" y="166225"/>
                  <a:pt x="908796" y="177497"/>
                  <a:pt x="924426" y="177497"/>
                </a:cubicBezTo>
                <a:cubicBezTo>
                  <a:pt x="935697" y="177497"/>
                  <a:pt x="946202" y="172117"/>
                  <a:pt x="961832" y="158793"/>
                </a:cubicBezTo>
                <a:cubicBezTo>
                  <a:pt x="963115" y="172117"/>
                  <a:pt x="967724" y="177497"/>
                  <a:pt x="978229" y="177497"/>
                </a:cubicBezTo>
                <a:cubicBezTo>
                  <a:pt x="986939" y="177497"/>
                  <a:pt x="992323" y="174424"/>
                  <a:pt x="1001287" y="164689"/>
                </a:cubicBezTo>
                <a:lnTo>
                  <a:pt x="1001287" y="158031"/>
                </a:lnTo>
                <a:moveTo>
                  <a:pt x="961574" y="143421"/>
                </a:moveTo>
                <a:cubicBezTo>
                  <a:pt x="961574" y="151365"/>
                  <a:pt x="960296" y="153672"/>
                  <a:pt x="954912" y="156745"/>
                </a:cubicBezTo>
                <a:cubicBezTo>
                  <a:pt x="948767" y="160334"/>
                  <a:pt x="941593" y="162636"/>
                  <a:pt x="936209" y="162636"/>
                </a:cubicBezTo>
                <a:cubicBezTo>
                  <a:pt x="927245" y="162636"/>
                  <a:pt x="920071" y="153926"/>
                  <a:pt x="920071" y="142909"/>
                </a:cubicBezTo>
                <a:lnTo>
                  <a:pt x="920071" y="141885"/>
                </a:lnTo>
                <a:cubicBezTo>
                  <a:pt x="920071" y="126766"/>
                  <a:pt x="930572" y="117544"/>
                  <a:pt x="961574" y="106269"/>
                </a:cubicBezTo>
                <a:lnTo>
                  <a:pt x="961574" y="143421"/>
                </a:lnTo>
                <a:close/>
                <a:moveTo>
                  <a:pt x="1122221" y="75645"/>
                </a:moveTo>
                <a:lnTo>
                  <a:pt x="1122221" y="65653"/>
                </a:lnTo>
                <a:lnTo>
                  <a:pt x="1102493" y="65653"/>
                </a:lnTo>
                <a:cubicBezTo>
                  <a:pt x="1097368" y="65653"/>
                  <a:pt x="1093525" y="64855"/>
                  <a:pt x="1088403" y="63041"/>
                </a:cubicBezTo>
                <a:lnTo>
                  <a:pt x="1082766" y="60993"/>
                </a:lnTo>
                <a:cubicBezTo>
                  <a:pt x="1075846" y="58428"/>
                  <a:pt x="1068930" y="57146"/>
                  <a:pt x="1062268" y="57146"/>
                </a:cubicBezTo>
                <a:cubicBezTo>
                  <a:pt x="1038439" y="57146"/>
                  <a:pt x="1019478" y="75645"/>
                  <a:pt x="1019478" y="98954"/>
                </a:cubicBezTo>
                <a:cubicBezTo>
                  <a:pt x="1019478" y="115093"/>
                  <a:pt x="1026398" y="124823"/>
                  <a:pt x="1043307" y="133276"/>
                </a:cubicBezTo>
                <a:cubicBezTo>
                  <a:pt x="1038439" y="137889"/>
                  <a:pt x="1033830" y="142236"/>
                  <a:pt x="1032290" y="143515"/>
                </a:cubicBezTo>
                <a:cubicBezTo>
                  <a:pt x="1023837" y="150931"/>
                  <a:pt x="1020506" y="156049"/>
                  <a:pt x="1020506" y="161163"/>
                </a:cubicBezTo>
                <a:cubicBezTo>
                  <a:pt x="1020506" y="166534"/>
                  <a:pt x="1023579" y="169603"/>
                  <a:pt x="1034084" y="174729"/>
                </a:cubicBezTo>
                <a:cubicBezTo>
                  <a:pt x="1015893" y="188064"/>
                  <a:pt x="1008977" y="196532"/>
                  <a:pt x="1008977" y="206020"/>
                </a:cubicBezTo>
                <a:cubicBezTo>
                  <a:pt x="1008977" y="219610"/>
                  <a:pt x="1028959" y="230885"/>
                  <a:pt x="1053299" y="230885"/>
                </a:cubicBezTo>
                <a:cubicBezTo>
                  <a:pt x="1072515" y="230885"/>
                  <a:pt x="1092500" y="224223"/>
                  <a:pt x="1105824" y="213460"/>
                </a:cubicBezTo>
                <a:cubicBezTo>
                  <a:pt x="1115563" y="205508"/>
                  <a:pt x="1119918" y="197298"/>
                  <a:pt x="1119918" y="187552"/>
                </a:cubicBezTo>
                <a:cubicBezTo>
                  <a:pt x="1119918" y="171652"/>
                  <a:pt x="1107873" y="160908"/>
                  <a:pt x="1088915" y="160142"/>
                </a:cubicBezTo>
                <a:lnTo>
                  <a:pt x="1055864" y="158606"/>
                </a:lnTo>
                <a:cubicBezTo>
                  <a:pt x="1042282" y="158094"/>
                  <a:pt x="1035879" y="155791"/>
                  <a:pt x="1035879" y="151701"/>
                </a:cubicBezTo>
                <a:cubicBezTo>
                  <a:pt x="1035879" y="146584"/>
                  <a:pt x="1044331" y="137631"/>
                  <a:pt x="1051251" y="135582"/>
                </a:cubicBezTo>
                <a:cubicBezTo>
                  <a:pt x="1053557" y="135840"/>
                  <a:pt x="1055352" y="136095"/>
                  <a:pt x="1056118" y="136095"/>
                </a:cubicBezTo>
                <a:cubicBezTo>
                  <a:pt x="1060986" y="136607"/>
                  <a:pt x="1064316" y="136865"/>
                  <a:pt x="1065857" y="136865"/>
                </a:cubicBezTo>
                <a:cubicBezTo>
                  <a:pt x="1075334" y="136865"/>
                  <a:pt x="1085584" y="133022"/>
                  <a:pt x="1093525" y="126106"/>
                </a:cubicBezTo>
                <a:cubicBezTo>
                  <a:pt x="1101981" y="118932"/>
                  <a:pt x="1105824" y="109967"/>
                  <a:pt x="1105824" y="97164"/>
                </a:cubicBezTo>
                <a:cubicBezTo>
                  <a:pt x="1105824" y="89735"/>
                  <a:pt x="1104542" y="83844"/>
                  <a:pt x="1100957" y="75645"/>
                </a:cubicBezTo>
                <a:lnTo>
                  <a:pt x="1122221" y="75645"/>
                </a:lnTo>
                <a:moveTo>
                  <a:pt x="1039464" y="175495"/>
                </a:moveTo>
                <a:cubicBezTo>
                  <a:pt x="1047920" y="177293"/>
                  <a:pt x="1068418" y="178830"/>
                  <a:pt x="1080971" y="178830"/>
                </a:cubicBezTo>
                <a:cubicBezTo>
                  <a:pt x="1104288" y="178830"/>
                  <a:pt x="1112744" y="182165"/>
                  <a:pt x="1112744" y="191399"/>
                </a:cubicBezTo>
                <a:cubicBezTo>
                  <a:pt x="1112744" y="206278"/>
                  <a:pt x="1093270" y="216279"/>
                  <a:pt x="1064316" y="216279"/>
                </a:cubicBezTo>
                <a:cubicBezTo>
                  <a:pt x="1041770" y="216279"/>
                  <a:pt x="1026910" y="208843"/>
                  <a:pt x="1026910" y="197556"/>
                </a:cubicBezTo>
                <a:cubicBezTo>
                  <a:pt x="1026910" y="191657"/>
                  <a:pt x="1028705" y="188322"/>
                  <a:pt x="1039464" y="175495"/>
                </a:cubicBezTo>
                <a:moveTo>
                  <a:pt x="1040746" y="88453"/>
                </a:moveTo>
                <a:cubicBezTo>
                  <a:pt x="1040746" y="73343"/>
                  <a:pt x="1047920" y="64323"/>
                  <a:pt x="1059707" y="64323"/>
                </a:cubicBezTo>
                <a:cubicBezTo>
                  <a:pt x="1067647" y="64323"/>
                  <a:pt x="1074309" y="68730"/>
                  <a:pt x="1078410" y="76416"/>
                </a:cubicBezTo>
                <a:cubicBezTo>
                  <a:pt x="1083020" y="85380"/>
                  <a:pt x="1086096" y="97164"/>
                  <a:pt x="1086096" y="107152"/>
                </a:cubicBezTo>
                <a:cubicBezTo>
                  <a:pt x="1086096" y="121493"/>
                  <a:pt x="1078664" y="130457"/>
                  <a:pt x="1066881" y="130457"/>
                </a:cubicBezTo>
                <a:cubicBezTo>
                  <a:pt x="1051509" y="130457"/>
                  <a:pt x="1040746" y="113810"/>
                  <a:pt x="1040746" y="89223"/>
                </a:cubicBezTo>
                <a:lnTo>
                  <a:pt x="1040746" y="88453"/>
                </a:lnTo>
                <a:close/>
                <a:moveTo>
                  <a:pt x="1241873" y="158031"/>
                </a:moveTo>
                <a:cubicBezTo>
                  <a:pt x="1237518" y="161612"/>
                  <a:pt x="1234445" y="162894"/>
                  <a:pt x="1230602" y="162894"/>
                </a:cubicBezTo>
                <a:cubicBezTo>
                  <a:pt x="1224711" y="162894"/>
                  <a:pt x="1222916" y="159309"/>
                  <a:pt x="1222916" y="148046"/>
                </a:cubicBezTo>
                <a:lnTo>
                  <a:pt x="1222916" y="98117"/>
                </a:lnTo>
                <a:cubicBezTo>
                  <a:pt x="1222916" y="84802"/>
                  <a:pt x="1221634" y="77377"/>
                  <a:pt x="1217791" y="71232"/>
                </a:cubicBezTo>
                <a:cubicBezTo>
                  <a:pt x="1212153" y="62017"/>
                  <a:pt x="1201136" y="57146"/>
                  <a:pt x="1186022" y="57146"/>
                </a:cubicBezTo>
                <a:cubicBezTo>
                  <a:pt x="1161935" y="57146"/>
                  <a:pt x="1142978" y="69695"/>
                  <a:pt x="1142978" y="85826"/>
                </a:cubicBezTo>
                <a:cubicBezTo>
                  <a:pt x="1142978" y="91718"/>
                  <a:pt x="1148099" y="96835"/>
                  <a:pt x="1153995" y="96835"/>
                </a:cubicBezTo>
                <a:cubicBezTo>
                  <a:pt x="1160141" y="96835"/>
                  <a:pt x="1165524" y="91718"/>
                  <a:pt x="1165524" y="86084"/>
                </a:cubicBezTo>
                <a:cubicBezTo>
                  <a:pt x="1165524" y="85060"/>
                  <a:pt x="1165266" y="83777"/>
                  <a:pt x="1165012" y="81987"/>
                </a:cubicBezTo>
                <a:cubicBezTo>
                  <a:pt x="1164500" y="79684"/>
                  <a:pt x="1164242" y="77635"/>
                  <a:pt x="1164242" y="75841"/>
                </a:cubicBezTo>
                <a:cubicBezTo>
                  <a:pt x="1164242" y="68929"/>
                  <a:pt x="1172440" y="63295"/>
                  <a:pt x="1182691" y="63295"/>
                </a:cubicBezTo>
                <a:cubicBezTo>
                  <a:pt x="1195244" y="63295"/>
                  <a:pt x="1202160" y="70719"/>
                  <a:pt x="1202160" y="84547"/>
                </a:cubicBezTo>
                <a:lnTo>
                  <a:pt x="1202160" y="100166"/>
                </a:lnTo>
                <a:cubicBezTo>
                  <a:pt x="1162705" y="116039"/>
                  <a:pt x="1158350" y="118087"/>
                  <a:pt x="1147333" y="127818"/>
                </a:cubicBezTo>
                <a:cubicBezTo>
                  <a:pt x="1141696" y="132940"/>
                  <a:pt x="1138107" y="141642"/>
                  <a:pt x="1138107" y="150091"/>
                </a:cubicBezTo>
                <a:cubicBezTo>
                  <a:pt x="1138107" y="166225"/>
                  <a:pt x="1149382" y="177497"/>
                  <a:pt x="1165012" y="177497"/>
                </a:cubicBezTo>
                <a:cubicBezTo>
                  <a:pt x="1176283" y="177497"/>
                  <a:pt x="1186788" y="172117"/>
                  <a:pt x="1202418" y="158793"/>
                </a:cubicBezTo>
                <a:cubicBezTo>
                  <a:pt x="1203701" y="172117"/>
                  <a:pt x="1208310" y="177497"/>
                  <a:pt x="1218815" y="177497"/>
                </a:cubicBezTo>
                <a:cubicBezTo>
                  <a:pt x="1227525" y="177497"/>
                  <a:pt x="1232909" y="174424"/>
                  <a:pt x="1241873" y="164689"/>
                </a:cubicBezTo>
                <a:lnTo>
                  <a:pt x="1241873" y="158031"/>
                </a:lnTo>
                <a:moveTo>
                  <a:pt x="1202160" y="143421"/>
                </a:moveTo>
                <a:cubicBezTo>
                  <a:pt x="1202160" y="151365"/>
                  <a:pt x="1200882" y="153672"/>
                  <a:pt x="1195499" y="156745"/>
                </a:cubicBezTo>
                <a:cubicBezTo>
                  <a:pt x="1189353" y="160334"/>
                  <a:pt x="1182179" y="162636"/>
                  <a:pt x="1176795" y="162636"/>
                </a:cubicBezTo>
                <a:cubicBezTo>
                  <a:pt x="1167831" y="162636"/>
                  <a:pt x="1160657" y="153926"/>
                  <a:pt x="1160657" y="142909"/>
                </a:cubicBezTo>
                <a:lnTo>
                  <a:pt x="1160657" y="141885"/>
                </a:lnTo>
                <a:cubicBezTo>
                  <a:pt x="1160657" y="126766"/>
                  <a:pt x="1171158" y="117544"/>
                  <a:pt x="1202160" y="106269"/>
                </a:cubicBezTo>
                <a:lnTo>
                  <a:pt x="1202160" y="143421"/>
                </a:lnTo>
                <a:close/>
                <a:moveTo>
                  <a:pt x="1307721" y="59648"/>
                </a:moveTo>
                <a:lnTo>
                  <a:pt x="1281844" y="59648"/>
                </a:lnTo>
                <a:lnTo>
                  <a:pt x="1281844" y="29927"/>
                </a:lnTo>
                <a:cubicBezTo>
                  <a:pt x="1281844" y="27367"/>
                  <a:pt x="1281590" y="26597"/>
                  <a:pt x="1280050" y="26597"/>
                </a:cubicBezTo>
                <a:cubicBezTo>
                  <a:pt x="1278259" y="28903"/>
                  <a:pt x="1276719" y="31210"/>
                  <a:pt x="1274928" y="33771"/>
                </a:cubicBezTo>
                <a:cubicBezTo>
                  <a:pt x="1265190" y="47864"/>
                  <a:pt x="1254173" y="60164"/>
                  <a:pt x="1250075" y="61188"/>
                </a:cubicBezTo>
                <a:cubicBezTo>
                  <a:pt x="1247257" y="62979"/>
                  <a:pt x="1245716" y="64773"/>
                  <a:pt x="1245716" y="66055"/>
                </a:cubicBezTo>
                <a:cubicBezTo>
                  <a:pt x="1245716" y="66826"/>
                  <a:pt x="1245974" y="67338"/>
                  <a:pt x="1246744" y="67850"/>
                </a:cubicBezTo>
                <a:lnTo>
                  <a:pt x="1260322" y="67850"/>
                </a:lnTo>
                <a:lnTo>
                  <a:pt x="1260322" y="144961"/>
                </a:lnTo>
                <a:cubicBezTo>
                  <a:pt x="1260322" y="166479"/>
                  <a:pt x="1268008" y="177497"/>
                  <a:pt x="1283127" y="177497"/>
                </a:cubicBezTo>
                <a:cubicBezTo>
                  <a:pt x="1295680" y="177497"/>
                  <a:pt x="1305415" y="171351"/>
                  <a:pt x="1313871" y="158027"/>
                </a:cubicBezTo>
                <a:lnTo>
                  <a:pt x="1310540" y="155208"/>
                </a:lnTo>
                <a:cubicBezTo>
                  <a:pt x="1305161" y="161612"/>
                  <a:pt x="1300805" y="164177"/>
                  <a:pt x="1295168" y="164177"/>
                </a:cubicBezTo>
                <a:cubicBezTo>
                  <a:pt x="1285687" y="164177"/>
                  <a:pt x="1281844" y="157257"/>
                  <a:pt x="1281844" y="141118"/>
                </a:cubicBezTo>
                <a:lnTo>
                  <a:pt x="1281844" y="67850"/>
                </a:lnTo>
                <a:lnTo>
                  <a:pt x="1307721" y="67850"/>
                </a:lnTo>
                <a:lnTo>
                  <a:pt x="1307721" y="59648"/>
                </a:lnTo>
                <a:close/>
                <a:moveTo>
                  <a:pt x="1358451" y="57146"/>
                </a:moveTo>
                <a:lnTo>
                  <a:pt x="1318738" y="71157"/>
                </a:lnTo>
                <a:lnTo>
                  <a:pt x="1318738" y="75004"/>
                </a:lnTo>
                <a:lnTo>
                  <a:pt x="1320791" y="74746"/>
                </a:lnTo>
                <a:cubicBezTo>
                  <a:pt x="1323864" y="74234"/>
                  <a:pt x="1327194" y="73976"/>
                  <a:pt x="1329501" y="73976"/>
                </a:cubicBezTo>
                <a:cubicBezTo>
                  <a:pt x="1335651" y="73976"/>
                  <a:pt x="1337953" y="78077"/>
                  <a:pt x="1337953" y="89360"/>
                </a:cubicBezTo>
                <a:lnTo>
                  <a:pt x="1337953" y="148847"/>
                </a:lnTo>
                <a:cubicBezTo>
                  <a:pt x="1337953" y="167308"/>
                  <a:pt x="1335393" y="170127"/>
                  <a:pt x="1317714" y="171151"/>
                </a:cubicBezTo>
                <a:lnTo>
                  <a:pt x="1317714" y="174994"/>
                </a:lnTo>
                <a:lnTo>
                  <a:pt x="1378437" y="174994"/>
                </a:lnTo>
                <a:lnTo>
                  <a:pt x="1378437" y="171151"/>
                </a:lnTo>
                <a:cubicBezTo>
                  <a:pt x="1361528" y="169873"/>
                  <a:pt x="1359475" y="167308"/>
                  <a:pt x="1359475" y="148847"/>
                </a:cubicBezTo>
                <a:lnTo>
                  <a:pt x="1359475" y="57916"/>
                </a:lnTo>
                <a:lnTo>
                  <a:pt x="1358451" y="57146"/>
                </a:lnTo>
                <a:moveTo>
                  <a:pt x="1346410" y="98"/>
                </a:moveTo>
                <a:cubicBezTo>
                  <a:pt x="1339494" y="98"/>
                  <a:pt x="1333598" y="5993"/>
                  <a:pt x="1333598" y="13167"/>
                </a:cubicBezTo>
                <a:cubicBezTo>
                  <a:pt x="1333598" y="20341"/>
                  <a:pt x="1339236" y="26233"/>
                  <a:pt x="1346410" y="26233"/>
                </a:cubicBezTo>
                <a:cubicBezTo>
                  <a:pt x="1353842" y="26233"/>
                  <a:pt x="1359733" y="20595"/>
                  <a:pt x="1359733" y="13167"/>
                </a:cubicBezTo>
                <a:cubicBezTo>
                  <a:pt x="1359733" y="5993"/>
                  <a:pt x="1353842" y="98"/>
                  <a:pt x="1346410" y="98"/>
                </a:cubicBezTo>
                <a:close/>
                <a:moveTo>
                  <a:pt x="1388941" y="73034"/>
                </a:moveTo>
                <a:cubicBezTo>
                  <a:pt x="1390478" y="72264"/>
                  <a:pt x="1393042" y="72010"/>
                  <a:pt x="1395861" y="72010"/>
                </a:cubicBezTo>
                <a:cubicBezTo>
                  <a:pt x="1403035" y="72010"/>
                  <a:pt x="1405338" y="75853"/>
                  <a:pt x="1405338" y="88402"/>
                </a:cubicBezTo>
                <a:lnTo>
                  <a:pt x="1405338" y="151940"/>
                </a:lnTo>
                <a:cubicBezTo>
                  <a:pt x="1405338" y="166542"/>
                  <a:pt x="1402519" y="170127"/>
                  <a:pt x="1389453" y="171151"/>
                </a:cubicBezTo>
                <a:lnTo>
                  <a:pt x="1389453" y="174994"/>
                </a:lnTo>
                <a:lnTo>
                  <a:pt x="1443772" y="174994"/>
                </a:lnTo>
                <a:lnTo>
                  <a:pt x="1443772" y="171151"/>
                </a:lnTo>
                <a:cubicBezTo>
                  <a:pt x="1430703" y="170127"/>
                  <a:pt x="1426860" y="167054"/>
                  <a:pt x="1426860" y="157832"/>
                </a:cubicBezTo>
                <a:lnTo>
                  <a:pt x="1426860" y="85842"/>
                </a:lnTo>
                <a:cubicBezTo>
                  <a:pt x="1439159" y="74312"/>
                  <a:pt x="1444797" y="71239"/>
                  <a:pt x="1453253" y="71239"/>
                </a:cubicBezTo>
                <a:cubicBezTo>
                  <a:pt x="1465806" y="71239"/>
                  <a:pt x="1471956" y="79180"/>
                  <a:pt x="1471956" y="96088"/>
                </a:cubicBezTo>
                <a:lnTo>
                  <a:pt x="1471956" y="149633"/>
                </a:lnTo>
                <a:cubicBezTo>
                  <a:pt x="1471956" y="165772"/>
                  <a:pt x="1468625" y="170127"/>
                  <a:pt x="1455814" y="171151"/>
                </a:cubicBezTo>
                <a:lnTo>
                  <a:pt x="1455814" y="174994"/>
                </a:lnTo>
                <a:lnTo>
                  <a:pt x="1509108" y="174994"/>
                </a:lnTo>
                <a:lnTo>
                  <a:pt x="1509108" y="171151"/>
                </a:lnTo>
                <a:cubicBezTo>
                  <a:pt x="1496551" y="169873"/>
                  <a:pt x="1493478" y="166796"/>
                  <a:pt x="1493478" y="154247"/>
                </a:cubicBezTo>
                <a:lnTo>
                  <a:pt x="1493478" y="95576"/>
                </a:lnTo>
                <a:cubicBezTo>
                  <a:pt x="1493478" y="71497"/>
                  <a:pt x="1482203" y="57146"/>
                  <a:pt x="1463246" y="57146"/>
                </a:cubicBezTo>
                <a:cubicBezTo>
                  <a:pt x="1451458" y="57146"/>
                  <a:pt x="1443514" y="61505"/>
                  <a:pt x="1426093" y="77901"/>
                </a:cubicBezTo>
                <a:lnTo>
                  <a:pt x="1426093" y="57662"/>
                </a:lnTo>
                <a:lnTo>
                  <a:pt x="1424299" y="57146"/>
                </a:lnTo>
                <a:cubicBezTo>
                  <a:pt x="1411745" y="61759"/>
                  <a:pt x="1403035" y="64578"/>
                  <a:pt x="1388941" y="68679"/>
                </a:cubicBezTo>
                <a:lnTo>
                  <a:pt x="1388941" y="73034"/>
                </a:lnTo>
                <a:close/>
                <a:moveTo>
                  <a:pt x="1633368" y="75645"/>
                </a:moveTo>
                <a:lnTo>
                  <a:pt x="1633368" y="65653"/>
                </a:lnTo>
                <a:lnTo>
                  <a:pt x="1613641" y="65653"/>
                </a:lnTo>
                <a:cubicBezTo>
                  <a:pt x="1608516" y="65653"/>
                  <a:pt x="1604672" y="64855"/>
                  <a:pt x="1599551" y="63041"/>
                </a:cubicBezTo>
                <a:lnTo>
                  <a:pt x="1593913" y="60993"/>
                </a:lnTo>
                <a:cubicBezTo>
                  <a:pt x="1586994" y="58428"/>
                  <a:pt x="1580078" y="57146"/>
                  <a:pt x="1573416" y="57146"/>
                </a:cubicBezTo>
                <a:cubicBezTo>
                  <a:pt x="1549587" y="57146"/>
                  <a:pt x="1530626" y="75645"/>
                  <a:pt x="1530626" y="98954"/>
                </a:cubicBezTo>
                <a:cubicBezTo>
                  <a:pt x="1530626" y="115093"/>
                  <a:pt x="1537546" y="124823"/>
                  <a:pt x="1554455" y="133276"/>
                </a:cubicBezTo>
                <a:cubicBezTo>
                  <a:pt x="1549587" y="137889"/>
                  <a:pt x="1544978" y="142236"/>
                  <a:pt x="1543438" y="143515"/>
                </a:cubicBezTo>
                <a:cubicBezTo>
                  <a:pt x="1534985" y="150931"/>
                  <a:pt x="1531654" y="156049"/>
                  <a:pt x="1531654" y="161163"/>
                </a:cubicBezTo>
                <a:cubicBezTo>
                  <a:pt x="1531654" y="166534"/>
                  <a:pt x="1534727" y="169603"/>
                  <a:pt x="1545232" y="174729"/>
                </a:cubicBezTo>
                <a:cubicBezTo>
                  <a:pt x="1527041" y="188064"/>
                  <a:pt x="1520125" y="196532"/>
                  <a:pt x="1520125" y="206020"/>
                </a:cubicBezTo>
                <a:cubicBezTo>
                  <a:pt x="1520125" y="219610"/>
                  <a:pt x="1540107" y="230885"/>
                  <a:pt x="1564447" y="230885"/>
                </a:cubicBezTo>
                <a:cubicBezTo>
                  <a:pt x="1583663" y="230885"/>
                  <a:pt x="1603648" y="224223"/>
                  <a:pt x="1616972" y="213460"/>
                </a:cubicBezTo>
                <a:cubicBezTo>
                  <a:pt x="1626710" y="205508"/>
                  <a:pt x="1631066" y="197298"/>
                  <a:pt x="1631066" y="187552"/>
                </a:cubicBezTo>
                <a:cubicBezTo>
                  <a:pt x="1631066" y="171652"/>
                  <a:pt x="1619020" y="160908"/>
                  <a:pt x="1600063" y="160142"/>
                </a:cubicBezTo>
                <a:lnTo>
                  <a:pt x="1567012" y="158606"/>
                </a:lnTo>
                <a:cubicBezTo>
                  <a:pt x="1553430" y="158094"/>
                  <a:pt x="1547026" y="155791"/>
                  <a:pt x="1547026" y="151701"/>
                </a:cubicBezTo>
                <a:cubicBezTo>
                  <a:pt x="1547026" y="146584"/>
                  <a:pt x="1555479" y="137631"/>
                  <a:pt x="1562399" y="135582"/>
                </a:cubicBezTo>
                <a:cubicBezTo>
                  <a:pt x="1564705" y="135840"/>
                  <a:pt x="1566500" y="136095"/>
                  <a:pt x="1567266" y="136095"/>
                </a:cubicBezTo>
                <a:cubicBezTo>
                  <a:pt x="1572133" y="136607"/>
                  <a:pt x="1575464" y="136865"/>
                  <a:pt x="1577005" y="136865"/>
                </a:cubicBezTo>
                <a:cubicBezTo>
                  <a:pt x="1586481" y="136865"/>
                  <a:pt x="1596732" y="133022"/>
                  <a:pt x="1604672" y="126106"/>
                </a:cubicBezTo>
                <a:cubicBezTo>
                  <a:pt x="1613129" y="118932"/>
                  <a:pt x="1616972" y="109967"/>
                  <a:pt x="1616972" y="97164"/>
                </a:cubicBezTo>
                <a:cubicBezTo>
                  <a:pt x="1616972" y="89735"/>
                  <a:pt x="1615690" y="83844"/>
                  <a:pt x="1612104" y="75645"/>
                </a:cubicBezTo>
                <a:lnTo>
                  <a:pt x="1633368" y="75645"/>
                </a:lnTo>
                <a:moveTo>
                  <a:pt x="1550612" y="175495"/>
                </a:moveTo>
                <a:cubicBezTo>
                  <a:pt x="1559068" y="177293"/>
                  <a:pt x="1579565" y="178830"/>
                  <a:pt x="1592119" y="178830"/>
                </a:cubicBezTo>
                <a:cubicBezTo>
                  <a:pt x="1615435" y="178830"/>
                  <a:pt x="1623892" y="182165"/>
                  <a:pt x="1623892" y="191399"/>
                </a:cubicBezTo>
                <a:cubicBezTo>
                  <a:pt x="1623892" y="206278"/>
                  <a:pt x="1604418" y="216279"/>
                  <a:pt x="1575464" y="216279"/>
                </a:cubicBezTo>
                <a:cubicBezTo>
                  <a:pt x="1552918" y="216279"/>
                  <a:pt x="1538058" y="208843"/>
                  <a:pt x="1538058" y="197556"/>
                </a:cubicBezTo>
                <a:cubicBezTo>
                  <a:pt x="1538058" y="191657"/>
                  <a:pt x="1539852" y="188322"/>
                  <a:pt x="1550612" y="175495"/>
                </a:cubicBezTo>
                <a:moveTo>
                  <a:pt x="1551894" y="88453"/>
                </a:moveTo>
                <a:cubicBezTo>
                  <a:pt x="1551894" y="73343"/>
                  <a:pt x="1559068" y="64323"/>
                  <a:pt x="1570855" y="64323"/>
                </a:cubicBezTo>
                <a:cubicBezTo>
                  <a:pt x="1578795" y="64323"/>
                  <a:pt x="1585457" y="68730"/>
                  <a:pt x="1589558" y="76416"/>
                </a:cubicBezTo>
                <a:cubicBezTo>
                  <a:pt x="1594168" y="85380"/>
                  <a:pt x="1597244" y="97164"/>
                  <a:pt x="1597244" y="107152"/>
                </a:cubicBezTo>
                <a:cubicBezTo>
                  <a:pt x="1597244" y="121493"/>
                  <a:pt x="1589812" y="130457"/>
                  <a:pt x="1578029" y="130457"/>
                </a:cubicBezTo>
                <a:cubicBezTo>
                  <a:pt x="1562657" y="130457"/>
                  <a:pt x="1551894" y="113810"/>
                  <a:pt x="1551894" y="89223"/>
                </a:cubicBezTo>
                <a:lnTo>
                  <a:pt x="1551894" y="88453"/>
                </a:lnTo>
                <a:close/>
                <a:moveTo>
                  <a:pt x="1775056" y="74250"/>
                </a:moveTo>
                <a:cubicBezTo>
                  <a:pt x="1777363" y="73996"/>
                  <a:pt x="1779157" y="73996"/>
                  <a:pt x="1781464" y="73996"/>
                </a:cubicBezTo>
                <a:cubicBezTo>
                  <a:pt x="1790174" y="73996"/>
                  <a:pt x="1791969" y="76556"/>
                  <a:pt x="1791969" y="88598"/>
                </a:cubicBezTo>
                <a:lnTo>
                  <a:pt x="1791969" y="208507"/>
                </a:lnTo>
                <a:cubicBezTo>
                  <a:pt x="1791969" y="221831"/>
                  <a:pt x="1789150" y="224649"/>
                  <a:pt x="1774032" y="226186"/>
                </a:cubicBezTo>
                <a:lnTo>
                  <a:pt x="1774032" y="230541"/>
                </a:lnTo>
                <a:lnTo>
                  <a:pt x="1836037" y="230541"/>
                </a:lnTo>
                <a:lnTo>
                  <a:pt x="1836037" y="225932"/>
                </a:lnTo>
                <a:cubicBezTo>
                  <a:pt x="1816822" y="225674"/>
                  <a:pt x="1813491" y="222855"/>
                  <a:pt x="1813491" y="206712"/>
                </a:cubicBezTo>
                <a:lnTo>
                  <a:pt x="1813491" y="166483"/>
                </a:lnTo>
                <a:cubicBezTo>
                  <a:pt x="1822459" y="174936"/>
                  <a:pt x="1828605" y="177497"/>
                  <a:pt x="1839368" y="177497"/>
                </a:cubicBezTo>
                <a:cubicBezTo>
                  <a:pt x="1869600" y="177497"/>
                  <a:pt x="1893171" y="148816"/>
                  <a:pt x="1893171" y="111691"/>
                </a:cubicBezTo>
                <a:cubicBezTo>
                  <a:pt x="1893171" y="79946"/>
                  <a:pt x="1875238" y="57146"/>
                  <a:pt x="1850385" y="57146"/>
                </a:cubicBezTo>
                <a:cubicBezTo>
                  <a:pt x="1836037" y="57146"/>
                  <a:pt x="1824762" y="63553"/>
                  <a:pt x="1813491" y="77385"/>
                </a:cubicBezTo>
                <a:lnTo>
                  <a:pt x="1813491" y="57662"/>
                </a:lnTo>
                <a:lnTo>
                  <a:pt x="1811954" y="57146"/>
                </a:lnTo>
                <a:cubicBezTo>
                  <a:pt x="1798119" y="62529"/>
                  <a:pt x="1789150" y="65860"/>
                  <a:pt x="1775056" y="70215"/>
                </a:cubicBezTo>
                <a:lnTo>
                  <a:pt x="1775056" y="74250"/>
                </a:lnTo>
                <a:moveTo>
                  <a:pt x="1813491" y="89419"/>
                </a:moveTo>
                <a:cubicBezTo>
                  <a:pt x="1813491" y="81737"/>
                  <a:pt x="1827839" y="72522"/>
                  <a:pt x="1839622" y="72522"/>
                </a:cubicBezTo>
                <a:cubicBezTo>
                  <a:pt x="1858583" y="72522"/>
                  <a:pt x="1871137" y="91979"/>
                  <a:pt x="1871137" y="121680"/>
                </a:cubicBezTo>
                <a:cubicBezTo>
                  <a:pt x="1871137" y="150099"/>
                  <a:pt x="1858583" y="169298"/>
                  <a:pt x="1840138" y="169298"/>
                </a:cubicBezTo>
                <a:cubicBezTo>
                  <a:pt x="1828093" y="169298"/>
                  <a:pt x="1813491" y="160083"/>
                  <a:pt x="1813491" y="152401"/>
                </a:cubicBezTo>
                <a:lnTo>
                  <a:pt x="1813491" y="89419"/>
                </a:lnTo>
                <a:close/>
                <a:moveTo>
                  <a:pt x="2005393" y="132904"/>
                </a:moveTo>
                <a:cubicBezTo>
                  <a:pt x="1993098" y="152386"/>
                  <a:pt x="1982077" y="159822"/>
                  <a:pt x="1965680" y="159822"/>
                </a:cubicBezTo>
                <a:cubicBezTo>
                  <a:pt x="1951078" y="159822"/>
                  <a:pt x="1940061" y="152386"/>
                  <a:pt x="1932629" y="137776"/>
                </a:cubicBezTo>
                <a:cubicBezTo>
                  <a:pt x="1928016" y="128033"/>
                  <a:pt x="1926225" y="119573"/>
                  <a:pt x="1925713" y="103935"/>
                </a:cubicBezTo>
                <a:lnTo>
                  <a:pt x="2004627" y="103935"/>
                </a:lnTo>
                <a:cubicBezTo>
                  <a:pt x="2002575" y="87312"/>
                  <a:pt x="2000014" y="79907"/>
                  <a:pt x="1993610" y="71736"/>
                </a:cubicBezTo>
                <a:cubicBezTo>
                  <a:pt x="1985920" y="62529"/>
                  <a:pt x="1974137" y="57146"/>
                  <a:pt x="1960813" y="57146"/>
                </a:cubicBezTo>
                <a:cubicBezTo>
                  <a:pt x="1948002" y="57146"/>
                  <a:pt x="1935960" y="61759"/>
                  <a:pt x="1926225" y="70458"/>
                </a:cubicBezTo>
                <a:cubicBezTo>
                  <a:pt x="1914180" y="80927"/>
                  <a:pt x="1907264" y="99067"/>
                  <a:pt x="1907264" y="120085"/>
                </a:cubicBezTo>
                <a:cubicBezTo>
                  <a:pt x="1907264" y="155462"/>
                  <a:pt x="1925713" y="177497"/>
                  <a:pt x="1955176" y="177497"/>
                </a:cubicBezTo>
                <a:cubicBezTo>
                  <a:pt x="1979516" y="177497"/>
                  <a:pt x="1998732" y="162382"/>
                  <a:pt x="2009495" y="134699"/>
                </a:cubicBezTo>
                <a:lnTo>
                  <a:pt x="2005393" y="132904"/>
                </a:lnTo>
                <a:moveTo>
                  <a:pt x="1926225" y="95737"/>
                </a:moveTo>
                <a:cubicBezTo>
                  <a:pt x="1929040" y="75821"/>
                  <a:pt x="1937755" y="66372"/>
                  <a:pt x="1953381" y="66372"/>
                </a:cubicBezTo>
                <a:cubicBezTo>
                  <a:pt x="1969011" y="66372"/>
                  <a:pt x="1975161" y="73523"/>
                  <a:pt x="1978492" y="95737"/>
                </a:cubicBezTo>
                <a:lnTo>
                  <a:pt x="1926225" y="95737"/>
                </a:lnTo>
                <a:close/>
                <a:moveTo>
                  <a:pt x="2016410" y="75083"/>
                </a:moveTo>
                <a:cubicBezTo>
                  <a:pt x="2019999" y="74312"/>
                  <a:pt x="2022306" y="74054"/>
                  <a:pt x="2025379" y="74054"/>
                </a:cubicBezTo>
                <a:cubicBezTo>
                  <a:pt x="2031783" y="74054"/>
                  <a:pt x="2034089" y="78155"/>
                  <a:pt x="2034089" y="89427"/>
                </a:cubicBezTo>
                <a:lnTo>
                  <a:pt x="2034089" y="153476"/>
                </a:lnTo>
                <a:cubicBezTo>
                  <a:pt x="2034089" y="166284"/>
                  <a:pt x="2032295" y="168078"/>
                  <a:pt x="2015898" y="171151"/>
                </a:cubicBezTo>
                <a:lnTo>
                  <a:pt x="2015898" y="174994"/>
                </a:lnTo>
                <a:lnTo>
                  <a:pt x="2077391" y="174994"/>
                </a:lnTo>
                <a:lnTo>
                  <a:pt x="2077391" y="171151"/>
                </a:lnTo>
                <a:cubicBezTo>
                  <a:pt x="2059966" y="170385"/>
                  <a:pt x="2055611" y="166542"/>
                  <a:pt x="2055611" y="151940"/>
                </a:cubicBezTo>
                <a:lnTo>
                  <a:pt x="2055611" y="94294"/>
                </a:lnTo>
                <a:cubicBezTo>
                  <a:pt x="2055611" y="86096"/>
                  <a:pt x="2066628" y="73288"/>
                  <a:pt x="2073548" y="73288"/>
                </a:cubicBezTo>
                <a:cubicBezTo>
                  <a:pt x="2075085" y="73288"/>
                  <a:pt x="2077391" y="74570"/>
                  <a:pt x="2080210" y="77131"/>
                </a:cubicBezTo>
                <a:cubicBezTo>
                  <a:pt x="2084307" y="80716"/>
                  <a:pt x="2087126" y="82253"/>
                  <a:pt x="2090457" y="82253"/>
                </a:cubicBezTo>
                <a:cubicBezTo>
                  <a:pt x="2096607" y="82253"/>
                  <a:pt x="2100450" y="77897"/>
                  <a:pt x="2100450" y="70727"/>
                </a:cubicBezTo>
                <a:cubicBezTo>
                  <a:pt x="2100450" y="62271"/>
                  <a:pt x="2095070" y="57146"/>
                  <a:pt x="2086360" y="57146"/>
                </a:cubicBezTo>
                <a:cubicBezTo>
                  <a:pt x="2075597" y="57146"/>
                  <a:pt x="2068169" y="63041"/>
                  <a:pt x="2055611" y="81228"/>
                </a:cubicBezTo>
                <a:lnTo>
                  <a:pt x="2055611" y="57662"/>
                </a:lnTo>
                <a:lnTo>
                  <a:pt x="2054333" y="57146"/>
                </a:lnTo>
                <a:cubicBezTo>
                  <a:pt x="2040751" y="62783"/>
                  <a:pt x="2031529" y="66114"/>
                  <a:pt x="2016410" y="70981"/>
                </a:cubicBezTo>
                <a:lnTo>
                  <a:pt x="2016410" y="75083"/>
                </a:lnTo>
                <a:close/>
                <a:moveTo>
                  <a:pt x="2179107" y="59648"/>
                </a:moveTo>
                <a:lnTo>
                  <a:pt x="2147593" y="59648"/>
                </a:lnTo>
                <a:lnTo>
                  <a:pt x="2147593" y="30013"/>
                </a:lnTo>
                <a:cubicBezTo>
                  <a:pt x="2147593" y="15192"/>
                  <a:pt x="2152460" y="7276"/>
                  <a:pt x="2162199" y="7276"/>
                </a:cubicBezTo>
                <a:cubicBezTo>
                  <a:pt x="2167578" y="7276"/>
                  <a:pt x="2171167" y="9829"/>
                  <a:pt x="2175776" y="17237"/>
                </a:cubicBezTo>
                <a:cubicBezTo>
                  <a:pt x="2179877" y="23879"/>
                  <a:pt x="2182950" y="26436"/>
                  <a:pt x="2187306" y="26436"/>
                </a:cubicBezTo>
                <a:cubicBezTo>
                  <a:pt x="2193201" y="26436"/>
                  <a:pt x="2198068" y="21835"/>
                  <a:pt x="2198068" y="15959"/>
                </a:cubicBezTo>
                <a:cubicBezTo>
                  <a:pt x="2198068" y="6760"/>
                  <a:pt x="2186793" y="98"/>
                  <a:pt x="2171421" y="98"/>
                </a:cubicBezTo>
                <a:cubicBezTo>
                  <a:pt x="2155537" y="98"/>
                  <a:pt x="2141955" y="7018"/>
                  <a:pt x="2135293" y="18770"/>
                </a:cubicBezTo>
                <a:cubicBezTo>
                  <a:pt x="2128635" y="30013"/>
                  <a:pt x="2126583" y="39209"/>
                  <a:pt x="2126329" y="59648"/>
                </a:cubicBezTo>
                <a:lnTo>
                  <a:pt x="2105319" y="59648"/>
                </a:lnTo>
                <a:lnTo>
                  <a:pt x="2105319" y="67850"/>
                </a:lnTo>
                <a:lnTo>
                  <a:pt x="2126329" y="67850"/>
                </a:lnTo>
                <a:lnTo>
                  <a:pt x="2126329" y="148339"/>
                </a:lnTo>
                <a:cubicBezTo>
                  <a:pt x="2126329" y="167050"/>
                  <a:pt x="2123510" y="170127"/>
                  <a:pt x="2105061" y="171151"/>
                </a:cubicBezTo>
                <a:lnTo>
                  <a:pt x="2105061" y="174994"/>
                </a:lnTo>
                <a:lnTo>
                  <a:pt x="2171679" y="174994"/>
                </a:lnTo>
                <a:lnTo>
                  <a:pt x="2171679" y="171151"/>
                </a:lnTo>
                <a:cubicBezTo>
                  <a:pt x="2150669" y="170385"/>
                  <a:pt x="2147851" y="167566"/>
                  <a:pt x="2147851" y="148339"/>
                </a:cubicBezTo>
                <a:lnTo>
                  <a:pt x="2147851" y="67850"/>
                </a:lnTo>
                <a:lnTo>
                  <a:pt x="2179107" y="67850"/>
                </a:lnTo>
                <a:lnTo>
                  <a:pt x="2179107" y="59648"/>
                </a:lnTo>
                <a:close/>
                <a:moveTo>
                  <a:pt x="2249313" y="57146"/>
                </a:moveTo>
                <a:cubicBezTo>
                  <a:pt x="2216003" y="57146"/>
                  <a:pt x="2192687" y="81733"/>
                  <a:pt x="2192687" y="117067"/>
                </a:cubicBezTo>
                <a:cubicBezTo>
                  <a:pt x="2192687" y="151631"/>
                  <a:pt x="2216516" y="177497"/>
                  <a:pt x="2248797" y="177497"/>
                </a:cubicBezTo>
                <a:cubicBezTo>
                  <a:pt x="2281081" y="177497"/>
                  <a:pt x="2305676" y="150353"/>
                  <a:pt x="2305676" y="115018"/>
                </a:cubicBezTo>
                <a:cubicBezTo>
                  <a:pt x="2305676" y="81475"/>
                  <a:pt x="2282106" y="57146"/>
                  <a:pt x="2249313" y="57146"/>
                </a:cubicBezTo>
                <a:moveTo>
                  <a:pt x="2245982" y="64323"/>
                </a:moveTo>
                <a:cubicBezTo>
                  <a:pt x="2267504" y="64323"/>
                  <a:pt x="2282618" y="88903"/>
                  <a:pt x="2282618" y="123979"/>
                </a:cubicBezTo>
                <a:cubicBezTo>
                  <a:pt x="2282618" y="152913"/>
                  <a:pt x="2271089" y="170323"/>
                  <a:pt x="2251873" y="170323"/>
                </a:cubicBezTo>
                <a:cubicBezTo>
                  <a:pt x="2241881" y="170323"/>
                  <a:pt x="2232400" y="164181"/>
                  <a:pt x="2227020" y="153938"/>
                </a:cubicBezTo>
                <a:cubicBezTo>
                  <a:pt x="2219846" y="140622"/>
                  <a:pt x="2215745" y="122701"/>
                  <a:pt x="2215745" y="104521"/>
                </a:cubicBezTo>
                <a:cubicBezTo>
                  <a:pt x="2215745" y="80196"/>
                  <a:pt x="2227787" y="64323"/>
                  <a:pt x="2245982" y="64323"/>
                </a:cubicBezTo>
                <a:close/>
                <a:moveTo>
                  <a:pt x="2315157" y="75083"/>
                </a:moveTo>
                <a:cubicBezTo>
                  <a:pt x="2318746" y="74312"/>
                  <a:pt x="2321053" y="74054"/>
                  <a:pt x="2324126" y="74054"/>
                </a:cubicBezTo>
                <a:cubicBezTo>
                  <a:pt x="2330529" y="74054"/>
                  <a:pt x="2332836" y="78155"/>
                  <a:pt x="2332836" y="89427"/>
                </a:cubicBezTo>
                <a:lnTo>
                  <a:pt x="2332836" y="153476"/>
                </a:lnTo>
                <a:cubicBezTo>
                  <a:pt x="2332836" y="166284"/>
                  <a:pt x="2331042" y="168078"/>
                  <a:pt x="2314645" y="171151"/>
                </a:cubicBezTo>
                <a:lnTo>
                  <a:pt x="2314645" y="174994"/>
                </a:lnTo>
                <a:lnTo>
                  <a:pt x="2376138" y="174994"/>
                </a:lnTo>
                <a:lnTo>
                  <a:pt x="2376138" y="171151"/>
                </a:lnTo>
                <a:cubicBezTo>
                  <a:pt x="2358713" y="170385"/>
                  <a:pt x="2354358" y="166542"/>
                  <a:pt x="2354358" y="151940"/>
                </a:cubicBezTo>
                <a:lnTo>
                  <a:pt x="2354358" y="94294"/>
                </a:lnTo>
                <a:cubicBezTo>
                  <a:pt x="2354358" y="86096"/>
                  <a:pt x="2365375" y="73288"/>
                  <a:pt x="2372295" y="73288"/>
                </a:cubicBezTo>
                <a:cubicBezTo>
                  <a:pt x="2373831" y="73288"/>
                  <a:pt x="2376138" y="74570"/>
                  <a:pt x="2378957" y="77131"/>
                </a:cubicBezTo>
                <a:cubicBezTo>
                  <a:pt x="2383054" y="80716"/>
                  <a:pt x="2385873" y="82253"/>
                  <a:pt x="2389204" y="82253"/>
                </a:cubicBezTo>
                <a:cubicBezTo>
                  <a:pt x="2395353" y="82253"/>
                  <a:pt x="2399196" y="77897"/>
                  <a:pt x="2399196" y="70727"/>
                </a:cubicBezTo>
                <a:cubicBezTo>
                  <a:pt x="2399196" y="62271"/>
                  <a:pt x="2393817" y="57146"/>
                  <a:pt x="2385106" y="57146"/>
                </a:cubicBezTo>
                <a:cubicBezTo>
                  <a:pt x="2374343" y="57146"/>
                  <a:pt x="2366915" y="63041"/>
                  <a:pt x="2354358" y="81228"/>
                </a:cubicBezTo>
                <a:lnTo>
                  <a:pt x="2354358" y="57662"/>
                </a:lnTo>
                <a:lnTo>
                  <a:pt x="2353080" y="57146"/>
                </a:lnTo>
                <a:cubicBezTo>
                  <a:pt x="2339498" y="62783"/>
                  <a:pt x="2330275" y="66114"/>
                  <a:pt x="2315157" y="70981"/>
                </a:cubicBezTo>
                <a:lnTo>
                  <a:pt x="2315157" y="75083"/>
                </a:lnTo>
                <a:close/>
                <a:moveTo>
                  <a:pt x="2403553" y="73034"/>
                </a:moveTo>
                <a:cubicBezTo>
                  <a:pt x="2406884" y="72264"/>
                  <a:pt x="2408933" y="72010"/>
                  <a:pt x="2411752" y="72010"/>
                </a:cubicBezTo>
                <a:cubicBezTo>
                  <a:pt x="2418414" y="72010"/>
                  <a:pt x="2420720" y="76107"/>
                  <a:pt x="2420720" y="88402"/>
                </a:cubicBezTo>
                <a:lnTo>
                  <a:pt x="2420720" y="153218"/>
                </a:lnTo>
                <a:cubicBezTo>
                  <a:pt x="2420720" y="167054"/>
                  <a:pt x="2417131" y="170897"/>
                  <a:pt x="2402783" y="171151"/>
                </a:cubicBezTo>
                <a:lnTo>
                  <a:pt x="2402783" y="174994"/>
                </a:lnTo>
                <a:lnTo>
                  <a:pt x="2459663" y="174994"/>
                </a:lnTo>
                <a:lnTo>
                  <a:pt x="2459663" y="171151"/>
                </a:lnTo>
                <a:cubicBezTo>
                  <a:pt x="2446085" y="170639"/>
                  <a:pt x="2442242" y="167824"/>
                  <a:pt x="2442242" y="157832"/>
                </a:cubicBezTo>
                <a:lnTo>
                  <a:pt x="2442242" y="85587"/>
                </a:lnTo>
                <a:cubicBezTo>
                  <a:pt x="2442242" y="85075"/>
                  <a:pt x="2444291" y="82511"/>
                  <a:pt x="2446085" y="80720"/>
                </a:cubicBezTo>
                <a:cubicBezTo>
                  <a:pt x="2452489" y="74824"/>
                  <a:pt x="2463506" y="70469"/>
                  <a:pt x="2472475" y="70469"/>
                </a:cubicBezTo>
                <a:cubicBezTo>
                  <a:pt x="2483746" y="70469"/>
                  <a:pt x="2489383" y="79438"/>
                  <a:pt x="2489383" y="97371"/>
                </a:cubicBezTo>
                <a:lnTo>
                  <a:pt x="2489383" y="152964"/>
                </a:lnTo>
                <a:cubicBezTo>
                  <a:pt x="2489383" y="167312"/>
                  <a:pt x="2486564" y="170127"/>
                  <a:pt x="2471962" y="171151"/>
                </a:cubicBezTo>
                <a:lnTo>
                  <a:pt x="2471962" y="174994"/>
                </a:lnTo>
                <a:lnTo>
                  <a:pt x="2529354" y="174994"/>
                </a:lnTo>
                <a:lnTo>
                  <a:pt x="2529354" y="171151"/>
                </a:lnTo>
                <a:cubicBezTo>
                  <a:pt x="2514748" y="170897"/>
                  <a:pt x="2510905" y="166542"/>
                  <a:pt x="2510905" y="150658"/>
                </a:cubicBezTo>
                <a:lnTo>
                  <a:pt x="2510905" y="86100"/>
                </a:lnTo>
                <a:cubicBezTo>
                  <a:pt x="2518591" y="75083"/>
                  <a:pt x="2527048" y="70469"/>
                  <a:pt x="2538835" y="70469"/>
                </a:cubicBezTo>
                <a:cubicBezTo>
                  <a:pt x="2553437" y="70469"/>
                  <a:pt x="2558050" y="77389"/>
                  <a:pt x="2558050" y="98653"/>
                </a:cubicBezTo>
                <a:lnTo>
                  <a:pt x="2558050" y="152706"/>
                </a:lnTo>
                <a:cubicBezTo>
                  <a:pt x="2558050" y="167312"/>
                  <a:pt x="2556002" y="169361"/>
                  <a:pt x="2541142" y="171151"/>
                </a:cubicBezTo>
                <a:lnTo>
                  <a:pt x="2541142" y="174994"/>
                </a:lnTo>
                <a:lnTo>
                  <a:pt x="2597251" y="174994"/>
                </a:lnTo>
                <a:lnTo>
                  <a:pt x="2597251" y="171151"/>
                </a:lnTo>
                <a:lnTo>
                  <a:pt x="2590589" y="170639"/>
                </a:lnTo>
                <a:cubicBezTo>
                  <a:pt x="2582903" y="170127"/>
                  <a:pt x="2579572" y="165518"/>
                  <a:pt x="2579572" y="155525"/>
                </a:cubicBezTo>
                <a:lnTo>
                  <a:pt x="2579572" y="102750"/>
                </a:lnTo>
                <a:cubicBezTo>
                  <a:pt x="2579572" y="72522"/>
                  <a:pt x="2569579" y="57146"/>
                  <a:pt x="2549852" y="57146"/>
                </a:cubicBezTo>
                <a:cubicBezTo>
                  <a:pt x="2534992" y="57146"/>
                  <a:pt x="2521922" y="63807"/>
                  <a:pt x="2508086" y="78668"/>
                </a:cubicBezTo>
                <a:cubicBezTo>
                  <a:pt x="2503477" y="64065"/>
                  <a:pt x="2494767" y="57146"/>
                  <a:pt x="2480931" y="57146"/>
                </a:cubicBezTo>
                <a:cubicBezTo>
                  <a:pt x="2469656" y="57146"/>
                  <a:pt x="2462482" y="60735"/>
                  <a:pt x="2441214" y="76877"/>
                </a:cubicBezTo>
                <a:lnTo>
                  <a:pt x="2441214" y="57662"/>
                </a:lnTo>
                <a:lnTo>
                  <a:pt x="2439423" y="57146"/>
                </a:lnTo>
                <a:cubicBezTo>
                  <a:pt x="2426354" y="62017"/>
                  <a:pt x="2417643" y="64836"/>
                  <a:pt x="2403553" y="68679"/>
                </a:cubicBezTo>
                <a:lnTo>
                  <a:pt x="2403553" y="73034"/>
                </a:lnTo>
                <a:close/>
                <a:moveTo>
                  <a:pt x="2711265" y="158031"/>
                </a:moveTo>
                <a:cubicBezTo>
                  <a:pt x="2706909" y="161612"/>
                  <a:pt x="2703837" y="162894"/>
                  <a:pt x="2699994" y="162894"/>
                </a:cubicBezTo>
                <a:cubicBezTo>
                  <a:pt x="2694102" y="162894"/>
                  <a:pt x="2692307" y="159309"/>
                  <a:pt x="2692307" y="148046"/>
                </a:cubicBezTo>
                <a:lnTo>
                  <a:pt x="2692307" y="98117"/>
                </a:lnTo>
                <a:cubicBezTo>
                  <a:pt x="2692307" y="84802"/>
                  <a:pt x="2691025" y="77377"/>
                  <a:pt x="2687182" y="71232"/>
                </a:cubicBezTo>
                <a:cubicBezTo>
                  <a:pt x="2681544" y="62017"/>
                  <a:pt x="2670527" y="57146"/>
                  <a:pt x="2655413" y="57146"/>
                </a:cubicBezTo>
                <a:cubicBezTo>
                  <a:pt x="2631327" y="57146"/>
                  <a:pt x="2612369" y="69695"/>
                  <a:pt x="2612369" y="85826"/>
                </a:cubicBezTo>
                <a:cubicBezTo>
                  <a:pt x="2612369" y="91718"/>
                  <a:pt x="2617491" y="96835"/>
                  <a:pt x="2623386" y="96835"/>
                </a:cubicBezTo>
                <a:cubicBezTo>
                  <a:pt x="2629532" y="96835"/>
                  <a:pt x="2634916" y="91718"/>
                  <a:pt x="2634916" y="86084"/>
                </a:cubicBezTo>
                <a:cubicBezTo>
                  <a:pt x="2634916" y="85060"/>
                  <a:pt x="2634657" y="83777"/>
                  <a:pt x="2634403" y="81987"/>
                </a:cubicBezTo>
                <a:cubicBezTo>
                  <a:pt x="2633891" y="79684"/>
                  <a:pt x="2633633" y="77635"/>
                  <a:pt x="2633633" y="75841"/>
                </a:cubicBezTo>
                <a:cubicBezTo>
                  <a:pt x="2633633" y="68929"/>
                  <a:pt x="2641831" y="63295"/>
                  <a:pt x="2652082" y="63295"/>
                </a:cubicBezTo>
                <a:cubicBezTo>
                  <a:pt x="2664636" y="63295"/>
                  <a:pt x="2671552" y="70719"/>
                  <a:pt x="2671552" y="84547"/>
                </a:cubicBezTo>
                <a:lnTo>
                  <a:pt x="2671552" y="100166"/>
                </a:lnTo>
                <a:cubicBezTo>
                  <a:pt x="2632097" y="116039"/>
                  <a:pt x="2627742" y="118087"/>
                  <a:pt x="2616724" y="127818"/>
                </a:cubicBezTo>
                <a:cubicBezTo>
                  <a:pt x="2611087" y="132940"/>
                  <a:pt x="2607498" y="141642"/>
                  <a:pt x="2607498" y="150091"/>
                </a:cubicBezTo>
                <a:cubicBezTo>
                  <a:pt x="2607498" y="166225"/>
                  <a:pt x="2618773" y="177497"/>
                  <a:pt x="2634403" y="177497"/>
                </a:cubicBezTo>
                <a:cubicBezTo>
                  <a:pt x="2645675" y="177497"/>
                  <a:pt x="2656179" y="172117"/>
                  <a:pt x="2671810" y="158793"/>
                </a:cubicBezTo>
                <a:cubicBezTo>
                  <a:pt x="2673092" y="172117"/>
                  <a:pt x="2677701" y="177497"/>
                  <a:pt x="2688206" y="177497"/>
                </a:cubicBezTo>
                <a:cubicBezTo>
                  <a:pt x="2696917" y="177497"/>
                  <a:pt x="2702300" y="174424"/>
                  <a:pt x="2711265" y="164689"/>
                </a:cubicBezTo>
                <a:lnTo>
                  <a:pt x="2711265" y="158031"/>
                </a:lnTo>
                <a:moveTo>
                  <a:pt x="2671552" y="143421"/>
                </a:moveTo>
                <a:cubicBezTo>
                  <a:pt x="2671552" y="151365"/>
                  <a:pt x="2670273" y="153672"/>
                  <a:pt x="2664890" y="156745"/>
                </a:cubicBezTo>
                <a:cubicBezTo>
                  <a:pt x="2658744" y="160334"/>
                  <a:pt x="2651570" y="162636"/>
                  <a:pt x="2646187" y="162636"/>
                </a:cubicBezTo>
                <a:cubicBezTo>
                  <a:pt x="2637222" y="162636"/>
                  <a:pt x="2630048" y="153926"/>
                  <a:pt x="2630048" y="142909"/>
                </a:cubicBezTo>
                <a:lnTo>
                  <a:pt x="2630048" y="141885"/>
                </a:lnTo>
                <a:cubicBezTo>
                  <a:pt x="2630048" y="126766"/>
                  <a:pt x="2640549" y="117544"/>
                  <a:pt x="2671552" y="106269"/>
                </a:cubicBezTo>
                <a:lnTo>
                  <a:pt x="2671552" y="143421"/>
                </a:lnTo>
                <a:close/>
                <a:moveTo>
                  <a:pt x="2715878" y="73034"/>
                </a:moveTo>
                <a:cubicBezTo>
                  <a:pt x="2717414" y="72264"/>
                  <a:pt x="2719979" y="72010"/>
                  <a:pt x="2722798" y="72010"/>
                </a:cubicBezTo>
                <a:cubicBezTo>
                  <a:pt x="2729972" y="72010"/>
                  <a:pt x="2732274" y="75853"/>
                  <a:pt x="2732274" y="88402"/>
                </a:cubicBezTo>
                <a:lnTo>
                  <a:pt x="2732274" y="151940"/>
                </a:lnTo>
                <a:cubicBezTo>
                  <a:pt x="2732274" y="166542"/>
                  <a:pt x="2729456" y="170127"/>
                  <a:pt x="2716390" y="171151"/>
                </a:cubicBezTo>
                <a:lnTo>
                  <a:pt x="2716390" y="174994"/>
                </a:lnTo>
                <a:lnTo>
                  <a:pt x="2770709" y="174994"/>
                </a:lnTo>
                <a:lnTo>
                  <a:pt x="2770709" y="171151"/>
                </a:lnTo>
                <a:cubicBezTo>
                  <a:pt x="2757639" y="170127"/>
                  <a:pt x="2753796" y="167054"/>
                  <a:pt x="2753796" y="157832"/>
                </a:cubicBezTo>
                <a:lnTo>
                  <a:pt x="2753796" y="85842"/>
                </a:lnTo>
                <a:cubicBezTo>
                  <a:pt x="2766096" y="74312"/>
                  <a:pt x="2771733" y="71239"/>
                  <a:pt x="2780190" y="71239"/>
                </a:cubicBezTo>
                <a:cubicBezTo>
                  <a:pt x="2792743" y="71239"/>
                  <a:pt x="2798893" y="79180"/>
                  <a:pt x="2798893" y="96088"/>
                </a:cubicBezTo>
                <a:lnTo>
                  <a:pt x="2798893" y="149633"/>
                </a:lnTo>
                <a:cubicBezTo>
                  <a:pt x="2798893" y="165772"/>
                  <a:pt x="2795562" y="170127"/>
                  <a:pt x="2782750" y="171151"/>
                </a:cubicBezTo>
                <a:lnTo>
                  <a:pt x="2782750" y="174994"/>
                </a:lnTo>
                <a:lnTo>
                  <a:pt x="2836045" y="174994"/>
                </a:lnTo>
                <a:lnTo>
                  <a:pt x="2836045" y="171151"/>
                </a:lnTo>
                <a:cubicBezTo>
                  <a:pt x="2823488" y="169873"/>
                  <a:pt x="2820415" y="166796"/>
                  <a:pt x="2820415" y="154247"/>
                </a:cubicBezTo>
                <a:lnTo>
                  <a:pt x="2820415" y="95576"/>
                </a:lnTo>
                <a:cubicBezTo>
                  <a:pt x="2820415" y="71497"/>
                  <a:pt x="2809140" y="57146"/>
                  <a:pt x="2790182" y="57146"/>
                </a:cubicBezTo>
                <a:cubicBezTo>
                  <a:pt x="2778395" y="57146"/>
                  <a:pt x="2770451" y="61505"/>
                  <a:pt x="2753030" y="77901"/>
                </a:cubicBezTo>
                <a:lnTo>
                  <a:pt x="2753030" y="57662"/>
                </a:lnTo>
                <a:lnTo>
                  <a:pt x="2751236" y="57146"/>
                </a:lnTo>
                <a:cubicBezTo>
                  <a:pt x="2738682" y="61759"/>
                  <a:pt x="2729972" y="64578"/>
                  <a:pt x="2715878" y="68679"/>
                </a:cubicBezTo>
                <a:lnTo>
                  <a:pt x="2715878" y="73034"/>
                </a:lnTo>
                <a:close/>
                <a:moveTo>
                  <a:pt x="2941861" y="134984"/>
                </a:moveTo>
                <a:cubicBezTo>
                  <a:pt x="2929562" y="152906"/>
                  <a:pt x="2920339" y="159051"/>
                  <a:pt x="2905733" y="159051"/>
                </a:cubicBezTo>
                <a:cubicBezTo>
                  <a:pt x="2882417" y="159051"/>
                  <a:pt x="2866020" y="138569"/>
                  <a:pt x="2866020" y="109127"/>
                </a:cubicBezTo>
                <a:cubicBezTo>
                  <a:pt x="2866020" y="82757"/>
                  <a:pt x="2880114" y="64578"/>
                  <a:pt x="2900866" y="64578"/>
                </a:cubicBezTo>
                <a:cubicBezTo>
                  <a:pt x="2910088" y="64578"/>
                  <a:pt x="2913419" y="67392"/>
                  <a:pt x="2915984" y="76865"/>
                </a:cubicBezTo>
                <a:lnTo>
                  <a:pt x="2917520" y="82499"/>
                </a:lnTo>
                <a:cubicBezTo>
                  <a:pt x="2919569" y="89669"/>
                  <a:pt x="2924182" y="94278"/>
                  <a:pt x="2929562" y="94278"/>
                </a:cubicBezTo>
                <a:cubicBezTo>
                  <a:pt x="2936223" y="94278"/>
                  <a:pt x="2941861" y="89411"/>
                  <a:pt x="2941861" y="83523"/>
                </a:cubicBezTo>
                <a:cubicBezTo>
                  <a:pt x="2941861" y="69187"/>
                  <a:pt x="2923924" y="57146"/>
                  <a:pt x="2902402" y="57146"/>
                </a:cubicBezTo>
                <a:cubicBezTo>
                  <a:pt x="2889849" y="57146"/>
                  <a:pt x="2876783" y="62271"/>
                  <a:pt x="2866278" y="71490"/>
                </a:cubicBezTo>
                <a:cubicBezTo>
                  <a:pt x="2853466" y="82757"/>
                  <a:pt x="2846292" y="100166"/>
                  <a:pt x="2846292" y="120390"/>
                </a:cubicBezTo>
                <a:cubicBezTo>
                  <a:pt x="2846292" y="153676"/>
                  <a:pt x="2866532" y="177497"/>
                  <a:pt x="2894974" y="177497"/>
                </a:cubicBezTo>
                <a:cubicBezTo>
                  <a:pt x="2906503" y="177497"/>
                  <a:pt x="2916750" y="173399"/>
                  <a:pt x="2925976" y="165455"/>
                </a:cubicBezTo>
                <a:cubicBezTo>
                  <a:pt x="2932892" y="159305"/>
                  <a:pt x="2937760" y="152393"/>
                  <a:pt x="2945446" y="137287"/>
                </a:cubicBezTo>
                <a:lnTo>
                  <a:pt x="2941861" y="134984"/>
                </a:lnTo>
                <a:close/>
                <a:moveTo>
                  <a:pt x="3058181" y="132904"/>
                </a:moveTo>
                <a:cubicBezTo>
                  <a:pt x="3045886" y="152386"/>
                  <a:pt x="3034865" y="159822"/>
                  <a:pt x="3018468" y="159822"/>
                </a:cubicBezTo>
                <a:cubicBezTo>
                  <a:pt x="3003866" y="159822"/>
                  <a:pt x="2992849" y="152386"/>
                  <a:pt x="2985417" y="137776"/>
                </a:cubicBezTo>
                <a:cubicBezTo>
                  <a:pt x="2980804" y="128033"/>
                  <a:pt x="2979013" y="119573"/>
                  <a:pt x="2978501" y="103935"/>
                </a:cubicBezTo>
                <a:lnTo>
                  <a:pt x="3057415" y="103935"/>
                </a:lnTo>
                <a:cubicBezTo>
                  <a:pt x="3055362" y="87312"/>
                  <a:pt x="3052801" y="79907"/>
                  <a:pt x="3046398" y="71736"/>
                </a:cubicBezTo>
                <a:cubicBezTo>
                  <a:pt x="3038708" y="62529"/>
                  <a:pt x="3026924" y="57146"/>
                  <a:pt x="3013601" y="57146"/>
                </a:cubicBezTo>
                <a:cubicBezTo>
                  <a:pt x="3000789" y="57146"/>
                  <a:pt x="2988748" y="61759"/>
                  <a:pt x="2979013" y="70458"/>
                </a:cubicBezTo>
                <a:cubicBezTo>
                  <a:pt x="2966968" y="80927"/>
                  <a:pt x="2960052" y="99067"/>
                  <a:pt x="2960052" y="120085"/>
                </a:cubicBezTo>
                <a:cubicBezTo>
                  <a:pt x="2960052" y="155462"/>
                  <a:pt x="2978501" y="177497"/>
                  <a:pt x="3007963" y="177497"/>
                </a:cubicBezTo>
                <a:cubicBezTo>
                  <a:pt x="3032304" y="177497"/>
                  <a:pt x="3051519" y="162382"/>
                  <a:pt x="3062282" y="134699"/>
                </a:cubicBezTo>
                <a:lnTo>
                  <a:pt x="3058181" y="132904"/>
                </a:lnTo>
                <a:moveTo>
                  <a:pt x="2979013" y="95737"/>
                </a:moveTo>
                <a:cubicBezTo>
                  <a:pt x="2981828" y="75821"/>
                  <a:pt x="2990542" y="66372"/>
                  <a:pt x="3006169" y="66372"/>
                </a:cubicBezTo>
                <a:cubicBezTo>
                  <a:pt x="3021799" y="66372"/>
                  <a:pt x="3027949" y="73523"/>
                  <a:pt x="3031280" y="95737"/>
                </a:cubicBezTo>
                <a:lnTo>
                  <a:pt x="2979013" y="95737"/>
                </a:lnTo>
                <a:close/>
                <a:moveTo>
                  <a:pt x="3287495" y="177497"/>
                </a:moveTo>
                <a:lnTo>
                  <a:pt x="3325159" y="164177"/>
                </a:lnTo>
                <a:lnTo>
                  <a:pt x="3325159" y="160080"/>
                </a:lnTo>
                <a:cubicBezTo>
                  <a:pt x="3320546" y="160334"/>
                  <a:pt x="3320034" y="160334"/>
                  <a:pt x="3319263" y="160334"/>
                </a:cubicBezTo>
                <a:cubicBezTo>
                  <a:pt x="3310041" y="160334"/>
                  <a:pt x="3307992" y="157519"/>
                  <a:pt x="3307992" y="145739"/>
                </a:cubicBezTo>
                <a:lnTo>
                  <a:pt x="3307992" y="524"/>
                </a:lnTo>
                <a:lnTo>
                  <a:pt x="3306710" y="12"/>
                </a:lnTo>
                <a:cubicBezTo>
                  <a:pt x="3294411" y="4367"/>
                  <a:pt x="3285446" y="6928"/>
                  <a:pt x="3269046" y="11287"/>
                </a:cubicBezTo>
                <a:lnTo>
                  <a:pt x="3269046" y="15384"/>
                </a:lnTo>
                <a:cubicBezTo>
                  <a:pt x="3271098" y="15130"/>
                  <a:pt x="3272634" y="15130"/>
                  <a:pt x="3274683" y="15130"/>
                </a:cubicBezTo>
                <a:cubicBezTo>
                  <a:pt x="3284164" y="15130"/>
                  <a:pt x="3286470" y="17691"/>
                  <a:pt x="3286470" y="28196"/>
                </a:cubicBezTo>
                <a:lnTo>
                  <a:pt x="3286470" y="68163"/>
                </a:lnTo>
                <a:cubicBezTo>
                  <a:pt x="3276732" y="59964"/>
                  <a:pt x="3269816" y="57146"/>
                  <a:pt x="3259565" y="57146"/>
                </a:cubicBezTo>
                <a:cubicBezTo>
                  <a:pt x="3230103" y="57146"/>
                  <a:pt x="3206274" y="86084"/>
                  <a:pt x="3206274" y="122443"/>
                </a:cubicBezTo>
                <a:cubicBezTo>
                  <a:pt x="3206274" y="155212"/>
                  <a:pt x="3225489" y="177497"/>
                  <a:pt x="3253673" y="177497"/>
                </a:cubicBezTo>
                <a:cubicBezTo>
                  <a:pt x="3268021" y="177497"/>
                  <a:pt x="3277760" y="172375"/>
                  <a:pt x="3286470" y="160334"/>
                </a:cubicBezTo>
                <a:lnTo>
                  <a:pt x="3286470" y="176730"/>
                </a:lnTo>
                <a:lnTo>
                  <a:pt x="3287495" y="177497"/>
                </a:lnTo>
                <a:moveTo>
                  <a:pt x="3286470" y="148812"/>
                </a:moveTo>
                <a:cubicBezTo>
                  <a:pt x="3286470" y="150607"/>
                  <a:pt x="3284676" y="153680"/>
                  <a:pt x="3282115" y="156495"/>
                </a:cubicBezTo>
                <a:cubicBezTo>
                  <a:pt x="3277502" y="161616"/>
                  <a:pt x="3271098" y="164177"/>
                  <a:pt x="3263666" y="164177"/>
                </a:cubicBezTo>
                <a:cubicBezTo>
                  <a:pt x="3242402" y="164177"/>
                  <a:pt x="3228308" y="143691"/>
                  <a:pt x="3228308" y="112200"/>
                </a:cubicBezTo>
                <a:cubicBezTo>
                  <a:pt x="3228308" y="83269"/>
                  <a:pt x="3240862" y="64323"/>
                  <a:pt x="3260335" y="64323"/>
                </a:cubicBezTo>
                <a:cubicBezTo>
                  <a:pt x="3273917" y="64323"/>
                  <a:pt x="3286470" y="76353"/>
                  <a:pt x="3286470" y="89923"/>
                </a:cubicBezTo>
                <a:lnTo>
                  <a:pt x="3286470" y="148812"/>
                </a:lnTo>
                <a:close/>
                <a:moveTo>
                  <a:pt x="3431998" y="132904"/>
                </a:moveTo>
                <a:cubicBezTo>
                  <a:pt x="3419703" y="152386"/>
                  <a:pt x="3408682" y="159822"/>
                  <a:pt x="3392285" y="159822"/>
                </a:cubicBezTo>
                <a:cubicBezTo>
                  <a:pt x="3377683" y="159822"/>
                  <a:pt x="3366666" y="152386"/>
                  <a:pt x="3359234" y="137776"/>
                </a:cubicBezTo>
                <a:cubicBezTo>
                  <a:pt x="3354621" y="128033"/>
                  <a:pt x="3352830" y="119573"/>
                  <a:pt x="3352318" y="103935"/>
                </a:cubicBezTo>
                <a:lnTo>
                  <a:pt x="3431232" y="103935"/>
                </a:lnTo>
                <a:cubicBezTo>
                  <a:pt x="3429180" y="87312"/>
                  <a:pt x="3426619" y="79907"/>
                  <a:pt x="3420215" y="71736"/>
                </a:cubicBezTo>
                <a:cubicBezTo>
                  <a:pt x="3412525" y="62529"/>
                  <a:pt x="3400742" y="57146"/>
                  <a:pt x="3387418" y="57146"/>
                </a:cubicBezTo>
                <a:cubicBezTo>
                  <a:pt x="3374606" y="57146"/>
                  <a:pt x="3362565" y="61759"/>
                  <a:pt x="3352830" y="70458"/>
                </a:cubicBezTo>
                <a:cubicBezTo>
                  <a:pt x="3340785" y="80927"/>
                  <a:pt x="3333869" y="99067"/>
                  <a:pt x="3333869" y="120085"/>
                </a:cubicBezTo>
                <a:cubicBezTo>
                  <a:pt x="3333869" y="155462"/>
                  <a:pt x="3352318" y="177497"/>
                  <a:pt x="3381780" y="177497"/>
                </a:cubicBezTo>
                <a:cubicBezTo>
                  <a:pt x="3406121" y="177497"/>
                  <a:pt x="3425336" y="162382"/>
                  <a:pt x="3436099" y="134699"/>
                </a:cubicBezTo>
                <a:lnTo>
                  <a:pt x="3431998" y="132904"/>
                </a:lnTo>
                <a:moveTo>
                  <a:pt x="3352830" y="95737"/>
                </a:moveTo>
                <a:cubicBezTo>
                  <a:pt x="3355645" y="75821"/>
                  <a:pt x="3364360" y="66372"/>
                  <a:pt x="3379986" y="66372"/>
                </a:cubicBezTo>
                <a:cubicBezTo>
                  <a:pt x="3395616" y="66372"/>
                  <a:pt x="3401766" y="73523"/>
                  <a:pt x="3405097" y="95737"/>
                </a:cubicBezTo>
                <a:lnTo>
                  <a:pt x="3352830" y="95737"/>
                </a:lnTo>
                <a:close/>
                <a:moveTo>
                  <a:pt x="3557031" y="59648"/>
                </a:moveTo>
                <a:lnTo>
                  <a:pt x="3521419" y="59648"/>
                </a:lnTo>
                <a:lnTo>
                  <a:pt x="3521419" y="63495"/>
                </a:lnTo>
                <a:cubicBezTo>
                  <a:pt x="3529618" y="64261"/>
                  <a:pt x="3533461" y="66822"/>
                  <a:pt x="3533461" y="71689"/>
                </a:cubicBezTo>
                <a:cubicBezTo>
                  <a:pt x="3533461" y="74250"/>
                  <a:pt x="3532949" y="76811"/>
                  <a:pt x="3531924" y="79375"/>
                </a:cubicBezTo>
                <a:lnTo>
                  <a:pt x="3506559" y="145712"/>
                </a:lnTo>
                <a:lnTo>
                  <a:pt x="3480424" y="80141"/>
                </a:lnTo>
                <a:cubicBezTo>
                  <a:pt x="3478888" y="76556"/>
                  <a:pt x="3478118" y="72971"/>
                  <a:pt x="3478118" y="70665"/>
                </a:cubicBezTo>
                <a:cubicBezTo>
                  <a:pt x="3478118" y="66055"/>
                  <a:pt x="3480936" y="64261"/>
                  <a:pt x="3489905" y="63495"/>
                </a:cubicBezTo>
                <a:lnTo>
                  <a:pt x="3489905" y="59648"/>
                </a:lnTo>
                <a:lnTo>
                  <a:pt x="3439687" y="59648"/>
                </a:lnTo>
                <a:lnTo>
                  <a:pt x="3439687" y="63495"/>
                </a:lnTo>
                <a:cubicBezTo>
                  <a:pt x="3449422" y="64007"/>
                  <a:pt x="3451216" y="66568"/>
                  <a:pt x="3462999" y="92949"/>
                </a:cubicBezTo>
                <a:lnTo>
                  <a:pt x="3493748" y="166460"/>
                </a:lnTo>
                <a:cubicBezTo>
                  <a:pt x="3494260" y="167996"/>
                  <a:pt x="3495026" y="169791"/>
                  <a:pt x="3495796" y="171839"/>
                </a:cubicBezTo>
                <a:cubicBezTo>
                  <a:pt x="3497333" y="176449"/>
                  <a:pt x="3498873" y="178497"/>
                  <a:pt x="3500410" y="178497"/>
                </a:cubicBezTo>
                <a:cubicBezTo>
                  <a:pt x="3501946" y="178497"/>
                  <a:pt x="3503741" y="175170"/>
                  <a:pt x="3507584" y="165690"/>
                </a:cubicBezTo>
                <a:lnTo>
                  <a:pt x="3540377" y="83472"/>
                </a:lnTo>
                <a:cubicBezTo>
                  <a:pt x="3547809" y="66055"/>
                  <a:pt x="3549345" y="64261"/>
                  <a:pt x="3557031" y="63495"/>
                </a:cubicBezTo>
                <a:lnTo>
                  <a:pt x="3557031" y="59648"/>
                </a:lnTo>
                <a:close/>
                <a:moveTo>
                  <a:pt x="3607761" y="57146"/>
                </a:moveTo>
                <a:lnTo>
                  <a:pt x="3568048" y="71157"/>
                </a:lnTo>
                <a:lnTo>
                  <a:pt x="3568048" y="75004"/>
                </a:lnTo>
                <a:lnTo>
                  <a:pt x="3570100" y="74746"/>
                </a:lnTo>
                <a:cubicBezTo>
                  <a:pt x="3573173" y="74234"/>
                  <a:pt x="3576504" y="73976"/>
                  <a:pt x="3578811" y="73976"/>
                </a:cubicBezTo>
                <a:cubicBezTo>
                  <a:pt x="3584961" y="73976"/>
                  <a:pt x="3587263" y="78077"/>
                  <a:pt x="3587263" y="89360"/>
                </a:cubicBezTo>
                <a:lnTo>
                  <a:pt x="3587263" y="148847"/>
                </a:lnTo>
                <a:cubicBezTo>
                  <a:pt x="3587263" y="167308"/>
                  <a:pt x="3584703" y="170127"/>
                  <a:pt x="3567024" y="171151"/>
                </a:cubicBezTo>
                <a:lnTo>
                  <a:pt x="3567024" y="174994"/>
                </a:lnTo>
                <a:lnTo>
                  <a:pt x="3627746" y="174994"/>
                </a:lnTo>
                <a:lnTo>
                  <a:pt x="3627746" y="171151"/>
                </a:lnTo>
                <a:cubicBezTo>
                  <a:pt x="3610838" y="169873"/>
                  <a:pt x="3608785" y="167308"/>
                  <a:pt x="3608785" y="148847"/>
                </a:cubicBezTo>
                <a:lnTo>
                  <a:pt x="3608785" y="57916"/>
                </a:lnTo>
                <a:lnTo>
                  <a:pt x="3607761" y="57146"/>
                </a:lnTo>
                <a:moveTo>
                  <a:pt x="3595720" y="98"/>
                </a:moveTo>
                <a:cubicBezTo>
                  <a:pt x="3588804" y="98"/>
                  <a:pt x="3582908" y="5993"/>
                  <a:pt x="3582908" y="13167"/>
                </a:cubicBezTo>
                <a:cubicBezTo>
                  <a:pt x="3582908" y="20341"/>
                  <a:pt x="3588546" y="26233"/>
                  <a:pt x="3595720" y="26233"/>
                </a:cubicBezTo>
                <a:cubicBezTo>
                  <a:pt x="3603152" y="26233"/>
                  <a:pt x="3609043" y="20595"/>
                  <a:pt x="3609043" y="13167"/>
                </a:cubicBezTo>
                <a:cubicBezTo>
                  <a:pt x="3609043" y="5993"/>
                  <a:pt x="3603152" y="98"/>
                  <a:pt x="3595720" y="98"/>
                </a:cubicBezTo>
                <a:close/>
                <a:moveTo>
                  <a:pt x="3747397" y="158031"/>
                </a:moveTo>
                <a:cubicBezTo>
                  <a:pt x="3743042" y="161612"/>
                  <a:pt x="3739969" y="162894"/>
                  <a:pt x="3736126" y="162894"/>
                </a:cubicBezTo>
                <a:cubicBezTo>
                  <a:pt x="3730235" y="162894"/>
                  <a:pt x="3728440" y="159309"/>
                  <a:pt x="3728440" y="148046"/>
                </a:cubicBezTo>
                <a:lnTo>
                  <a:pt x="3728440" y="98117"/>
                </a:lnTo>
                <a:cubicBezTo>
                  <a:pt x="3728440" y="84802"/>
                  <a:pt x="3727158" y="77377"/>
                  <a:pt x="3723315" y="71232"/>
                </a:cubicBezTo>
                <a:cubicBezTo>
                  <a:pt x="3717677" y="62017"/>
                  <a:pt x="3706660" y="57146"/>
                  <a:pt x="3691546" y="57146"/>
                </a:cubicBezTo>
                <a:cubicBezTo>
                  <a:pt x="3667459" y="57146"/>
                  <a:pt x="3648502" y="69695"/>
                  <a:pt x="3648502" y="85826"/>
                </a:cubicBezTo>
                <a:cubicBezTo>
                  <a:pt x="3648502" y="91718"/>
                  <a:pt x="3653623" y="96835"/>
                  <a:pt x="3659519" y="96835"/>
                </a:cubicBezTo>
                <a:cubicBezTo>
                  <a:pt x="3665665" y="96835"/>
                  <a:pt x="3671048" y="91718"/>
                  <a:pt x="3671048" y="86084"/>
                </a:cubicBezTo>
                <a:cubicBezTo>
                  <a:pt x="3671048" y="85060"/>
                  <a:pt x="3670790" y="83777"/>
                  <a:pt x="3670536" y="81987"/>
                </a:cubicBezTo>
                <a:cubicBezTo>
                  <a:pt x="3670024" y="79684"/>
                  <a:pt x="3669766" y="77635"/>
                  <a:pt x="3669766" y="75841"/>
                </a:cubicBezTo>
                <a:cubicBezTo>
                  <a:pt x="3669766" y="68929"/>
                  <a:pt x="3677964" y="63295"/>
                  <a:pt x="3688215" y="63295"/>
                </a:cubicBezTo>
                <a:cubicBezTo>
                  <a:pt x="3700768" y="63295"/>
                  <a:pt x="3707684" y="70719"/>
                  <a:pt x="3707684" y="84547"/>
                </a:cubicBezTo>
                <a:lnTo>
                  <a:pt x="3707684" y="100166"/>
                </a:lnTo>
                <a:cubicBezTo>
                  <a:pt x="3668229" y="116039"/>
                  <a:pt x="3663874" y="118087"/>
                  <a:pt x="3652857" y="127818"/>
                </a:cubicBezTo>
                <a:cubicBezTo>
                  <a:pt x="3647220" y="132940"/>
                  <a:pt x="3643631" y="141642"/>
                  <a:pt x="3643631" y="150091"/>
                </a:cubicBezTo>
                <a:cubicBezTo>
                  <a:pt x="3643631" y="166225"/>
                  <a:pt x="3654906" y="177497"/>
                  <a:pt x="3670536" y="177497"/>
                </a:cubicBezTo>
                <a:cubicBezTo>
                  <a:pt x="3681807" y="177497"/>
                  <a:pt x="3692312" y="172117"/>
                  <a:pt x="3707942" y="158793"/>
                </a:cubicBezTo>
                <a:cubicBezTo>
                  <a:pt x="3709225" y="172117"/>
                  <a:pt x="3713834" y="177497"/>
                  <a:pt x="3724339" y="177497"/>
                </a:cubicBezTo>
                <a:cubicBezTo>
                  <a:pt x="3733049" y="177497"/>
                  <a:pt x="3738433" y="174424"/>
                  <a:pt x="3747397" y="164689"/>
                </a:cubicBezTo>
                <a:lnTo>
                  <a:pt x="3747397" y="158031"/>
                </a:lnTo>
                <a:moveTo>
                  <a:pt x="3707684" y="143421"/>
                </a:moveTo>
                <a:cubicBezTo>
                  <a:pt x="3707684" y="151365"/>
                  <a:pt x="3706406" y="153672"/>
                  <a:pt x="3701023" y="156745"/>
                </a:cubicBezTo>
                <a:cubicBezTo>
                  <a:pt x="3694877" y="160334"/>
                  <a:pt x="3687703" y="162636"/>
                  <a:pt x="3682319" y="162636"/>
                </a:cubicBezTo>
                <a:cubicBezTo>
                  <a:pt x="3673355" y="162636"/>
                  <a:pt x="3666181" y="153926"/>
                  <a:pt x="3666181" y="142909"/>
                </a:cubicBezTo>
                <a:lnTo>
                  <a:pt x="3666181" y="141885"/>
                </a:lnTo>
                <a:cubicBezTo>
                  <a:pt x="3666181" y="126766"/>
                  <a:pt x="3676682" y="117544"/>
                  <a:pt x="3707684" y="106269"/>
                </a:cubicBezTo>
                <a:lnTo>
                  <a:pt x="3707684" y="143421"/>
                </a:lnTo>
                <a:close/>
                <a:moveTo>
                  <a:pt x="3813245" y="59648"/>
                </a:moveTo>
                <a:lnTo>
                  <a:pt x="3787368" y="59648"/>
                </a:lnTo>
                <a:lnTo>
                  <a:pt x="3787368" y="29927"/>
                </a:lnTo>
                <a:cubicBezTo>
                  <a:pt x="3787368" y="27367"/>
                  <a:pt x="3787114" y="26597"/>
                  <a:pt x="3785574" y="26597"/>
                </a:cubicBezTo>
                <a:cubicBezTo>
                  <a:pt x="3783783" y="28903"/>
                  <a:pt x="3782243" y="31210"/>
                  <a:pt x="3780452" y="33771"/>
                </a:cubicBezTo>
                <a:cubicBezTo>
                  <a:pt x="3770714" y="47864"/>
                  <a:pt x="3759697" y="60164"/>
                  <a:pt x="3755599" y="61188"/>
                </a:cubicBezTo>
                <a:cubicBezTo>
                  <a:pt x="3752781" y="62979"/>
                  <a:pt x="3751240" y="64773"/>
                  <a:pt x="3751240" y="66055"/>
                </a:cubicBezTo>
                <a:cubicBezTo>
                  <a:pt x="3751240" y="66826"/>
                  <a:pt x="3751498" y="67338"/>
                  <a:pt x="3752269" y="67850"/>
                </a:cubicBezTo>
                <a:lnTo>
                  <a:pt x="3765846" y="67850"/>
                </a:lnTo>
                <a:lnTo>
                  <a:pt x="3765846" y="144961"/>
                </a:lnTo>
                <a:cubicBezTo>
                  <a:pt x="3765846" y="166479"/>
                  <a:pt x="3773532" y="177497"/>
                  <a:pt x="3788651" y="177497"/>
                </a:cubicBezTo>
                <a:cubicBezTo>
                  <a:pt x="3801204" y="177497"/>
                  <a:pt x="3810939" y="171351"/>
                  <a:pt x="3819395" y="158027"/>
                </a:cubicBezTo>
                <a:lnTo>
                  <a:pt x="3816064" y="155208"/>
                </a:lnTo>
                <a:cubicBezTo>
                  <a:pt x="3810685" y="161612"/>
                  <a:pt x="3806329" y="164177"/>
                  <a:pt x="3800692" y="164177"/>
                </a:cubicBezTo>
                <a:cubicBezTo>
                  <a:pt x="3791211" y="164177"/>
                  <a:pt x="3787368" y="157257"/>
                  <a:pt x="3787368" y="141118"/>
                </a:cubicBezTo>
                <a:lnTo>
                  <a:pt x="3787368" y="67850"/>
                </a:lnTo>
                <a:lnTo>
                  <a:pt x="3813245" y="67850"/>
                </a:lnTo>
                <a:lnTo>
                  <a:pt x="3813245" y="59648"/>
                </a:lnTo>
                <a:close/>
                <a:moveTo>
                  <a:pt x="3863975" y="57146"/>
                </a:moveTo>
                <a:lnTo>
                  <a:pt x="3824262" y="71157"/>
                </a:lnTo>
                <a:lnTo>
                  <a:pt x="3824262" y="75004"/>
                </a:lnTo>
                <a:lnTo>
                  <a:pt x="3826314" y="74746"/>
                </a:lnTo>
                <a:cubicBezTo>
                  <a:pt x="3829387" y="74234"/>
                  <a:pt x="3832718" y="73976"/>
                  <a:pt x="3835025" y="73976"/>
                </a:cubicBezTo>
                <a:cubicBezTo>
                  <a:pt x="3841175" y="73976"/>
                  <a:pt x="3843477" y="78077"/>
                  <a:pt x="3843477" y="89360"/>
                </a:cubicBezTo>
                <a:lnTo>
                  <a:pt x="3843477" y="148847"/>
                </a:lnTo>
                <a:cubicBezTo>
                  <a:pt x="3843477" y="167308"/>
                  <a:pt x="3840917" y="170127"/>
                  <a:pt x="3823238" y="171151"/>
                </a:cubicBezTo>
                <a:lnTo>
                  <a:pt x="3823238" y="174994"/>
                </a:lnTo>
                <a:lnTo>
                  <a:pt x="3883960" y="174994"/>
                </a:lnTo>
                <a:lnTo>
                  <a:pt x="3883960" y="171151"/>
                </a:lnTo>
                <a:cubicBezTo>
                  <a:pt x="3867052" y="169873"/>
                  <a:pt x="3864999" y="167308"/>
                  <a:pt x="3864999" y="148847"/>
                </a:cubicBezTo>
                <a:lnTo>
                  <a:pt x="3864999" y="57916"/>
                </a:lnTo>
                <a:lnTo>
                  <a:pt x="3863975" y="57146"/>
                </a:lnTo>
                <a:moveTo>
                  <a:pt x="3851934" y="98"/>
                </a:moveTo>
                <a:cubicBezTo>
                  <a:pt x="3845018" y="98"/>
                  <a:pt x="3839122" y="5993"/>
                  <a:pt x="3839122" y="13167"/>
                </a:cubicBezTo>
                <a:cubicBezTo>
                  <a:pt x="3839122" y="20341"/>
                  <a:pt x="3844760" y="26233"/>
                  <a:pt x="3851934" y="26233"/>
                </a:cubicBezTo>
                <a:cubicBezTo>
                  <a:pt x="3859366" y="26233"/>
                  <a:pt x="3865257" y="20595"/>
                  <a:pt x="3865257" y="13167"/>
                </a:cubicBezTo>
                <a:cubicBezTo>
                  <a:pt x="3865257" y="5993"/>
                  <a:pt x="3859366" y="98"/>
                  <a:pt x="3851934" y="98"/>
                </a:cubicBezTo>
                <a:close/>
                <a:moveTo>
                  <a:pt x="3954422" y="57146"/>
                </a:moveTo>
                <a:cubicBezTo>
                  <a:pt x="3921112" y="57146"/>
                  <a:pt x="3897796" y="81733"/>
                  <a:pt x="3897796" y="117067"/>
                </a:cubicBezTo>
                <a:cubicBezTo>
                  <a:pt x="3897796" y="151631"/>
                  <a:pt x="3921625" y="177497"/>
                  <a:pt x="3953906" y="177497"/>
                </a:cubicBezTo>
                <a:cubicBezTo>
                  <a:pt x="3986191" y="177497"/>
                  <a:pt x="4010785" y="150353"/>
                  <a:pt x="4010785" y="115018"/>
                </a:cubicBezTo>
                <a:cubicBezTo>
                  <a:pt x="4010785" y="81475"/>
                  <a:pt x="3987215" y="57146"/>
                  <a:pt x="3954422" y="57146"/>
                </a:cubicBezTo>
                <a:moveTo>
                  <a:pt x="3951091" y="64323"/>
                </a:moveTo>
                <a:cubicBezTo>
                  <a:pt x="3972613" y="64323"/>
                  <a:pt x="3987727" y="88903"/>
                  <a:pt x="3987727" y="123979"/>
                </a:cubicBezTo>
                <a:cubicBezTo>
                  <a:pt x="3987727" y="152913"/>
                  <a:pt x="3976198" y="170323"/>
                  <a:pt x="3956982" y="170323"/>
                </a:cubicBezTo>
                <a:cubicBezTo>
                  <a:pt x="3946990" y="170323"/>
                  <a:pt x="3937509" y="164181"/>
                  <a:pt x="3932130" y="153938"/>
                </a:cubicBezTo>
                <a:cubicBezTo>
                  <a:pt x="3924956" y="140622"/>
                  <a:pt x="3920854" y="122701"/>
                  <a:pt x="3920854" y="104521"/>
                </a:cubicBezTo>
                <a:cubicBezTo>
                  <a:pt x="3920854" y="80196"/>
                  <a:pt x="3932896" y="64323"/>
                  <a:pt x="3951091" y="64323"/>
                </a:cubicBezTo>
                <a:close/>
                <a:moveTo>
                  <a:pt x="4022572" y="73034"/>
                </a:moveTo>
                <a:cubicBezTo>
                  <a:pt x="4024108" y="72264"/>
                  <a:pt x="4026673" y="72010"/>
                  <a:pt x="4029492" y="72010"/>
                </a:cubicBezTo>
                <a:cubicBezTo>
                  <a:pt x="4036666" y="72010"/>
                  <a:pt x="4038969" y="75853"/>
                  <a:pt x="4038969" y="88402"/>
                </a:cubicBezTo>
                <a:lnTo>
                  <a:pt x="4038969" y="151940"/>
                </a:lnTo>
                <a:cubicBezTo>
                  <a:pt x="4038969" y="166542"/>
                  <a:pt x="4036150" y="170127"/>
                  <a:pt x="4023084" y="171151"/>
                </a:cubicBezTo>
                <a:lnTo>
                  <a:pt x="4023084" y="174994"/>
                </a:lnTo>
                <a:lnTo>
                  <a:pt x="4077403" y="174994"/>
                </a:lnTo>
                <a:lnTo>
                  <a:pt x="4077403" y="171151"/>
                </a:lnTo>
                <a:cubicBezTo>
                  <a:pt x="4064334" y="170127"/>
                  <a:pt x="4060491" y="167054"/>
                  <a:pt x="4060491" y="157832"/>
                </a:cubicBezTo>
                <a:lnTo>
                  <a:pt x="4060491" y="85842"/>
                </a:lnTo>
                <a:cubicBezTo>
                  <a:pt x="4072790" y="74312"/>
                  <a:pt x="4078427" y="71239"/>
                  <a:pt x="4086884" y="71239"/>
                </a:cubicBezTo>
                <a:cubicBezTo>
                  <a:pt x="4099437" y="71239"/>
                  <a:pt x="4105587" y="79180"/>
                  <a:pt x="4105587" y="96088"/>
                </a:cubicBezTo>
                <a:lnTo>
                  <a:pt x="4105587" y="149633"/>
                </a:lnTo>
                <a:cubicBezTo>
                  <a:pt x="4105587" y="165772"/>
                  <a:pt x="4102256" y="170127"/>
                  <a:pt x="4089444" y="171151"/>
                </a:cubicBezTo>
                <a:lnTo>
                  <a:pt x="4089444" y="174994"/>
                </a:lnTo>
                <a:lnTo>
                  <a:pt x="4142739" y="174994"/>
                </a:lnTo>
                <a:lnTo>
                  <a:pt x="4142739" y="171151"/>
                </a:lnTo>
                <a:cubicBezTo>
                  <a:pt x="4130182" y="169873"/>
                  <a:pt x="4127109" y="166796"/>
                  <a:pt x="4127109" y="154247"/>
                </a:cubicBezTo>
                <a:lnTo>
                  <a:pt x="4127109" y="95576"/>
                </a:lnTo>
                <a:cubicBezTo>
                  <a:pt x="4127109" y="71497"/>
                  <a:pt x="4115834" y="57146"/>
                  <a:pt x="4096877" y="57146"/>
                </a:cubicBezTo>
                <a:cubicBezTo>
                  <a:pt x="4085089" y="57146"/>
                  <a:pt x="4077145" y="61505"/>
                  <a:pt x="4059724" y="77901"/>
                </a:cubicBezTo>
                <a:lnTo>
                  <a:pt x="4059724" y="57662"/>
                </a:lnTo>
                <a:lnTo>
                  <a:pt x="4057930" y="57146"/>
                </a:lnTo>
                <a:cubicBezTo>
                  <a:pt x="4045376" y="61759"/>
                  <a:pt x="4036666" y="64578"/>
                  <a:pt x="4022572" y="68679"/>
                </a:cubicBezTo>
                <a:lnTo>
                  <a:pt x="4022572" y="73034"/>
                </a:lnTo>
                <a:close/>
                <a:moveTo>
                  <a:pt x="4227287" y="94493"/>
                </a:moveTo>
                <a:lnTo>
                  <a:pt x="4226263" y="59648"/>
                </a:lnTo>
                <a:lnTo>
                  <a:pt x="4223444" y="59648"/>
                </a:lnTo>
                <a:lnTo>
                  <a:pt x="4222932" y="60164"/>
                </a:lnTo>
                <a:cubicBezTo>
                  <a:pt x="4220625" y="61954"/>
                  <a:pt x="4220371" y="62212"/>
                  <a:pt x="4219347" y="62212"/>
                </a:cubicBezTo>
                <a:cubicBezTo>
                  <a:pt x="4217811" y="62212"/>
                  <a:pt x="4215246" y="61700"/>
                  <a:pt x="4212427" y="60418"/>
                </a:cubicBezTo>
                <a:cubicBezTo>
                  <a:pt x="4206790" y="58424"/>
                  <a:pt x="4201156" y="57396"/>
                  <a:pt x="4194494" y="57396"/>
                </a:cubicBezTo>
                <a:cubicBezTo>
                  <a:pt x="4174251" y="57396"/>
                  <a:pt x="4159648" y="70461"/>
                  <a:pt x="4159648" y="88899"/>
                </a:cubicBezTo>
                <a:cubicBezTo>
                  <a:pt x="4159648" y="103235"/>
                  <a:pt x="4167847" y="113478"/>
                  <a:pt x="4189627" y="125770"/>
                </a:cubicBezTo>
                <a:lnTo>
                  <a:pt x="4204487" y="134222"/>
                </a:lnTo>
                <a:cubicBezTo>
                  <a:pt x="4213451" y="139343"/>
                  <a:pt x="4217811" y="145489"/>
                  <a:pt x="4217811" y="153426"/>
                </a:cubicBezTo>
                <a:cubicBezTo>
                  <a:pt x="4217811" y="164693"/>
                  <a:pt x="4209608" y="171863"/>
                  <a:pt x="4196543" y="171863"/>
                </a:cubicBezTo>
                <a:cubicBezTo>
                  <a:pt x="4187832" y="171863"/>
                  <a:pt x="4179888" y="168532"/>
                  <a:pt x="4175021" y="162898"/>
                </a:cubicBezTo>
                <a:cubicBezTo>
                  <a:pt x="4169641" y="156498"/>
                  <a:pt x="4167335" y="150607"/>
                  <a:pt x="4164004" y="136013"/>
                </a:cubicBezTo>
                <a:lnTo>
                  <a:pt x="4159903" y="136013"/>
                </a:lnTo>
                <a:lnTo>
                  <a:pt x="4159903" y="175960"/>
                </a:lnTo>
                <a:lnTo>
                  <a:pt x="4163234" y="175960"/>
                </a:lnTo>
                <a:cubicBezTo>
                  <a:pt x="4165028" y="173399"/>
                  <a:pt x="4166052" y="172887"/>
                  <a:pt x="4169129" y="172887"/>
                </a:cubicBezTo>
                <a:cubicBezTo>
                  <a:pt x="4171436" y="172946"/>
                  <a:pt x="4175021" y="173458"/>
                  <a:pt x="4180912" y="174994"/>
                </a:cubicBezTo>
                <a:cubicBezTo>
                  <a:pt x="4188086" y="176472"/>
                  <a:pt x="4195006" y="177497"/>
                  <a:pt x="4199616" y="177497"/>
                </a:cubicBezTo>
                <a:cubicBezTo>
                  <a:pt x="4219347" y="177497"/>
                  <a:pt x="4235744" y="162644"/>
                  <a:pt x="4235744" y="144719"/>
                </a:cubicBezTo>
                <a:cubicBezTo>
                  <a:pt x="4235744" y="131915"/>
                  <a:pt x="4229594" y="123467"/>
                  <a:pt x="4214222" y="114248"/>
                </a:cubicBezTo>
                <a:lnTo>
                  <a:pt x="4186550" y="97859"/>
                </a:lnTo>
                <a:cubicBezTo>
                  <a:pt x="4179376" y="93762"/>
                  <a:pt x="4175533" y="87362"/>
                  <a:pt x="4175533" y="80446"/>
                </a:cubicBezTo>
                <a:cubicBezTo>
                  <a:pt x="4175533" y="70203"/>
                  <a:pt x="4183477" y="63033"/>
                  <a:pt x="4195260" y="63033"/>
                </a:cubicBezTo>
                <a:cubicBezTo>
                  <a:pt x="4209866" y="63033"/>
                  <a:pt x="4217553" y="71740"/>
                  <a:pt x="4223444" y="94532"/>
                </a:cubicBezTo>
                <a:lnTo>
                  <a:pt x="4227287" y="94493"/>
                </a:lnTo>
                <a:close/>
                <a:moveTo>
                  <a:pt x="4443533" y="59648"/>
                </a:moveTo>
                <a:lnTo>
                  <a:pt x="4417656" y="59648"/>
                </a:lnTo>
                <a:lnTo>
                  <a:pt x="4417656" y="29927"/>
                </a:lnTo>
                <a:cubicBezTo>
                  <a:pt x="4417656" y="27367"/>
                  <a:pt x="4417402" y="26597"/>
                  <a:pt x="4415861" y="26597"/>
                </a:cubicBezTo>
                <a:cubicBezTo>
                  <a:pt x="4414071" y="28903"/>
                  <a:pt x="4412530" y="31210"/>
                  <a:pt x="4410740" y="33771"/>
                </a:cubicBezTo>
                <a:cubicBezTo>
                  <a:pt x="4401001" y="47864"/>
                  <a:pt x="4389984" y="60164"/>
                  <a:pt x="4385887" y="61188"/>
                </a:cubicBezTo>
                <a:cubicBezTo>
                  <a:pt x="4383068" y="62979"/>
                  <a:pt x="4381528" y="64773"/>
                  <a:pt x="4381528" y="66055"/>
                </a:cubicBezTo>
                <a:cubicBezTo>
                  <a:pt x="4381528" y="66826"/>
                  <a:pt x="4381786" y="67338"/>
                  <a:pt x="4382556" y="67850"/>
                </a:cubicBezTo>
                <a:lnTo>
                  <a:pt x="4396134" y="67850"/>
                </a:lnTo>
                <a:lnTo>
                  <a:pt x="4396134" y="144961"/>
                </a:lnTo>
                <a:cubicBezTo>
                  <a:pt x="4396134" y="166479"/>
                  <a:pt x="4403820" y="177497"/>
                  <a:pt x="4418938" y="177497"/>
                </a:cubicBezTo>
                <a:cubicBezTo>
                  <a:pt x="4431492" y="177497"/>
                  <a:pt x="4441226" y="171351"/>
                  <a:pt x="4449683" y="158027"/>
                </a:cubicBezTo>
                <a:lnTo>
                  <a:pt x="4446352" y="155208"/>
                </a:lnTo>
                <a:cubicBezTo>
                  <a:pt x="4440972" y="161612"/>
                  <a:pt x="4436617" y="164177"/>
                  <a:pt x="4430980" y="164177"/>
                </a:cubicBezTo>
                <a:cubicBezTo>
                  <a:pt x="4421499" y="164177"/>
                  <a:pt x="4417656" y="157257"/>
                  <a:pt x="4417656" y="141118"/>
                </a:cubicBezTo>
                <a:lnTo>
                  <a:pt x="4417656" y="67850"/>
                </a:lnTo>
                <a:lnTo>
                  <a:pt x="4443533" y="67850"/>
                </a:lnTo>
                <a:lnTo>
                  <a:pt x="4443533" y="59648"/>
                </a:lnTo>
                <a:close/>
                <a:moveTo>
                  <a:pt x="4513482" y="57146"/>
                </a:moveTo>
                <a:cubicBezTo>
                  <a:pt x="4480173" y="57146"/>
                  <a:pt x="4456856" y="81733"/>
                  <a:pt x="4456856" y="117067"/>
                </a:cubicBezTo>
                <a:cubicBezTo>
                  <a:pt x="4456856" y="151631"/>
                  <a:pt x="4480685" y="177497"/>
                  <a:pt x="4512966" y="177497"/>
                </a:cubicBezTo>
                <a:cubicBezTo>
                  <a:pt x="4545251" y="177497"/>
                  <a:pt x="4569846" y="150353"/>
                  <a:pt x="4569846" y="115018"/>
                </a:cubicBezTo>
                <a:cubicBezTo>
                  <a:pt x="4569846" y="81475"/>
                  <a:pt x="4546275" y="57146"/>
                  <a:pt x="4513482" y="57146"/>
                </a:cubicBezTo>
                <a:moveTo>
                  <a:pt x="4510151" y="64323"/>
                </a:moveTo>
                <a:cubicBezTo>
                  <a:pt x="4531673" y="64323"/>
                  <a:pt x="4546787" y="88903"/>
                  <a:pt x="4546787" y="123979"/>
                </a:cubicBezTo>
                <a:cubicBezTo>
                  <a:pt x="4546787" y="152913"/>
                  <a:pt x="4535258" y="170323"/>
                  <a:pt x="4516043" y="170323"/>
                </a:cubicBezTo>
                <a:cubicBezTo>
                  <a:pt x="4506050" y="170323"/>
                  <a:pt x="4496569" y="164181"/>
                  <a:pt x="4491190" y="153938"/>
                </a:cubicBezTo>
                <a:cubicBezTo>
                  <a:pt x="4484016" y="140622"/>
                  <a:pt x="4479915" y="122701"/>
                  <a:pt x="4479915" y="104521"/>
                </a:cubicBezTo>
                <a:cubicBezTo>
                  <a:pt x="4479915" y="80196"/>
                  <a:pt x="4491956" y="64323"/>
                  <a:pt x="4510151" y="64323"/>
                </a:cubicBezTo>
                <a:close/>
                <a:moveTo>
                  <a:pt x="4774819" y="59648"/>
                </a:moveTo>
                <a:lnTo>
                  <a:pt x="4748942" y="59648"/>
                </a:lnTo>
                <a:lnTo>
                  <a:pt x="4748942" y="29927"/>
                </a:lnTo>
                <a:cubicBezTo>
                  <a:pt x="4748942" y="27367"/>
                  <a:pt x="4748688" y="26597"/>
                  <a:pt x="4747147" y="26597"/>
                </a:cubicBezTo>
                <a:cubicBezTo>
                  <a:pt x="4745357" y="28903"/>
                  <a:pt x="4743816" y="31210"/>
                  <a:pt x="4742026" y="33771"/>
                </a:cubicBezTo>
                <a:cubicBezTo>
                  <a:pt x="4732287" y="47864"/>
                  <a:pt x="4721270" y="60164"/>
                  <a:pt x="4717173" y="61188"/>
                </a:cubicBezTo>
                <a:cubicBezTo>
                  <a:pt x="4714354" y="62979"/>
                  <a:pt x="4712814" y="64773"/>
                  <a:pt x="4712814" y="66055"/>
                </a:cubicBezTo>
                <a:cubicBezTo>
                  <a:pt x="4712814" y="66826"/>
                  <a:pt x="4713072" y="67338"/>
                  <a:pt x="4713842" y="67850"/>
                </a:cubicBezTo>
                <a:lnTo>
                  <a:pt x="4727420" y="67850"/>
                </a:lnTo>
                <a:lnTo>
                  <a:pt x="4727420" y="144961"/>
                </a:lnTo>
                <a:cubicBezTo>
                  <a:pt x="4727420" y="166479"/>
                  <a:pt x="4735106" y="177497"/>
                  <a:pt x="4750224" y="177497"/>
                </a:cubicBezTo>
                <a:cubicBezTo>
                  <a:pt x="4762778" y="177497"/>
                  <a:pt x="4772512" y="171351"/>
                  <a:pt x="4780969" y="158027"/>
                </a:cubicBezTo>
                <a:lnTo>
                  <a:pt x="4777638" y="155208"/>
                </a:lnTo>
                <a:cubicBezTo>
                  <a:pt x="4772258" y="161612"/>
                  <a:pt x="4767903" y="164177"/>
                  <a:pt x="4762266" y="164177"/>
                </a:cubicBezTo>
                <a:cubicBezTo>
                  <a:pt x="4752785" y="164177"/>
                  <a:pt x="4748942" y="157257"/>
                  <a:pt x="4748942" y="141118"/>
                </a:cubicBezTo>
                <a:lnTo>
                  <a:pt x="4748942" y="67850"/>
                </a:lnTo>
                <a:lnTo>
                  <a:pt x="4774819" y="67850"/>
                </a:lnTo>
                <a:lnTo>
                  <a:pt x="4774819" y="59648"/>
                </a:lnTo>
                <a:close/>
                <a:moveTo>
                  <a:pt x="4820940" y="87124"/>
                </a:moveTo>
                <a:cubicBezTo>
                  <a:pt x="4831699" y="75341"/>
                  <a:pt x="4839385" y="70981"/>
                  <a:pt x="4849377" y="70981"/>
                </a:cubicBezTo>
                <a:cubicBezTo>
                  <a:pt x="4862189" y="70981"/>
                  <a:pt x="4868593" y="80208"/>
                  <a:pt x="4868593" y="98141"/>
                </a:cubicBezTo>
                <a:lnTo>
                  <a:pt x="4868593" y="148863"/>
                </a:lnTo>
                <a:cubicBezTo>
                  <a:pt x="4868593" y="166284"/>
                  <a:pt x="4866032" y="169615"/>
                  <a:pt x="4851172" y="171151"/>
                </a:cubicBezTo>
                <a:lnTo>
                  <a:pt x="4851172" y="174994"/>
                </a:lnTo>
                <a:lnTo>
                  <a:pt x="4905491" y="174994"/>
                </a:lnTo>
                <a:lnTo>
                  <a:pt x="4905491" y="171151"/>
                </a:lnTo>
                <a:cubicBezTo>
                  <a:pt x="4891655" y="168591"/>
                  <a:pt x="4890115" y="166542"/>
                  <a:pt x="4890115" y="148863"/>
                </a:cubicBezTo>
                <a:lnTo>
                  <a:pt x="4890115" y="97883"/>
                </a:lnTo>
                <a:cubicBezTo>
                  <a:pt x="4890115" y="70981"/>
                  <a:pt x="4879356" y="57146"/>
                  <a:pt x="4858600" y="57146"/>
                </a:cubicBezTo>
                <a:cubicBezTo>
                  <a:pt x="4843486" y="57146"/>
                  <a:pt x="4832723" y="63295"/>
                  <a:pt x="4820940" y="78668"/>
                </a:cubicBezTo>
                <a:lnTo>
                  <a:pt x="4820940" y="782"/>
                </a:lnTo>
                <a:lnTo>
                  <a:pt x="4819657" y="12"/>
                </a:lnTo>
                <a:cubicBezTo>
                  <a:pt x="4810947" y="3085"/>
                  <a:pt x="4804539" y="5137"/>
                  <a:pt x="4790191" y="9234"/>
                </a:cubicBezTo>
                <a:lnTo>
                  <a:pt x="4783275" y="11287"/>
                </a:lnTo>
                <a:lnTo>
                  <a:pt x="4783275" y="15384"/>
                </a:lnTo>
                <a:cubicBezTo>
                  <a:pt x="4784299" y="15130"/>
                  <a:pt x="4785070" y="15130"/>
                  <a:pt x="4786348" y="15130"/>
                </a:cubicBezTo>
                <a:cubicBezTo>
                  <a:pt x="4797365" y="15130"/>
                  <a:pt x="4799418" y="17178"/>
                  <a:pt x="4799418" y="28196"/>
                </a:cubicBezTo>
                <a:lnTo>
                  <a:pt x="4799418" y="148863"/>
                </a:lnTo>
                <a:cubicBezTo>
                  <a:pt x="4799418" y="166796"/>
                  <a:pt x="4797877" y="169103"/>
                  <a:pt x="4783017" y="171151"/>
                </a:cubicBezTo>
                <a:lnTo>
                  <a:pt x="4783017" y="174994"/>
                </a:lnTo>
                <a:lnTo>
                  <a:pt x="4838360" y="174994"/>
                </a:lnTo>
                <a:lnTo>
                  <a:pt x="4838360" y="171151"/>
                </a:lnTo>
                <a:cubicBezTo>
                  <a:pt x="4823500" y="169615"/>
                  <a:pt x="4820940" y="166542"/>
                  <a:pt x="4820940" y="148863"/>
                </a:cubicBezTo>
                <a:lnTo>
                  <a:pt x="4820940" y="87124"/>
                </a:lnTo>
                <a:close/>
                <a:moveTo>
                  <a:pt x="5013355" y="132904"/>
                </a:moveTo>
                <a:cubicBezTo>
                  <a:pt x="5001060" y="152386"/>
                  <a:pt x="4990039" y="159822"/>
                  <a:pt x="4973642" y="159822"/>
                </a:cubicBezTo>
                <a:cubicBezTo>
                  <a:pt x="4959040" y="159822"/>
                  <a:pt x="4948023" y="152386"/>
                  <a:pt x="4940591" y="137776"/>
                </a:cubicBezTo>
                <a:cubicBezTo>
                  <a:pt x="4935978" y="128033"/>
                  <a:pt x="4934187" y="119573"/>
                  <a:pt x="4933675" y="103935"/>
                </a:cubicBezTo>
                <a:lnTo>
                  <a:pt x="5012589" y="103935"/>
                </a:lnTo>
                <a:cubicBezTo>
                  <a:pt x="5010536" y="87312"/>
                  <a:pt x="5007976" y="79907"/>
                  <a:pt x="5001572" y="71736"/>
                </a:cubicBezTo>
                <a:cubicBezTo>
                  <a:pt x="4993882" y="62529"/>
                  <a:pt x="4982098" y="57146"/>
                  <a:pt x="4968775" y="57146"/>
                </a:cubicBezTo>
                <a:cubicBezTo>
                  <a:pt x="4955963" y="57146"/>
                  <a:pt x="4943922" y="61759"/>
                  <a:pt x="4934187" y="70458"/>
                </a:cubicBezTo>
                <a:cubicBezTo>
                  <a:pt x="4922142" y="80927"/>
                  <a:pt x="4915226" y="99067"/>
                  <a:pt x="4915226" y="120085"/>
                </a:cubicBezTo>
                <a:cubicBezTo>
                  <a:pt x="4915226" y="155462"/>
                  <a:pt x="4933675" y="177497"/>
                  <a:pt x="4963137" y="177497"/>
                </a:cubicBezTo>
                <a:cubicBezTo>
                  <a:pt x="4987478" y="177497"/>
                  <a:pt x="5006693" y="162382"/>
                  <a:pt x="5017456" y="134699"/>
                </a:cubicBezTo>
                <a:lnTo>
                  <a:pt x="5013355" y="132904"/>
                </a:lnTo>
                <a:moveTo>
                  <a:pt x="4934187" y="95737"/>
                </a:moveTo>
                <a:cubicBezTo>
                  <a:pt x="4937002" y="75821"/>
                  <a:pt x="4945716" y="66372"/>
                  <a:pt x="4961343" y="66372"/>
                </a:cubicBezTo>
                <a:cubicBezTo>
                  <a:pt x="4976973" y="66372"/>
                  <a:pt x="4983123" y="73523"/>
                  <a:pt x="4986454" y="95737"/>
                </a:cubicBezTo>
                <a:lnTo>
                  <a:pt x="4934187" y="95737"/>
                </a:lnTo>
                <a:close/>
                <a:moveTo>
                  <a:pt x="5219608" y="59648"/>
                </a:moveTo>
                <a:lnTo>
                  <a:pt x="5193731" y="59648"/>
                </a:lnTo>
                <a:lnTo>
                  <a:pt x="5193731" y="29927"/>
                </a:lnTo>
                <a:cubicBezTo>
                  <a:pt x="5193731" y="27367"/>
                  <a:pt x="5193477" y="26597"/>
                  <a:pt x="5191937" y="26597"/>
                </a:cubicBezTo>
                <a:cubicBezTo>
                  <a:pt x="5190146" y="28903"/>
                  <a:pt x="5188606" y="31210"/>
                  <a:pt x="5186815" y="33771"/>
                </a:cubicBezTo>
                <a:cubicBezTo>
                  <a:pt x="5177077" y="47864"/>
                  <a:pt x="5166060" y="60164"/>
                  <a:pt x="5161962" y="61188"/>
                </a:cubicBezTo>
                <a:cubicBezTo>
                  <a:pt x="5159144" y="62979"/>
                  <a:pt x="5157603" y="64773"/>
                  <a:pt x="5157603" y="66055"/>
                </a:cubicBezTo>
                <a:cubicBezTo>
                  <a:pt x="5157603" y="66826"/>
                  <a:pt x="5157861" y="67338"/>
                  <a:pt x="5158631" y="67850"/>
                </a:cubicBezTo>
                <a:lnTo>
                  <a:pt x="5172209" y="67850"/>
                </a:lnTo>
                <a:lnTo>
                  <a:pt x="5172209" y="144961"/>
                </a:lnTo>
                <a:cubicBezTo>
                  <a:pt x="5172209" y="166479"/>
                  <a:pt x="5179895" y="177497"/>
                  <a:pt x="5195013" y="177497"/>
                </a:cubicBezTo>
                <a:cubicBezTo>
                  <a:pt x="5207567" y="177497"/>
                  <a:pt x="5217302" y="171351"/>
                  <a:pt x="5225758" y="158027"/>
                </a:cubicBezTo>
                <a:lnTo>
                  <a:pt x="5222427" y="155208"/>
                </a:lnTo>
                <a:cubicBezTo>
                  <a:pt x="5217048" y="161612"/>
                  <a:pt x="5212692" y="164177"/>
                  <a:pt x="5207055" y="164177"/>
                </a:cubicBezTo>
                <a:cubicBezTo>
                  <a:pt x="5197574" y="164177"/>
                  <a:pt x="5193731" y="157257"/>
                  <a:pt x="5193731" y="141118"/>
                </a:cubicBezTo>
                <a:lnTo>
                  <a:pt x="5193731" y="67850"/>
                </a:lnTo>
                <a:lnTo>
                  <a:pt x="5219608" y="67850"/>
                </a:lnTo>
                <a:lnTo>
                  <a:pt x="5219608" y="59648"/>
                </a:lnTo>
                <a:close/>
                <a:moveTo>
                  <a:pt x="5289557" y="57146"/>
                </a:moveTo>
                <a:cubicBezTo>
                  <a:pt x="5256248" y="57146"/>
                  <a:pt x="5232932" y="81733"/>
                  <a:pt x="5232932" y="117067"/>
                </a:cubicBezTo>
                <a:cubicBezTo>
                  <a:pt x="5232932" y="151631"/>
                  <a:pt x="5256760" y="177497"/>
                  <a:pt x="5289041" y="177497"/>
                </a:cubicBezTo>
                <a:cubicBezTo>
                  <a:pt x="5321326" y="177497"/>
                  <a:pt x="5345921" y="150353"/>
                  <a:pt x="5345921" y="115018"/>
                </a:cubicBezTo>
                <a:cubicBezTo>
                  <a:pt x="5345921" y="81475"/>
                  <a:pt x="5322350" y="57146"/>
                  <a:pt x="5289557" y="57146"/>
                </a:cubicBezTo>
                <a:moveTo>
                  <a:pt x="5286226" y="64323"/>
                </a:moveTo>
                <a:cubicBezTo>
                  <a:pt x="5307748" y="64323"/>
                  <a:pt x="5322862" y="88903"/>
                  <a:pt x="5322862" y="123979"/>
                </a:cubicBezTo>
                <a:cubicBezTo>
                  <a:pt x="5322862" y="152913"/>
                  <a:pt x="5311333" y="170323"/>
                  <a:pt x="5292118" y="170323"/>
                </a:cubicBezTo>
                <a:cubicBezTo>
                  <a:pt x="5282125" y="170323"/>
                  <a:pt x="5272644" y="164181"/>
                  <a:pt x="5267265" y="153938"/>
                </a:cubicBezTo>
                <a:cubicBezTo>
                  <a:pt x="5260091" y="140622"/>
                  <a:pt x="5255990" y="122701"/>
                  <a:pt x="5255990" y="104521"/>
                </a:cubicBezTo>
                <a:cubicBezTo>
                  <a:pt x="5255990" y="80196"/>
                  <a:pt x="5268031" y="64323"/>
                  <a:pt x="5286226" y="64323"/>
                </a:cubicBezTo>
                <a:close/>
                <a:moveTo>
                  <a:pt x="5355914" y="74250"/>
                </a:moveTo>
                <a:cubicBezTo>
                  <a:pt x="5358221" y="73996"/>
                  <a:pt x="5360015" y="73996"/>
                  <a:pt x="5362322" y="73996"/>
                </a:cubicBezTo>
                <a:cubicBezTo>
                  <a:pt x="5371032" y="73996"/>
                  <a:pt x="5372827" y="76556"/>
                  <a:pt x="5372827" y="88598"/>
                </a:cubicBezTo>
                <a:lnTo>
                  <a:pt x="5372827" y="208507"/>
                </a:lnTo>
                <a:cubicBezTo>
                  <a:pt x="5372827" y="221831"/>
                  <a:pt x="5370008" y="224649"/>
                  <a:pt x="5354890" y="226186"/>
                </a:cubicBezTo>
                <a:lnTo>
                  <a:pt x="5354890" y="230541"/>
                </a:lnTo>
                <a:lnTo>
                  <a:pt x="5416895" y="230541"/>
                </a:lnTo>
                <a:lnTo>
                  <a:pt x="5416895" y="225932"/>
                </a:lnTo>
                <a:cubicBezTo>
                  <a:pt x="5397680" y="225674"/>
                  <a:pt x="5394349" y="222855"/>
                  <a:pt x="5394349" y="206712"/>
                </a:cubicBezTo>
                <a:lnTo>
                  <a:pt x="5394349" y="166483"/>
                </a:lnTo>
                <a:cubicBezTo>
                  <a:pt x="5403317" y="174936"/>
                  <a:pt x="5409463" y="177497"/>
                  <a:pt x="5420226" y="177497"/>
                </a:cubicBezTo>
                <a:cubicBezTo>
                  <a:pt x="5450458" y="177497"/>
                  <a:pt x="5474029" y="148816"/>
                  <a:pt x="5474029" y="111691"/>
                </a:cubicBezTo>
                <a:cubicBezTo>
                  <a:pt x="5474029" y="79946"/>
                  <a:pt x="5456096" y="57146"/>
                  <a:pt x="5431243" y="57146"/>
                </a:cubicBezTo>
                <a:cubicBezTo>
                  <a:pt x="5416895" y="57146"/>
                  <a:pt x="5405620" y="63553"/>
                  <a:pt x="5394349" y="77385"/>
                </a:cubicBezTo>
                <a:lnTo>
                  <a:pt x="5394349" y="57662"/>
                </a:lnTo>
                <a:lnTo>
                  <a:pt x="5392812" y="57146"/>
                </a:lnTo>
                <a:cubicBezTo>
                  <a:pt x="5378976" y="62529"/>
                  <a:pt x="5370008" y="65860"/>
                  <a:pt x="5355914" y="70215"/>
                </a:cubicBezTo>
                <a:lnTo>
                  <a:pt x="5355914" y="74250"/>
                </a:lnTo>
                <a:moveTo>
                  <a:pt x="5394349" y="89419"/>
                </a:moveTo>
                <a:cubicBezTo>
                  <a:pt x="5394349" y="81737"/>
                  <a:pt x="5408697" y="72522"/>
                  <a:pt x="5420480" y="72522"/>
                </a:cubicBezTo>
                <a:cubicBezTo>
                  <a:pt x="5439441" y="72522"/>
                  <a:pt x="5451995" y="91979"/>
                  <a:pt x="5451995" y="121680"/>
                </a:cubicBezTo>
                <a:cubicBezTo>
                  <a:pt x="5451995" y="150099"/>
                  <a:pt x="5439441" y="169298"/>
                  <a:pt x="5420996" y="169298"/>
                </a:cubicBezTo>
                <a:cubicBezTo>
                  <a:pt x="5408951" y="169298"/>
                  <a:pt x="5394349" y="160083"/>
                  <a:pt x="5394349" y="152401"/>
                </a:cubicBezTo>
                <a:lnTo>
                  <a:pt x="5394349" y="89419"/>
                </a:lnTo>
                <a:close/>
                <a:moveTo>
                  <a:pt x="5618537" y="15372"/>
                </a:moveTo>
                <a:lnTo>
                  <a:pt x="5620073" y="15372"/>
                </a:lnTo>
                <a:cubicBezTo>
                  <a:pt x="5622892" y="15118"/>
                  <a:pt x="5625965" y="14860"/>
                  <a:pt x="5628017" y="14860"/>
                </a:cubicBezTo>
                <a:cubicBezTo>
                  <a:pt x="5636216" y="14860"/>
                  <a:pt x="5638776" y="18449"/>
                  <a:pt x="5638776" y="30490"/>
                </a:cubicBezTo>
                <a:lnTo>
                  <a:pt x="5638776" y="152706"/>
                </a:lnTo>
                <a:cubicBezTo>
                  <a:pt x="5638776" y="166542"/>
                  <a:pt x="5635191" y="169873"/>
                  <a:pt x="5619049" y="171151"/>
                </a:cubicBezTo>
                <a:lnTo>
                  <a:pt x="5619049" y="174994"/>
                </a:lnTo>
                <a:lnTo>
                  <a:pt x="5679514" y="174994"/>
                </a:lnTo>
                <a:lnTo>
                  <a:pt x="5679514" y="171151"/>
                </a:lnTo>
                <a:cubicBezTo>
                  <a:pt x="5663375" y="170127"/>
                  <a:pt x="5660298" y="167566"/>
                  <a:pt x="5660298" y="153472"/>
                </a:cubicBezTo>
                <a:lnTo>
                  <a:pt x="5660298" y="512"/>
                </a:lnTo>
                <a:lnTo>
                  <a:pt x="5659274" y="0"/>
                </a:lnTo>
                <a:cubicBezTo>
                  <a:pt x="5645950" y="4355"/>
                  <a:pt x="5636216" y="6920"/>
                  <a:pt x="5618537" y="11275"/>
                </a:cubicBezTo>
                <a:lnTo>
                  <a:pt x="5618537" y="15372"/>
                </a:lnTo>
                <a:close/>
                <a:moveTo>
                  <a:pt x="5789431" y="132904"/>
                </a:moveTo>
                <a:cubicBezTo>
                  <a:pt x="5777135" y="152386"/>
                  <a:pt x="5766114" y="159822"/>
                  <a:pt x="5749718" y="159822"/>
                </a:cubicBezTo>
                <a:cubicBezTo>
                  <a:pt x="5735116" y="159822"/>
                  <a:pt x="5724099" y="152386"/>
                  <a:pt x="5716667" y="137776"/>
                </a:cubicBezTo>
                <a:cubicBezTo>
                  <a:pt x="5712053" y="128033"/>
                  <a:pt x="5710263" y="119573"/>
                  <a:pt x="5709751" y="103935"/>
                </a:cubicBezTo>
                <a:lnTo>
                  <a:pt x="5788664" y="103935"/>
                </a:lnTo>
                <a:cubicBezTo>
                  <a:pt x="5786612" y="87312"/>
                  <a:pt x="5784051" y="79907"/>
                  <a:pt x="5777647" y="71736"/>
                </a:cubicBezTo>
                <a:cubicBezTo>
                  <a:pt x="5769957" y="62529"/>
                  <a:pt x="5758174" y="57146"/>
                  <a:pt x="5744850" y="57146"/>
                </a:cubicBezTo>
                <a:cubicBezTo>
                  <a:pt x="5732039" y="57146"/>
                  <a:pt x="5719997" y="61759"/>
                  <a:pt x="5710263" y="70458"/>
                </a:cubicBezTo>
                <a:cubicBezTo>
                  <a:pt x="5698217" y="80927"/>
                  <a:pt x="5691301" y="99067"/>
                  <a:pt x="5691301" y="120085"/>
                </a:cubicBezTo>
                <a:cubicBezTo>
                  <a:pt x="5691301" y="155462"/>
                  <a:pt x="5709751" y="177497"/>
                  <a:pt x="5739213" y="177497"/>
                </a:cubicBezTo>
                <a:cubicBezTo>
                  <a:pt x="5763553" y="177497"/>
                  <a:pt x="5782769" y="162382"/>
                  <a:pt x="5793532" y="134699"/>
                </a:cubicBezTo>
                <a:lnTo>
                  <a:pt x="5789431" y="132904"/>
                </a:lnTo>
                <a:moveTo>
                  <a:pt x="5710263" y="95737"/>
                </a:moveTo>
                <a:cubicBezTo>
                  <a:pt x="5713078" y="75821"/>
                  <a:pt x="5721792" y="66372"/>
                  <a:pt x="5737418" y="66372"/>
                </a:cubicBezTo>
                <a:cubicBezTo>
                  <a:pt x="5753049" y="66372"/>
                  <a:pt x="5759198" y="73523"/>
                  <a:pt x="5762529" y="95737"/>
                </a:cubicBezTo>
                <a:lnTo>
                  <a:pt x="5710263" y="95737"/>
                </a:lnTo>
                <a:close/>
                <a:moveTo>
                  <a:pt x="5914463" y="59648"/>
                </a:moveTo>
                <a:lnTo>
                  <a:pt x="5878851" y="59648"/>
                </a:lnTo>
                <a:lnTo>
                  <a:pt x="5878851" y="63495"/>
                </a:lnTo>
                <a:cubicBezTo>
                  <a:pt x="5887049" y="64261"/>
                  <a:pt x="5890892" y="66822"/>
                  <a:pt x="5890892" y="71689"/>
                </a:cubicBezTo>
                <a:cubicBezTo>
                  <a:pt x="5890892" y="74250"/>
                  <a:pt x="5890380" y="76811"/>
                  <a:pt x="5889356" y="79375"/>
                </a:cubicBezTo>
                <a:lnTo>
                  <a:pt x="5863991" y="145712"/>
                </a:lnTo>
                <a:lnTo>
                  <a:pt x="5837855" y="80141"/>
                </a:lnTo>
                <a:cubicBezTo>
                  <a:pt x="5836319" y="76556"/>
                  <a:pt x="5835549" y="72971"/>
                  <a:pt x="5835549" y="70665"/>
                </a:cubicBezTo>
                <a:cubicBezTo>
                  <a:pt x="5835549" y="66055"/>
                  <a:pt x="5838368" y="64261"/>
                  <a:pt x="5847336" y="63495"/>
                </a:cubicBezTo>
                <a:lnTo>
                  <a:pt x="5847336" y="59648"/>
                </a:lnTo>
                <a:lnTo>
                  <a:pt x="5797118" y="59648"/>
                </a:lnTo>
                <a:lnTo>
                  <a:pt x="5797118" y="63495"/>
                </a:lnTo>
                <a:cubicBezTo>
                  <a:pt x="5806853" y="64007"/>
                  <a:pt x="5808647" y="66568"/>
                  <a:pt x="5820431" y="92949"/>
                </a:cubicBezTo>
                <a:lnTo>
                  <a:pt x="5851179" y="166460"/>
                </a:lnTo>
                <a:cubicBezTo>
                  <a:pt x="5851691" y="167996"/>
                  <a:pt x="5852458" y="169791"/>
                  <a:pt x="5853228" y="171839"/>
                </a:cubicBezTo>
                <a:cubicBezTo>
                  <a:pt x="5854764" y="176449"/>
                  <a:pt x="5856305" y="178497"/>
                  <a:pt x="5857841" y="178497"/>
                </a:cubicBezTo>
                <a:cubicBezTo>
                  <a:pt x="5859377" y="178497"/>
                  <a:pt x="5861172" y="175170"/>
                  <a:pt x="5865015" y="165690"/>
                </a:cubicBezTo>
                <a:lnTo>
                  <a:pt x="5897808" y="83472"/>
                </a:lnTo>
                <a:cubicBezTo>
                  <a:pt x="5905240" y="66055"/>
                  <a:pt x="5906777" y="64261"/>
                  <a:pt x="5914463" y="63495"/>
                </a:cubicBezTo>
                <a:lnTo>
                  <a:pt x="5914463" y="59648"/>
                </a:lnTo>
                <a:close/>
                <a:moveTo>
                  <a:pt x="6021048" y="132904"/>
                </a:moveTo>
                <a:cubicBezTo>
                  <a:pt x="6008752" y="152386"/>
                  <a:pt x="5997731" y="159822"/>
                  <a:pt x="5981335" y="159822"/>
                </a:cubicBezTo>
                <a:cubicBezTo>
                  <a:pt x="5966733" y="159822"/>
                  <a:pt x="5955716" y="152386"/>
                  <a:pt x="5948284" y="137776"/>
                </a:cubicBezTo>
                <a:cubicBezTo>
                  <a:pt x="5943670" y="128033"/>
                  <a:pt x="5941880" y="119573"/>
                  <a:pt x="5941368" y="103935"/>
                </a:cubicBezTo>
                <a:lnTo>
                  <a:pt x="6020282" y="103935"/>
                </a:lnTo>
                <a:cubicBezTo>
                  <a:pt x="6018229" y="87312"/>
                  <a:pt x="6015668" y="79907"/>
                  <a:pt x="6009265" y="71736"/>
                </a:cubicBezTo>
                <a:cubicBezTo>
                  <a:pt x="6001575" y="62529"/>
                  <a:pt x="5989791" y="57146"/>
                  <a:pt x="5976468" y="57146"/>
                </a:cubicBezTo>
                <a:cubicBezTo>
                  <a:pt x="5963656" y="57146"/>
                  <a:pt x="5951615" y="61759"/>
                  <a:pt x="5941880" y="70458"/>
                </a:cubicBezTo>
                <a:cubicBezTo>
                  <a:pt x="5929835" y="80927"/>
                  <a:pt x="5922919" y="99067"/>
                  <a:pt x="5922919" y="120085"/>
                </a:cubicBezTo>
                <a:cubicBezTo>
                  <a:pt x="5922919" y="155462"/>
                  <a:pt x="5941368" y="177497"/>
                  <a:pt x="5970830" y="177497"/>
                </a:cubicBezTo>
                <a:cubicBezTo>
                  <a:pt x="5995171" y="177497"/>
                  <a:pt x="6014386" y="162382"/>
                  <a:pt x="6025149" y="134699"/>
                </a:cubicBezTo>
                <a:lnTo>
                  <a:pt x="6021048" y="132904"/>
                </a:lnTo>
                <a:moveTo>
                  <a:pt x="5941880" y="95737"/>
                </a:moveTo>
                <a:cubicBezTo>
                  <a:pt x="5944695" y="75821"/>
                  <a:pt x="5953409" y="66372"/>
                  <a:pt x="5969036" y="66372"/>
                </a:cubicBezTo>
                <a:cubicBezTo>
                  <a:pt x="5984666" y="66372"/>
                  <a:pt x="5990816" y="73523"/>
                  <a:pt x="5994146" y="95737"/>
                </a:cubicBezTo>
                <a:lnTo>
                  <a:pt x="5941880" y="95737"/>
                </a:lnTo>
                <a:close/>
                <a:moveTo>
                  <a:pt x="6035142" y="15372"/>
                </a:moveTo>
                <a:lnTo>
                  <a:pt x="6036678" y="15372"/>
                </a:lnTo>
                <a:cubicBezTo>
                  <a:pt x="6039497" y="15118"/>
                  <a:pt x="6042570" y="14860"/>
                  <a:pt x="6044622" y="14860"/>
                </a:cubicBezTo>
                <a:cubicBezTo>
                  <a:pt x="6052821" y="14860"/>
                  <a:pt x="6055381" y="18449"/>
                  <a:pt x="6055381" y="30490"/>
                </a:cubicBezTo>
                <a:lnTo>
                  <a:pt x="6055381" y="152706"/>
                </a:lnTo>
                <a:cubicBezTo>
                  <a:pt x="6055381" y="166542"/>
                  <a:pt x="6051796" y="169873"/>
                  <a:pt x="6035654" y="171151"/>
                </a:cubicBezTo>
                <a:lnTo>
                  <a:pt x="6035654" y="174994"/>
                </a:lnTo>
                <a:lnTo>
                  <a:pt x="6096119" y="174994"/>
                </a:lnTo>
                <a:lnTo>
                  <a:pt x="6096119" y="171151"/>
                </a:lnTo>
                <a:cubicBezTo>
                  <a:pt x="6079980" y="170127"/>
                  <a:pt x="6076903" y="167566"/>
                  <a:pt x="6076903" y="153472"/>
                </a:cubicBezTo>
                <a:lnTo>
                  <a:pt x="6076903" y="512"/>
                </a:lnTo>
                <a:lnTo>
                  <a:pt x="6075879" y="0"/>
                </a:lnTo>
                <a:cubicBezTo>
                  <a:pt x="6062555" y="4355"/>
                  <a:pt x="6052821" y="6920"/>
                  <a:pt x="6035142" y="11275"/>
                </a:cubicBezTo>
                <a:lnTo>
                  <a:pt x="6035142" y="15372"/>
                </a:lnTo>
                <a:close/>
                <a:moveTo>
                  <a:pt x="6297506" y="57146"/>
                </a:moveTo>
                <a:cubicBezTo>
                  <a:pt x="6264197" y="57146"/>
                  <a:pt x="6240881" y="81733"/>
                  <a:pt x="6240881" y="117067"/>
                </a:cubicBezTo>
                <a:cubicBezTo>
                  <a:pt x="6240881" y="151631"/>
                  <a:pt x="6264709" y="177497"/>
                  <a:pt x="6296990" y="177497"/>
                </a:cubicBezTo>
                <a:cubicBezTo>
                  <a:pt x="6329275" y="177497"/>
                  <a:pt x="6353870" y="150353"/>
                  <a:pt x="6353870" y="115018"/>
                </a:cubicBezTo>
                <a:cubicBezTo>
                  <a:pt x="6353870" y="81475"/>
                  <a:pt x="6330299" y="57146"/>
                  <a:pt x="6297506" y="57146"/>
                </a:cubicBezTo>
                <a:moveTo>
                  <a:pt x="6294175" y="64323"/>
                </a:moveTo>
                <a:cubicBezTo>
                  <a:pt x="6315697" y="64323"/>
                  <a:pt x="6330812" y="88903"/>
                  <a:pt x="6330812" y="123979"/>
                </a:cubicBezTo>
                <a:cubicBezTo>
                  <a:pt x="6330812" y="152913"/>
                  <a:pt x="6319282" y="170323"/>
                  <a:pt x="6300067" y="170323"/>
                </a:cubicBezTo>
                <a:cubicBezTo>
                  <a:pt x="6290074" y="170323"/>
                  <a:pt x="6280594" y="164181"/>
                  <a:pt x="6275214" y="153938"/>
                </a:cubicBezTo>
                <a:cubicBezTo>
                  <a:pt x="6268040" y="140622"/>
                  <a:pt x="6263939" y="122701"/>
                  <a:pt x="6263939" y="104521"/>
                </a:cubicBezTo>
                <a:cubicBezTo>
                  <a:pt x="6263939" y="80196"/>
                  <a:pt x="6275980" y="64323"/>
                  <a:pt x="6294175" y="64323"/>
                </a:cubicBezTo>
                <a:close/>
                <a:moveTo>
                  <a:pt x="6440728" y="59648"/>
                </a:moveTo>
                <a:lnTo>
                  <a:pt x="6409213" y="59648"/>
                </a:lnTo>
                <a:lnTo>
                  <a:pt x="6409213" y="30013"/>
                </a:lnTo>
                <a:cubicBezTo>
                  <a:pt x="6409213" y="15192"/>
                  <a:pt x="6414081" y="7276"/>
                  <a:pt x="6423819" y="7276"/>
                </a:cubicBezTo>
                <a:cubicBezTo>
                  <a:pt x="6429199" y="7276"/>
                  <a:pt x="6432788" y="9829"/>
                  <a:pt x="6437397" y="17237"/>
                </a:cubicBezTo>
                <a:cubicBezTo>
                  <a:pt x="6441498" y="23879"/>
                  <a:pt x="6444571" y="26436"/>
                  <a:pt x="6448926" y="26436"/>
                </a:cubicBezTo>
                <a:cubicBezTo>
                  <a:pt x="6454822" y="26436"/>
                  <a:pt x="6459689" y="21835"/>
                  <a:pt x="6459689" y="15959"/>
                </a:cubicBezTo>
                <a:cubicBezTo>
                  <a:pt x="6459689" y="6760"/>
                  <a:pt x="6448414" y="98"/>
                  <a:pt x="6433042" y="98"/>
                </a:cubicBezTo>
                <a:cubicBezTo>
                  <a:pt x="6417158" y="98"/>
                  <a:pt x="6403576" y="7018"/>
                  <a:pt x="6396914" y="18770"/>
                </a:cubicBezTo>
                <a:cubicBezTo>
                  <a:pt x="6390256" y="30013"/>
                  <a:pt x="6388204" y="39209"/>
                  <a:pt x="6387950" y="59648"/>
                </a:cubicBezTo>
                <a:lnTo>
                  <a:pt x="6366940" y="59648"/>
                </a:lnTo>
                <a:lnTo>
                  <a:pt x="6366940" y="67850"/>
                </a:lnTo>
                <a:lnTo>
                  <a:pt x="6387950" y="67850"/>
                </a:lnTo>
                <a:lnTo>
                  <a:pt x="6387950" y="148339"/>
                </a:lnTo>
                <a:cubicBezTo>
                  <a:pt x="6387950" y="167050"/>
                  <a:pt x="6385131" y="170127"/>
                  <a:pt x="6366682" y="171151"/>
                </a:cubicBezTo>
                <a:lnTo>
                  <a:pt x="6366682" y="174994"/>
                </a:lnTo>
                <a:lnTo>
                  <a:pt x="6433300" y="174994"/>
                </a:lnTo>
                <a:lnTo>
                  <a:pt x="6433300" y="171151"/>
                </a:lnTo>
                <a:cubicBezTo>
                  <a:pt x="6412290" y="170385"/>
                  <a:pt x="6409472" y="167566"/>
                  <a:pt x="6409472" y="148339"/>
                </a:cubicBezTo>
                <a:lnTo>
                  <a:pt x="6409472" y="67850"/>
                </a:lnTo>
                <a:lnTo>
                  <a:pt x="6440728" y="67850"/>
                </a:lnTo>
                <a:lnTo>
                  <a:pt x="6440728" y="59648"/>
                </a:lnTo>
                <a:close/>
                <a:moveTo>
                  <a:pt x="6644163" y="59648"/>
                </a:moveTo>
                <a:lnTo>
                  <a:pt x="6618286" y="59648"/>
                </a:lnTo>
                <a:lnTo>
                  <a:pt x="6618286" y="29927"/>
                </a:lnTo>
                <a:cubicBezTo>
                  <a:pt x="6618286" y="27367"/>
                  <a:pt x="6618032" y="26597"/>
                  <a:pt x="6616491" y="26597"/>
                </a:cubicBezTo>
                <a:cubicBezTo>
                  <a:pt x="6614701" y="28903"/>
                  <a:pt x="6613160" y="31210"/>
                  <a:pt x="6611370" y="33771"/>
                </a:cubicBezTo>
                <a:cubicBezTo>
                  <a:pt x="6601631" y="47864"/>
                  <a:pt x="6590614" y="60164"/>
                  <a:pt x="6586517" y="61188"/>
                </a:cubicBezTo>
                <a:cubicBezTo>
                  <a:pt x="6583698" y="62979"/>
                  <a:pt x="6582158" y="64773"/>
                  <a:pt x="6582158" y="66055"/>
                </a:cubicBezTo>
                <a:cubicBezTo>
                  <a:pt x="6582158" y="66826"/>
                  <a:pt x="6582416" y="67338"/>
                  <a:pt x="6583186" y="67850"/>
                </a:cubicBezTo>
                <a:lnTo>
                  <a:pt x="6596764" y="67850"/>
                </a:lnTo>
                <a:lnTo>
                  <a:pt x="6596764" y="144961"/>
                </a:lnTo>
                <a:cubicBezTo>
                  <a:pt x="6596764" y="166479"/>
                  <a:pt x="6604450" y="177497"/>
                  <a:pt x="6619568" y="177497"/>
                </a:cubicBezTo>
                <a:cubicBezTo>
                  <a:pt x="6632122" y="177497"/>
                  <a:pt x="6641856" y="171351"/>
                  <a:pt x="6650313" y="158027"/>
                </a:cubicBezTo>
                <a:lnTo>
                  <a:pt x="6646982" y="155208"/>
                </a:lnTo>
                <a:cubicBezTo>
                  <a:pt x="6641602" y="161612"/>
                  <a:pt x="6637247" y="164177"/>
                  <a:pt x="6631609" y="164177"/>
                </a:cubicBezTo>
                <a:cubicBezTo>
                  <a:pt x="6622129" y="164177"/>
                  <a:pt x="6618286" y="157257"/>
                  <a:pt x="6618286" y="141118"/>
                </a:cubicBezTo>
                <a:lnTo>
                  <a:pt x="6618286" y="67850"/>
                </a:lnTo>
                <a:lnTo>
                  <a:pt x="6644163" y="67850"/>
                </a:lnTo>
                <a:lnTo>
                  <a:pt x="6644163" y="59648"/>
                </a:lnTo>
                <a:close/>
                <a:moveTo>
                  <a:pt x="6690284" y="87124"/>
                </a:moveTo>
                <a:cubicBezTo>
                  <a:pt x="6701043" y="75341"/>
                  <a:pt x="6708729" y="70981"/>
                  <a:pt x="6718722" y="70981"/>
                </a:cubicBezTo>
                <a:cubicBezTo>
                  <a:pt x="6731533" y="70981"/>
                  <a:pt x="6737937" y="80208"/>
                  <a:pt x="6737937" y="98141"/>
                </a:cubicBezTo>
                <a:lnTo>
                  <a:pt x="6737937" y="148863"/>
                </a:lnTo>
                <a:cubicBezTo>
                  <a:pt x="6737937" y="166284"/>
                  <a:pt x="6735377" y="169615"/>
                  <a:pt x="6720516" y="171151"/>
                </a:cubicBezTo>
                <a:lnTo>
                  <a:pt x="6720516" y="174994"/>
                </a:lnTo>
                <a:lnTo>
                  <a:pt x="6774835" y="174994"/>
                </a:lnTo>
                <a:lnTo>
                  <a:pt x="6774835" y="171151"/>
                </a:lnTo>
                <a:cubicBezTo>
                  <a:pt x="6761000" y="168591"/>
                  <a:pt x="6759459" y="166542"/>
                  <a:pt x="6759459" y="148863"/>
                </a:cubicBezTo>
                <a:lnTo>
                  <a:pt x="6759459" y="97883"/>
                </a:lnTo>
                <a:cubicBezTo>
                  <a:pt x="6759459" y="70981"/>
                  <a:pt x="6748700" y="57146"/>
                  <a:pt x="6727945" y="57146"/>
                </a:cubicBezTo>
                <a:cubicBezTo>
                  <a:pt x="6712830" y="57146"/>
                  <a:pt x="6702067" y="63295"/>
                  <a:pt x="6690284" y="78668"/>
                </a:cubicBezTo>
                <a:lnTo>
                  <a:pt x="6690284" y="782"/>
                </a:lnTo>
                <a:lnTo>
                  <a:pt x="6689002" y="12"/>
                </a:lnTo>
                <a:cubicBezTo>
                  <a:pt x="6680291" y="3085"/>
                  <a:pt x="6673884" y="5137"/>
                  <a:pt x="6659536" y="9234"/>
                </a:cubicBezTo>
                <a:lnTo>
                  <a:pt x="6652620" y="11287"/>
                </a:lnTo>
                <a:lnTo>
                  <a:pt x="6652620" y="15384"/>
                </a:lnTo>
                <a:cubicBezTo>
                  <a:pt x="6653644" y="15130"/>
                  <a:pt x="6654414" y="15130"/>
                  <a:pt x="6655693" y="15130"/>
                </a:cubicBezTo>
                <a:cubicBezTo>
                  <a:pt x="6666710" y="15130"/>
                  <a:pt x="6668762" y="17178"/>
                  <a:pt x="6668762" y="28196"/>
                </a:cubicBezTo>
                <a:lnTo>
                  <a:pt x="6668762" y="148863"/>
                </a:lnTo>
                <a:cubicBezTo>
                  <a:pt x="6668762" y="166796"/>
                  <a:pt x="6667222" y="169103"/>
                  <a:pt x="6652362" y="171151"/>
                </a:cubicBezTo>
                <a:lnTo>
                  <a:pt x="6652362" y="174994"/>
                </a:lnTo>
                <a:lnTo>
                  <a:pt x="6707705" y="174994"/>
                </a:lnTo>
                <a:lnTo>
                  <a:pt x="6707705" y="171151"/>
                </a:lnTo>
                <a:cubicBezTo>
                  <a:pt x="6692845" y="169615"/>
                  <a:pt x="6690284" y="166542"/>
                  <a:pt x="6690284" y="148863"/>
                </a:cubicBezTo>
                <a:lnTo>
                  <a:pt x="6690284" y="87124"/>
                </a:lnTo>
                <a:close/>
                <a:moveTo>
                  <a:pt x="6882700" y="132904"/>
                </a:moveTo>
                <a:cubicBezTo>
                  <a:pt x="6870404" y="152386"/>
                  <a:pt x="6859383" y="159822"/>
                  <a:pt x="6842987" y="159822"/>
                </a:cubicBezTo>
                <a:cubicBezTo>
                  <a:pt x="6828385" y="159822"/>
                  <a:pt x="6817368" y="152386"/>
                  <a:pt x="6809936" y="137776"/>
                </a:cubicBezTo>
                <a:cubicBezTo>
                  <a:pt x="6805322" y="128033"/>
                  <a:pt x="6803532" y="119573"/>
                  <a:pt x="6803020" y="103935"/>
                </a:cubicBezTo>
                <a:lnTo>
                  <a:pt x="6881934" y="103935"/>
                </a:lnTo>
                <a:cubicBezTo>
                  <a:pt x="6879881" y="87312"/>
                  <a:pt x="6877320" y="79907"/>
                  <a:pt x="6870917" y="71736"/>
                </a:cubicBezTo>
                <a:cubicBezTo>
                  <a:pt x="6863227" y="62529"/>
                  <a:pt x="6851443" y="57146"/>
                  <a:pt x="6838120" y="57146"/>
                </a:cubicBezTo>
                <a:cubicBezTo>
                  <a:pt x="6825308" y="57146"/>
                  <a:pt x="6813267" y="61759"/>
                  <a:pt x="6803532" y="70458"/>
                </a:cubicBezTo>
                <a:cubicBezTo>
                  <a:pt x="6791487" y="80927"/>
                  <a:pt x="6784571" y="99067"/>
                  <a:pt x="6784571" y="120085"/>
                </a:cubicBezTo>
                <a:cubicBezTo>
                  <a:pt x="6784571" y="155462"/>
                  <a:pt x="6803020" y="177497"/>
                  <a:pt x="6832482" y="177497"/>
                </a:cubicBezTo>
                <a:cubicBezTo>
                  <a:pt x="6856823" y="177497"/>
                  <a:pt x="6876038" y="162382"/>
                  <a:pt x="6886801" y="134699"/>
                </a:cubicBezTo>
                <a:lnTo>
                  <a:pt x="6882700" y="132904"/>
                </a:lnTo>
                <a:moveTo>
                  <a:pt x="6803532" y="95737"/>
                </a:moveTo>
                <a:cubicBezTo>
                  <a:pt x="6806347" y="75821"/>
                  <a:pt x="6815061" y="66372"/>
                  <a:pt x="6830687" y="66372"/>
                </a:cubicBezTo>
                <a:cubicBezTo>
                  <a:pt x="6846318" y="66372"/>
                  <a:pt x="6852467" y="73523"/>
                  <a:pt x="6855798" y="95737"/>
                </a:cubicBezTo>
                <a:lnTo>
                  <a:pt x="6803532" y="95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subsystem">
            <a:extLst xmlns:a="http://schemas.openxmlformats.org/drawingml/2006/main">
              <a:ext uri="{FF2B5EF4-FFF2-40B4-BE49-F238E27FC236}">
                <a16:creationId xmlns:a16="http://schemas.microsoft.com/office/drawing/2014/main" id="{C46F2AD6-9C34-4350-8624-F6B7757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3" y="7271577"/>
            <a:ext cx="1053811" cy="230787"/>
          </a:xfrm>
          <a:custGeom xmlns:a="http://schemas.openxmlformats.org/drawingml/2006/main">
            <a:pathLst>
              <a:path w="1053811" h="230787">
                <a:moveTo>
                  <a:pt x="67639" y="94482"/>
                </a:moveTo>
                <a:lnTo>
                  <a:pt x="66614" y="59636"/>
                </a:lnTo>
                <a:lnTo>
                  <a:pt x="63796" y="59636"/>
                </a:lnTo>
                <a:lnTo>
                  <a:pt x="63284" y="60152"/>
                </a:lnTo>
                <a:cubicBezTo>
                  <a:pt x="60977" y="61943"/>
                  <a:pt x="60723" y="62201"/>
                  <a:pt x="59699" y="62201"/>
                </a:cubicBezTo>
                <a:cubicBezTo>
                  <a:pt x="58162" y="62201"/>
                  <a:pt x="55597" y="61688"/>
                  <a:pt x="52779" y="60406"/>
                </a:cubicBezTo>
                <a:cubicBezTo>
                  <a:pt x="47141" y="58412"/>
                  <a:pt x="41507" y="57384"/>
                  <a:pt x="34846" y="57384"/>
                </a:cubicBezTo>
                <a:cubicBezTo>
                  <a:pt x="14602" y="57384"/>
                  <a:pt x="0" y="70450"/>
                  <a:pt x="0" y="88887"/>
                </a:cubicBezTo>
                <a:cubicBezTo>
                  <a:pt x="0" y="103223"/>
                  <a:pt x="8198" y="113466"/>
                  <a:pt x="29978" y="125758"/>
                </a:cubicBezTo>
                <a:lnTo>
                  <a:pt x="44838" y="134210"/>
                </a:lnTo>
                <a:cubicBezTo>
                  <a:pt x="53803" y="139332"/>
                  <a:pt x="58162" y="145477"/>
                  <a:pt x="58162" y="153414"/>
                </a:cubicBezTo>
                <a:cubicBezTo>
                  <a:pt x="58162" y="164681"/>
                  <a:pt x="49960" y="171851"/>
                  <a:pt x="36894" y="171851"/>
                </a:cubicBezTo>
                <a:cubicBezTo>
                  <a:pt x="28184" y="171851"/>
                  <a:pt x="20240" y="168520"/>
                  <a:pt x="15372" y="162887"/>
                </a:cubicBezTo>
                <a:cubicBezTo>
                  <a:pt x="9993" y="156487"/>
                  <a:pt x="7686" y="150595"/>
                  <a:pt x="4355" y="136001"/>
                </a:cubicBezTo>
                <a:lnTo>
                  <a:pt x="254" y="136001"/>
                </a:lnTo>
                <a:lnTo>
                  <a:pt x="254" y="175948"/>
                </a:lnTo>
                <a:lnTo>
                  <a:pt x="3585" y="175948"/>
                </a:lnTo>
                <a:cubicBezTo>
                  <a:pt x="5380" y="173388"/>
                  <a:pt x="6404" y="172875"/>
                  <a:pt x="9481" y="172875"/>
                </a:cubicBezTo>
                <a:cubicBezTo>
                  <a:pt x="11787" y="172934"/>
                  <a:pt x="15372" y="173446"/>
                  <a:pt x="21264" y="174983"/>
                </a:cubicBezTo>
                <a:cubicBezTo>
                  <a:pt x="28438" y="176460"/>
                  <a:pt x="35358" y="177485"/>
                  <a:pt x="39967" y="177485"/>
                </a:cubicBezTo>
                <a:cubicBezTo>
                  <a:pt x="59699" y="177485"/>
                  <a:pt x="76095" y="162632"/>
                  <a:pt x="76095" y="144707"/>
                </a:cubicBezTo>
                <a:cubicBezTo>
                  <a:pt x="76095" y="131904"/>
                  <a:pt x="69945" y="123455"/>
                  <a:pt x="54573" y="114236"/>
                </a:cubicBezTo>
                <a:lnTo>
                  <a:pt x="26901" y="97848"/>
                </a:lnTo>
                <a:cubicBezTo>
                  <a:pt x="19727" y="93751"/>
                  <a:pt x="15884" y="87351"/>
                  <a:pt x="15884" y="80435"/>
                </a:cubicBezTo>
                <a:cubicBezTo>
                  <a:pt x="15884" y="70192"/>
                  <a:pt x="23829" y="63022"/>
                  <a:pt x="35612" y="63022"/>
                </a:cubicBezTo>
                <a:cubicBezTo>
                  <a:pt x="50218" y="63022"/>
                  <a:pt x="57904" y="71728"/>
                  <a:pt x="63796" y="94521"/>
                </a:cubicBezTo>
                <a:lnTo>
                  <a:pt x="67639" y="94482"/>
                </a:lnTo>
                <a:close/>
                <a:moveTo>
                  <a:pt x="209326" y="162124"/>
                </a:moveTo>
                <a:lnTo>
                  <a:pt x="208047" y="162124"/>
                </a:lnTo>
                <a:cubicBezTo>
                  <a:pt x="196260" y="162124"/>
                  <a:pt x="193441" y="159305"/>
                  <a:pt x="193441" y="147518"/>
                </a:cubicBezTo>
                <a:lnTo>
                  <a:pt x="193441" y="59636"/>
                </a:lnTo>
                <a:lnTo>
                  <a:pt x="152958" y="59636"/>
                </a:lnTo>
                <a:lnTo>
                  <a:pt x="152958" y="63995"/>
                </a:lnTo>
                <a:cubicBezTo>
                  <a:pt x="168846" y="64761"/>
                  <a:pt x="171919" y="67326"/>
                  <a:pt x="171919" y="80134"/>
                </a:cubicBezTo>
                <a:lnTo>
                  <a:pt x="171919" y="140336"/>
                </a:lnTo>
                <a:cubicBezTo>
                  <a:pt x="171919" y="147510"/>
                  <a:pt x="170637" y="151099"/>
                  <a:pt x="167052" y="153914"/>
                </a:cubicBezTo>
                <a:cubicBezTo>
                  <a:pt x="160132" y="159552"/>
                  <a:pt x="152192" y="162625"/>
                  <a:pt x="144506" y="162625"/>
                </a:cubicBezTo>
                <a:cubicBezTo>
                  <a:pt x="134513" y="162625"/>
                  <a:pt x="126315" y="153914"/>
                  <a:pt x="126315" y="143155"/>
                </a:cubicBezTo>
                <a:lnTo>
                  <a:pt x="126315" y="59636"/>
                </a:lnTo>
                <a:lnTo>
                  <a:pt x="88904" y="59636"/>
                </a:lnTo>
                <a:lnTo>
                  <a:pt x="88904" y="63225"/>
                </a:lnTo>
                <a:cubicBezTo>
                  <a:pt x="101204" y="63995"/>
                  <a:pt x="104793" y="67838"/>
                  <a:pt x="104793" y="79621"/>
                </a:cubicBezTo>
                <a:lnTo>
                  <a:pt x="104793" y="144180"/>
                </a:lnTo>
                <a:cubicBezTo>
                  <a:pt x="104793" y="164419"/>
                  <a:pt x="117088" y="177485"/>
                  <a:pt x="135791" y="177485"/>
                </a:cubicBezTo>
                <a:cubicBezTo>
                  <a:pt x="145272" y="177485"/>
                  <a:pt x="155265" y="173388"/>
                  <a:pt x="162184" y="166468"/>
                </a:cubicBezTo>
                <a:lnTo>
                  <a:pt x="173202" y="155455"/>
                </a:lnTo>
                <a:lnTo>
                  <a:pt x="173202" y="176719"/>
                </a:lnTo>
                <a:lnTo>
                  <a:pt x="174226" y="177235"/>
                </a:lnTo>
                <a:cubicBezTo>
                  <a:pt x="187037" y="172113"/>
                  <a:pt x="196260" y="169294"/>
                  <a:pt x="209326" y="165705"/>
                </a:cubicBezTo>
                <a:lnTo>
                  <a:pt x="209326" y="162124"/>
                </a:lnTo>
                <a:close/>
                <a:moveTo>
                  <a:pt x="253910" y="512"/>
                </a:moveTo>
                <a:lnTo>
                  <a:pt x="252628" y="0"/>
                </a:lnTo>
                <a:cubicBezTo>
                  <a:pt x="241865" y="3843"/>
                  <a:pt x="234949" y="5892"/>
                  <a:pt x="222908" y="9223"/>
                </a:cubicBezTo>
                <a:lnTo>
                  <a:pt x="215476" y="11275"/>
                </a:lnTo>
                <a:lnTo>
                  <a:pt x="215476" y="15372"/>
                </a:lnTo>
                <a:cubicBezTo>
                  <a:pt x="217012" y="15118"/>
                  <a:pt x="218036" y="15118"/>
                  <a:pt x="219831" y="15118"/>
                </a:cubicBezTo>
                <a:cubicBezTo>
                  <a:pt x="230082" y="15118"/>
                  <a:pt x="232384" y="17421"/>
                  <a:pt x="232384" y="28184"/>
                </a:cubicBezTo>
                <a:lnTo>
                  <a:pt x="232384" y="161096"/>
                </a:lnTo>
                <a:cubicBezTo>
                  <a:pt x="232384" y="169032"/>
                  <a:pt x="254164" y="177485"/>
                  <a:pt x="274662" y="177485"/>
                </a:cubicBezTo>
                <a:cubicBezTo>
                  <a:pt x="308483" y="177485"/>
                  <a:pt x="334615" y="149317"/>
                  <a:pt x="334615" y="112704"/>
                </a:cubicBezTo>
                <a:cubicBezTo>
                  <a:pt x="334615" y="81213"/>
                  <a:pt x="315145" y="57134"/>
                  <a:pt x="289522" y="57134"/>
                </a:cubicBezTo>
                <a:cubicBezTo>
                  <a:pt x="273892" y="57134"/>
                  <a:pt x="259032" y="66360"/>
                  <a:pt x="253910" y="78910"/>
                </a:cubicBezTo>
                <a:lnTo>
                  <a:pt x="253910" y="512"/>
                </a:lnTo>
                <a:moveTo>
                  <a:pt x="253910" y="92480"/>
                </a:moveTo>
                <a:cubicBezTo>
                  <a:pt x="253910" y="82495"/>
                  <a:pt x="265952" y="73276"/>
                  <a:pt x="279275" y="73276"/>
                </a:cubicBezTo>
                <a:cubicBezTo>
                  <a:pt x="299257" y="73276"/>
                  <a:pt x="312068" y="93246"/>
                  <a:pt x="312068" y="124483"/>
                </a:cubicBezTo>
                <a:cubicBezTo>
                  <a:pt x="312068" y="152902"/>
                  <a:pt x="299769" y="169287"/>
                  <a:pt x="278763" y="169287"/>
                </a:cubicBezTo>
                <a:cubicBezTo>
                  <a:pt x="265439" y="169287"/>
                  <a:pt x="253910" y="163399"/>
                  <a:pt x="253910" y="156999"/>
                </a:cubicBezTo>
                <a:lnTo>
                  <a:pt x="253910" y="92480"/>
                </a:lnTo>
                <a:close/>
                <a:moveTo>
                  <a:pt x="423522" y="94482"/>
                </a:moveTo>
                <a:lnTo>
                  <a:pt x="422497" y="59636"/>
                </a:lnTo>
                <a:lnTo>
                  <a:pt x="419679" y="59636"/>
                </a:lnTo>
                <a:lnTo>
                  <a:pt x="419166" y="60152"/>
                </a:lnTo>
                <a:cubicBezTo>
                  <a:pt x="416860" y="61943"/>
                  <a:pt x="416606" y="62201"/>
                  <a:pt x="415581" y="62201"/>
                </a:cubicBezTo>
                <a:cubicBezTo>
                  <a:pt x="414045" y="62201"/>
                  <a:pt x="411480" y="61688"/>
                  <a:pt x="408662" y="60406"/>
                </a:cubicBezTo>
                <a:cubicBezTo>
                  <a:pt x="403024" y="58412"/>
                  <a:pt x="397390" y="57384"/>
                  <a:pt x="390729" y="57384"/>
                </a:cubicBezTo>
                <a:cubicBezTo>
                  <a:pt x="370485" y="57384"/>
                  <a:pt x="355883" y="70450"/>
                  <a:pt x="355883" y="88887"/>
                </a:cubicBezTo>
                <a:cubicBezTo>
                  <a:pt x="355883" y="103223"/>
                  <a:pt x="364081" y="113466"/>
                  <a:pt x="385861" y="125758"/>
                </a:cubicBezTo>
                <a:lnTo>
                  <a:pt x="400721" y="134210"/>
                </a:lnTo>
                <a:cubicBezTo>
                  <a:pt x="409686" y="139332"/>
                  <a:pt x="414045" y="145477"/>
                  <a:pt x="414045" y="153414"/>
                </a:cubicBezTo>
                <a:cubicBezTo>
                  <a:pt x="414045" y="164681"/>
                  <a:pt x="405843" y="171851"/>
                  <a:pt x="392777" y="171851"/>
                </a:cubicBezTo>
                <a:cubicBezTo>
                  <a:pt x="384067" y="171851"/>
                  <a:pt x="376123" y="168520"/>
                  <a:pt x="371255" y="162887"/>
                </a:cubicBezTo>
                <a:cubicBezTo>
                  <a:pt x="365876" y="156487"/>
                  <a:pt x="363569" y="150595"/>
                  <a:pt x="360238" y="136001"/>
                </a:cubicBezTo>
                <a:lnTo>
                  <a:pt x="356137" y="136001"/>
                </a:lnTo>
                <a:lnTo>
                  <a:pt x="356137" y="175948"/>
                </a:lnTo>
                <a:lnTo>
                  <a:pt x="359468" y="175948"/>
                </a:lnTo>
                <a:cubicBezTo>
                  <a:pt x="361262" y="173388"/>
                  <a:pt x="362287" y="172875"/>
                  <a:pt x="365364" y="172875"/>
                </a:cubicBezTo>
                <a:cubicBezTo>
                  <a:pt x="367670" y="172934"/>
                  <a:pt x="371255" y="173446"/>
                  <a:pt x="377147" y="174983"/>
                </a:cubicBezTo>
                <a:cubicBezTo>
                  <a:pt x="384321" y="176460"/>
                  <a:pt x="391241" y="177485"/>
                  <a:pt x="395850" y="177485"/>
                </a:cubicBezTo>
                <a:cubicBezTo>
                  <a:pt x="415581" y="177485"/>
                  <a:pt x="431978" y="162632"/>
                  <a:pt x="431978" y="144707"/>
                </a:cubicBezTo>
                <a:cubicBezTo>
                  <a:pt x="431978" y="131904"/>
                  <a:pt x="425828" y="123455"/>
                  <a:pt x="410456" y="114236"/>
                </a:cubicBezTo>
                <a:lnTo>
                  <a:pt x="382784" y="97848"/>
                </a:lnTo>
                <a:cubicBezTo>
                  <a:pt x="375610" y="93751"/>
                  <a:pt x="371767" y="87351"/>
                  <a:pt x="371767" y="80435"/>
                </a:cubicBezTo>
                <a:cubicBezTo>
                  <a:pt x="371767" y="70192"/>
                  <a:pt x="379712" y="63022"/>
                  <a:pt x="391495" y="63022"/>
                </a:cubicBezTo>
                <a:cubicBezTo>
                  <a:pt x="406101" y="63022"/>
                  <a:pt x="413787" y="71728"/>
                  <a:pt x="419679" y="94521"/>
                </a:cubicBezTo>
                <a:lnTo>
                  <a:pt x="423522" y="94482"/>
                </a:lnTo>
                <a:close/>
                <a:moveTo>
                  <a:pt x="564184" y="59636"/>
                </a:moveTo>
                <a:lnTo>
                  <a:pt x="529597" y="59636"/>
                </a:lnTo>
                <a:lnTo>
                  <a:pt x="529597" y="63483"/>
                </a:lnTo>
                <a:cubicBezTo>
                  <a:pt x="537795" y="63483"/>
                  <a:pt x="541896" y="65786"/>
                  <a:pt x="541896" y="69887"/>
                </a:cubicBezTo>
                <a:cubicBezTo>
                  <a:pt x="541896" y="70911"/>
                  <a:pt x="541638" y="72447"/>
                  <a:pt x="540868" y="74242"/>
                </a:cubicBezTo>
                <a:lnTo>
                  <a:pt x="516015" y="144954"/>
                </a:lnTo>
                <a:lnTo>
                  <a:pt x="486553" y="80134"/>
                </a:lnTo>
                <a:cubicBezTo>
                  <a:pt x="485012" y="76549"/>
                  <a:pt x="483988" y="73218"/>
                  <a:pt x="483988" y="70399"/>
                </a:cubicBezTo>
                <a:cubicBezTo>
                  <a:pt x="483988" y="65786"/>
                  <a:pt x="487831" y="63995"/>
                  <a:pt x="498848" y="63483"/>
                </a:cubicBezTo>
                <a:lnTo>
                  <a:pt x="498848" y="59636"/>
                </a:lnTo>
                <a:lnTo>
                  <a:pt x="446069" y="59636"/>
                </a:lnTo>
                <a:lnTo>
                  <a:pt x="446069" y="63225"/>
                </a:lnTo>
                <a:cubicBezTo>
                  <a:pt x="452731" y="64249"/>
                  <a:pt x="457087" y="67068"/>
                  <a:pt x="459135" y="71423"/>
                </a:cubicBezTo>
                <a:lnTo>
                  <a:pt x="488343" y="134453"/>
                </a:lnTo>
                <a:lnTo>
                  <a:pt x="489113" y="136501"/>
                </a:lnTo>
                <a:lnTo>
                  <a:pt x="492956" y="144187"/>
                </a:lnTo>
                <a:cubicBezTo>
                  <a:pt x="500130" y="156999"/>
                  <a:pt x="504232" y="166221"/>
                  <a:pt x="504232" y="170065"/>
                </a:cubicBezTo>
                <a:cubicBezTo>
                  <a:pt x="504232" y="173908"/>
                  <a:pt x="498336" y="190046"/>
                  <a:pt x="493981" y="197732"/>
                </a:cubicBezTo>
                <a:cubicBezTo>
                  <a:pt x="490396" y="204394"/>
                  <a:pt x="484758" y="209261"/>
                  <a:pt x="481169" y="209261"/>
                </a:cubicBezTo>
                <a:cubicBezTo>
                  <a:pt x="479633" y="209261"/>
                  <a:pt x="477326" y="208749"/>
                  <a:pt x="474765" y="207471"/>
                </a:cubicBezTo>
                <a:cubicBezTo>
                  <a:pt x="469898" y="205676"/>
                  <a:pt x="465543" y="204652"/>
                  <a:pt x="461188" y="204652"/>
                </a:cubicBezTo>
                <a:cubicBezTo>
                  <a:pt x="455292" y="204652"/>
                  <a:pt x="450171" y="209778"/>
                  <a:pt x="450171" y="215923"/>
                </a:cubicBezTo>
                <a:cubicBezTo>
                  <a:pt x="450171" y="224380"/>
                  <a:pt x="458369" y="230787"/>
                  <a:pt x="469128" y="230787"/>
                </a:cubicBezTo>
                <a:cubicBezTo>
                  <a:pt x="486295" y="230787"/>
                  <a:pt x="498594" y="216439"/>
                  <a:pt x="512430" y="179545"/>
                </a:cubicBezTo>
                <a:lnTo>
                  <a:pt x="551885" y="75012"/>
                </a:lnTo>
                <a:cubicBezTo>
                  <a:pt x="555216" y="66810"/>
                  <a:pt x="558034" y="64249"/>
                  <a:pt x="564184" y="63483"/>
                </a:cubicBezTo>
                <a:lnTo>
                  <a:pt x="564184" y="59636"/>
                </a:lnTo>
                <a:close/>
                <a:moveTo>
                  <a:pt x="651297" y="94482"/>
                </a:moveTo>
                <a:lnTo>
                  <a:pt x="650272" y="59636"/>
                </a:lnTo>
                <a:lnTo>
                  <a:pt x="647454" y="59636"/>
                </a:lnTo>
                <a:lnTo>
                  <a:pt x="646942" y="60152"/>
                </a:lnTo>
                <a:cubicBezTo>
                  <a:pt x="644635" y="61943"/>
                  <a:pt x="644381" y="62201"/>
                  <a:pt x="643357" y="62201"/>
                </a:cubicBezTo>
                <a:cubicBezTo>
                  <a:pt x="641820" y="62201"/>
                  <a:pt x="639255" y="61688"/>
                  <a:pt x="636437" y="60406"/>
                </a:cubicBezTo>
                <a:cubicBezTo>
                  <a:pt x="630799" y="58412"/>
                  <a:pt x="625165" y="57384"/>
                  <a:pt x="618504" y="57384"/>
                </a:cubicBezTo>
                <a:cubicBezTo>
                  <a:pt x="598260" y="57384"/>
                  <a:pt x="583658" y="70450"/>
                  <a:pt x="583658" y="88887"/>
                </a:cubicBezTo>
                <a:cubicBezTo>
                  <a:pt x="583658" y="103223"/>
                  <a:pt x="591856" y="113466"/>
                  <a:pt x="613636" y="125758"/>
                </a:cubicBezTo>
                <a:lnTo>
                  <a:pt x="628496" y="134210"/>
                </a:lnTo>
                <a:cubicBezTo>
                  <a:pt x="637461" y="139332"/>
                  <a:pt x="641820" y="145477"/>
                  <a:pt x="641820" y="153414"/>
                </a:cubicBezTo>
                <a:cubicBezTo>
                  <a:pt x="641820" y="164681"/>
                  <a:pt x="633618" y="171851"/>
                  <a:pt x="620552" y="171851"/>
                </a:cubicBezTo>
                <a:cubicBezTo>
                  <a:pt x="611842" y="171851"/>
                  <a:pt x="603898" y="168520"/>
                  <a:pt x="599030" y="162887"/>
                </a:cubicBezTo>
                <a:cubicBezTo>
                  <a:pt x="593651" y="156487"/>
                  <a:pt x="591344" y="150595"/>
                  <a:pt x="588013" y="136001"/>
                </a:cubicBezTo>
                <a:lnTo>
                  <a:pt x="583912" y="136001"/>
                </a:lnTo>
                <a:lnTo>
                  <a:pt x="583912" y="175948"/>
                </a:lnTo>
                <a:lnTo>
                  <a:pt x="587243" y="175948"/>
                </a:lnTo>
                <a:cubicBezTo>
                  <a:pt x="589038" y="173388"/>
                  <a:pt x="590062" y="172875"/>
                  <a:pt x="593139" y="172875"/>
                </a:cubicBezTo>
                <a:cubicBezTo>
                  <a:pt x="595445" y="172934"/>
                  <a:pt x="599030" y="173446"/>
                  <a:pt x="604922" y="174983"/>
                </a:cubicBezTo>
                <a:cubicBezTo>
                  <a:pt x="612096" y="176460"/>
                  <a:pt x="619016" y="177485"/>
                  <a:pt x="623625" y="177485"/>
                </a:cubicBezTo>
                <a:cubicBezTo>
                  <a:pt x="643357" y="177485"/>
                  <a:pt x="659753" y="162632"/>
                  <a:pt x="659753" y="144707"/>
                </a:cubicBezTo>
                <a:cubicBezTo>
                  <a:pt x="659753" y="131904"/>
                  <a:pt x="653603" y="123455"/>
                  <a:pt x="638231" y="114236"/>
                </a:cubicBezTo>
                <a:lnTo>
                  <a:pt x="610559" y="97848"/>
                </a:lnTo>
                <a:cubicBezTo>
                  <a:pt x="603385" y="93751"/>
                  <a:pt x="599542" y="87351"/>
                  <a:pt x="599542" y="80435"/>
                </a:cubicBezTo>
                <a:cubicBezTo>
                  <a:pt x="599542" y="70192"/>
                  <a:pt x="607487" y="63022"/>
                  <a:pt x="619270" y="63022"/>
                </a:cubicBezTo>
                <a:cubicBezTo>
                  <a:pt x="633876" y="63022"/>
                  <a:pt x="641562" y="71728"/>
                  <a:pt x="647454" y="94521"/>
                </a:cubicBezTo>
                <a:lnTo>
                  <a:pt x="651297" y="94482"/>
                </a:lnTo>
                <a:close/>
                <a:moveTo>
                  <a:pt x="735592" y="59636"/>
                </a:moveTo>
                <a:lnTo>
                  <a:pt x="709714" y="59636"/>
                </a:lnTo>
                <a:lnTo>
                  <a:pt x="709714" y="29916"/>
                </a:lnTo>
                <a:cubicBezTo>
                  <a:pt x="709714" y="27355"/>
                  <a:pt x="709460" y="26585"/>
                  <a:pt x="707920" y="26585"/>
                </a:cubicBezTo>
                <a:cubicBezTo>
                  <a:pt x="706129" y="28891"/>
                  <a:pt x="704589" y="31198"/>
                  <a:pt x="702799" y="33759"/>
                </a:cubicBezTo>
                <a:cubicBezTo>
                  <a:pt x="693060" y="47853"/>
                  <a:pt x="682043" y="60152"/>
                  <a:pt x="677946" y="61176"/>
                </a:cubicBezTo>
                <a:cubicBezTo>
                  <a:pt x="675127" y="62967"/>
                  <a:pt x="673587" y="64761"/>
                  <a:pt x="673587" y="66044"/>
                </a:cubicBezTo>
                <a:cubicBezTo>
                  <a:pt x="673587" y="66814"/>
                  <a:pt x="673845" y="67326"/>
                  <a:pt x="674615" y="67838"/>
                </a:cubicBezTo>
                <a:lnTo>
                  <a:pt x="688193" y="67838"/>
                </a:lnTo>
                <a:lnTo>
                  <a:pt x="688193" y="144950"/>
                </a:lnTo>
                <a:cubicBezTo>
                  <a:pt x="688193" y="166468"/>
                  <a:pt x="695879" y="177485"/>
                  <a:pt x="710997" y="177485"/>
                </a:cubicBezTo>
                <a:cubicBezTo>
                  <a:pt x="723550" y="177485"/>
                  <a:pt x="733285" y="171339"/>
                  <a:pt x="741741" y="158015"/>
                </a:cubicBezTo>
                <a:lnTo>
                  <a:pt x="738410" y="155197"/>
                </a:lnTo>
                <a:cubicBezTo>
                  <a:pt x="733031" y="161600"/>
                  <a:pt x="728676" y="164165"/>
                  <a:pt x="723038" y="164165"/>
                </a:cubicBezTo>
                <a:cubicBezTo>
                  <a:pt x="713558" y="164165"/>
                  <a:pt x="709714" y="157245"/>
                  <a:pt x="709714" y="141107"/>
                </a:cubicBezTo>
                <a:lnTo>
                  <a:pt x="709714" y="67838"/>
                </a:lnTo>
                <a:lnTo>
                  <a:pt x="735592" y="67838"/>
                </a:lnTo>
                <a:lnTo>
                  <a:pt x="735592" y="59636"/>
                </a:lnTo>
                <a:close/>
                <a:moveTo>
                  <a:pt x="846020" y="132893"/>
                </a:moveTo>
                <a:cubicBezTo>
                  <a:pt x="833724" y="152374"/>
                  <a:pt x="822703" y="159810"/>
                  <a:pt x="806307" y="159810"/>
                </a:cubicBezTo>
                <a:cubicBezTo>
                  <a:pt x="791705" y="159810"/>
                  <a:pt x="780688" y="152374"/>
                  <a:pt x="773256" y="137764"/>
                </a:cubicBezTo>
                <a:cubicBezTo>
                  <a:pt x="768642" y="128021"/>
                  <a:pt x="766852" y="119561"/>
                  <a:pt x="766340" y="103923"/>
                </a:cubicBezTo>
                <a:lnTo>
                  <a:pt x="845254" y="103923"/>
                </a:lnTo>
                <a:cubicBezTo>
                  <a:pt x="843201" y="87300"/>
                  <a:pt x="840640" y="79895"/>
                  <a:pt x="834237" y="71724"/>
                </a:cubicBezTo>
                <a:cubicBezTo>
                  <a:pt x="826546" y="62517"/>
                  <a:pt x="814763" y="57134"/>
                  <a:pt x="801439" y="57134"/>
                </a:cubicBezTo>
                <a:cubicBezTo>
                  <a:pt x="788628" y="57134"/>
                  <a:pt x="776587" y="61747"/>
                  <a:pt x="766852" y="70446"/>
                </a:cubicBezTo>
                <a:cubicBezTo>
                  <a:pt x="754807" y="80916"/>
                  <a:pt x="747891" y="99056"/>
                  <a:pt x="747891" y="120073"/>
                </a:cubicBezTo>
                <a:cubicBezTo>
                  <a:pt x="747891" y="155451"/>
                  <a:pt x="766340" y="177485"/>
                  <a:pt x="795802" y="177485"/>
                </a:cubicBezTo>
                <a:cubicBezTo>
                  <a:pt x="820143" y="177485"/>
                  <a:pt x="839358" y="162371"/>
                  <a:pt x="850121" y="134687"/>
                </a:cubicBezTo>
                <a:lnTo>
                  <a:pt x="846020" y="132893"/>
                </a:lnTo>
                <a:moveTo>
                  <a:pt x="766852" y="95725"/>
                </a:moveTo>
                <a:cubicBezTo>
                  <a:pt x="769667" y="75810"/>
                  <a:pt x="778381" y="66360"/>
                  <a:pt x="794007" y="66360"/>
                </a:cubicBezTo>
                <a:cubicBezTo>
                  <a:pt x="809638" y="66360"/>
                  <a:pt x="815787" y="73511"/>
                  <a:pt x="819118" y="95725"/>
                </a:cubicBezTo>
                <a:lnTo>
                  <a:pt x="766852" y="95725"/>
                </a:lnTo>
                <a:close/>
                <a:moveTo>
                  <a:pt x="860114" y="73022"/>
                </a:moveTo>
                <a:cubicBezTo>
                  <a:pt x="863444" y="72252"/>
                  <a:pt x="865493" y="71998"/>
                  <a:pt x="868312" y="71998"/>
                </a:cubicBezTo>
                <a:cubicBezTo>
                  <a:pt x="874974" y="71998"/>
                  <a:pt x="877280" y="76095"/>
                  <a:pt x="877280" y="88391"/>
                </a:cubicBezTo>
                <a:lnTo>
                  <a:pt x="877280" y="153207"/>
                </a:lnTo>
                <a:cubicBezTo>
                  <a:pt x="877280" y="167042"/>
                  <a:pt x="873691" y="170886"/>
                  <a:pt x="859343" y="171140"/>
                </a:cubicBezTo>
                <a:lnTo>
                  <a:pt x="859343" y="174983"/>
                </a:lnTo>
                <a:lnTo>
                  <a:pt x="916223" y="174983"/>
                </a:lnTo>
                <a:lnTo>
                  <a:pt x="916223" y="171140"/>
                </a:lnTo>
                <a:cubicBezTo>
                  <a:pt x="902645" y="170627"/>
                  <a:pt x="898802" y="167813"/>
                  <a:pt x="898802" y="157820"/>
                </a:cubicBezTo>
                <a:lnTo>
                  <a:pt x="898802" y="85576"/>
                </a:lnTo>
                <a:cubicBezTo>
                  <a:pt x="898802" y="85064"/>
                  <a:pt x="900851" y="82499"/>
                  <a:pt x="902645" y="80708"/>
                </a:cubicBezTo>
                <a:cubicBezTo>
                  <a:pt x="909049" y="74813"/>
                  <a:pt x="920066" y="70458"/>
                  <a:pt x="929035" y="70458"/>
                </a:cubicBezTo>
                <a:cubicBezTo>
                  <a:pt x="940306" y="70458"/>
                  <a:pt x="945943" y="79426"/>
                  <a:pt x="945943" y="97359"/>
                </a:cubicBezTo>
                <a:lnTo>
                  <a:pt x="945943" y="152952"/>
                </a:lnTo>
                <a:cubicBezTo>
                  <a:pt x="945943" y="167300"/>
                  <a:pt x="943125" y="170115"/>
                  <a:pt x="928523" y="171140"/>
                </a:cubicBezTo>
                <a:lnTo>
                  <a:pt x="928523" y="174983"/>
                </a:lnTo>
                <a:lnTo>
                  <a:pt x="985914" y="174983"/>
                </a:lnTo>
                <a:lnTo>
                  <a:pt x="985914" y="171140"/>
                </a:lnTo>
                <a:cubicBezTo>
                  <a:pt x="971308" y="170886"/>
                  <a:pt x="967465" y="166530"/>
                  <a:pt x="967465" y="150646"/>
                </a:cubicBezTo>
                <a:lnTo>
                  <a:pt x="967465" y="86088"/>
                </a:lnTo>
                <a:cubicBezTo>
                  <a:pt x="975151" y="75071"/>
                  <a:pt x="983608" y="70458"/>
                  <a:pt x="995395" y="70458"/>
                </a:cubicBezTo>
                <a:cubicBezTo>
                  <a:pt x="1009997" y="70458"/>
                  <a:pt x="1014610" y="77377"/>
                  <a:pt x="1014610" y="98641"/>
                </a:cubicBezTo>
                <a:lnTo>
                  <a:pt x="1014610" y="152694"/>
                </a:lnTo>
                <a:cubicBezTo>
                  <a:pt x="1014610" y="167300"/>
                  <a:pt x="1012562" y="169349"/>
                  <a:pt x="997702" y="171140"/>
                </a:cubicBezTo>
                <a:lnTo>
                  <a:pt x="997702" y="174983"/>
                </a:lnTo>
                <a:lnTo>
                  <a:pt x="1053811" y="174983"/>
                </a:lnTo>
                <a:lnTo>
                  <a:pt x="1053811" y="171140"/>
                </a:lnTo>
                <a:lnTo>
                  <a:pt x="1047149" y="170627"/>
                </a:lnTo>
                <a:cubicBezTo>
                  <a:pt x="1039463" y="170115"/>
                  <a:pt x="1036132" y="165506"/>
                  <a:pt x="1036132" y="155513"/>
                </a:cubicBezTo>
                <a:lnTo>
                  <a:pt x="1036132" y="102739"/>
                </a:lnTo>
                <a:cubicBezTo>
                  <a:pt x="1036132" y="72510"/>
                  <a:pt x="1026140" y="57134"/>
                  <a:pt x="1006412" y="57134"/>
                </a:cubicBezTo>
                <a:cubicBezTo>
                  <a:pt x="991552" y="57134"/>
                  <a:pt x="978482" y="63796"/>
                  <a:pt x="964647" y="78656"/>
                </a:cubicBezTo>
                <a:cubicBezTo>
                  <a:pt x="960037" y="64054"/>
                  <a:pt x="951327" y="57134"/>
                  <a:pt x="937491" y="57134"/>
                </a:cubicBezTo>
                <a:cubicBezTo>
                  <a:pt x="926216" y="57134"/>
                  <a:pt x="919042" y="60723"/>
                  <a:pt x="897774" y="76865"/>
                </a:cubicBezTo>
                <a:lnTo>
                  <a:pt x="897774" y="57650"/>
                </a:lnTo>
                <a:lnTo>
                  <a:pt x="895984" y="57134"/>
                </a:lnTo>
                <a:cubicBezTo>
                  <a:pt x="882914" y="62005"/>
                  <a:pt x="874204" y="64824"/>
                  <a:pt x="860114" y="68667"/>
                </a:cubicBezTo>
                <a:lnTo>
                  <a:pt x="860114" y="73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A3647-2401-4D46-B9F9-C12BC8F4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5" y="8447128"/>
            <a:ext cx="81" cy="308105"/>
          </a:xfrm>
          <a:custGeom xmlns:a="http://schemas.openxmlformats.org/drawingml/2006/main">
            <a:pathLst>
              <a:path w="81" h="308105" fill="none">
                <a:moveTo>
                  <a:pt x="81" y="3081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CD318-5ADA-467F-A529-5D74E71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105" y="8755233"/>
            <a:ext cx="1067295" cy="690084"/>
          </a:xfrm>
          <a:custGeom xmlns:a="http://schemas.openxmlformats.org/drawingml/2006/main">
            <a:pathLst>
              <a:path w="1067295" h="690084">
                <a:moveTo>
                  <a:pt x="1067295" y="345042"/>
                </a:moveTo>
                <a:cubicBezTo>
                  <a:pt x="1067295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1" y="423440"/>
                  <a:pt x="1049389" y="434389"/>
                  <a:pt x="1044316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9" y="527341"/>
                  <a:pt x="977358" y="536737"/>
                </a:cubicBezTo>
                <a:cubicBezTo>
                  <a:pt x="967648" y="546133"/>
                  <a:pt x="957250" y="555199"/>
                  <a:pt x="946162" y="563934"/>
                </a:cubicBezTo>
                <a:cubicBezTo>
                  <a:pt x="935074" y="572670"/>
                  <a:pt x="923351" y="581033"/>
                  <a:pt x="910993" y="589023"/>
                </a:cubicBezTo>
                <a:cubicBezTo>
                  <a:pt x="898634" y="597014"/>
                  <a:pt x="885700" y="604594"/>
                  <a:pt x="872190" y="611763"/>
                </a:cubicBezTo>
                <a:cubicBezTo>
                  <a:pt x="858679" y="618932"/>
                  <a:pt x="844658" y="625656"/>
                  <a:pt x="830125" y="631934"/>
                </a:cubicBezTo>
                <a:cubicBezTo>
                  <a:pt x="815594" y="638212"/>
                  <a:pt x="800621" y="644015"/>
                  <a:pt x="785207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7"/>
                </a:cubicBezTo>
                <a:cubicBezTo>
                  <a:pt x="671831" y="678507"/>
                  <a:pt x="654898" y="681249"/>
                  <a:pt x="637756" y="683454"/>
                </a:cubicBezTo>
                <a:cubicBezTo>
                  <a:pt x="620614" y="685659"/>
                  <a:pt x="603347" y="687315"/>
                  <a:pt x="585954" y="688423"/>
                </a:cubicBezTo>
                <a:cubicBezTo>
                  <a:pt x="568560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2" y="678507"/>
                  <a:pt x="378738" y="675227"/>
                </a:cubicBezTo>
                <a:cubicBezTo>
                  <a:pt x="362012" y="671946"/>
                  <a:pt x="345576" y="668144"/>
                  <a:pt x="329429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0" y="638212"/>
                  <a:pt x="237168" y="631934"/>
                </a:cubicBezTo>
                <a:cubicBezTo>
                  <a:pt x="222636" y="625656"/>
                  <a:pt x="208615" y="618932"/>
                  <a:pt x="195105" y="611763"/>
                </a:cubicBezTo>
                <a:cubicBezTo>
                  <a:pt x="181594" y="604594"/>
                  <a:pt x="168660" y="597014"/>
                  <a:pt x="156302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5" y="555199"/>
                  <a:pt x="99646" y="546133"/>
                  <a:pt x="89936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9" y="445202"/>
                </a:cubicBezTo>
                <a:cubicBezTo>
                  <a:pt x="17905" y="434389"/>
                  <a:pt x="13664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4" y="266644"/>
                  <a:pt x="17905" y="255695"/>
                  <a:pt x="22979" y="244882"/>
                </a:cubicBezTo>
                <a:cubicBezTo>
                  <a:pt x="28052" y="234068"/>
                  <a:pt x="33933" y="223440"/>
                  <a:pt x="40621" y="213000"/>
                </a:cubicBezTo>
                <a:cubicBezTo>
                  <a:pt x="47310" y="202560"/>
                  <a:pt x="54773" y="192356"/>
                  <a:pt x="63012" y="182390"/>
                </a:cubicBezTo>
                <a:cubicBezTo>
                  <a:pt x="71251" y="172424"/>
                  <a:pt x="80226" y="162743"/>
                  <a:pt x="89935" y="153347"/>
                </a:cubicBezTo>
                <a:cubicBezTo>
                  <a:pt x="99646" y="143951"/>
                  <a:pt x="110045" y="134885"/>
                  <a:pt x="121132" y="126150"/>
                </a:cubicBezTo>
                <a:cubicBezTo>
                  <a:pt x="132220" y="117414"/>
                  <a:pt x="143943" y="109051"/>
                  <a:pt x="156302" y="101060"/>
                </a:cubicBezTo>
                <a:cubicBezTo>
                  <a:pt x="168660" y="93070"/>
                  <a:pt x="181594" y="85490"/>
                  <a:pt x="195105" y="78321"/>
                </a:cubicBezTo>
                <a:cubicBezTo>
                  <a:pt x="208615" y="71152"/>
                  <a:pt x="222636" y="64428"/>
                  <a:pt x="237168" y="58150"/>
                </a:cubicBezTo>
                <a:cubicBezTo>
                  <a:pt x="251701" y="51872"/>
                  <a:pt x="266674" y="46069"/>
                  <a:pt x="282087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2" y="18138"/>
                  <a:pt x="378738" y="14857"/>
                </a:cubicBezTo>
                <a:cubicBezTo>
                  <a:pt x="395462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0" y="554"/>
                  <a:pt x="585954" y="1662"/>
                </a:cubicBezTo>
                <a:cubicBezTo>
                  <a:pt x="603347" y="2769"/>
                  <a:pt x="620614" y="4425"/>
                  <a:pt x="637756" y="6630"/>
                </a:cubicBezTo>
                <a:cubicBezTo>
                  <a:pt x="654898" y="8835"/>
                  <a:pt x="671831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6" y="40742"/>
                </a:cubicBezTo>
                <a:cubicBezTo>
                  <a:pt x="800620" y="46069"/>
                  <a:pt x="815594" y="51872"/>
                  <a:pt x="830125" y="58150"/>
                </a:cubicBezTo>
                <a:cubicBezTo>
                  <a:pt x="844658" y="64428"/>
                  <a:pt x="858679" y="71152"/>
                  <a:pt x="872190" y="78321"/>
                </a:cubicBezTo>
                <a:cubicBezTo>
                  <a:pt x="885700" y="85490"/>
                  <a:pt x="898634" y="93070"/>
                  <a:pt x="910993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49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6"/>
                  <a:pt x="1019984" y="202560"/>
                  <a:pt x="1026673" y="213000"/>
                </a:cubicBezTo>
                <a:cubicBezTo>
                  <a:pt x="1033361" y="223440"/>
                  <a:pt x="1039242" y="234068"/>
                  <a:pt x="1044316" y="244882"/>
                </a:cubicBezTo>
                <a:cubicBezTo>
                  <a:pt x="1049389" y="255695"/>
                  <a:pt x="1053631" y="266644"/>
                  <a:pt x="1057040" y="277728"/>
                </a:cubicBezTo>
                <a:cubicBezTo>
                  <a:pt x="1060450" y="288811"/>
                  <a:pt x="1063012" y="299976"/>
                  <a:pt x="1064725" y="311222"/>
                </a:cubicBezTo>
                <a:cubicBezTo>
                  <a:pt x="1066438" y="322468"/>
                  <a:pt x="1067295" y="333742"/>
                  <a:pt x="1067295" y="3450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02BFE-D975-42F7-8DEB-49DD7D85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105" y="8755233"/>
            <a:ext cx="1067295" cy="690084"/>
          </a:xfrm>
          <a:custGeom xmlns:a="http://schemas.openxmlformats.org/drawingml/2006/main">
            <a:pathLst>
              <a:path w="1067295" h="690084" fill="none">
                <a:moveTo>
                  <a:pt x="1067295" y="345042"/>
                </a:moveTo>
                <a:cubicBezTo>
                  <a:pt x="1067295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1" y="423440"/>
                  <a:pt x="1049389" y="434389"/>
                  <a:pt x="1044316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9" y="527341"/>
                  <a:pt x="977358" y="536737"/>
                </a:cubicBezTo>
                <a:cubicBezTo>
                  <a:pt x="967648" y="546133"/>
                  <a:pt x="957250" y="555199"/>
                  <a:pt x="946162" y="563934"/>
                </a:cubicBezTo>
                <a:cubicBezTo>
                  <a:pt x="935074" y="572670"/>
                  <a:pt x="923351" y="581033"/>
                  <a:pt x="910993" y="589023"/>
                </a:cubicBezTo>
                <a:cubicBezTo>
                  <a:pt x="898634" y="597014"/>
                  <a:pt x="885700" y="604594"/>
                  <a:pt x="872190" y="611763"/>
                </a:cubicBezTo>
                <a:cubicBezTo>
                  <a:pt x="858679" y="618932"/>
                  <a:pt x="844658" y="625656"/>
                  <a:pt x="830125" y="631934"/>
                </a:cubicBezTo>
                <a:cubicBezTo>
                  <a:pt x="815594" y="638212"/>
                  <a:pt x="800621" y="644015"/>
                  <a:pt x="785207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7"/>
                </a:cubicBezTo>
                <a:cubicBezTo>
                  <a:pt x="671831" y="678507"/>
                  <a:pt x="654898" y="681249"/>
                  <a:pt x="637756" y="683454"/>
                </a:cubicBezTo>
                <a:cubicBezTo>
                  <a:pt x="620614" y="685659"/>
                  <a:pt x="603347" y="687315"/>
                  <a:pt x="585954" y="688423"/>
                </a:cubicBezTo>
                <a:cubicBezTo>
                  <a:pt x="568560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2" y="678507"/>
                  <a:pt x="378738" y="675227"/>
                </a:cubicBezTo>
                <a:cubicBezTo>
                  <a:pt x="362012" y="671946"/>
                  <a:pt x="345576" y="668144"/>
                  <a:pt x="329429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0" y="638212"/>
                  <a:pt x="237168" y="631934"/>
                </a:cubicBezTo>
                <a:cubicBezTo>
                  <a:pt x="222636" y="625656"/>
                  <a:pt x="208615" y="618932"/>
                  <a:pt x="195105" y="611763"/>
                </a:cubicBezTo>
                <a:cubicBezTo>
                  <a:pt x="181594" y="604594"/>
                  <a:pt x="168660" y="597014"/>
                  <a:pt x="156302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5" y="555199"/>
                  <a:pt x="99646" y="546133"/>
                  <a:pt x="89936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9" y="445202"/>
                </a:cubicBezTo>
                <a:cubicBezTo>
                  <a:pt x="17905" y="434389"/>
                  <a:pt x="13664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4" y="266644"/>
                  <a:pt x="17905" y="255695"/>
                  <a:pt x="22979" y="244882"/>
                </a:cubicBezTo>
                <a:cubicBezTo>
                  <a:pt x="28052" y="234068"/>
                  <a:pt x="33933" y="223440"/>
                  <a:pt x="40621" y="213000"/>
                </a:cubicBezTo>
                <a:cubicBezTo>
                  <a:pt x="47310" y="202560"/>
                  <a:pt x="54773" y="192356"/>
                  <a:pt x="63012" y="182390"/>
                </a:cubicBezTo>
                <a:cubicBezTo>
                  <a:pt x="71251" y="172424"/>
                  <a:pt x="80226" y="162743"/>
                  <a:pt x="89935" y="153347"/>
                </a:cubicBezTo>
                <a:cubicBezTo>
                  <a:pt x="99646" y="143951"/>
                  <a:pt x="110045" y="134885"/>
                  <a:pt x="121132" y="126150"/>
                </a:cubicBezTo>
                <a:cubicBezTo>
                  <a:pt x="132220" y="117414"/>
                  <a:pt x="143943" y="109051"/>
                  <a:pt x="156302" y="101060"/>
                </a:cubicBezTo>
                <a:cubicBezTo>
                  <a:pt x="168660" y="93070"/>
                  <a:pt x="181594" y="85490"/>
                  <a:pt x="195105" y="78321"/>
                </a:cubicBezTo>
                <a:cubicBezTo>
                  <a:pt x="208615" y="71152"/>
                  <a:pt x="222636" y="64428"/>
                  <a:pt x="237168" y="58150"/>
                </a:cubicBezTo>
                <a:cubicBezTo>
                  <a:pt x="251701" y="51872"/>
                  <a:pt x="266674" y="46069"/>
                  <a:pt x="282087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2" y="18138"/>
                  <a:pt x="378738" y="14857"/>
                </a:cubicBezTo>
                <a:cubicBezTo>
                  <a:pt x="395462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0" y="554"/>
                  <a:pt x="585954" y="1662"/>
                </a:cubicBezTo>
                <a:cubicBezTo>
                  <a:pt x="603347" y="2769"/>
                  <a:pt x="620614" y="4425"/>
                  <a:pt x="637756" y="6630"/>
                </a:cubicBezTo>
                <a:cubicBezTo>
                  <a:pt x="654898" y="8835"/>
                  <a:pt x="671831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6" y="40742"/>
                </a:cubicBezTo>
                <a:cubicBezTo>
                  <a:pt x="800620" y="46069"/>
                  <a:pt x="815594" y="51872"/>
                  <a:pt x="830125" y="58150"/>
                </a:cubicBezTo>
                <a:cubicBezTo>
                  <a:pt x="844658" y="64428"/>
                  <a:pt x="858679" y="71152"/>
                  <a:pt x="872190" y="78321"/>
                </a:cubicBezTo>
                <a:cubicBezTo>
                  <a:pt x="885700" y="85490"/>
                  <a:pt x="898634" y="93070"/>
                  <a:pt x="910993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49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6"/>
                  <a:pt x="1019984" y="202560"/>
                  <a:pt x="1026673" y="213000"/>
                </a:cubicBezTo>
                <a:cubicBezTo>
                  <a:pt x="1033361" y="223440"/>
                  <a:pt x="1039242" y="234068"/>
                  <a:pt x="1044316" y="244882"/>
                </a:cubicBezTo>
                <a:cubicBezTo>
                  <a:pt x="1049389" y="255695"/>
                  <a:pt x="1053631" y="266644"/>
                  <a:pt x="1057040" y="277728"/>
                </a:cubicBezTo>
                <a:cubicBezTo>
                  <a:pt x="1060450" y="288811"/>
                  <a:pt x="1063012" y="299976"/>
                  <a:pt x="1064725" y="311222"/>
                </a:cubicBezTo>
                <a:cubicBezTo>
                  <a:pt x="1066438" y="322468"/>
                  <a:pt x="1067295" y="333742"/>
                  <a:pt x="1067295" y="3450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10" name="Text {servicedemand">
            <a:extLst xmlns:a="http://schemas.openxmlformats.org/drawingml/2006/main">
              <a:ext uri="{FF2B5EF4-FFF2-40B4-BE49-F238E27FC236}">
                <a16:creationId xmlns:a16="http://schemas.microsoft.com/office/drawing/2014/main" id="{8BF275BA-A295-4C38-971E-9B6A9C9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346" y="8986288"/>
            <a:ext cx="884071" cy="113779"/>
          </a:xfrm>
          <a:custGeom xmlns:a="http://schemas.openxmlformats.org/drawingml/2006/main">
            <a:pathLst>
              <a:path w="884071" h="113779">
                <a:moveTo>
                  <a:pt x="0" y="51976"/>
                </a:moveTo>
                <a:cubicBezTo>
                  <a:pt x="3039" y="51897"/>
                  <a:pt x="5515" y="51079"/>
                  <a:pt x="7429" y="49523"/>
                </a:cubicBezTo>
                <a:cubicBezTo>
                  <a:pt x="9343" y="47965"/>
                  <a:pt x="10616" y="45827"/>
                  <a:pt x="11248" y="43107"/>
                </a:cubicBezTo>
                <a:cubicBezTo>
                  <a:pt x="11879" y="40387"/>
                  <a:pt x="12215" y="35735"/>
                  <a:pt x="12254" y="29151"/>
                </a:cubicBezTo>
                <a:cubicBezTo>
                  <a:pt x="12293" y="22568"/>
                  <a:pt x="12412" y="18232"/>
                  <a:pt x="12609" y="16143"/>
                </a:cubicBezTo>
                <a:cubicBezTo>
                  <a:pt x="12964" y="12831"/>
                  <a:pt x="13625" y="10170"/>
                  <a:pt x="14592" y="8160"/>
                </a:cubicBezTo>
                <a:cubicBezTo>
                  <a:pt x="15559" y="6150"/>
                  <a:pt x="16753" y="4543"/>
                  <a:pt x="18174" y="3341"/>
                </a:cubicBezTo>
                <a:cubicBezTo>
                  <a:pt x="19595" y="2139"/>
                  <a:pt x="21410" y="1222"/>
                  <a:pt x="23620" y="592"/>
                </a:cubicBezTo>
                <a:cubicBezTo>
                  <a:pt x="25120" y="197"/>
                  <a:pt x="27567" y="0"/>
                  <a:pt x="30961" y="0"/>
                </a:cubicBezTo>
                <a:lnTo>
                  <a:pt x="34276" y="0"/>
                </a:lnTo>
                <a:lnTo>
                  <a:pt x="34276" y="9353"/>
                </a:lnTo>
                <a:lnTo>
                  <a:pt x="32441" y="9353"/>
                </a:lnTo>
                <a:cubicBezTo>
                  <a:pt x="28336" y="9353"/>
                  <a:pt x="25613" y="10092"/>
                  <a:pt x="24271" y="11570"/>
                </a:cubicBezTo>
                <a:cubicBezTo>
                  <a:pt x="22929" y="13047"/>
                  <a:pt x="22258" y="16346"/>
                  <a:pt x="22258" y="21467"/>
                </a:cubicBezTo>
                <a:cubicBezTo>
                  <a:pt x="22258" y="31787"/>
                  <a:pt x="22041" y="38306"/>
                  <a:pt x="21607" y="41024"/>
                </a:cubicBezTo>
                <a:cubicBezTo>
                  <a:pt x="20897" y="45240"/>
                  <a:pt x="19683" y="48490"/>
                  <a:pt x="17967" y="50775"/>
                </a:cubicBezTo>
                <a:cubicBezTo>
                  <a:pt x="16250" y="53059"/>
                  <a:pt x="13556" y="55087"/>
                  <a:pt x="9886" y="56860"/>
                </a:cubicBezTo>
                <a:cubicBezTo>
                  <a:pt x="14227" y="58674"/>
                  <a:pt x="17375" y="61444"/>
                  <a:pt x="19328" y="65171"/>
                </a:cubicBezTo>
                <a:cubicBezTo>
                  <a:pt x="21282" y="68898"/>
                  <a:pt x="22258" y="75002"/>
                  <a:pt x="22258" y="83482"/>
                </a:cubicBezTo>
                <a:cubicBezTo>
                  <a:pt x="22258" y="91173"/>
                  <a:pt x="22337" y="95748"/>
                  <a:pt x="22495" y="97207"/>
                </a:cubicBezTo>
                <a:cubicBezTo>
                  <a:pt x="22811" y="99889"/>
                  <a:pt x="23610" y="101763"/>
                  <a:pt x="24893" y="102827"/>
                </a:cubicBezTo>
                <a:cubicBezTo>
                  <a:pt x="26175" y="103893"/>
                  <a:pt x="28691" y="104425"/>
                  <a:pt x="32441" y="104425"/>
                </a:cubicBezTo>
                <a:lnTo>
                  <a:pt x="34276" y="104425"/>
                </a:lnTo>
                <a:lnTo>
                  <a:pt x="34276" y="113779"/>
                </a:lnTo>
                <a:lnTo>
                  <a:pt x="30961" y="113779"/>
                </a:lnTo>
                <a:cubicBezTo>
                  <a:pt x="27093" y="113779"/>
                  <a:pt x="24291" y="113463"/>
                  <a:pt x="22554" y="112831"/>
                </a:cubicBezTo>
                <a:cubicBezTo>
                  <a:pt x="20029" y="111924"/>
                  <a:pt x="17937" y="110454"/>
                  <a:pt x="16279" y="108421"/>
                </a:cubicBezTo>
                <a:cubicBezTo>
                  <a:pt x="14622" y="106389"/>
                  <a:pt x="13546" y="103814"/>
                  <a:pt x="13053" y="100696"/>
                </a:cubicBezTo>
                <a:cubicBezTo>
                  <a:pt x="12560" y="97578"/>
                  <a:pt x="12293" y="92467"/>
                  <a:pt x="12254" y="85364"/>
                </a:cubicBezTo>
                <a:cubicBezTo>
                  <a:pt x="12215" y="78260"/>
                  <a:pt x="11879" y="73346"/>
                  <a:pt x="11248" y="70623"/>
                </a:cubicBezTo>
                <a:cubicBezTo>
                  <a:pt x="10616" y="67900"/>
                  <a:pt x="9343" y="65749"/>
                  <a:pt x="7429" y="64171"/>
                </a:cubicBezTo>
                <a:cubicBezTo>
                  <a:pt x="5515" y="62592"/>
                  <a:pt x="3039" y="61763"/>
                  <a:pt x="0" y="61684"/>
                </a:cubicBezTo>
                <a:lnTo>
                  <a:pt x="0" y="51976"/>
                </a:lnTo>
                <a:close/>
                <a:moveTo>
                  <a:pt x="40849" y="69380"/>
                </a:moveTo>
                <a:lnTo>
                  <a:pt x="51386" y="67723"/>
                </a:lnTo>
                <a:cubicBezTo>
                  <a:pt x="51978" y="71927"/>
                  <a:pt x="53625" y="75149"/>
                  <a:pt x="56329" y="77388"/>
                </a:cubicBezTo>
                <a:cubicBezTo>
                  <a:pt x="59032" y="79627"/>
                  <a:pt x="62811" y="80746"/>
                  <a:pt x="67665" y="80746"/>
                </a:cubicBezTo>
                <a:cubicBezTo>
                  <a:pt x="72559" y="80746"/>
                  <a:pt x="76190" y="79758"/>
                  <a:pt x="78558" y="77781"/>
                </a:cubicBezTo>
                <a:cubicBezTo>
                  <a:pt x="80926" y="75802"/>
                  <a:pt x="82110" y="73483"/>
                  <a:pt x="82110" y="70821"/>
                </a:cubicBezTo>
                <a:cubicBezTo>
                  <a:pt x="82110" y="68432"/>
                  <a:pt x="81064" y="66553"/>
                  <a:pt x="78972" y="65183"/>
                </a:cubicBezTo>
                <a:cubicBezTo>
                  <a:pt x="77512" y="64243"/>
                  <a:pt x="73881" y="63048"/>
                  <a:pt x="68080" y="61599"/>
                </a:cubicBezTo>
                <a:cubicBezTo>
                  <a:pt x="60265" y="59625"/>
                  <a:pt x="54849" y="57917"/>
                  <a:pt x="51830" y="56475"/>
                </a:cubicBezTo>
                <a:cubicBezTo>
                  <a:pt x="48811" y="55033"/>
                  <a:pt x="46522" y="53038"/>
                  <a:pt x="44963" y="50490"/>
                </a:cubicBezTo>
                <a:cubicBezTo>
                  <a:pt x="43404" y="47942"/>
                  <a:pt x="42624" y="45128"/>
                  <a:pt x="42624" y="42047"/>
                </a:cubicBezTo>
                <a:cubicBezTo>
                  <a:pt x="42624" y="39243"/>
                  <a:pt x="43266" y="36645"/>
                  <a:pt x="44548" y="34255"/>
                </a:cubicBezTo>
                <a:cubicBezTo>
                  <a:pt x="45831" y="31865"/>
                  <a:pt x="47577" y="29880"/>
                  <a:pt x="49787" y="28300"/>
                </a:cubicBezTo>
                <a:cubicBezTo>
                  <a:pt x="51445" y="27076"/>
                  <a:pt x="53704" y="26039"/>
                  <a:pt x="56566" y="25191"/>
                </a:cubicBezTo>
                <a:cubicBezTo>
                  <a:pt x="59427" y="24341"/>
                  <a:pt x="62495" y="23916"/>
                  <a:pt x="65771" y="23916"/>
                </a:cubicBezTo>
                <a:cubicBezTo>
                  <a:pt x="70704" y="23916"/>
                  <a:pt x="75035" y="24631"/>
                  <a:pt x="78765" y="26062"/>
                </a:cubicBezTo>
                <a:cubicBezTo>
                  <a:pt x="82494" y="27491"/>
                  <a:pt x="85247" y="29428"/>
                  <a:pt x="87023" y="31873"/>
                </a:cubicBezTo>
                <a:cubicBezTo>
                  <a:pt x="88799" y="34316"/>
                  <a:pt x="90022" y="37583"/>
                  <a:pt x="90693" y="41675"/>
                </a:cubicBezTo>
                <a:lnTo>
                  <a:pt x="80274" y="43096"/>
                </a:lnTo>
                <a:cubicBezTo>
                  <a:pt x="79801" y="39860"/>
                  <a:pt x="78429" y="37334"/>
                  <a:pt x="76160" y="35519"/>
                </a:cubicBezTo>
                <a:cubicBezTo>
                  <a:pt x="73891" y="33703"/>
                  <a:pt x="70684" y="32796"/>
                  <a:pt x="66540" y="32796"/>
                </a:cubicBezTo>
                <a:cubicBezTo>
                  <a:pt x="61647" y="32796"/>
                  <a:pt x="58154" y="33601"/>
                  <a:pt x="56062" y="35212"/>
                </a:cubicBezTo>
                <a:cubicBezTo>
                  <a:pt x="53971" y="36821"/>
                  <a:pt x="52925" y="38706"/>
                  <a:pt x="52925" y="40867"/>
                </a:cubicBezTo>
                <a:cubicBezTo>
                  <a:pt x="52925" y="42241"/>
                  <a:pt x="53359" y="43478"/>
                  <a:pt x="54227" y="44578"/>
                </a:cubicBezTo>
                <a:cubicBezTo>
                  <a:pt x="55096" y="45716"/>
                  <a:pt x="56457" y="46659"/>
                  <a:pt x="58312" y="47405"/>
                </a:cubicBezTo>
                <a:cubicBezTo>
                  <a:pt x="59378" y="47798"/>
                  <a:pt x="62515" y="48701"/>
                  <a:pt x="67724" y="50115"/>
                </a:cubicBezTo>
                <a:cubicBezTo>
                  <a:pt x="75262" y="52126"/>
                  <a:pt x="80521" y="53773"/>
                  <a:pt x="83501" y="55054"/>
                </a:cubicBezTo>
                <a:cubicBezTo>
                  <a:pt x="86480" y="56336"/>
                  <a:pt x="88819" y="58199"/>
                  <a:pt x="90516" y="60645"/>
                </a:cubicBezTo>
                <a:cubicBezTo>
                  <a:pt x="92213" y="63089"/>
                  <a:pt x="93061" y="66125"/>
                  <a:pt x="93061" y="69752"/>
                </a:cubicBezTo>
                <a:cubicBezTo>
                  <a:pt x="93061" y="73301"/>
                  <a:pt x="92025" y="76644"/>
                  <a:pt x="89953" y="79779"/>
                </a:cubicBezTo>
                <a:cubicBezTo>
                  <a:pt x="87881" y="82912"/>
                  <a:pt x="84892" y="85337"/>
                  <a:pt x="80985" y="87053"/>
                </a:cubicBezTo>
                <a:cubicBezTo>
                  <a:pt x="77078" y="88768"/>
                  <a:pt x="72658" y="89626"/>
                  <a:pt x="67724" y="89626"/>
                </a:cubicBezTo>
                <a:cubicBezTo>
                  <a:pt x="59555" y="89626"/>
                  <a:pt x="53329" y="87924"/>
                  <a:pt x="49047" y="84520"/>
                </a:cubicBezTo>
                <a:cubicBezTo>
                  <a:pt x="44765" y="81116"/>
                  <a:pt x="42032" y="76069"/>
                  <a:pt x="40849" y="69380"/>
                </a:cubicBezTo>
                <a:close/>
                <a:moveTo>
                  <a:pt x="148766" y="67959"/>
                </a:moveTo>
                <a:lnTo>
                  <a:pt x="159777" y="69321"/>
                </a:lnTo>
                <a:cubicBezTo>
                  <a:pt x="158041" y="75754"/>
                  <a:pt x="154824" y="80746"/>
                  <a:pt x="150128" y="84298"/>
                </a:cubicBezTo>
                <a:cubicBezTo>
                  <a:pt x="145432" y="87850"/>
                  <a:pt x="139433" y="89626"/>
                  <a:pt x="132132" y="89626"/>
                </a:cubicBezTo>
                <a:cubicBezTo>
                  <a:pt x="122936" y="89626"/>
                  <a:pt x="115645" y="86794"/>
                  <a:pt x="110258" y="81131"/>
                </a:cubicBezTo>
                <a:cubicBezTo>
                  <a:pt x="104871" y="75468"/>
                  <a:pt x="102178" y="67525"/>
                  <a:pt x="102178" y="57304"/>
                </a:cubicBezTo>
                <a:cubicBezTo>
                  <a:pt x="102178" y="46727"/>
                  <a:pt x="104901" y="38518"/>
                  <a:pt x="110347" y="32677"/>
                </a:cubicBezTo>
                <a:cubicBezTo>
                  <a:pt x="115793" y="26836"/>
                  <a:pt x="122857" y="23916"/>
                  <a:pt x="131540" y="23916"/>
                </a:cubicBezTo>
                <a:cubicBezTo>
                  <a:pt x="139946" y="23916"/>
                  <a:pt x="146813" y="26773"/>
                  <a:pt x="152141" y="32487"/>
                </a:cubicBezTo>
                <a:cubicBezTo>
                  <a:pt x="157469" y="38199"/>
                  <a:pt x="160132" y="46237"/>
                  <a:pt x="160132" y="56599"/>
                </a:cubicBezTo>
                <a:cubicBezTo>
                  <a:pt x="160132" y="57229"/>
                  <a:pt x="160113" y="58174"/>
                  <a:pt x="160073" y="59435"/>
                </a:cubicBezTo>
                <a:lnTo>
                  <a:pt x="113188" y="59435"/>
                </a:lnTo>
                <a:cubicBezTo>
                  <a:pt x="113583" y="66322"/>
                  <a:pt x="115537" y="71595"/>
                  <a:pt x="119049" y="75255"/>
                </a:cubicBezTo>
                <a:cubicBezTo>
                  <a:pt x="122561" y="78916"/>
                  <a:pt x="126942" y="80746"/>
                  <a:pt x="132191" y="80746"/>
                </a:cubicBezTo>
                <a:cubicBezTo>
                  <a:pt x="136098" y="80746"/>
                  <a:pt x="139433" y="79730"/>
                  <a:pt x="142195" y="77697"/>
                </a:cubicBezTo>
                <a:cubicBezTo>
                  <a:pt x="144958" y="75664"/>
                  <a:pt x="147148" y="72418"/>
                  <a:pt x="148766" y="67959"/>
                </a:cubicBezTo>
                <a:moveTo>
                  <a:pt x="113780" y="50555"/>
                </a:moveTo>
                <a:lnTo>
                  <a:pt x="148885" y="50555"/>
                </a:lnTo>
                <a:cubicBezTo>
                  <a:pt x="148411" y="45353"/>
                  <a:pt x="147069" y="41452"/>
                  <a:pt x="144859" y="38851"/>
                </a:cubicBezTo>
                <a:cubicBezTo>
                  <a:pt x="141465" y="34814"/>
                  <a:pt x="137065" y="32796"/>
                  <a:pt x="131658" y="32796"/>
                </a:cubicBezTo>
                <a:cubicBezTo>
                  <a:pt x="126765" y="32796"/>
                  <a:pt x="122650" y="34407"/>
                  <a:pt x="119315" y="37630"/>
                </a:cubicBezTo>
                <a:cubicBezTo>
                  <a:pt x="115981" y="40851"/>
                  <a:pt x="114136" y="45159"/>
                  <a:pt x="113780" y="50555"/>
                </a:cubicBezTo>
                <a:close/>
                <a:moveTo>
                  <a:pt x="173019" y="88205"/>
                </a:moveTo>
                <a:lnTo>
                  <a:pt x="173019" y="25337"/>
                </a:lnTo>
                <a:lnTo>
                  <a:pt x="182609" y="25337"/>
                </a:lnTo>
                <a:lnTo>
                  <a:pt x="182609" y="34808"/>
                </a:lnTo>
                <a:cubicBezTo>
                  <a:pt x="185056" y="30374"/>
                  <a:pt x="187316" y="27449"/>
                  <a:pt x="189388" y="26036"/>
                </a:cubicBezTo>
                <a:cubicBezTo>
                  <a:pt x="191459" y="24623"/>
                  <a:pt x="193739" y="23916"/>
                  <a:pt x="196225" y="23916"/>
                </a:cubicBezTo>
                <a:cubicBezTo>
                  <a:pt x="199816" y="23916"/>
                  <a:pt x="203467" y="25056"/>
                  <a:pt x="207177" y="27335"/>
                </a:cubicBezTo>
                <a:lnTo>
                  <a:pt x="203506" y="37176"/>
                </a:lnTo>
                <a:cubicBezTo>
                  <a:pt x="200902" y="35637"/>
                  <a:pt x="198297" y="34868"/>
                  <a:pt x="195692" y="34868"/>
                </a:cubicBezTo>
                <a:cubicBezTo>
                  <a:pt x="193364" y="34868"/>
                  <a:pt x="191272" y="35569"/>
                  <a:pt x="189417" y="36973"/>
                </a:cubicBezTo>
                <a:cubicBezTo>
                  <a:pt x="187562" y="38375"/>
                  <a:pt x="186240" y="40321"/>
                  <a:pt x="185451" y="42809"/>
                </a:cubicBezTo>
                <a:cubicBezTo>
                  <a:pt x="184267" y="46602"/>
                  <a:pt x="183675" y="50750"/>
                  <a:pt x="183675" y="55254"/>
                </a:cubicBezTo>
                <a:lnTo>
                  <a:pt x="183675" y="88205"/>
                </a:lnTo>
                <a:lnTo>
                  <a:pt x="173019" y="88205"/>
                </a:lnTo>
                <a:close/>
                <a:moveTo>
                  <a:pt x="230973" y="88205"/>
                </a:moveTo>
                <a:lnTo>
                  <a:pt x="207057" y="25337"/>
                </a:lnTo>
                <a:lnTo>
                  <a:pt x="218305" y="25337"/>
                </a:lnTo>
                <a:lnTo>
                  <a:pt x="231802" y="62987"/>
                </a:lnTo>
                <a:cubicBezTo>
                  <a:pt x="233262" y="67052"/>
                  <a:pt x="234604" y="71274"/>
                  <a:pt x="235827" y="75655"/>
                </a:cubicBezTo>
                <a:cubicBezTo>
                  <a:pt x="236775" y="72340"/>
                  <a:pt x="238097" y="68354"/>
                  <a:pt x="239794" y="63697"/>
                </a:cubicBezTo>
                <a:lnTo>
                  <a:pt x="253764" y="25337"/>
                </a:lnTo>
                <a:lnTo>
                  <a:pt x="264716" y="25337"/>
                </a:lnTo>
                <a:lnTo>
                  <a:pt x="240919" y="88205"/>
                </a:lnTo>
                <a:lnTo>
                  <a:pt x="230973" y="88205"/>
                </a:lnTo>
                <a:close/>
                <a:moveTo>
                  <a:pt x="274188" y="13734"/>
                </a:moveTo>
                <a:lnTo>
                  <a:pt x="274188" y="1421"/>
                </a:lnTo>
                <a:lnTo>
                  <a:pt x="284843" y="1421"/>
                </a:lnTo>
                <a:lnTo>
                  <a:pt x="284843" y="13734"/>
                </a:lnTo>
                <a:lnTo>
                  <a:pt x="274188" y="13734"/>
                </a:lnTo>
                <a:moveTo>
                  <a:pt x="274188" y="88205"/>
                </a:moveTo>
                <a:lnTo>
                  <a:pt x="274188" y="25337"/>
                </a:lnTo>
                <a:lnTo>
                  <a:pt x="284843" y="25337"/>
                </a:lnTo>
                <a:lnTo>
                  <a:pt x="284843" y="88205"/>
                </a:lnTo>
                <a:lnTo>
                  <a:pt x="274188" y="88205"/>
                </a:lnTo>
                <a:close/>
                <a:moveTo>
                  <a:pt x="342068" y="65118"/>
                </a:moveTo>
                <a:lnTo>
                  <a:pt x="352546" y="66479"/>
                </a:lnTo>
                <a:cubicBezTo>
                  <a:pt x="351401" y="73720"/>
                  <a:pt x="348471" y="79388"/>
                  <a:pt x="343755" y="83484"/>
                </a:cubicBezTo>
                <a:cubicBezTo>
                  <a:pt x="339039" y="87579"/>
                  <a:pt x="333247" y="89626"/>
                  <a:pt x="326380" y="89626"/>
                </a:cubicBezTo>
                <a:cubicBezTo>
                  <a:pt x="317777" y="89626"/>
                  <a:pt x="310860" y="86814"/>
                  <a:pt x="305631" y="81190"/>
                </a:cubicBezTo>
                <a:cubicBezTo>
                  <a:pt x="300402" y="75566"/>
                  <a:pt x="297787" y="67505"/>
                  <a:pt x="297787" y="57008"/>
                </a:cubicBezTo>
                <a:cubicBezTo>
                  <a:pt x="297787" y="50220"/>
                  <a:pt x="298912" y="44280"/>
                  <a:pt x="301162" y="39189"/>
                </a:cubicBezTo>
                <a:cubicBezTo>
                  <a:pt x="303411" y="34098"/>
                  <a:pt x="306835" y="30280"/>
                  <a:pt x="311433" y="27734"/>
                </a:cubicBezTo>
                <a:cubicBezTo>
                  <a:pt x="316030" y="25189"/>
                  <a:pt x="321032" y="23916"/>
                  <a:pt x="326439" y="23916"/>
                </a:cubicBezTo>
                <a:cubicBezTo>
                  <a:pt x="333267" y="23916"/>
                  <a:pt x="338851" y="25648"/>
                  <a:pt x="343192" y="29112"/>
                </a:cubicBezTo>
                <a:cubicBezTo>
                  <a:pt x="347533" y="32576"/>
                  <a:pt x="350316" y="37493"/>
                  <a:pt x="351539" y="43866"/>
                </a:cubicBezTo>
                <a:lnTo>
                  <a:pt x="341180" y="45464"/>
                </a:lnTo>
                <a:cubicBezTo>
                  <a:pt x="340193" y="41261"/>
                  <a:pt x="338447" y="38099"/>
                  <a:pt x="335941" y="35978"/>
                </a:cubicBezTo>
                <a:cubicBezTo>
                  <a:pt x="333434" y="33856"/>
                  <a:pt x="330406" y="32796"/>
                  <a:pt x="326854" y="32796"/>
                </a:cubicBezTo>
                <a:cubicBezTo>
                  <a:pt x="321486" y="32796"/>
                  <a:pt x="317125" y="34710"/>
                  <a:pt x="313771" y="38540"/>
                </a:cubicBezTo>
                <a:cubicBezTo>
                  <a:pt x="310416" y="42368"/>
                  <a:pt x="308739" y="48425"/>
                  <a:pt x="308739" y="56712"/>
                </a:cubicBezTo>
                <a:cubicBezTo>
                  <a:pt x="308739" y="65117"/>
                  <a:pt x="310357" y="71224"/>
                  <a:pt x="313593" y="75033"/>
                </a:cubicBezTo>
                <a:cubicBezTo>
                  <a:pt x="316829" y="78842"/>
                  <a:pt x="321052" y="80746"/>
                  <a:pt x="326262" y="80746"/>
                </a:cubicBezTo>
                <a:cubicBezTo>
                  <a:pt x="330445" y="80746"/>
                  <a:pt x="333938" y="79468"/>
                  <a:pt x="336740" y="76913"/>
                </a:cubicBezTo>
                <a:cubicBezTo>
                  <a:pt x="339542" y="74358"/>
                  <a:pt x="341318" y="70426"/>
                  <a:pt x="342068" y="65118"/>
                </a:cubicBezTo>
                <a:close/>
                <a:moveTo>
                  <a:pt x="404699" y="67959"/>
                </a:moveTo>
                <a:lnTo>
                  <a:pt x="415710" y="69321"/>
                </a:lnTo>
                <a:cubicBezTo>
                  <a:pt x="413973" y="75754"/>
                  <a:pt x="410757" y="80746"/>
                  <a:pt x="406061" y="84298"/>
                </a:cubicBezTo>
                <a:cubicBezTo>
                  <a:pt x="401364" y="87850"/>
                  <a:pt x="395365" y="89626"/>
                  <a:pt x="388064" y="89626"/>
                </a:cubicBezTo>
                <a:cubicBezTo>
                  <a:pt x="378869" y="89626"/>
                  <a:pt x="371578" y="86794"/>
                  <a:pt x="366191" y="81131"/>
                </a:cubicBezTo>
                <a:cubicBezTo>
                  <a:pt x="360804" y="75468"/>
                  <a:pt x="358110" y="67525"/>
                  <a:pt x="358110" y="57304"/>
                </a:cubicBezTo>
                <a:cubicBezTo>
                  <a:pt x="358110" y="46727"/>
                  <a:pt x="360833" y="38518"/>
                  <a:pt x="366279" y="32677"/>
                </a:cubicBezTo>
                <a:cubicBezTo>
                  <a:pt x="371726" y="26836"/>
                  <a:pt x="378790" y="23916"/>
                  <a:pt x="387472" y="23916"/>
                </a:cubicBezTo>
                <a:cubicBezTo>
                  <a:pt x="395878" y="23916"/>
                  <a:pt x="402745" y="26773"/>
                  <a:pt x="408073" y="32487"/>
                </a:cubicBezTo>
                <a:cubicBezTo>
                  <a:pt x="413401" y="38199"/>
                  <a:pt x="416065" y="46237"/>
                  <a:pt x="416065" y="56599"/>
                </a:cubicBezTo>
                <a:cubicBezTo>
                  <a:pt x="416065" y="57229"/>
                  <a:pt x="416045" y="58174"/>
                  <a:pt x="416006" y="59435"/>
                </a:cubicBezTo>
                <a:lnTo>
                  <a:pt x="369121" y="59435"/>
                </a:lnTo>
                <a:cubicBezTo>
                  <a:pt x="369516" y="66322"/>
                  <a:pt x="371469" y="71595"/>
                  <a:pt x="374982" y="75255"/>
                </a:cubicBezTo>
                <a:cubicBezTo>
                  <a:pt x="378494" y="78916"/>
                  <a:pt x="382875" y="80746"/>
                  <a:pt x="388124" y="80746"/>
                </a:cubicBezTo>
                <a:cubicBezTo>
                  <a:pt x="392031" y="80746"/>
                  <a:pt x="395365" y="79730"/>
                  <a:pt x="398128" y="77697"/>
                </a:cubicBezTo>
                <a:cubicBezTo>
                  <a:pt x="400891" y="75664"/>
                  <a:pt x="403081" y="72418"/>
                  <a:pt x="404699" y="67959"/>
                </a:cubicBezTo>
                <a:moveTo>
                  <a:pt x="369713" y="50555"/>
                </a:moveTo>
                <a:lnTo>
                  <a:pt x="404817" y="50555"/>
                </a:lnTo>
                <a:cubicBezTo>
                  <a:pt x="404344" y="45353"/>
                  <a:pt x="403002" y="41452"/>
                  <a:pt x="400792" y="38851"/>
                </a:cubicBezTo>
                <a:cubicBezTo>
                  <a:pt x="397398" y="34814"/>
                  <a:pt x="392998" y="32796"/>
                  <a:pt x="387591" y="32796"/>
                </a:cubicBezTo>
                <a:cubicBezTo>
                  <a:pt x="382697" y="32796"/>
                  <a:pt x="378583" y="34407"/>
                  <a:pt x="375248" y="37630"/>
                </a:cubicBezTo>
                <a:cubicBezTo>
                  <a:pt x="371913" y="40851"/>
                  <a:pt x="370068" y="45159"/>
                  <a:pt x="369713" y="50555"/>
                </a:cubicBezTo>
                <a:close/>
                <a:moveTo>
                  <a:pt x="503562" y="88205"/>
                </a:moveTo>
                <a:lnTo>
                  <a:pt x="503562" y="80273"/>
                </a:lnTo>
                <a:cubicBezTo>
                  <a:pt x="499576" y="86508"/>
                  <a:pt x="493715" y="89626"/>
                  <a:pt x="485980" y="89626"/>
                </a:cubicBezTo>
                <a:cubicBezTo>
                  <a:pt x="480968" y="89626"/>
                  <a:pt x="476360" y="88245"/>
                  <a:pt x="472157" y="85482"/>
                </a:cubicBezTo>
                <a:cubicBezTo>
                  <a:pt x="467954" y="82719"/>
                  <a:pt x="464698" y="78862"/>
                  <a:pt x="462389" y="73909"/>
                </a:cubicBezTo>
                <a:cubicBezTo>
                  <a:pt x="460081" y="68956"/>
                  <a:pt x="458926" y="63263"/>
                  <a:pt x="458926" y="56830"/>
                </a:cubicBezTo>
                <a:cubicBezTo>
                  <a:pt x="458926" y="50555"/>
                  <a:pt x="459972" y="44862"/>
                  <a:pt x="462064" y="39751"/>
                </a:cubicBezTo>
                <a:cubicBezTo>
                  <a:pt x="464155" y="34641"/>
                  <a:pt x="467293" y="30724"/>
                  <a:pt x="471476" y="28001"/>
                </a:cubicBezTo>
                <a:cubicBezTo>
                  <a:pt x="475660" y="25278"/>
                  <a:pt x="480336" y="23916"/>
                  <a:pt x="485506" y="23916"/>
                </a:cubicBezTo>
                <a:cubicBezTo>
                  <a:pt x="489295" y="23916"/>
                  <a:pt x="492669" y="24715"/>
                  <a:pt x="495629" y="26314"/>
                </a:cubicBezTo>
                <a:cubicBezTo>
                  <a:pt x="498589" y="27912"/>
                  <a:pt x="500996" y="29994"/>
                  <a:pt x="502851" y="32559"/>
                </a:cubicBezTo>
                <a:lnTo>
                  <a:pt x="502851" y="1421"/>
                </a:lnTo>
                <a:lnTo>
                  <a:pt x="513448" y="1421"/>
                </a:lnTo>
                <a:lnTo>
                  <a:pt x="513448" y="88205"/>
                </a:lnTo>
                <a:lnTo>
                  <a:pt x="503562" y="88205"/>
                </a:lnTo>
                <a:moveTo>
                  <a:pt x="469878" y="56800"/>
                </a:moveTo>
                <a:cubicBezTo>
                  <a:pt x="469878" y="64822"/>
                  <a:pt x="471575" y="70818"/>
                  <a:pt x="474969" y="74789"/>
                </a:cubicBezTo>
                <a:cubicBezTo>
                  <a:pt x="478363" y="78760"/>
                  <a:pt x="482369" y="80746"/>
                  <a:pt x="486986" y="80746"/>
                </a:cubicBezTo>
                <a:cubicBezTo>
                  <a:pt x="491643" y="80746"/>
                  <a:pt x="495599" y="78849"/>
                  <a:pt x="498855" y="75056"/>
                </a:cubicBezTo>
                <a:cubicBezTo>
                  <a:pt x="502111" y="71261"/>
                  <a:pt x="503739" y="65471"/>
                  <a:pt x="503739" y="57685"/>
                </a:cubicBezTo>
                <a:cubicBezTo>
                  <a:pt x="503739" y="49113"/>
                  <a:pt x="502082" y="42822"/>
                  <a:pt x="498767" y="38812"/>
                </a:cubicBezTo>
                <a:cubicBezTo>
                  <a:pt x="495451" y="34801"/>
                  <a:pt x="491367" y="32796"/>
                  <a:pt x="486513" y="32796"/>
                </a:cubicBezTo>
                <a:cubicBezTo>
                  <a:pt x="481777" y="32796"/>
                  <a:pt x="477820" y="34723"/>
                  <a:pt x="474643" y="38577"/>
                </a:cubicBezTo>
                <a:cubicBezTo>
                  <a:pt x="471466" y="42430"/>
                  <a:pt x="469878" y="48504"/>
                  <a:pt x="469878" y="56800"/>
                </a:cubicBezTo>
                <a:close/>
                <a:moveTo>
                  <a:pt x="573219" y="67959"/>
                </a:moveTo>
                <a:lnTo>
                  <a:pt x="584230" y="69321"/>
                </a:lnTo>
                <a:cubicBezTo>
                  <a:pt x="582494" y="75754"/>
                  <a:pt x="579277" y="80746"/>
                  <a:pt x="574581" y="84298"/>
                </a:cubicBezTo>
                <a:cubicBezTo>
                  <a:pt x="569884" y="87850"/>
                  <a:pt x="563886" y="89626"/>
                  <a:pt x="556585" y="89626"/>
                </a:cubicBezTo>
                <a:cubicBezTo>
                  <a:pt x="547389" y="89626"/>
                  <a:pt x="540098" y="86794"/>
                  <a:pt x="534711" y="81131"/>
                </a:cubicBezTo>
                <a:cubicBezTo>
                  <a:pt x="529324" y="75468"/>
                  <a:pt x="526630" y="67525"/>
                  <a:pt x="526630" y="57304"/>
                </a:cubicBezTo>
                <a:cubicBezTo>
                  <a:pt x="526630" y="46727"/>
                  <a:pt x="529353" y="38518"/>
                  <a:pt x="534800" y="32677"/>
                </a:cubicBezTo>
                <a:cubicBezTo>
                  <a:pt x="540246" y="26836"/>
                  <a:pt x="547310" y="23916"/>
                  <a:pt x="555993" y="23916"/>
                </a:cubicBezTo>
                <a:cubicBezTo>
                  <a:pt x="564399" y="23916"/>
                  <a:pt x="571266" y="26773"/>
                  <a:pt x="576593" y="32487"/>
                </a:cubicBezTo>
                <a:cubicBezTo>
                  <a:pt x="581921" y="38199"/>
                  <a:pt x="584585" y="46237"/>
                  <a:pt x="584585" y="56599"/>
                </a:cubicBezTo>
                <a:cubicBezTo>
                  <a:pt x="584585" y="57229"/>
                  <a:pt x="584565" y="58174"/>
                  <a:pt x="584526" y="59435"/>
                </a:cubicBezTo>
                <a:lnTo>
                  <a:pt x="537641" y="59435"/>
                </a:lnTo>
                <a:cubicBezTo>
                  <a:pt x="538036" y="66322"/>
                  <a:pt x="539989" y="71595"/>
                  <a:pt x="543502" y="75255"/>
                </a:cubicBezTo>
                <a:cubicBezTo>
                  <a:pt x="547014" y="78916"/>
                  <a:pt x="551395" y="80746"/>
                  <a:pt x="556644" y="80746"/>
                </a:cubicBezTo>
                <a:cubicBezTo>
                  <a:pt x="560551" y="80746"/>
                  <a:pt x="563886" y="79730"/>
                  <a:pt x="566648" y="77697"/>
                </a:cubicBezTo>
                <a:cubicBezTo>
                  <a:pt x="569411" y="75664"/>
                  <a:pt x="571601" y="72418"/>
                  <a:pt x="573219" y="67959"/>
                </a:cubicBezTo>
                <a:moveTo>
                  <a:pt x="538233" y="50555"/>
                </a:moveTo>
                <a:lnTo>
                  <a:pt x="573338" y="50555"/>
                </a:lnTo>
                <a:cubicBezTo>
                  <a:pt x="572864" y="45353"/>
                  <a:pt x="571522" y="41452"/>
                  <a:pt x="569312" y="38851"/>
                </a:cubicBezTo>
                <a:cubicBezTo>
                  <a:pt x="565918" y="34814"/>
                  <a:pt x="561518" y="32796"/>
                  <a:pt x="556111" y="32796"/>
                </a:cubicBezTo>
                <a:cubicBezTo>
                  <a:pt x="551217" y="32796"/>
                  <a:pt x="547103" y="34407"/>
                  <a:pt x="543768" y="37630"/>
                </a:cubicBezTo>
                <a:cubicBezTo>
                  <a:pt x="540433" y="40851"/>
                  <a:pt x="538588" y="45159"/>
                  <a:pt x="538233" y="50555"/>
                </a:cubicBezTo>
                <a:close/>
                <a:moveTo>
                  <a:pt x="597590" y="88205"/>
                </a:moveTo>
                <a:lnTo>
                  <a:pt x="597590" y="25337"/>
                </a:lnTo>
                <a:lnTo>
                  <a:pt x="607121" y="25337"/>
                </a:lnTo>
                <a:lnTo>
                  <a:pt x="607121" y="34098"/>
                </a:lnTo>
                <a:cubicBezTo>
                  <a:pt x="609094" y="31037"/>
                  <a:pt x="611719" y="28575"/>
                  <a:pt x="614994" y="26711"/>
                </a:cubicBezTo>
                <a:cubicBezTo>
                  <a:pt x="618270" y="24848"/>
                  <a:pt x="621999" y="23916"/>
                  <a:pt x="626183" y="23916"/>
                </a:cubicBezTo>
                <a:cubicBezTo>
                  <a:pt x="630840" y="23916"/>
                  <a:pt x="634658" y="24878"/>
                  <a:pt x="637638" y="26802"/>
                </a:cubicBezTo>
                <a:cubicBezTo>
                  <a:pt x="640617" y="28725"/>
                  <a:pt x="642719" y="31413"/>
                  <a:pt x="643942" y="34868"/>
                </a:cubicBezTo>
                <a:cubicBezTo>
                  <a:pt x="648915" y="27567"/>
                  <a:pt x="655387" y="23916"/>
                  <a:pt x="663359" y="23916"/>
                </a:cubicBezTo>
                <a:cubicBezTo>
                  <a:pt x="669595" y="23916"/>
                  <a:pt x="674390" y="25643"/>
                  <a:pt x="677744" y="29096"/>
                </a:cubicBezTo>
                <a:cubicBezTo>
                  <a:pt x="681099" y="32549"/>
                  <a:pt x="682776" y="37867"/>
                  <a:pt x="682776" y="45050"/>
                </a:cubicBezTo>
                <a:lnTo>
                  <a:pt x="682776" y="88205"/>
                </a:lnTo>
                <a:lnTo>
                  <a:pt x="672180" y="88205"/>
                </a:lnTo>
                <a:lnTo>
                  <a:pt x="672180" y="48559"/>
                </a:lnTo>
                <a:cubicBezTo>
                  <a:pt x="672180" y="44292"/>
                  <a:pt x="671834" y="41220"/>
                  <a:pt x="671144" y="39344"/>
                </a:cubicBezTo>
                <a:cubicBezTo>
                  <a:pt x="670453" y="37467"/>
                  <a:pt x="669200" y="35956"/>
                  <a:pt x="667385" y="34810"/>
                </a:cubicBezTo>
                <a:cubicBezTo>
                  <a:pt x="665569" y="33665"/>
                  <a:pt x="663438" y="33092"/>
                  <a:pt x="660991" y="33092"/>
                </a:cubicBezTo>
                <a:cubicBezTo>
                  <a:pt x="656571" y="33092"/>
                  <a:pt x="652901" y="34564"/>
                  <a:pt x="649980" y="37507"/>
                </a:cubicBezTo>
                <a:cubicBezTo>
                  <a:pt x="647060" y="40450"/>
                  <a:pt x="645600" y="45161"/>
                  <a:pt x="645600" y="51641"/>
                </a:cubicBezTo>
                <a:lnTo>
                  <a:pt x="645600" y="88205"/>
                </a:lnTo>
                <a:lnTo>
                  <a:pt x="634944" y="88205"/>
                </a:lnTo>
                <a:lnTo>
                  <a:pt x="634944" y="47314"/>
                </a:lnTo>
                <a:cubicBezTo>
                  <a:pt x="634944" y="42573"/>
                  <a:pt x="634076" y="39018"/>
                  <a:pt x="632339" y="36647"/>
                </a:cubicBezTo>
                <a:cubicBezTo>
                  <a:pt x="630603" y="34277"/>
                  <a:pt x="627761" y="33092"/>
                  <a:pt x="623815" y="33092"/>
                </a:cubicBezTo>
                <a:cubicBezTo>
                  <a:pt x="620815" y="33092"/>
                  <a:pt x="618043" y="33882"/>
                  <a:pt x="615498" y="35463"/>
                </a:cubicBezTo>
                <a:cubicBezTo>
                  <a:pt x="612952" y="37043"/>
                  <a:pt x="611107" y="39354"/>
                  <a:pt x="609963" y="42397"/>
                </a:cubicBezTo>
                <a:cubicBezTo>
                  <a:pt x="608818" y="45438"/>
                  <a:pt x="608246" y="49823"/>
                  <a:pt x="608246" y="55552"/>
                </a:cubicBezTo>
                <a:lnTo>
                  <a:pt x="608246" y="88205"/>
                </a:lnTo>
                <a:lnTo>
                  <a:pt x="597590" y="88205"/>
                </a:lnTo>
                <a:close/>
                <a:moveTo>
                  <a:pt x="739605" y="80443"/>
                </a:moveTo>
                <a:cubicBezTo>
                  <a:pt x="735659" y="83800"/>
                  <a:pt x="731860" y="86169"/>
                  <a:pt x="728210" y="87552"/>
                </a:cubicBezTo>
                <a:cubicBezTo>
                  <a:pt x="724559" y="88935"/>
                  <a:pt x="720642" y="89626"/>
                  <a:pt x="716459" y="89626"/>
                </a:cubicBezTo>
                <a:cubicBezTo>
                  <a:pt x="709552" y="89626"/>
                  <a:pt x="704244" y="87937"/>
                  <a:pt x="700535" y="84561"/>
                </a:cubicBezTo>
                <a:cubicBezTo>
                  <a:pt x="696825" y="81184"/>
                  <a:pt x="694970" y="76869"/>
                  <a:pt x="694970" y="71617"/>
                </a:cubicBezTo>
                <a:cubicBezTo>
                  <a:pt x="694970" y="68537"/>
                  <a:pt x="695670" y="65724"/>
                  <a:pt x="697071" y="63177"/>
                </a:cubicBezTo>
                <a:cubicBezTo>
                  <a:pt x="698473" y="60629"/>
                  <a:pt x="700308" y="58585"/>
                  <a:pt x="702577" y="57045"/>
                </a:cubicBezTo>
                <a:cubicBezTo>
                  <a:pt x="704846" y="55504"/>
                  <a:pt x="707402" y="54339"/>
                  <a:pt x="710243" y="53550"/>
                </a:cubicBezTo>
                <a:cubicBezTo>
                  <a:pt x="712335" y="52996"/>
                  <a:pt x="715492" y="52463"/>
                  <a:pt x="719715" y="51950"/>
                </a:cubicBezTo>
                <a:cubicBezTo>
                  <a:pt x="728318" y="50931"/>
                  <a:pt x="734652" y="49716"/>
                  <a:pt x="738717" y="48306"/>
                </a:cubicBezTo>
                <a:cubicBezTo>
                  <a:pt x="738757" y="46852"/>
                  <a:pt x="738776" y="45928"/>
                  <a:pt x="738776" y="45534"/>
                </a:cubicBezTo>
                <a:cubicBezTo>
                  <a:pt x="738776" y="41209"/>
                  <a:pt x="737770" y="38162"/>
                  <a:pt x="735757" y="36394"/>
                </a:cubicBezTo>
                <a:cubicBezTo>
                  <a:pt x="733034" y="33995"/>
                  <a:pt x="728989" y="32796"/>
                  <a:pt x="723622" y="32796"/>
                </a:cubicBezTo>
                <a:cubicBezTo>
                  <a:pt x="718610" y="32796"/>
                  <a:pt x="714910" y="33674"/>
                  <a:pt x="712522" y="35430"/>
                </a:cubicBezTo>
                <a:cubicBezTo>
                  <a:pt x="710135" y="37186"/>
                  <a:pt x="708368" y="40294"/>
                  <a:pt x="707224" y="44754"/>
                </a:cubicBezTo>
                <a:lnTo>
                  <a:pt x="696805" y="43333"/>
                </a:lnTo>
                <a:cubicBezTo>
                  <a:pt x="697752" y="38860"/>
                  <a:pt x="699311" y="35247"/>
                  <a:pt x="701482" y="32496"/>
                </a:cubicBezTo>
                <a:cubicBezTo>
                  <a:pt x="703652" y="29745"/>
                  <a:pt x="706790" y="27627"/>
                  <a:pt x="710894" y="26143"/>
                </a:cubicBezTo>
                <a:cubicBezTo>
                  <a:pt x="714999" y="24658"/>
                  <a:pt x="719754" y="23916"/>
                  <a:pt x="725161" y="23916"/>
                </a:cubicBezTo>
                <a:cubicBezTo>
                  <a:pt x="730528" y="23916"/>
                  <a:pt x="734889" y="24547"/>
                  <a:pt x="738244" y="25810"/>
                </a:cubicBezTo>
                <a:cubicBezTo>
                  <a:pt x="741598" y="27073"/>
                  <a:pt x="744065" y="28662"/>
                  <a:pt x="745643" y="30576"/>
                </a:cubicBezTo>
                <a:cubicBezTo>
                  <a:pt x="747222" y="32490"/>
                  <a:pt x="748327" y="34907"/>
                  <a:pt x="748959" y="37828"/>
                </a:cubicBezTo>
                <a:cubicBezTo>
                  <a:pt x="749314" y="39643"/>
                  <a:pt x="749491" y="42919"/>
                  <a:pt x="749491" y="47654"/>
                </a:cubicBezTo>
                <a:lnTo>
                  <a:pt x="749491" y="61862"/>
                </a:lnTo>
                <a:cubicBezTo>
                  <a:pt x="749491" y="71768"/>
                  <a:pt x="749718" y="78033"/>
                  <a:pt x="750172" y="80657"/>
                </a:cubicBezTo>
                <a:cubicBezTo>
                  <a:pt x="750626" y="83282"/>
                  <a:pt x="751524" y="85798"/>
                  <a:pt x="752866" y="88205"/>
                </a:cubicBezTo>
                <a:lnTo>
                  <a:pt x="741736" y="88205"/>
                </a:lnTo>
                <a:cubicBezTo>
                  <a:pt x="740631" y="85993"/>
                  <a:pt x="739921" y="83405"/>
                  <a:pt x="739605" y="80443"/>
                </a:cubicBezTo>
                <a:moveTo>
                  <a:pt x="738717" y="56593"/>
                </a:moveTo>
                <a:cubicBezTo>
                  <a:pt x="734850" y="58185"/>
                  <a:pt x="729048" y="59538"/>
                  <a:pt x="721313" y="60652"/>
                </a:cubicBezTo>
                <a:cubicBezTo>
                  <a:pt x="716932" y="61286"/>
                  <a:pt x="713834" y="61999"/>
                  <a:pt x="712019" y="62792"/>
                </a:cubicBezTo>
                <a:cubicBezTo>
                  <a:pt x="710204" y="63584"/>
                  <a:pt x="708803" y="64744"/>
                  <a:pt x="707816" y="66270"/>
                </a:cubicBezTo>
                <a:cubicBezTo>
                  <a:pt x="706829" y="67796"/>
                  <a:pt x="706336" y="69490"/>
                  <a:pt x="706336" y="71352"/>
                </a:cubicBezTo>
                <a:cubicBezTo>
                  <a:pt x="706336" y="74205"/>
                  <a:pt x="707411" y="76582"/>
                  <a:pt x="709562" y="78485"/>
                </a:cubicBezTo>
                <a:cubicBezTo>
                  <a:pt x="711713" y="80387"/>
                  <a:pt x="714860" y="81338"/>
                  <a:pt x="719004" y="81338"/>
                </a:cubicBezTo>
                <a:cubicBezTo>
                  <a:pt x="723109" y="81338"/>
                  <a:pt x="726759" y="80436"/>
                  <a:pt x="729956" y="78632"/>
                </a:cubicBezTo>
                <a:cubicBezTo>
                  <a:pt x="733153" y="76827"/>
                  <a:pt x="735501" y="74359"/>
                  <a:pt x="737001" y="71226"/>
                </a:cubicBezTo>
                <a:cubicBezTo>
                  <a:pt x="738145" y="68807"/>
                  <a:pt x="738717" y="65237"/>
                  <a:pt x="738717" y="60519"/>
                </a:cubicBezTo>
                <a:lnTo>
                  <a:pt x="738717" y="56593"/>
                </a:lnTo>
                <a:close/>
                <a:moveTo>
                  <a:pt x="765989" y="88205"/>
                </a:moveTo>
                <a:lnTo>
                  <a:pt x="765989" y="25337"/>
                </a:lnTo>
                <a:lnTo>
                  <a:pt x="775579" y="25337"/>
                </a:lnTo>
                <a:lnTo>
                  <a:pt x="775579" y="34216"/>
                </a:lnTo>
                <a:cubicBezTo>
                  <a:pt x="780197" y="27349"/>
                  <a:pt x="786866" y="23916"/>
                  <a:pt x="795588" y="23916"/>
                </a:cubicBezTo>
                <a:cubicBezTo>
                  <a:pt x="799377" y="23916"/>
                  <a:pt x="802860" y="24597"/>
                  <a:pt x="806037" y="25958"/>
                </a:cubicBezTo>
                <a:cubicBezTo>
                  <a:pt x="809214" y="27320"/>
                  <a:pt x="811591" y="29106"/>
                  <a:pt x="813170" y="31316"/>
                </a:cubicBezTo>
                <a:cubicBezTo>
                  <a:pt x="814749" y="33526"/>
                  <a:pt x="815854" y="36150"/>
                  <a:pt x="816485" y="39189"/>
                </a:cubicBezTo>
                <a:cubicBezTo>
                  <a:pt x="816880" y="41162"/>
                  <a:pt x="817077" y="44616"/>
                  <a:pt x="817077" y="49549"/>
                </a:cubicBezTo>
                <a:lnTo>
                  <a:pt x="817077" y="88205"/>
                </a:lnTo>
                <a:lnTo>
                  <a:pt x="806421" y="88205"/>
                </a:lnTo>
                <a:lnTo>
                  <a:pt x="806421" y="49922"/>
                </a:lnTo>
                <a:cubicBezTo>
                  <a:pt x="806421" y="45576"/>
                  <a:pt x="806007" y="42327"/>
                  <a:pt x="805178" y="40173"/>
                </a:cubicBezTo>
                <a:cubicBezTo>
                  <a:pt x="804349" y="38020"/>
                  <a:pt x="802879" y="36301"/>
                  <a:pt x="800768" y="35017"/>
                </a:cubicBezTo>
                <a:cubicBezTo>
                  <a:pt x="798657" y="33734"/>
                  <a:pt x="796180" y="33092"/>
                  <a:pt x="793339" y="33092"/>
                </a:cubicBezTo>
                <a:cubicBezTo>
                  <a:pt x="788800" y="33092"/>
                  <a:pt x="784883" y="34534"/>
                  <a:pt x="781588" y="37419"/>
                </a:cubicBezTo>
                <a:cubicBezTo>
                  <a:pt x="778292" y="40302"/>
                  <a:pt x="776645" y="45774"/>
                  <a:pt x="776645" y="53833"/>
                </a:cubicBezTo>
                <a:lnTo>
                  <a:pt x="776645" y="88205"/>
                </a:lnTo>
                <a:lnTo>
                  <a:pt x="765989" y="88205"/>
                </a:lnTo>
                <a:close/>
                <a:moveTo>
                  <a:pt x="874184" y="88205"/>
                </a:moveTo>
                <a:lnTo>
                  <a:pt x="874184" y="80273"/>
                </a:lnTo>
                <a:cubicBezTo>
                  <a:pt x="870198" y="86508"/>
                  <a:pt x="864338" y="89626"/>
                  <a:pt x="856603" y="89626"/>
                </a:cubicBezTo>
                <a:cubicBezTo>
                  <a:pt x="851591" y="89626"/>
                  <a:pt x="846983" y="88245"/>
                  <a:pt x="842780" y="85482"/>
                </a:cubicBezTo>
                <a:cubicBezTo>
                  <a:pt x="838577" y="82719"/>
                  <a:pt x="835321" y="78862"/>
                  <a:pt x="833012" y="73909"/>
                </a:cubicBezTo>
                <a:cubicBezTo>
                  <a:pt x="830704" y="68956"/>
                  <a:pt x="829549" y="63263"/>
                  <a:pt x="829549" y="56830"/>
                </a:cubicBezTo>
                <a:cubicBezTo>
                  <a:pt x="829549" y="50555"/>
                  <a:pt x="830595" y="44862"/>
                  <a:pt x="832687" y="39751"/>
                </a:cubicBezTo>
                <a:cubicBezTo>
                  <a:pt x="834778" y="34641"/>
                  <a:pt x="837916" y="30724"/>
                  <a:pt x="842099" y="28001"/>
                </a:cubicBezTo>
                <a:cubicBezTo>
                  <a:pt x="846282" y="25278"/>
                  <a:pt x="850959" y="23916"/>
                  <a:pt x="856129" y="23916"/>
                </a:cubicBezTo>
                <a:cubicBezTo>
                  <a:pt x="859918" y="23916"/>
                  <a:pt x="863292" y="24715"/>
                  <a:pt x="866252" y="26314"/>
                </a:cubicBezTo>
                <a:cubicBezTo>
                  <a:pt x="869212" y="27912"/>
                  <a:pt x="871619" y="29994"/>
                  <a:pt x="873474" y="32559"/>
                </a:cubicBezTo>
                <a:lnTo>
                  <a:pt x="873474" y="1421"/>
                </a:lnTo>
                <a:lnTo>
                  <a:pt x="884071" y="1421"/>
                </a:lnTo>
                <a:lnTo>
                  <a:pt x="884071" y="88205"/>
                </a:lnTo>
                <a:lnTo>
                  <a:pt x="874184" y="88205"/>
                </a:lnTo>
                <a:moveTo>
                  <a:pt x="840501" y="56800"/>
                </a:moveTo>
                <a:cubicBezTo>
                  <a:pt x="840501" y="64822"/>
                  <a:pt x="842198" y="70818"/>
                  <a:pt x="845592" y="74789"/>
                </a:cubicBezTo>
                <a:cubicBezTo>
                  <a:pt x="848986" y="78760"/>
                  <a:pt x="852992" y="80746"/>
                  <a:pt x="857609" y="80746"/>
                </a:cubicBezTo>
                <a:cubicBezTo>
                  <a:pt x="862266" y="80746"/>
                  <a:pt x="866222" y="78849"/>
                  <a:pt x="869478" y="75056"/>
                </a:cubicBezTo>
                <a:cubicBezTo>
                  <a:pt x="872734" y="71261"/>
                  <a:pt x="874362" y="65471"/>
                  <a:pt x="874362" y="57685"/>
                </a:cubicBezTo>
                <a:cubicBezTo>
                  <a:pt x="874362" y="49113"/>
                  <a:pt x="872705" y="42822"/>
                  <a:pt x="869389" y="38812"/>
                </a:cubicBezTo>
                <a:cubicBezTo>
                  <a:pt x="866074" y="34801"/>
                  <a:pt x="861990" y="32796"/>
                  <a:pt x="857135" y="32796"/>
                </a:cubicBezTo>
                <a:cubicBezTo>
                  <a:pt x="852400" y="32796"/>
                  <a:pt x="848443" y="34723"/>
                  <a:pt x="845266" y="38577"/>
                </a:cubicBezTo>
                <a:cubicBezTo>
                  <a:pt x="842089" y="42430"/>
                  <a:pt x="840501" y="48504"/>
                  <a:pt x="840501" y="568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=(0.1,sec)}">
            <a:extLst xmlns:a="http://schemas.openxmlformats.org/drawingml/2006/main">
              <a:ext uri="{FF2B5EF4-FFF2-40B4-BE49-F238E27FC236}">
                <a16:creationId xmlns:a16="http://schemas.microsoft.com/office/drawing/2014/main" id="{B336BC2C-7C80-410F-8844-7141558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522" y="9131772"/>
            <a:ext cx="640134" cy="113779"/>
          </a:xfrm>
          <a:custGeom xmlns:a="http://schemas.openxmlformats.org/drawingml/2006/main">
            <a:pathLst>
              <a:path w="640134" h="113779">
                <a:moveTo>
                  <a:pt x="57304" y="37295"/>
                </a:moveTo>
                <a:lnTo>
                  <a:pt x="0" y="37295"/>
                </a:lnTo>
                <a:lnTo>
                  <a:pt x="0" y="27231"/>
                </a:lnTo>
                <a:lnTo>
                  <a:pt x="57304" y="27231"/>
                </a:lnTo>
                <a:lnTo>
                  <a:pt x="57304" y="37295"/>
                </a:lnTo>
                <a:moveTo>
                  <a:pt x="57304" y="63579"/>
                </a:moveTo>
                <a:lnTo>
                  <a:pt x="0" y="63579"/>
                </a:lnTo>
                <a:lnTo>
                  <a:pt x="0" y="53515"/>
                </a:lnTo>
                <a:lnTo>
                  <a:pt x="57304" y="53515"/>
                </a:lnTo>
                <a:lnTo>
                  <a:pt x="57304" y="63579"/>
                </a:lnTo>
                <a:close/>
                <a:moveTo>
                  <a:pt x="126114" y="113779"/>
                </a:moveTo>
                <a:cubicBezTo>
                  <a:pt x="120234" y="106359"/>
                  <a:pt x="115261" y="97677"/>
                  <a:pt x="111196" y="87731"/>
                </a:cubicBezTo>
                <a:cubicBezTo>
                  <a:pt x="107131" y="77786"/>
                  <a:pt x="105099" y="67486"/>
                  <a:pt x="105099" y="56830"/>
                </a:cubicBezTo>
                <a:cubicBezTo>
                  <a:pt x="105099" y="47437"/>
                  <a:pt x="106618" y="38439"/>
                  <a:pt x="109657" y="29836"/>
                </a:cubicBezTo>
                <a:cubicBezTo>
                  <a:pt x="113209" y="19851"/>
                  <a:pt x="118695" y="9906"/>
                  <a:pt x="126114" y="0"/>
                </a:cubicBezTo>
                <a:lnTo>
                  <a:pt x="133751" y="0"/>
                </a:lnTo>
                <a:cubicBezTo>
                  <a:pt x="128975" y="8209"/>
                  <a:pt x="125818" y="14069"/>
                  <a:pt x="124279" y="17582"/>
                </a:cubicBezTo>
                <a:cubicBezTo>
                  <a:pt x="121871" y="23028"/>
                  <a:pt x="119977" y="28711"/>
                  <a:pt x="118596" y="34631"/>
                </a:cubicBezTo>
                <a:cubicBezTo>
                  <a:pt x="116899" y="42011"/>
                  <a:pt x="116050" y="49430"/>
                  <a:pt x="116050" y="56889"/>
                </a:cubicBezTo>
                <a:cubicBezTo>
                  <a:pt x="116050" y="75872"/>
                  <a:pt x="121950" y="94835"/>
                  <a:pt x="133751" y="113779"/>
                </a:cubicBezTo>
                <a:lnTo>
                  <a:pt x="126114" y="113779"/>
                </a:lnTo>
                <a:close/>
                <a:moveTo>
                  <a:pt x="143162" y="45375"/>
                </a:moveTo>
                <a:cubicBezTo>
                  <a:pt x="143162" y="35122"/>
                  <a:pt x="144218" y="26869"/>
                  <a:pt x="146329" y="20618"/>
                </a:cubicBezTo>
                <a:cubicBezTo>
                  <a:pt x="148440" y="14366"/>
                  <a:pt x="151578" y="9544"/>
                  <a:pt x="155742" y="6153"/>
                </a:cubicBezTo>
                <a:cubicBezTo>
                  <a:pt x="159905" y="2761"/>
                  <a:pt x="165144" y="1066"/>
                  <a:pt x="171459" y="1066"/>
                </a:cubicBezTo>
                <a:cubicBezTo>
                  <a:pt x="176116" y="1066"/>
                  <a:pt x="180200" y="2002"/>
                  <a:pt x="183713" y="3876"/>
                </a:cubicBezTo>
                <a:cubicBezTo>
                  <a:pt x="187225" y="5749"/>
                  <a:pt x="190126" y="8451"/>
                  <a:pt x="192415" y="11980"/>
                </a:cubicBezTo>
                <a:cubicBezTo>
                  <a:pt x="194704" y="15510"/>
                  <a:pt x="196499" y="19809"/>
                  <a:pt x="197802" y="24878"/>
                </a:cubicBezTo>
                <a:cubicBezTo>
                  <a:pt x="199104" y="29946"/>
                  <a:pt x="199755" y="36778"/>
                  <a:pt x="199755" y="45375"/>
                </a:cubicBezTo>
                <a:cubicBezTo>
                  <a:pt x="199755" y="55550"/>
                  <a:pt x="198709" y="63763"/>
                  <a:pt x="196618" y="70015"/>
                </a:cubicBezTo>
                <a:cubicBezTo>
                  <a:pt x="194526" y="76266"/>
                  <a:pt x="191399" y="81098"/>
                  <a:pt x="187235" y="84509"/>
                </a:cubicBezTo>
                <a:cubicBezTo>
                  <a:pt x="183071" y="87920"/>
                  <a:pt x="177813" y="89626"/>
                  <a:pt x="171459" y="89626"/>
                </a:cubicBezTo>
                <a:cubicBezTo>
                  <a:pt x="163092" y="89626"/>
                  <a:pt x="156521" y="86628"/>
                  <a:pt x="151746" y="80633"/>
                </a:cubicBezTo>
                <a:cubicBezTo>
                  <a:pt x="146023" y="73416"/>
                  <a:pt x="143162" y="61663"/>
                  <a:pt x="143162" y="45375"/>
                </a:cubicBezTo>
                <a:moveTo>
                  <a:pt x="154114" y="45346"/>
                </a:moveTo>
                <a:cubicBezTo>
                  <a:pt x="154114" y="59545"/>
                  <a:pt x="155781" y="68995"/>
                  <a:pt x="159116" y="73696"/>
                </a:cubicBezTo>
                <a:cubicBezTo>
                  <a:pt x="162451" y="78396"/>
                  <a:pt x="166565" y="80746"/>
                  <a:pt x="171459" y="80746"/>
                </a:cubicBezTo>
                <a:cubicBezTo>
                  <a:pt x="176352" y="80746"/>
                  <a:pt x="180467" y="78386"/>
                  <a:pt x="183801" y="73666"/>
                </a:cubicBezTo>
                <a:cubicBezTo>
                  <a:pt x="187136" y="68947"/>
                  <a:pt x="188804" y="59506"/>
                  <a:pt x="188804" y="45346"/>
                </a:cubicBezTo>
                <a:cubicBezTo>
                  <a:pt x="188804" y="31107"/>
                  <a:pt x="187136" y="21648"/>
                  <a:pt x="183801" y="16968"/>
                </a:cubicBezTo>
                <a:cubicBezTo>
                  <a:pt x="180467" y="12286"/>
                  <a:pt x="176313" y="9945"/>
                  <a:pt x="171340" y="9945"/>
                </a:cubicBezTo>
                <a:cubicBezTo>
                  <a:pt x="166447" y="9945"/>
                  <a:pt x="162539" y="12010"/>
                  <a:pt x="159619" y="16141"/>
                </a:cubicBezTo>
                <a:cubicBezTo>
                  <a:pt x="155949" y="21412"/>
                  <a:pt x="154114" y="31147"/>
                  <a:pt x="154114" y="45346"/>
                </a:cubicBezTo>
                <a:close/>
                <a:moveTo>
                  <a:pt x="216549" y="88205"/>
                </a:moveTo>
                <a:lnTo>
                  <a:pt x="216549" y="76010"/>
                </a:lnTo>
                <a:lnTo>
                  <a:pt x="228685" y="76010"/>
                </a:lnTo>
                <a:lnTo>
                  <a:pt x="228685" y="88205"/>
                </a:lnTo>
                <a:lnTo>
                  <a:pt x="216549" y="88205"/>
                </a:lnTo>
                <a:close/>
                <a:moveTo>
                  <a:pt x="284411" y="88205"/>
                </a:moveTo>
                <a:lnTo>
                  <a:pt x="273755" y="88205"/>
                </a:lnTo>
                <a:lnTo>
                  <a:pt x="273755" y="20305"/>
                </a:lnTo>
                <a:cubicBezTo>
                  <a:pt x="271190" y="22752"/>
                  <a:pt x="267825" y="25199"/>
                  <a:pt x="263662" y="27645"/>
                </a:cubicBezTo>
                <a:cubicBezTo>
                  <a:pt x="259498" y="30092"/>
                  <a:pt x="255759" y="31927"/>
                  <a:pt x="252444" y="33151"/>
                </a:cubicBezTo>
                <a:lnTo>
                  <a:pt x="252444" y="22850"/>
                </a:lnTo>
                <a:cubicBezTo>
                  <a:pt x="258403" y="20048"/>
                  <a:pt x="263612" y="16654"/>
                  <a:pt x="268072" y="12668"/>
                </a:cubicBezTo>
                <a:cubicBezTo>
                  <a:pt x="272532" y="8682"/>
                  <a:pt x="275689" y="4815"/>
                  <a:pt x="277544" y="1066"/>
                </a:cubicBezTo>
                <a:lnTo>
                  <a:pt x="284411" y="1066"/>
                </a:lnTo>
                <a:lnTo>
                  <a:pt x="284411" y="88205"/>
                </a:lnTo>
                <a:close/>
                <a:moveTo>
                  <a:pt x="317424" y="88205"/>
                </a:moveTo>
                <a:lnTo>
                  <a:pt x="317424" y="76010"/>
                </a:lnTo>
                <a:lnTo>
                  <a:pt x="329560" y="76010"/>
                </a:lnTo>
                <a:lnTo>
                  <a:pt x="329560" y="88170"/>
                </a:lnTo>
                <a:cubicBezTo>
                  <a:pt x="329560" y="92639"/>
                  <a:pt x="328771" y="96248"/>
                  <a:pt x="327192" y="98996"/>
                </a:cubicBezTo>
                <a:cubicBezTo>
                  <a:pt x="325613" y="101745"/>
                  <a:pt x="323107" y="103870"/>
                  <a:pt x="319674" y="105372"/>
                </a:cubicBezTo>
                <a:lnTo>
                  <a:pt x="316714" y="100755"/>
                </a:lnTo>
                <a:cubicBezTo>
                  <a:pt x="318964" y="99773"/>
                  <a:pt x="320621" y="98330"/>
                  <a:pt x="321687" y="96424"/>
                </a:cubicBezTo>
                <a:cubicBezTo>
                  <a:pt x="322752" y="94519"/>
                  <a:pt x="323344" y="91779"/>
                  <a:pt x="323463" y="88205"/>
                </a:cubicBezTo>
                <a:lnTo>
                  <a:pt x="317424" y="88205"/>
                </a:lnTo>
                <a:close/>
                <a:moveTo>
                  <a:pt x="377788" y="69380"/>
                </a:moveTo>
                <a:lnTo>
                  <a:pt x="388325" y="67723"/>
                </a:lnTo>
                <a:cubicBezTo>
                  <a:pt x="388917" y="71927"/>
                  <a:pt x="390565" y="75149"/>
                  <a:pt x="393269" y="77388"/>
                </a:cubicBezTo>
                <a:cubicBezTo>
                  <a:pt x="395972" y="79627"/>
                  <a:pt x="399751" y="80746"/>
                  <a:pt x="404605" y="80746"/>
                </a:cubicBezTo>
                <a:cubicBezTo>
                  <a:pt x="409499" y="80746"/>
                  <a:pt x="413129" y="79758"/>
                  <a:pt x="415497" y="77781"/>
                </a:cubicBezTo>
                <a:cubicBezTo>
                  <a:pt x="417865" y="75802"/>
                  <a:pt x="419049" y="73483"/>
                  <a:pt x="419049" y="70821"/>
                </a:cubicBezTo>
                <a:cubicBezTo>
                  <a:pt x="419049" y="68432"/>
                  <a:pt x="418003" y="66553"/>
                  <a:pt x="415912" y="65183"/>
                </a:cubicBezTo>
                <a:cubicBezTo>
                  <a:pt x="414452" y="64243"/>
                  <a:pt x="410821" y="63048"/>
                  <a:pt x="405019" y="61599"/>
                </a:cubicBezTo>
                <a:cubicBezTo>
                  <a:pt x="397205" y="59625"/>
                  <a:pt x="391789" y="57917"/>
                  <a:pt x="388769" y="56475"/>
                </a:cubicBezTo>
                <a:cubicBezTo>
                  <a:pt x="385750" y="55033"/>
                  <a:pt x="383461" y="53038"/>
                  <a:pt x="381903" y="50490"/>
                </a:cubicBezTo>
                <a:cubicBezTo>
                  <a:pt x="380344" y="47942"/>
                  <a:pt x="379564" y="45128"/>
                  <a:pt x="379564" y="42047"/>
                </a:cubicBezTo>
                <a:cubicBezTo>
                  <a:pt x="379564" y="39243"/>
                  <a:pt x="380205" y="36645"/>
                  <a:pt x="381488" y="34255"/>
                </a:cubicBezTo>
                <a:cubicBezTo>
                  <a:pt x="382771" y="31865"/>
                  <a:pt x="384517" y="29880"/>
                  <a:pt x="386727" y="28300"/>
                </a:cubicBezTo>
                <a:cubicBezTo>
                  <a:pt x="388385" y="27076"/>
                  <a:pt x="390644" y="26039"/>
                  <a:pt x="393505" y="25191"/>
                </a:cubicBezTo>
                <a:cubicBezTo>
                  <a:pt x="396367" y="24341"/>
                  <a:pt x="399435" y="23916"/>
                  <a:pt x="402711" y="23916"/>
                </a:cubicBezTo>
                <a:cubicBezTo>
                  <a:pt x="407644" y="23916"/>
                  <a:pt x="411975" y="24631"/>
                  <a:pt x="415705" y="26062"/>
                </a:cubicBezTo>
                <a:cubicBezTo>
                  <a:pt x="419434" y="27491"/>
                  <a:pt x="422187" y="29428"/>
                  <a:pt x="423963" y="31873"/>
                </a:cubicBezTo>
                <a:cubicBezTo>
                  <a:pt x="425739" y="34316"/>
                  <a:pt x="426962" y="37583"/>
                  <a:pt x="427633" y="41675"/>
                </a:cubicBezTo>
                <a:lnTo>
                  <a:pt x="417214" y="43096"/>
                </a:lnTo>
                <a:cubicBezTo>
                  <a:pt x="416741" y="39860"/>
                  <a:pt x="415369" y="37334"/>
                  <a:pt x="413100" y="35519"/>
                </a:cubicBezTo>
                <a:cubicBezTo>
                  <a:pt x="410831" y="33703"/>
                  <a:pt x="407624" y="32796"/>
                  <a:pt x="403480" y="32796"/>
                </a:cubicBezTo>
                <a:cubicBezTo>
                  <a:pt x="398586" y="32796"/>
                  <a:pt x="395094" y="33601"/>
                  <a:pt x="393002" y="35212"/>
                </a:cubicBezTo>
                <a:cubicBezTo>
                  <a:pt x="390910" y="36821"/>
                  <a:pt x="389865" y="38706"/>
                  <a:pt x="389865" y="40867"/>
                </a:cubicBezTo>
                <a:cubicBezTo>
                  <a:pt x="389865" y="42241"/>
                  <a:pt x="390299" y="43478"/>
                  <a:pt x="391167" y="44578"/>
                </a:cubicBezTo>
                <a:cubicBezTo>
                  <a:pt x="392035" y="45716"/>
                  <a:pt x="393397" y="46659"/>
                  <a:pt x="395252" y="47405"/>
                </a:cubicBezTo>
                <a:cubicBezTo>
                  <a:pt x="396317" y="47798"/>
                  <a:pt x="399455" y="48701"/>
                  <a:pt x="404664" y="50115"/>
                </a:cubicBezTo>
                <a:cubicBezTo>
                  <a:pt x="412202" y="52126"/>
                  <a:pt x="417461" y="53773"/>
                  <a:pt x="420440" y="55054"/>
                </a:cubicBezTo>
                <a:cubicBezTo>
                  <a:pt x="423420" y="56336"/>
                  <a:pt x="425758" y="58199"/>
                  <a:pt x="427455" y="60645"/>
                </a:cubicBezTo>
                <a:cubicBezTo>
                  <a:pt x="429152" y="63089"/>
                  <a:pt x="430001" y="66125"/>
                  <a:pt x="430001" y="69752"/>
                </a:cubicBezTo>
                <a:cubicBezTo>
                  <a:pt x="430001" y="73301"/>
                  <a:pt x="428965" y="76644"/>
                  <a:pt x="426893" y="79779"/>
                </a:cubicBezTo>
                <a:cubicBezTo>
                  <a:pt x="424821" y="82912"/>
                  <a:pt x="421832" y="85337"/>
                  <a:pt x="417924" y="87053"/>
                </a:cubicBezTo>
                <a:cubicBezTo>
                  <a:pt x="414017" y="88768"/>
                  <a:pt x="409597" y="89626"/>
                  <a:pt x="404664" y="89626"/>
                </a:cubicBezTo>
                <a:cubicBezTo>
                  <a:pt x="396495" y="89626"/>
                  <a:pt x="390269" y="87924"/>
                  <a:pt x="385987" y="84520"/>
                </a:cubicBezTo>
                <a:cubicBezTo>
                  <a:pt x="381705" y="81116"/>
                  <a:pt x="378972" y="76069"/>
                  <a:pt x="377788" y="69380"/>
                </a:cubicBezTo>
                <a:close/>
                <a:moveTo>
                  <a:pt x="485706" y="67959"/>
                </a:moveTo>
                <a:lnTo>
                  <a:pt x="496717" y="69321"/>
                </a:lnTo>
                <a:cubicBezTo>
                  <a:pt x="494981" y="75754"/>
                  <a:pt x="491764" y="80746"/>
                  <a:pt x="487068" y="84298"/>
                </a:cubicBezTo>
                <a:cubicBezTo>
                  <a:pt x="482371" y="87850"/>
                  <a:pt x="476373" y="89626"/>
                  <a:pt x="469072" y="89626"/>
                </a:cubicBezTo>
                <a:cubicBezTo>
                  <a:pt x="459876" y="89626"/>
                  <a:pt x="452585" y="86794"/>
                  <a:pt x="447198" y="81131"/>
                </a:cubicBezTo>
                <a:cubicBezTo>
                  <a:pt x="441811" y="75468"/>
                  <a:pt x="439117" y="67525"/>
                  <a:pt x="439117" y="57304"/>
                </a:cubicBezTo>
                <a:cubicBezTo>
                  <a:pt x="439117" y="46727"/>
                  <a:pt x="441840" y="38518"/>
                  <a:pt x="447287" y="32677"/>
                </a:cubicBezTo>
                <a:cubicBezTo>
                  <a:pt x="452733" y="26836"/>
                  <a:pt x="459797" y="23916"/>
                  <a:pt x="468480" y="23916"/>
                </a:cubicBezTo>
                <a:cubicBezTo>
                  <a:pt x="476886" y="23916"/>
                  <a:pt x="483753" y="26773"/>
                  <a:pt x="489080" y="32487"/>
                </a:cubicBezTo>
                <a:cubicBezTo>
                  <a:pt x="494408" y="38199"/>
                  <a:pt x="497072" y="46237"/>
                  <a:pt x="497072" y="56599"/>
                </a:cubicBezTo>
                <a:cubicBezTo>
                  <a:pt x="497072" y="57229"/>
                  <a:pt x="497052" y="58174"/>
                  <a:pt x="497013" y="59435"/>
                </a:cubicBezTo>
                <a:lnTo>
                  <a:pt x="450128" y="59435"/>
                </a:lnTo>
                <a:cubicBezTo>
                  <a:pt x="450523" y="66322"/>
                  <a:pt x="452476" y="71595"/>
                  <a:pt x="455989" y="75255"/>
                </a:cubicBezTo>
                <a:cubicBezTo>
                  <a:pt x="459501" y="78916"/>
                  <a:pt x="463882" y="80746"/>
                  <a:pt x="469131" y="80746"/>
                </a:cubicBezTo>
                <a:cubicBezTo>
                  <a:pt x="473038" y="80746"/>
                  <a:pt x="476373" y="79730"/>
                  <a:pt x="479135" y="77697"/>
                </a:cubicBezTo>
                <a:cubicBezTo>
                  <a:pt x="481898" y="75664"/>
                  <a:pt x="484088" y="72418"/>
                  <a:pt x="485706" y="67959"/>
                </a:cubicBezTo>
                <a:moveTo>
                  <a:pt x="450720" y="50555"/>
                </a:moveTo>
                <a:lnTo>
                  <a:pt x="485825" y="50555"/>
                </a:lnTo>
                <a:cubicBezTo>
                  <a:pt x="485351" y="45353"/>
                  <a:pt x="484009" y="41452"/>
                  <a:pt x="481799" y="38851"/>
                </a:cubicBezTo>
                <a:cubicBezTo>
                  <a:pt x="478405" y="34814"/>
                  <a:pt x="474005" y="32796"/>
                  <a:pt x="468598" y="32796"/>
                </a:cubicBezTo>
                <a:cubicBezTo>
                  <a:pt x="463704" y="32796"/>
                  <a:pt x="459590" y="34407"/>
                  <a:pt x="456255" y="37630"/>
                </a:cubicBezTo>
                <a:cubicBezTo>
                  <a:pt x="452920" y="40851"/>
                  <a:pt x="451075" y="45159"/>
                  <a:pt x="450720" y="50555"/>
                </a:cubicBezTo>
                <a:close/>
                <a:moveTo>
                  <a:pt x="551101" y="65118"/>
                </a:moveTo>
                <a:lnTo>
                  <a:pt x="561579" y="66479"/>
                </a:lnTo>
                <a:cubicBezTo>
                  <a:pt x="560435" y="73720"/>
                  <a:pt x="557505" y="79388"/>
                  <a:pt x="552788" y="83484"/>
                </a:cubicBezTo>
                <a:cubicBezTo>
                  <a:pt x="548072" y="87579"/>
                  <a:pt x="542281" y="89626"/>
                  <a:pt x="535414" y="89626"/>
                </a:cubicBezTo>
                <a:cubicBezTo>
                  <a:pt x="526810" y="89626"/>
                  <a:pt x="519894" y="86814"/>
                  <a:pt x="514665" y="81190"/>
                </a:cubicBezTo>
                <a:cubicBezTo>
                  <a:pt x="509436" y="75566"/>
                  <a:pt x="506821" y="67505"/>
                  <a:pt x="506821" y="57008"/>
                </a:cubicBezTo>
                <a:cubicBezTo>
                  <a:pt x="506821" y="50220"/>
                  <a:pt x="507946" y="44280"/>
                  <a:pt x="510195" y="39189"/>
                </a:cubicBezTo>
                <a:cubicBezTo>
                  <a:pt x="512445" y="34098"/>
                  <a:pt x="515869" y="30280"/>
                  <a:pt x="520466" y="27734"/>
                </a:cubicBezTo>
                <a:cubicBezTo>
                  <a:pt x="525064" y="25189"/>
                  <a:pt x="530066" y="23916"/>
                  <a:pt x="535473" y="23916"/>
                </a:cubicBezTo>
                <a:cubicBezTo>
                  <a:pt x="542301" y="23916"/>
                  <a:pt x="547885" y="25648"/>
                  <a:pt x="552226" y="29112"/>
                </a:cubicBezTo>
                <a:cubicBezTo>
                  <a:pt x="556567" y="32576"/>
                  <a:pt x="559350" y="37493"/>
                  <a:pt x="560573" y="43866"/>
                </a:cubicBezTo>
                <a:lnTo>
                  <a:pt x="550213" y="45464"/>
                </a:lnTo>
                <a:cubicBezTo>
                  <a:pt x="549227" y="41261"/>
                  <a:pt x="547480" y="38099"/>
                  <a:pt x="544974" y="35978"/>
                </a:cubicBezTo>
                <a:cubicBezTo>
                  <a:pt x="542468" y="33856"/>
                  <a:pt x="539439" y="32796"/>
                  <a:pt x="535887" y="32796"/>
                </a:cubicBezTo>
                <a:cubicBezTo>
                  <a:pt x="530520" y="32796"/>
                  <a:pt x="526159" y="34710"/>
                  <a:pt x="522805" y="38540"/>
                </a:cubicBezTo>
                <a:cubicBezTo>
                  <a:pt x="519450" y="42368"/>
                  <a:pt x="517773" y="48425"/>
                  <a:pt x="517773" y="56712"/>
                </a:cubicBezTo>
                <a:cubicBezTo>
                  <a:pt x="517773" y="65117"/>
                  <a:pt x="519391" y="71224"/>
                  <a:pt x="522627" y="75033"/>
                </a:cubicBezTo>
                <a:cubicBezTo>
                  <a:pt x="525863" y="78842"/>
                  <a:pt x="530086" y="80746"/>
                  <a:pt x="535295" y="80746"/>
                </a:cubicBezTo>
                <a:cubicBezTo>
                  <a:pt x="539479" y="80746"/>
                  <a:pt x="542971" y="79468"/>
                  <a:pt x="545773" y="76913"/>
                </a:cubicBezTo>
                <a:cubicBezTo>
                  <a:pt x="548576" y="74358"/>
                  <a:pt x="550351" y="70426"/>
                  <a:pt x="551101" y="65118"/>
                </a:cubicBezTo>
                <a:close/>
                <a:moveTo>
                  <a:pt x="577681" y="113779"/>
                </a:moveTo>
                <a:lnTo>
                  <a:pt x="570045" y="113779"/>
                </a:lnTo>
                <a:cubicBezTo>
                  <a:pt x="581845" y="94835"/>
                  <a:pt x="587745" y="75872"/>
                  <a:pt x="587745" y="56889"/>
                </a:cubicBezTo>
                <a:cubicBezTo>
                  <a:pt x="587745" y="49470"/>
                  <a:pt x="586897" y="42110"/>
                  <a:pt x="585200" y="34808"/>
                </a:cubicBezTo>
                <a:cubicBezTo>
                  <a:pt x="583858" y="28889"/>
                  <a:pt x="581983" y="23206"/>
                  <a:pt x="579576" y="17759"/>
                </a:cubicBezTo>
                <a:cubicBezTo>
                  <a:pt x="578037" y="14208"/>
                  <a:pt x="574860" y="8288"/>
                  <a:pt x="570045" y="0"/>
                </a:cubicBezTo>
                <a:lnTo>
                  <a:pt x="577681" y="0"/>
                </a:lnTo>
                <a:cubicBezTo>
                  <a:pt x="585101" y="9906"/>
                  <a:pt x="590587" y="19851"/>
                  <a:pt x="594138" y="29836"/>
                </a:cubicBezTo>
                <a:cubicBezTo>
                  <a:pt x="597177" y="38439"/>
                  <a:pt x="598697" y="47437"/>
                  <a:pt x="598697" y="56830"/>
                </a:cubicBezTo>
                <a:cubicBezTo>
                  <a:pt x="598697" y="67486"/>
                  <a:pt x="596654" y="77786"/>
                  <a:pt x="592570" y="87731"/>
                </a:cubicBezTo>
                <a:cubicBezTo>
                  <a:pt x="588485" y="97677"/>
                  <a:pt x="583522" y="106359"/>
                  <a:pt x="577681" y="113779"/>
                </a:cubicBezTo>
                <a:close/>
                <a:moveTo>
                  <a:pt x="640134" y="51976"/>
                </a:moveTo>
                <a:lnTo>
                  <a:pt x="640134" y="61684"/>
                </a:lnTo>
                <a:cubicBezTo>
                  <a:pt x="637095" y="61763"/>
                  <a:pt x="634619" y="62592"/>
                  <a:pt x="632705" y="64171"/>
                </a:cubicBezTo>
                <a:cubicBezTo>
                  <a:pt x="630791" y="65749"/>
                  <a:pt x="629518" y="67890"/>
                  <a:pt x="628887" y="70594"/>
                </a:cubicBezTo>
                <a:cubicBezTo>
                  <a:pt x="628255" y="73297"/>
                  <a:pt x="627920" y="77944"/>
                  <a:pt x="627880" y="84535"/>
                </a:cubicBezTo>
                <a:cubicBezTo>
                  <a:pt x="627841" y="91125"/>
                  <a:pt x="627722" y="95467"/>
                  <a:pt x="627525" y="97558"/>
                </a:cubicBezTo>
                <a:cubicBezTo>
                  <a:pt x="627170" y="100913"/>
                  <a:pt x="626509" y="103587"/>
                  <a:pt x="625542" y="105580"/>
                </a:cubicBezTo>
                <a:cubicBezTo>
                  <a:pt x="624575" y="107573"/>
                  <a:pt x="623381" y="109171"/>
                  <a:pt x="621960" y="110375"/>
                </a:cubicBezTo>
                <a:cubicBezTo>
                  <a:pt x="620540" y="111578"/>
                  <a:pt x="618724" y="112496"/>
                  <a:pt x="616514" y="113127"/>
                </a:cubicBezTo>
                <a:cubicBezTo>
                  <a:pt x="615015" y="113562"/>
                  <a:pt x="612568" y="113779"/>
                  <a:pt x="609174" y="113779"/>
                </a:cubicBezTo>
                <a:lnTo>
                  <a:pt x="605859" y="113779"/>
                </a:lnTo>
                <a:lnTo>
                  <a:pt x="605859" y="104425"/>
                </a:lnTo>
                <a:lnTo>
                  <a:pt x="607694" y="104425"/>
                </a:lnTo>
                <a:cubicBezTo>
                  <a:pt x="611798" y="104425"/>
                  <a:pt x="614521" y="103685"/>
                  <a:pt x="615863" y="102205"/>
                </a:cubicBezTo>
                <a:cubicBezTo>
                  <a:pt x="617205" y="100727"/>
                  <a:pt x="617876" y="97404"/>
                  <a:pt x="617876" y="92238"/>
                </a:cubicBezTo>
                <a:cubicBezTo>
                  <a:pt x="617876" y="82378"/>
                  <a:pt x="618053" y="76126"/>
                  <a:pt x="618409" y="73483"/>
                </a:cubicBezTo>
                <a:cubicBezTo>
                  <a:pt x="619040" y="69106"/>
                  <a:pt x="620303" y="65606"/>
                  <a:pt x="622197" y="62983"/>
                </a:cubicBezTo>
                <a:cubicBezTo>
                  <a:pt x="624092" y="60360"/>
                  <a:pt x="626775" y="58319"/>
                  <a:pt x="630248" y="56860"/>
                </a:cubicBezTo>
                <a:cubicBezTo>
                  <a:pt x="625710" y="54693"/>
                  <a:pt x="622513" y="51827"/>
                  <a:pt x="620658" y="48263"/>
                </a:cubicBezTo>
                <a:cubicBezTo>
                  <a:pt x="618803" y="44698"/>
                  <a:pt x="617876" y="38680"/>
                  <a:pt x="617876" y="30211"/>
                </a:cubicBezTo>
                <a:cubicBezTo>
                  <a:pt x="617876" y="22530"/>
                  <a:pt x="617777" y="17941"/>
                  <a:pt x="617580" y="16444"/>
                </a:cubicBezTo>
                <a:cubicBezTo>
                  <a:pt x="617304" y="13805"/>
                  <a:pt x="616524" y="11964"/>
                  <a:pt x="615241" y="10920"/>
                </a:cubicBezTo>
                <a:cubicBezTo>
                  <a:pt x="613959" y="9876"/>
                  <a:pt x="611443" y="9353"/>
                  <a:pt x="607694" y="9353"/>
                </a:cubicBezTo>
                <a:lnTo>
                  <a:pt x="605859" y="9353"/>
                </a:lnTo>
                <a:lnTo>
                  <a:pt x="605859" y="0"/>
                </a:lnTo>
                <a:lnTo>
                  <a:pt x="609174" y="0"/>
                </a:lnTo>
                <a:cubicBezTo>
                  <a:pt x="613041" y="0"/>
                  <a:pt x="615843" y="315"/>
                  <a:pt x="617580" y="945"/>
                </a:cubicBezTo>
                <a:cubicBezTo>
                  <a:pt x="620106" y="1814"/>
                  <a:pt x="622197" y="3273"/>
                  <a:pt x="623855" y="5322"/>
                </a:cubicBezTo>
                <a:cubicBezTo>
                  <a:pt x="625512" y="7372"/>
                  <a:pt x="626588" y="9954"/>
                  <a:pt x="627081" y="13068"/>
                </a:cubicBezTo>
                <a:cubicBezTo>
                  <a:pt x="627574" y="16182"/>
                  <a:pt x="627841" y="21287"/>
                  <a:pt x="627880" y="28384"/>
                </a:cubicBezTo>
                <a:cubicBezTo>
                  <a:pt x="627920" y="35479"/>
                  <a:pt x="628255" y="40377"/>
                  <a:pt x="628887" y="43078"/>
                </a:cubicBezTo>
                <a:cubicBezTo>
                  <a:pt x="629518" y="45777"/>
                  <a:pt x="630791" y="47916"/>
                  <a:pt x="632705" y="49493"/>
                </a:cubicBezTo>
                <a:cubicBezTo>
                  <a:pt x="634619" y="51069"/>
                  <a:pt x="637095" y="51897"/>
                  <a:pt x="640134" y="51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3DDC8-7789-4049-9C70-E5C7D5A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752" y="8447128"/>
            <a:ext cx="10" cy="308105"/>
          </a:xfrm>
          <a:custGeom xmlns:a="http://schemas.openxmlformats.org/drawingml/2006/main">
            <a:pathLst>
              <a:path w="1" h="308105" fill="none">
                <a:moveTo>
                  <a:pt x="0" y="3081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E96E5-ED86-4928-989E-EFAEAEB5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14" y="9105205"/>
            <a:ext cx="255245" cy="10"/>
          </a:xfrm>
          <a:custGeom xmlns:a="http://schemas.openxmlformats.org/drawingml/2006/main">
            <a:pathLst>
              <a:path w="255245" h="1" fill="none">
                <a:moveTo>
                  <a:pt x="0" y="0"/>
                </a:moveTo>
                <a:lnTo>
                  <a:pt x="162054" y="0"/>
                </a:lnTo>
                <a:lnTo>
                  <a:pt x="145081" y="0"/>
                </a:lnTo>
                <a:lnTo>
                  <a:pt x="255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F1885-F40F-4805-A5AD-FEB0B18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315" y="9076916"/>
            <a:ext cx="56578" cy="56578"/>
          </a:xfrm>
          <a:custGeom xmlns:a="http://schemas.openxmlformats.org/drawingml/2006/main">
            <a:pathLst>
              <a:path w="56578" h="56578">
                <a:moveTo>
                  <a:pt x="56578" y="28289"/>
                </a:moveTo>
                <a:lnTo>
                  <a:pt x="0" y="56578"/>
                </a:lnTo>
                <a:lnTo>
                  <a:pt x="14144" y="28289"/>
                </a:lnTo>
                <a:lnTo>
                  <a:pt x="0" y="0"/>
                </a:lnTo>
                <a:lnTo>
                  <a:pt x="56578" y="282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7739C-F97F-474F-B666-41CB75B4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315" y="9076916"/>
            <a:ext cx="56578" cy="56578"/>
          </a:xfrm>
          <a:custGeom xmlns:a="http://schemas.openxmlformats.org/drawingml/2006/main">
            <a:pathLst>
              <a:path w="56578" h="56578" fill="none">
                <a:moveTo>
                  <a:pt x="56578" y="28289"/>
                </a:moveTo>
                <a:lnTo>
                  <a:pt x="0" y="56578"/>
                </a:lnTo>
                <a:lnTo>
                  <a:pt x="14144" y="28289"/>
                </a:lnTo>
                <a:lnTo>
                  <a:pt x="0" y="0"/>
                </a:lnTo>
                <a:lnTo>
                  <a:pt x="56578" y="282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0894F-2DB1-48F4-AF9E-35528C5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960" y="8759759"/>
            <a:ext cx="1067294" cy="690084"/>
          </a:xfrm>
          <a:custGeom xmlns:a="http://schemas.openxmlformats.org/drawingml/2006/main">
            <a:pathLst>
              <a:path w="1067294" h="690084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1" y="401273"/>
                  <a:pt x="1057040" y="412356"/>
                </a:cubicBezTo>
                <a:cubicBezTo>
                  <a:pt x="1053631" y="423440"/>
                  <a:pt x="1049389" y="434388"/>
                  <a:pt x="1044316" y="445202"/>
                </a:cubicBezTo>
                <a:cubicBezTo>
                  <a:pt x="1039242" y="456016"/>
                  <a:pt x="1033361" y="466643"/>
                  <a:pt x="1026672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49" y="555199"/>
                  <a:pt x="946162" y="563934"/>
                </a:cubicBezTo>
                <a:cubicBezTo>
                  <a:pt x="935075" y="572670"/>
                  <a:pt x="923351" y="581033"/>
                  <a:pt x="910992" y="589024"/>
                </a:cubicBezTo>
                <a:cubicBezTo>
                  <a:pt x="898634" y="597014"/>
                  <a:pt x="885700" y="604594"/>
                  <a:pt x="872189" y="611763"/>
                </a:cubicBezTo>
                <a:cubicBezTo>
                  <a:pt x="858679" y="618932"/>
                  <a:pt x="844657" y="625656"/>
                  <a:pt x="830125" y="631934"/>
                </a:cubicBezTo>
                <a:cubicBezTo>
                  <a:pt x="815593" y="638212"/>
                  <a:pt x="800620" y="644015"/>
                  <a:pt x="785206" y="649342"/>
                </a:cubicBezTo>
                <a:cubicBezTo>
                  <a:pt x="769792" y="654669"/>
                  <a:pt x="754012" y="659495"/>
                  <a:pt x="737864" y="663819"/>
                </a:cubicBezTo>
                <a:cubicBezTo>
                  <a:pt x="721717" y="668144"/>
                  <a:pt x="705282" y="671946"/>
                  <a:pt x="688557" y="675226"/>
                </a:cubicBezTo>
                <a:cubicBezTo>
                  <a:pt x="671832" y="678507"/>
                  <a:pt x="654898" y="681249"/>
                  <a:pt x="637756" y="683454"/>
                </a:cubicBezTo>
                <a:cubicBezTo>
                  <a:pt x="620615" y="685659"/>
                  <a:pt x="603347" y="687315"/>
                  <a:pt x="585954" y="688423"/>
                </a:cubicBezTo>
                <a:cubicBezTo>
                  <a:pt x="568561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0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3" y="678507"/>
                  <a:pt x="378738" y="675226"/>
                </a:cubicBezTo>
                <a:cubicBezTo>
                  <a:pt x="362012" y="671946"/>
                  <a:pt x="345576" y="668144"/>
                  <a:pt x="329429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1" y="638212"/>
                  <a:pt x="237168" y="631934"/>
                </a:cubicBezTo>
                <a:cubicBezTo>
                  <a:pt x="222636" y="625656"/>
                  <a:pt x="208615" y="618932"/>
                  <a:pt x="195105" y="611763"/>
                </a:cubicBezTo>
                <a:cubicBezTo>
                  <a:pt x="181595" y="604594"/>
                  <a:pt x="168660" y="597014"/>
                  <a:pt x="156301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4" y="555199"/>
                  <a:pt x="99646" y="546133"/>
                  <a:pt x="89935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8" y="445202"/>
                </a:cubicBezTo>
                <a:cubicBezTo>
                  <a:pt x="17905" y="434388"/>
                  <a:pt x="13663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3" y="277728"/>
                </a:cubicBezTo>
                <a:cubicBezTo>
                  <a:pt x="13663" y="266644"/>
                  <a:pt x="17905" y="255696"/>
                  <a:pt x="22978" y="244882"/>
                </a:cubicBezTo>
                <a:cubicBezTo>
                  <a:pt x="28052" y="234068"/>
                  <a:pt x="33933" y="223441"/>
                  <a:pt x="40621" y="213000"/>
                </a:cubicBezTo>
                <a:cubicBezTo>
                  <a:pt x="47310" y="202560"/>
                  <a:pt x="54773" y="192357"/>
                  <a:pt x="63012" y="182390"/>
                </a:cubicBezTo>
                <a:cubicBezTo>
                  <a:pt x="71251" y="172424"/>
                  <a:pt x="80225" y="162743"/>
                  <a:pt x="89935" y="153347"/>
                </a:cubicBezTo>
                <a:cubicBezTo>
                  <a:pt x="99645" y="143951"/>
                  <a:pt x="110044" y="134885"/>
                  <a:pt x="121132" y="126150"/>
                </a:cubicBezTo>
                <a:cubicBezTo>
                  <a:pt x="132220" y="117414"/>
                  <a:pt x="143943" y="109051"/>
                  <a:pt x="156301" y="101060"/>
                </a:cubicBezTo>
                <a:cubicBezTo>
                  <a:pt x="168660" y="93070"/>
                  <a:pt x="181595" y="85490"/>
                  <a:pt x="195105" y="78321"/>
                </a:cubicBezTo>
                <a:cubicBezTo>
                  <a:pt x="208615" y="71152"/>
                  <a:pt x="222637" y="64428"/>
                  <a:pt x="237168" y="58150"/>
                </a:cubicBezTo>
                <a:cubicBezTo>
                  <a:pt x="251701" y="51872"/>
                  <a:pt x="266673" y="46069"/>
                  <a:pt x="282087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2" y="18138"/>
                  <a:pt x="378738" y="14857"/>
                </a:cubicBezTo>
                <a:cubicBezTo>
                  <a:pt x="395463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0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1" y="554"/>
                  <a:pt x="585954" y="1662"/>
                </a:cubicBezTo>
                <a:cubicBezTo>
                  <a:pt x="603347" y="2769"/>
                  <a:pt x="620615" y="4425"/>
                  <a:pt x="637756" y="6630"/>
                </a:cubicBezTo>
                <a:cubicBezTo>
                  <a:pt x="654898" y="8835"/>
                  <a:pt x="671832" y="11577"/>
                  <a:pt x="688556" y="14857"/>
                </a:cubicBezTo>
                <a:cubicBezTo>
                  <a:pt x="705282" y="18138"/>
                  <a:pt x="721717" y="21940"/>
                  <a:pt x="737864" y="26265"/>
                </a:cubicBezTo>
                <a:cubicBezTo>
                  <a:pt x="754012" y="30589"/>
                  <a:pt x="769792" y="35415"/>
                  <a:pt x="785206" y="40742"/>
                </a:cubicBezTo>
                <a:cubicBezTo>
                  <a:pt x="800620" y="46069"/>
                  <a:pt x="815593" y="51872"/>
                  <a:pt x="830125" y="58150"/>
                </a:cubicBezTo>
                <a:cubicBezTo>
                  <a:pt x="844657" y="64428"/>
                  <a:pt x="858679" y="71152"/>
                  <a:pt x="872189" y="78321"/>
                </a:cubicBezTo>
                <a:cubicBezTo>
                  <a:pt x="885700" y="85490"/>
                  <a:pt x="898634" y="93070"/>
                  <a:pt x="910992" y="101060"/>
                </a:cubicBezTo>
                <a:cubicBezTo>
                  <a:pt x="923351" y="109051"/>
                  <a:pt x="935075" y="117414"/>
                  <a:pt x="946162" y="126150"/>
                </a:cubicBezTo>
                <a:cubicBezTo>
                  <a:pt x="957249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7"/>
                  <a:pt x="1019984" y="202560"/>
                  <a:pt x="1026672" y="213000"/>
                </a:cubicBezTo>
                <a:cubicBezTo>
                  <a:pt x="1033361" y="223441"/>
                  <a:pt x="1039242" y="234068"/>
                  <a:pt x="1044316" y="244882"/>
                </a:cubicBezTo>
                <a:cubicBezTo>
                  <a:pt x="1049389" y="255696"/>
                  <a:pt x="1053631" y="266644"/>
                  <a:pt x="1057040" y="277728"/>
                </a:cubicBezTo>
                <a:cubicBezTo>
                  <a:pt x="1060451" y="288811"/>
                  <a:pt x="1063012" y="299976"/>
                  <a:pt x="1064725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F6665-29E6-4999-88C0-EC6ABC7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960" y="8759759"/>
            <a:ext cx="1067294" cy="690084"/>
          </a:xfrm>
          <a:custGeom xmlns:a="http://schemas.openxmlformats.org/drawingml/2006/main">
            <a:pathLst>
              <a:path w="1067294" h="690084" fill="none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1" y="401273"/>
                  <a:pt x="1057040" y="412356"/>
                </a:cubicBezTo>
                <a:cubicBezTo>
                  <a:pt x="1053631" y="423440"/>
                  <a:pt x="1049389" y="434388"/>
                  <a:pt x="1044316" y="445202"/>
                </a:cubicBezTo>
                <a:cubicBezTo>
                  <a:pt x="1039242" y="456016"/>
                  <a:pt x="1033361" y="466643"/>
                  <a:pt x="1026672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49" y="555199"/>
                  <a:pt x="946162" y="563934"/>
                </a:cubicBezTo>
                <a:cubicBezTo>
                  <a:pt x="935075" y="572670"/>
                  <a:pt x="923351" y="581033"/>
                  <a:pt x="910992" y="589024"/>
                </a:cubicBezTo>
                <a:cubicBezTo>
                  <a:pt x="898634" y="597014"/>
                  <a:pt x="885700" y="604594"/>
                  <a:pt x="872189" y="611763"/>
                </a:cubicBezTo>
                <a:cubicBezTo>
                  <a:pt x="858679" y="618932"/>
                  <a:pt x="844657" y="625656"/>
                  <a:pt x="830125" y="631934"/>
                </a:cubicBezTo>
                <a:cubicBezTo>
                  <a:pt x="815593" y="638212"/>
                  <a:pt x="800620" y="644015"/>
                  <a:pt x="785206" y="649342"/>
                </a:cubicBezTo>
                <a:cubicBezTo>
                  <a:pt x="769792" y="654669"/>
                  <a:pt x="754012" y="659495"/>
                  <a:pt x="737864" y="663819"/>
                </a:cubicBezTo>
                <a:cubicBezTo>
                  <a:pt x="721717" y="668144"/>
                  <a:pt x="705282" y="671946"/>
                  <a:pt x="688557" y="675226"/>
                </a:cubicBezTo>
                <a:cubicBezTo>
                  <a:pt x="671832" y="678507"/>
                  <a:pt x="654898" y="681249"/>
                  <a:pt x="637756" y="683454"/>
                </a:cubicBezTo>
                <a:cubicBezTo>
                  <a:pt x="620615" y="685659"/>
                  <a:pt x="603347" y="687315"/>
                  <a:pt x="585954" y="688423"/>
                </a:cubicBezTo>
                <a:cubicBezTo>
                  <a:pt x="568561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0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3" y="678507"/>
                  <a:pt x="378738" y="675226"/>
                </a:cubicBezTo>
                <a:cubicBezTo>
                  <a:pt x="362012" y="671946"/>
                  <a:pt x="345576" y="668144"/>
                  <a:pt x="329429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1" y="638212"/>
                  <a:pt x="237168" y="631934"/>
                </a:cubicBezTo>
                <a:cubicBezTo>
                  <a:pt x="222636" y="625656"/>
                  <a:pt x="208615" y="618932"/>
                  <a:pt x="195105" y="611763"/>
                </a:cubicBezTo>
                <a:cubicBezTo>
                  <a:pt x="181595" y="604594"/>
                  <a:pt x="168660" y="597014"/>
                  <a:pt x="156301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4" y="555199"/>
                  <a:pt x="99646" y="546133"/>
                  <a:pt x="89935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8" y="445202"/>
                </a:cubicBezTo>
                <a:cubicBezTo>
                  <a:pt x="17905" y="434388"/>
                  <a:pt x="13663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3" y="277728"/>
                </a:cubicBezTo>
                <a:cubicBezTo>
                  <a:pt x="13663" y="266644"/>
                  <a:pt x="17905" y="255696"/>
                  <a:pt x="22978" y="244882"/>
                </a:cubicBezTo>
                <a:cubicBezTo>
                  <a:pt x="28052" y="234068"/>
                  <a:pt x="33933" y="223441"/>
                  <a:pt x="40621" y="213000"/>
                </a:cubicBezTo>
                <a:cubicBezTo>
                  <a:pt x="47310" y="202560"/>
                  <a:pt x="54773" y="192357"/>
                  <a:pt x="63012" y="182390"/>
                </a:cubicBezTo>
                <a:cubicBezTo>
                  <a:pt x="71251" y="172424"/>
                  <a:pt x="80225" y="162743"/>
                  <a:pt x="89935" y="153347"/>
                </a:cubicBezTo>
                <a:cubicBezTo>
                  <a:pt x="99645" y="143951"/>
                  <a:pt x="110044" y="134885"/>
                  <a:pt x="121132" y="126150"/>
                </a:cubicBezTo>
                <a:cubicBezTo>
                  <a:pt x="132220" y="117414"/>
                  <a:pt x="143943" y="109051"/>
                  <a:pt x="156301" y="101060"/>
                </a:cubicBezTo>
                <a:cubicBezTo>
                  <a:pt x="168660" y="93070"/>
                  <a:pt x="181595" y="85490"/>
                  <a:pt x="195105" y="78321"/>
                </a:cubicBezTo>
                <a:cubicBezTo>
                  <a:pt x="208615" y="71152"/>
                  <a:pt x="222637" y="64428"/>
                  <a:pt x="237168" y="58150"/>
                </a:cubicBezTo>
                <a:cubicBezTo>
                  <a:pt x="251701" y="51872"/>
                  <a:pt x="266673" y="46069"/>
                  <a:pt x="282087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2" y="18138"/>
                  <a:pt x="378738" y="14857"/>
                </a:cubicBezTo>
                <a:cubicBezTo>
                  <a:pt x="395463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0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1" y="554"/>
                  <a:pt x="585954" y="1662"/>
                </a:cubicBezTo>
                <a:cubicBezTo>
                  <a:pt x="603347" y="2769"/>
                  <a:pt x="620615" y="4425"/>
                  <a:pt x="637756" y="6630"/>
                </a:cubicBezTo>
                <a:cubicBezTo>
                  <a:pt x="654898" y="8835"/>
                  <a:pt x="671832" y="11577"/>
                  <a:pt x="688556" y="14857"/>
                </a:cubicBezTo>
                <a:cubicBezTo>
                  <a:pt x="705282" y="18138"/>
                  <a:pt x="721717" y="21940"/>
                  <a:pt x="737864" y="26265"/>
                </a:cubicBezTo>
                <a:cubicBezTo>
                  <a:pt x="754012" y="30589"/>
                  <a:pt x="769792" y="35415"/>
                  <a:pt x="785206" y="40742"/>
                </a:cubicBezTo>
                <a:cubicBezTo>
                  <a:pt x="800620" y="46069"/>
                  <a:pt x="815593" y="51872"/>
                  <a:pt x="830125" y="58150"/>
                </a:cubicBezTo>
                <a:cubicBezTo>
                  <a:pt x="844657" y="64428"/>
                  <a:pt x="858679" y="71152"/>
                  <a:pt x="872189" y="78321"/>
                </a:cubicBezTo>
                <a:cubicBezTo>
                  <a:pt x="885700" y="85490"/>
                  <a:pt x="898634" y="93070"/>
                  <a:pt x="910992" y="101060"/>
                </a:cubicBezTo>
                <a:cubicBezTo>
                  <a:pt x="923351" y="109051"/>
                  <a:pt x="935075" y="117414"/>
                  <a:pt x="946162" y="126150"/>
                </a:cubicBezTo>
                <a:cubicBezTo>
                  <a:pt x="957249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7"/>
                  <a:pt x="1019984" y="202560"/>
                  <a:pt x="1026672" y="213000"/>
                </a:cubicBezTo>
                <a:cubicBezTo>
                  <a:pt x="1033361" y="223441"/>
                  <a:pt x="1039242" y="234068"/>
                  <a:pt x="1044316" y="244882"/>
                </a:cubicBezTo>
                <a:cubicBezTo>
                  <a:pt x="1049389" y="255696"/>
                  <a:pt x="1053631" y="266644"/>
                  <a:pt x="1057040" y="277728"/>
                </a:cubicBezTo>
                <a:cubicBezTo>
                  <a:pt x="1060451" y="288811"/>
                  <a:pt x="1063012" y="299976"/>
                  <a:pt x="1064725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18" name="Text {servicedemand">
            <a:extLst xmlns:a="http://schemas.openxmlformats.org/drawingml/2006/main">
              <a:ext uri="{FF2B5EF4-FFF2-40B4-BE49-F238E27FC236}">
                <a16:creationId xmlns:a16="http://schemas.microsoft.com/office/drawing/2014/main" id="{CBBAFD46-2963-4862-9622-0DD9C06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958" y="8986288"/>
            <a:ext cx="884071" cy="113779"/>
          </a:xfrm>
          <a:custGeom xmlns:a="http://schemas.openxmlformats.org/drawingml/2006/main">
            <a:pathLst>
              <a:path w="884071" h="113779">
                <a:moveTo>
                  <a:pt x="0" y="51976"/>
                </a:moveTo>
                <a:cubicBezTo>
                  <a:pt x="3039" y="51897"/>
                  <a:pt x="5515" y="51079"/>
                  <a:pt x="7429" y="49523"/>
                </a:cubicBezTo>
                <a:cubicBezTo>
                  <a:pt x="9343" y="47965"/>
                  <a:pt x="10616" y="45827"/>
                  <a:pt x="11248" y="43107"/>
                </a:cubicBezTo>
                <a:cubicBezTo>
                  <a:pt x="11879" y="40387"/>
                  <a:pt x="12215" y="35735"/>
                  <a:pt x="12254" y="29151"/>
                </a:cubicBezTo>
                <a:cubicBezTo>
                  <a:pt x="12293" y="22568"/>
                  <a:pt x="12412" y="18232"/>
                  <a:pt x="12609" y="16143"/>
                </a:cubicBezTo>
                <a:cubicBezTo>
                  <a:pt x="12964" y="12831"/>
                  <a:pt x="13625" y="10170"/>
                  <a:pt x="14592" y="8160"/>
                </a:cubicBezTo>
                <a:cubicBezTo>
                  <a:pt x="15559" y="6150"/>
                  <a:pt x="16753" y="4543"/>
                  <a:pt x="18174" y="3341"/>
                </a:cubicBezTo>
                <a:cubicBezTo>
                  <a:pt x="19595" y="2139"/>
                  <a:pt x="21410" y="1222"/>
                  <a:pt x="23620" y="592"/>
                </a:cubicBezTo>
                <a:cubicBezTo>
                  <a:pt x="25120" y="197"/>
                  <a:pt x="27567" y="0"/>
                  <a:pt x="30961" y="0"/>
                </a:cubicBezTo>
                <a:lnTo>
                  <a:pt x="34276" y="0"/>
                </a:lnTo>
                <a:lnTo>
                  <a:pt x="34276" y="9353"/>
                </a:lnTo>
                <a:lnTo>
                  <a:pt x="32441" y="9353"/>
                </a:lnTo>
                <a:cubicBezTo>
                  <a:pt x="28336" y="9353"/>
                  <a:pt x="25613" y="10092"/>
                  <a:pt x="24271" y="11570"/>
                </a:cubicBezTo>
                <a:cubicBezTo>
                  <a:pt x="22929" y="13047"/>
                  <a:pt x="22258" y="16346"/>
                  <a:pt x="22258" y="21467"/>
                </a:cubicBezTo>
                <a:cubicBezTo>
                  <a:pt x="22258" y="31787"/>
                  <a:pt x="22041" y="38306"/>
                  <a:pt x="21607" y="41024"/>
                </a:cubicBezTo>
                <a:cubicBezTo>
                  <a:pt x="20897" y="45240"/>
                  <a:pt x="19683" y="48490"/>
                  <a:pt x="17967" y="50775"/>
                </a:cubicBezTo>
                <a:cubicBezTo>
                  <a:pt x="16250" y="53059"/>
                  <a:pt x="13556" y="55087"/>
                  <a:pt x="9886" y="56860"/>
                </a:cubicBezTo>
                <a:cubicBezTo>
                  <a:pt x="14227" y="58674"/>
                  <a:pt x="17375" y="61444"/>
                  <a:pt x="19328" y="65171"/>
                </a:cubicBezTo>
                <a:cubicBezTo>
                  <a:pt x="21282" y="68898"/>
                  <a:pt x="22258" y="75002"/>
                  <a:pt x="22258" y="83482"/>
                </a:cubicBezTo>
                <a:cubicBezTo>
                  <a:pt x="22258" y="91173"/>
                  <a:pt x="22337" y="95748"/>
                  <a:pt x="22495" y="97207"/>
                </a:cubicBezTo>
                <a:cubicBezTo>
                  <a:pt x="22811" y="99889"/>
                  <a:pt x="23610" y="101763"/>
                  <a:pt x="24893" y="102827"/>
                </a:cubicBezTo>
                <a:cubicBezTo>
                  <a:pt x="26175" y="103893"/>
                  <a:pt x="28691" y="104425"/>
                  <a:pt x="32441" y="104425"/>
                </a:cubicBezTo>
                <a:lnTo>
                  <a:pt x="34276" y="104425"/>
                </a:lnTo>
                <a:lnTo>
                  <a:pt x="34276" y="113779"/>
                </a:lnTo>
                <a:lnTo>
                  <a:pt x="30961" y="113779"/>
                </a:lnTo>
                <a:cubicBezTo>
                  <a:pt x="27093" y="113779"/>
                  <a:pt x="24291" y="113463"/>
                  <a:pt x="22554" y="112831"/>
                </a:cubicBezTo>
                <a:cubicBezTo>
                  <a:pt x="20029" y="111924"/>
                  <a:pt x="17937" y="110454"/>
                  <a:pt x="16279" y="108421"/>
                </a:cubicBezTo>
                <a:cubicBezTo>
                  <a:pt x="14622" y="106389"/>
                  <a:pt x="13546" y="103814"/>
                  <a:pt x="13053" y="100696"/>
                </a:cubicBezTo>
                <a:cubicBezTo>
                  <a:pt x="12560" y="97578"/>
                  <a:pt x="12293" y="92467"/>
                  <a:pt x="12254" y="85364"/>
                </a:cubicBezTo>
                <a:cubicBezTo>
                  <a:pt x="12215" y="78260"/>
                  <a:pt x="11879" y="73346"/>
                  <a:pt x="11248" y="70623"/>
                </a:cubicBezTo>
                <a:cubicBezTo>
                  <a:pt x="10616" y="67900"/>
                  <a:pt x="9343" y="65749"/>
                  <a:pt x="7429" y="64171"/>
                </a:cubicBezTo>
                <a:cubicBezTo>
                  <a:pt x="5515" y="62592"/>
                  <a:pt x="3039" y="61763"/>
                  <a:pt x="0" y="61684"/>
                </a:cubicBezTo>
                <a:lnTo>
                  <a:pt x="0" y="51976"/>
                </a:lnTo>
                <a:close/>
                <a:moveTo>
                  <a:pt x="40849" y="69380"/>
                </a:moveTo>
                <a:lnTo>
                  <a:pt x="51386" y="67723"/>
                </a:lnTo>
                <a:cubicBezTo>
                  <a:pt x="51978" y="71927"/>
                  <a:pt x="53626" y="75149"/>
                  <a:pt x="56329" y="77388"/>
                </a:cubicBezTo>
                <a:cubicBezTo>
                  <a:pt x="59032" y="79627"/>
                  <a:pt x="62811" y="80746"/>
                  <a:pt x="67666" y="80746"/>
                </a:cubicBezTo>
                <a:cubicBezTo>
                  <a:pt x="72559" y="80746"/>
                  <a:pt x="76190" y="79758"/>
                  <a:pt x="78558" y="77781"/>
                </a:cubicBezTo>
                <a:cubicBezTo>
                  <a:pt x="80926" y="75802"/>
                  <a:pt x="82110" y="73483"/>
                  <a:pt x="82110" y="70821"/>
                </a:cubicBezTo>
                <a:cubicBezTo>
                  <a:pt x="82110" y="68432"/>
                  <a:pt x="81064" y="66553"/>
                  <a:pt x="78972" y="65183"/>
                </a:cubicBezTo>
                <a:cubicBezTo>
                  <a:pt x="77512" y="64243"/>
                  <a:pt x="73881" y="63048"/>
                  <a:pt x="68080" y="61599"/>
                </a:cubicBezTo>
                <a:cubicBezTo>
                  <a:pt x="60266" y="59625"/>
                  <a:pt x="54849" y="57917"/>
                  <a:pt x="51830" y="56475"/>
                </a:cubicBezTo>
                <a:cubicBezTo>
                  <a:pt x="48811" y="55033"/>
                  <a:pt x="46522" y="53038"/>
                  <a:pt x="44963" y="50490"/>
                </a:cubicBezTo>
                <a:cubicBezTo>
                  <a:pt x="43404" y="47942"/>
                  <a:pt x="42625" y="45128"/>
                  <a:pt x="42625" y="42047"/>
                </a:cubicBezTo>
                <a:cubicBezTo>
                  <a:pt x="42625" y="39243"/>
                  <a:pt x="43266" y="36645"/>
                  <a:pt x="44549" y="34255"/>
                </a:cubicBezTo>
                <a:cubicBezTo>
                  <a:pt x="45831" y="31865"/>
                  <a:pt x="47578" y="29880"/>
                  <a:pt x="49788" y="28300"/>
                </a:cubicBezTo>
                <a:cubicBezTo>
                  <a:pt x="51445" y="27076"/>
                  <a:pt x="53705" y="26039"/>
                  <a:pt x="56566" y="25191"/>
                </a:cubicBezTo>
                <a:cubicBezTo>
                  <a:pt x="59427" y="24341"/>
                  <a:pt x="62496" y="23916"/>
                  <a:pt x="65771" y="23916"/>
                </a:cubicBezTo>
                <a:cubicBezTo>
                  <a:pt x="70704" y="23916"/>
                  <a:pt x="75036" y="24631"/>
                  <a:pt x="78765" y="26062"/>
                </a:cubicBezTo>
                <a:cubicBezTo>
                  <a:pt x="82495" y="27491"/>
                  <a:pt x="85247" y="29428"/>
                  <a:pt x="87023" y="31873"/>
                </a:cubicBezTo>
                <a:cubicBezTo>
                  <a:pt x="88799" y="34316"/>
                  <a:pt x="90023" y="37583"/>
                  <a:pt x="90694" y="41675"/>
                </a:cubicBezTo>
                <a:lnTo>
                  <a:pt x="80275" y="43096"/>
                </a:lnTo>
                <a:cubicBezTo>
                  <a:pt x="79801" y="39860"/>
                  <a:pt x="78430" y="37334"/>
                  <a:pt x="76160" y="35519"/>
                </a:cubicBezTo>
                <a:cubicBezTo>
                  <a:pt x="73891" y="33703"/>
                  <a:pt x="70685" y="32796"/>
                  <a:pt x="66541" y="32796"/>
                </a:cubicBezTo>
                <a:cubicBezTo>
                  <a:pt x="61647" y="32796"/>
                  <a:pt x="58154" y="33601"/>
                  <a:pt x="56063" y="35212"/>
                </a:cubicBezTo>
                <a:cubicBezTo>
                  <a:pt x="53971" y="36821"/>
                  <a:pt x="52925" y="38706"/>
                  <a:pt x="52925" y="40867"/>
                </a:cubicBezTo>
                <a:cubicBezTo>
                  <a:pt x="52925" y="42241"/>
                  <a:pt x="53359" y="43478"/>
                  <a:pt x="54228" y="44578"/>
                </a:cubicBezTo>
                <a:cubicBezTo>
                  <a:pt x="55096" y="45716"/>
                  <a:pt x="56457" y="46659"/>
                  <a:pt x="58312" y="47405"/>
                </a:cubicBezTo>
                <a:cubicBezTo>
                  <a:pt x="59378" y="47798"/>
                  <a:pt x="62515" y="48701"/>
                  <a:pt x="67725" y="50115"/>
                </a:cubicBezTo>
                <a:cubicBezTo>
                  <a:pt x="75263" y="52126"/>
                  <a:pt x="80521" y="53773"/>
                  <a:pt x="83501" y="55054"/>
                </a:cubicBezTo>
                <a:cubicBezTo>
                  <a:pt x="86481" y="56336"/>
                  <a:pt x="88819" y="58199"/>
                  <a:pt x="90516" y="60645"/>
                </a:cubicBezTo>
                <a:cubicBezTo>
                  <a:pt x="92213" y="63089"/>
                  <a:pt x="93061" y="66125"/>
                  <a:pt x="93061" y="69752"/>
                </a:cubicBezTo>
                <a:cubicBezTo>
                  <a:pt x="93061" y="73301"/>
                  <a:pt x="92026" y="76644"/>
                  <a:pt x="89954" y="79779"/>
                </a:cubicBezTo>
                <a:cubicBezTo>
                  <a:pt x="87882" y="82912"/>
                  <a:pt x="84892" y="85337"/>
                  <a:pt x="80985" y="87053"/>
                </a:cubicBezTo>
                <a:cubicBezTo>
                  <a:pt x="77078" y="88768"/>
                  <a:pt x="72658" y="89626"/>
                  <a:pt x="67725" y="89626"/>
                </a:cubicBezTo>
                <a:cubicBezTo>
                  <a:pt x="59555" y="89626"/>
                  <a:pt x="53330" y="87924"/>
                  <a:pt x="49048" y="84520"/>
                </a:cubicBezTo>
                <a:cubicBezTo>
                  <a:pt x="44766" y="81116"/>
                  <a:pt x="42033" y="76069"/>
                  <a:pt x="40849" y="69380"/>
                </a:cubicBezTo>
                <a:close/>
                <a:moveTo>
                  <a:pt x="148766" y="67959"/>
                </a:moveTo>
                <a:lnTo>
                  <a:pt x="159777" y="69321"/>
                </a:lnTo>
                <a:cubicBezTo>
                  <a:pt x="158041" y="75754"/>
                  <a:pt x="154824" y="80746"/>
                  <a:pt x="150128" y="84298"/>
                </a:cubicBezTo>
                <a:cubicBezTo>
                  <a:pt x="145432" y="87850"/>
                  <a:pt x="139433" y="89626"/>
                  <a:pt x="132132" y="89626"/>
                </a:cubicBezTo>
                <a:cubicBezTo>
                  <a:pt x="122936" y="89626"/>
                  <a:pt x="115645" y="86794"/>
                  <a:pt x="110258" y="81131"/>
                </a:cubicBezTo>
                <a:cubicBezTo>
                  <a:pt x="104871" y="75468"/>
                  <a:pt x="102178" y="67525"/>
                  <a:pt x="102178" y="57304"/>
                </a:cubicBezTo>
                <a:cubicBezTo>
                  <a:pt x="102178" y="46727"/>
                  <a:pt x="104901" y="38518"/>
                  <a:pt x="110347" y="32677"/>
                </a:cubicBezTo>
                <a:cubicBezTo>
                  <a:pt x="115793" y="26836"/>
                  <a:pt x="122857" y="23916"/>
                  <a:pt x="131540" y="23916"/>
                </a:cubicBezTo>
                <a:cubicBezTo>
                  <a:pt x="139946" y="23916"/>
                  <a:pt x="146813" y="26773"/>
                  <a:pt x="152141" y="32487"/>
                </a:cubicBezTo>
                <a:cubicBezTo>
                  <a:pt x="157469" y="38199"/>
                  <a:pt x="160132" y="46237"/>
                  <a:pt x="160132" y="56599"/>
                </a:cubicBezTo>
                <a:cubicBezTo>
                  <a:pt x="160132" y="57229"/>
                  <a:pt x="160113" y="58174"/>
                  <a:pt x="160073" y="59435"/>
                </a:cubicBezTo>
                <a:lnTo>
                  <a:pt x="113188" y="59435"/>
                </a:lnTo>
                <a:cubicBezTo>
                  <a:pt x="113583" y="66322"/>
                  <a:pt x="115537" y="71595"/>
                  <a:pt x="119049" y="75255"/>
                </a:cubicBezTo>
                <a:cubicBezTo>
                  <a:pt x="122561" y="78916"/>
                  <a:pt x="126942" y="80746"/>
                  <a:pt x="132191" y="80746"/>
                </a:cubicBezTo>
                <a:cubicBezTo>
                  <a:pt x="136098" y="80746"/>
                  <a:pt x="139433" y="79730"/>
                  <a:pt x="142195" y="77697"/>
                </a:cubicBezTo>
                <a:cubicBezTo>
                  <a:pt x="144958" y="75664"/>
                  <a:pt x="147148" y="72418"/>
                  <a:pt x="148766" y="67959"/>
                </a:cubicBezTo>
                <a:moveTo>
                  <a:pt x="113780" y="50555"/>
                </a:moveTo>
                <a:lnTo>
                  <a:pt x="148885" y="50555"/>
                </a:lnTo>
                <a:cubicBezTo>
                  <a:pt x="148411" y="45353"/>
                  <a:pt x="147069" y="41452"/>
                  <a:pt x="144859" y="38851"/>
                </a:cubicBezTo>
                <a:cubicBezTo>
                  <a:pt x="141465" y="34814"/>
                  <a:pt x="137065" y="32796"/>
                  <a:pt x="131658" y="32796"/>
                </a:cubicBezTo>
                <a:cubicBezTo>
                  <a:pt x="126765" y="32796"/>
                  <a:pt x="122650" y="34407"/>
                  <a:pt x="119315" y="37630"/>
                </a:cubicBezTo>
                <a:cubicBezTo>
                  <a:pt x="115981" y="40851"/>
                  <a:pt x="114136" y="45159"/>
                  <a:pt x="113780" y="50555"/>
                </a:cubicBezTo>
                <a:close/>
                <a:moveTo>
                  <a:pt x="173020" y="88205"/>
                </a:moveTo>
                <a:lnTo>
                  <a:pt x="173020" y="25337"/>
                </a:lnTo>
                <a:lnTo>
                  <a:pt x="182610" y="25337"/>
                </a:lnTo>
                <a:lnTo>
                  <a:pt x="182610" y="34808"/>
                </a:lnTo>
                <a:cubicBezTo>
                  <a:pt x="185056" y="30374"/>
                  <a:pt x="187316" y="27449"/>
                  <a:pt x="189388" y="26036"/>
                </a:cubicBezTo>
                <a:cubicBezTo>
                  <a:pt x="191460" y="24623"/>
                  <a:pt x="193739" y="23916"/>
                  <a:pt x="196225" y="23916"/>
                </a:cubicBezTo>
                <a:cubicBezTo>
                  <a:pt x="199817" y="23916"/>
                  <a:pt x="203467" y="25056"/>
                  <a:pt x="207177" y="27335"/>
                </a:cubicBezTo>
                <a:lnTo>
                  <a:pt x="203507" y="37176"/>
                </a:lnTo>
                <a:cubicBezTo>
                  <a:pt x="200902" y="35637"/>
                  <a:pt x="198297" y="34868"/>
                  <a:pt x="195692" y="34868"/>
                </a:cubicBezTo>
                <a:cubicBezTo>
                  <a:pt x="193364" y="34868"/>
                  <a:pt x="191272" y="35569"/>
                  <a:pt x="189417" y="36973"/>
                </a:cubicBezTo>
                <a:cubicBezTo>
                  <a:pt x="187563" y="38375"/>
                  <a:pt x="186240" y="40321"/>
                  <a:pt x="185451" y="42809"/>
                </a:cubicBezTo>
                <a:cubicBezTo>
                  <a:pt x="184267" y="46602"/>
                  <a:pt x="183675" y="50750"/>
                  <a:pt x="183675" y="55254"/>
                </a:cubicBezTo>
                <a:lnTo>
                  <a:pt x="183675" y="88205"/>
                </a:lnTo>
                <a:lnTo>
                  <a:pt x="173020" y="88205"/>
                </a:lnTo>
                <a:close/>
                <a:moveTo>
                  <a:pt x="230973" y="88205"/>
                </a:moveTo>
                <a:lnTo>
                  <a:pt x="207057" y="25337"/>
                </a:lnTo>
                <a:lnTo>
                  <a:pt x="218305" y="25337"/>
                </a:lnTo>
                <a:lnTo>
                  <a:pt x="231802" y="62987"/>
                </a:lnTo>
                <a:cubicBezTo>
                  <a:pt x="233262" y="67052"/>
                  <a:pt x="234604" y="71274"/>
                  <a:pt x="235827" y="75655"/>
                </a:cubicBezTo>
                <a:cubicBezTo>
                  <a:pt x="236775" y="72340"/>
                  <a:pt x="238097" y="68354"/>
                  <a:pt x="239794" y="63697"/>
                </a:cubicBezTo>
                <a:lnTo>
                  <a:pt x="253764" y="25337"/>
                </a:lnTo>
                <a:lnTo>
                  <a:pt x="264716" y="25337"/>
                </a:lnTo>
                <a:lnTo>
                  <a:pt x="240919" y="88205"/>
                </a:lnTo>
                <a:lnTo>
                  <a:pt x="230973" y="88205"/>
                </a:lnTo>
                <a:close/>
                <a:moveTo>
                  <a:pt x="274187" y="13734"/>
                </a:moveTo>
                <a:lnTo>
                  <a:pt x="274187" y="1421"/>
                </a:lnTo>
                <a:lnTo>
                  <a:pt x="284843" y="1421"/>
                </a:lnTo>
                <a:lnTo>
                  <a:pt x="284843" y="13734"/>
                </a:lnTo>
                <a:lnTo>
                  <a:pt x="274187" y="13734"/>
                </a:lnTo>
                <a:moveTo>
                  <a:pt x="274187" y="88205"/>
                </a:moveTo>
                <a:lnTo>
                  <a:pt x="274187" y="25337"/>
                </a:lnTo>
                <a:lnTo>
                  <a:pt x="284843" y="25337"/>
                </a:lnTo>
                <a:lnTo>
                  <a:pt x="284843" y="88205"/>
                </a:lnTo>
                <a:lnTo>
                  <a:pt x="274187" y="88205"/>
                </a:lnTo>
                <a:close/>
                <a:moveTo>
                  <a:pt x="342067" y="65118"/>
                </a:moveTo>
                <a:lnTo>
                  <a:pt x="352545" y="66479"/>
                </a:lnTo>
                <a:cubicBezTo>
                  <a:pt x="351401" y="73720"/>
                  <a:pt x="348471" y="79388"/>
                  <a:pt x="343754" y="83484"/>
                </a:cubicBezTo>
                <a:cubicBezTo>
                  <a:pt x="339038" y="87579"/>
                  <a:pt x="333247" y="89626"/>
                  <a:pt x="326380" y="89626"/>
                </a:cubicBezTo>
                <a:cubicBezTo>
                  <a:pt x="317776" y="89626"/>
                  <a:pt x="310860" y="86814"/>
                  <a:pt x="305631" y="81190"/>
                </a:cubicBezTo>
                <a:cubicBezTo>
                  <a:pt x="300402" y="75566"/>
                  <a:pt x="297787" y="67505"/>
                  <a:pt x="297787" y="57008"/>
                </a:cubicBezTo>
                <a:cubicBezTo>
                  <a:pt x="297787" y="50220"/>
                  <a:pt x="298912" y="44280"/>
                  <a:pt x="301161" y="39189"/>
                </a:cubicBezTo>
                <a:cubicBezTo>
                  <a:pt x="303411" y="34098"/>
                  <a:pt x="306835" y="30280"/>
                  <a:pt x="311432" y="27734"/>
                </a:cubicBezTo>
                <a:cubicBezTo>
                  <a:pt x="316030" y="25189"/>
                  <a:pt x="321032" y="23916"/>
                  <a:pt x="326439" y="23916"/>
                </a:cubicBezTo>
                <a:cubicBezTo>
                  <a:pt x="333267" y="23916"/>
                  <a:pt x="338851" y="25648"/>
                  <a:pt x="343192" y="29112"/>
                </a:cubicBezTo>
                <a:cubicBezTo>
                  <a:pt x="347533" y="32576"/>
                  <a:pt x="350316" y="37493"/>
                  <a:pt x="351539" y="43866"/>
                </a:cubicBezTo>
                <a:lnTo>
                  <a:pt x="341179" y="45464"/>
                </a:lnTo>
                <a:cubicBezTo>
                  <a:pt x="340193" y="41261"/>
                  <a:pt x="338446" y="38099"/>
                  <a:pt x="335940" y="35978"/>
                </a:cubicBezTo>
                <a:cubicBezTo>
                  <a:pt x="333434" y="33856"/>
                  <a:pt x="330405" y="32796"/>
                  <a:pt x="326853" y="32796"/>
                </a:cubicBezTo>
                <a:cubicBezTo>
                  <a:pt x="321486" y="32796"/>
                  <a:pt x="317125" y="34710"/>
                  <a:pt x="313771" y="38540"/>
                </a:cubicBezTo>
                <a:cubicBezTo>
                  <a:pt x="310416" y="42368"/>
                  <a:pt x="308739" y="48425"/>
                  <a:pt x="308739" y="56712"/>
                </a:cubicBezTo>
                <a:cubicBezTo>
                  <a:pt x="308739" y="65117"/>
                  <a:pt x="310357" y="71224"/>
                  <a:pt x="313593" y="75033"/>
                </a:cubicBezTo>
                <a:cubicBezTo>
                  <a:pt x="316829" y="78842"/>
                  <a:pt x="321052" y="80746"/>
                  <a:pt x="326261" y="80746"/>
                </a:cubicBezTo>
                <a:cubicBezTo>
                  <a:pt x="330445" y="80746"/>
                  <a:pt x="333937" y="79468"/>
                  <a:pt x="336739" y="76913"/>
                </a:cubicBezTo>
                <a:cubicBezTo>
                  <a:pt x="339542" y="74358"/>
                  <a:pt x="341317" y="70426"/>
                  <a:pt x="342067" y="65118"/>
                </a:cubicBezTo>
                <a:close/>
                <a:moveTo>
                  <a:pt x="404699" y="67959"/>
                </a:moveTo>
                <a:lnTo>
                  <a:pt x="415710" y="69321"/>
                </a:lnTo>
                <a:cubicBezTo>
                  <a:pt x="413973" y="75754"/>
                  <a:pt x="410757" y="80746"/>
                  <a:pt x="406061" y="84298"/>
                </a:cubicBezTo>
                <a:cubicBezTo>
                  <a:pt x="401364" y="87850"/>
                  <a:pt x="395365" y="89626"/>
                  <a:pt x="388064" y="89626"/>
                </a:cubicBezTo>
                <a:cubicBezTo>
                  <a:pt x="378869" y="89626"/>
                  <a:pt x="371578" y="86794"/>
                  <a:pt x="366191" y="81131"/>
                </a:cubicBezTo>
                <a:cubicBezTo>
                  <a:pt x="360804" y="75468"/>
                  <a:pt x="358110" y="67525"/>
                  <a:pt x="358110" y="57304"/>
                </a:cubicBezTo>
                <a:cubicBezTo>
                  <a:pt x="358110" y="46727"/>
                  <a:pt x="360833" y="38518"/>
                  <a:pt x="366280" y="32677"/>
                </a:cubicBezTo>
                <a:cubicBezTo>
                  <a:pt x="371726" y="26836"/>
                  <a:pt x="378790" y="23916"/>
                  <a:pt x="387472" y="23916"/>
                </a:cubicBezTo>
                <a:cubicBezTo>
                  <a:pt x="395879" y="23916"/>
                  <a:pt x="402745" y="26773"/>
                  <a:pt x="408073" y="32487"/>
                </a:cubicBezTo>
                <a:cubicBezTo>
                  <a:pt x="413401" y="38199"/>
                  <a:pt x="416065" y="46237"/>
                  <a:pt x="416065" y="56599"/>
                </a:cubicBezTo>
                <a:cubicBezTo>
                  <a:pt x="416065" y="57229"/>
                  <a:pt x="416045" y="58174"/>
                  <a:pt x="416006" y="59435"/>
                </a:cubicBezTo>
                <a:lnTo>
                  <a:pt x="369121" y="59435"/>
                </a:lnTo>
                <a:cubicBezTo>
                  <a:pt x="369516" y="66322"/>
                  <a:pt x="371469" y="71595"/>
                  <a:pt x="374982" y="75255"/>
                </a:cubicBezTo>
                <a:cubicBezTo>
                  <a:pt x="378494" y="78916"/>
                  <a:pt x="382875" y="80746"/>
                  <a:pt x="388124" y="80746"/>
                </a:cubicBezTo>
                <a:cubicBezTo>
                  <a:pt x="392031" y="80746"/>
                  <a:pt x="395365" y="79730"/>
                  <a:pt x="398128" y="77697"/>
                </a:cubicBezTo>
                <a:cubicBezTo>
                  <a:pt x="400891" y="75664"/>
                  <a:pt x="403081" y="72418"/>
                  <a:pt x="404699" y="67959"/>
                </a:cubicBezTo>
                <a:moveTo>
                  <a:pt x="369713" y="50555"/>
                </a:moveTo>
                <a:lnTo>
                  <a:pt x="404817" y="50555"/>
                </a:lnTo>
                <a:cubicBezTo>
                  <a:pt x="404344" y="45353"/>
                  <a:pt x="403002" y="41452"/>
                  <a:pt x="400792" y="38851"/>
                </a:cubicBezTo>
                <a:cubicBezTo>
                  <a:pt x="397398" y="34814"/>
                  <a:pt x="392998" y="32796"/>
                  <a:pt x="387591" y="32796"/>
                </a:cubicBezTo>
                <a:cubicBezTo>
                  <a:pt x="382697" y="32796"/>
                  <a:pt x="378583" y="34407"/>
                  <a:pt x="375248" y="37630"/>
                </a:cubicBezTo>
                <a:cubicBezTo>
                  <a:pt x="371913" y="40851"/>
                  <a:pt x="370068" y="45159"/>
                  <a:pt x="369713" y="50555"/>
                </a:cubicBezTo>
                <a:close/>
                <a:moveTo>
                  <a:pt x="503562" y="88205"/>
                </a:moveTo>
                <a:lnTo>
                  <a:pt x="503562" y="80273"/>
                </a:lnTo>
                <a:cubicBezTo>
                  <a:pt x="499576" y="86508"/>
                  <a:pt x="493715" y="89626"/>
                  <a:pt x="485980" y="89626"/>
                </a:cubicBezTo>
                <a:cubicBezTo>
                  <a:pt x="480968" y="89626"/>
                  <a:pt x="476360" y="88245"/>
                  <a:pt x="472157" y="85482"/>
                </a:cubicBezTo>
                <a:cubicBezTo>
                  <a:pt x="467954" y="82719"/>
                  <a:pt x="464698" y="78862"/>
                  <a:pt x="462389" y="73909"/>
                </a:cubicBezTo>
                <a:cubicBezTo>
                  <a:pt x="460081" y="68956"/>
                  <a:pt x="458926" y="63263"/>
                  <a:pt x="458926" y="56830"/>
                </a:cubicBezTo>
                <a:cubicBezTo>
                  <a:pt x="458926" y="50555"/>
                  <a:pt x="459972" y="44862"/>
                  <a:pt x="462064" y="39751"/>
                </a:cubicBezTo>
                <a:cubicBezTo>
                  <a:pt x="464155" y="34641"/>
                  <a:pt x="467293" y="30724"/>
                  <a:pt x="471476" y="28001"/>
                </a:cubicBezTo>
                <a:cubicBezTo>
                  <a:pt x="475660" y="25278"/>
                  <a:pt x="480336" y="23916"/>
                  <a:pt x="485506" y="23916"/>
                </a:cubicBezTo>
                <a:cubicBezTo>
                  <a:pt x="489295" y="23916"/>
                  <a:pt x="492669" y="24715"/>
                  <a:pt x="495629" y="26314"/>
                </a:cubicBezTo>
                <a:cubicBezTo>
                  <a:pt x="498589" y="27912"/>
                  <a:pt x="500996" y="29994"/>
                  <a:pt x="502851" y="32559"/>
                </a:cubicBezTo>
                <a:lnTo>
                  <a:pt x="502851" y="1421"/>
                </a:lnTo>
                <a:lnTo>
                  <a:pt x="513448" y="1421"/>
                </a:lnTo>
                <a:lnTo>
                  <a:pt x="513448" y="88205"/>
                </a:lnTo>
                <a:lnTo>
                  <a:pt x="503562" y="88205"/>
                </a:lnTo>
                <a:moveTo>
                  <a:pt x="469878" y="56800"/>
                </a:moveTo>
                <a:cubicBezTo>
                  <a:pt x="469878" y="64822"/>
                  <a:pt x="471575" y="70818"/>
                  <a:pt x="474969" y="74789"/>
                </a:cubicBezTo>
                <a:cubicBezTo>
                  <a:pt x="478363" y="78760"/>
                  <a:pt x="482369" y="80746"/>
                  <a:pt x="486986" y="80746"/>
                </a:cubicBezTo>
                <a:cubicBezTo>
                  <a:pt x="491643" y="80746"/>
                  <a:pt x="495599" y="78849"/>
                  <a:pt x="498855" y="75056"/>
                </a:cubicBezTo>
                <a:cubicBezTo>
                  <a:pt x="502111" y="71261"/>
                  <a:pt x="503739" y="65471"/>
                  <a:pt x="503739" y="57685"/>
                </a:cubicBezTo>
                <a:cubicBezTo>
                  <a:pt x="503739" y="49113"/>
                  <a:pt x="502082" y="42822"/>
                  <a:pt x="498767" y="38812"/>
                </a:cubicBezTo>
                <a:cubicBezTo>
                  <a:pt x="495451" y="34801"/>
                  <a:pt x="491367" y="32796"/>
                  <a:pt x="486513" y="32796"/>
                </a:cubicBezTo>
                <a:cubicBezTo>
                  <a:pt x="481777" y="32796"/>
                  <a:pt x="477820" y="34723"/>
                  <a:pt x="474643" y="38577"/>
                </a:cubicBezTo>
                <a:cubicBezTo>
                  <a:pt x="471466" y="42430"/>
                  <a:pt x="469878" y="48504"/>
                  <a:pt x="469878" y="56800"/>
                </a:cubicBezTo>
                <a:close/>
                <a:moveTo>
                  <a:pt x="573219" y="67959"/>
                </a:moveTo>
                <a:lnTo>
                  <a:pt x="584230" y="69321"/>
                </a:lnTo>
                <a:cubicBezTo>
                  <a:pt x="582494" y="75754"/>
                  <a:pt x="579277" y="80746"/>
                  <a:pt x="574581" y="84298"/>
                </a:cubicBezTo>
                <a:cubicBezTo>
                  <a:pt x="569884" y="87850"/>
                  <a:pt x="563886" y="89626"/>
                  <a:pt x="556585" y="89626"/>
                </a:cubicBezTo>
                <a:cubicBezTo>
                  <a:pt x="547389" y="89626"/>
                  <a:pt x="540098" y="86794"/>
                  <a:pt x="534711" y="81131"/>
                </a:cubicBezTo>
                <a:cubicBezTo>
                  <a:pt x="529324" y="75468"/>
                  <a:pt x="526630" y="67525"/>
                  <a:pt x="526630" y="57304"/>
                </a:cubicBezTo>
                <a:cubicBezTo>
                  <a:pt x="526630" y="46727"/>
                  <a:pt x="529354" y="38518"/>
                  <a:pt x="534800" y="32677"/>
                </a:cubicBezTo>
                <a:cubicBezTo>
                  <a:pt x="540246" y="26836"/>
                  <a:pt x="547310" y="23916"/>
                  <a:pt x="555993" y="23916"/>
                </a:cubicBezTo>
                <a:cubicBezTo>
                  <a:pt x="564399" y="23916"/>
                  <a:pt x="571266" y="26773"/>
                  <a:pt x="576594" y="32487"/>
                </a:cubicBezTo>
                <a:cubicBezTo>
                  <a:pt x="581921" y="38199"/>
                  <a:pt x="584585" y="46237"/>
                  <a:pt x="584585" y="56599"/>
                </a:cubicBezTo>
                <a:cubicBezTo>
                  <a:pt x="584585" y="57229"/>
                  <a:pt x="584566" y="58174"/>
                  <a:pt x="584526" y="59435"/>
                </a:cubicBezTo>
                <a:lnTo>
                  <a:pt x="537641" y="59435"/>
                </a:lnTo>
                <a:cubicBezTo>
                  <a:pt x="538036" y="66322"/>
                  <a:pt x="539989" y="71595"/>
                  <a:pt x="543502" y="75255"/>
                </a:cubicBezTo>
                <a:cubicBezTo>
                  <a:pt x="547014" y="78916"/>
                  <a:pt x="551395" y="80746"/>
                  <a:pt x="556644" y="80746"/>
                </a:cubicBezTo>
                <a:cubicBezTo>
                  <a:pt x="560551" y="80746"/>
                  <a:pt x="563886" y="79730"/>
                  <a:pt x="566648" y="77697"/>
                </a:cubicBezTo>
                <a:cubicBezTo>
                  <a:pt x="569411" y="75664"/>
                  <a:pt x="571601" y="72418"/>
                  <a:pt x="573219" y="67959"/>
                </a:cubicBezTo>
                <a:moveTo>
                  <a:pt x="538233" y="50555"/>
                </a:moveTo>
                <a:lnTo>
                  <a:pt x="573338" y="50555"/>
                </a:lnTo>
                <a:cubicBezTo>
                  <a:pt x="572864" y="45353"/>
                  <a:pt x="571522" y="41452"/>
                  <a:pt x="569312" y="38851"/>
                </a:cubicBezTo>
                <a:cubicBezTo>
                  <a:pt x="565918" y="34814"/>
                  <a:pt x="561518" y="32796"/>
                  <a:pt x="556111" y="32796"/>
                </a:cubicBezTo>
                <a:cubicBezTo>
                  <a:pt x="551217" y="32796"/>
                  <a:pt x="547103" y="34407"/>
                  <a:pt x="543768" y="37630"/>
                </a:cubicBezTo>
                <a:cubicBezTo>
                  <a:pt x="540433" y="40851"/>
                  <a:pt x="538588" y="45159"/>
                  <a:pt x="538233" y="50555"/>
                </a:cubicBezTo>
                <a:close/>
                <a:moveTo>
                  <a:pt x="597590" y="88205"/>
                </a:moveTo>
                <a:lnTo>
                  <a:pt x="597590" y="25337"/>
                </a:lnTo>
                <a:lnTo>
                  <a:pt x="607121" y="25337"/>
                </a:lnTo>
                <a:lnTo>
                  <a:pt x="607121" y="34098"/>
                </a:lnTo>
                <a:cubicBezTo>
                  <a:pt x="609094" y="31037"/>
                  <a:pt x="611719" y="28575"/>
                  <a:pt x="614994" y="26711"/>
                </a:cubicBezTo>
                <a:cubicBezTo>
                  <a:pt x="618270" y="24848"/>
                  <a:pt x="621999" y="23916"/>
                  <a:pt x="626183" y="23916"/>
                </a:cubicBezTo>
                <a:cubicBezTo>
                  <a:pt x="630840" y="23916"/>
                  <a:pt x="634658" y="24878"/>
                  <a:pt x="637638" y="26802"/>
                </a:cubicBezTo>
                <a:cubicBezTo>
                  <a:pt x="640617" y="28725"/>
                  <a:pt x="642719" y="31413"/>
                  <a:pt x="643942" y="34868"/>
                </a:cubicBezTo>
                <a:cubicBezTo>
                  <a:pt x="648915" y="27567"/>
                  <a:pt x="655387" y="23916"/>
                  <a:pt x="663359" y="23916"/>
                </a:cubicBezTo>
                <a:cubicBezTo>
                  <a:pt x="669595" y="23916"/>
                  <a:pt x="674390" y="25643"/>
                  <a:pt x="677744" y="29096"/>
                </a:cubicBezTo>
                <a:cubicBezTo>
                  <a:pt x="681099" y="32549"/>
                  <a:pt x="682776" y="37867"/>
                  <a:pt x="682776" y="45050"/>
                </a:cubicBezTo>
                <a:lnTo>
                  <a:pt x="682776" y="88205"/>
                </a:lnTo>
                <a:lnTo>
                  <a:pt x="672180" y="88205"/>
                </a:lnTo>
                <a:lnTo>
                  <a:pt x="672180" y="48559"/>
                </a:lnTo>
                <a:cubicBezTo>
                  <a:pt x="672180" y="44292"/>
                  <a:pt x="671834" y="41220"/>
                  <a:pt x="671144" y="39344"/>
                </a:cubicBezTo>
                <a:cubicBezTo>
                  <a:pt x="670453" y="37467"/>
                  <a:pt x="669200" y="35956"/>
                  <a:pt x="667385" y="34810"/>
                </a:cubicBezTo>
                <a:cubicBezTo>
                  <a:pt x="665569" y="33665"/>
                  <a:pt x="663438" y="33092"/>
                  <a:pt x="660991" y="33092"/>
                </a:cubicBezTo>
                <a:cubicBezTo>
                  <a:pt x="656571" y="33092"/>
                  <a:pt x="652901" y="34564"/>
                  <a:pt x="649980" y="37507"/>
                </a:cubicBezTo>
                <a:cubicBezTo>
                  <a:pt x="647060" y="40450"/>
                  <a:pt x="645600" y="45161"/>
                  <a:pt x="645600" y="51641"/>
                </a:cubicBezTo>
                <a:lnTo>
                  <a:pt x="645600" y="88205"/>
                </a:lnTo>
                <a:lnTo>
                  <a:pt x="634944" y="88205"/>
                </a:lnTo>
                <a:lnTo>
                  <a:pt x="634944" y="47314"/>
                </a:lnTo>
                <a:cubicBezTo>
                  <a:pt x="634944" y="42573"/>
                  <a:pt x="634076" y="39018"/>
                  <a:pt x="632339" y="36647"/>
                </a:cubicBezTo>
                <a:cubicBezTo>
                  <a:pt x="630603" y="34277"/>
                  <a:pt x="627761" y="33092"/>
                  <a:pt x="623815" y="33092"/>
                </a:cubicBezTo>
                <a:cubicBezTo>
                  <a:pt x="620815" y="33092"/>
                  <a:pt x="618043" y="33882"/>
                  <a:pt x="615498" y="35463"/>
                </a:cubicBezTo>
                <a:cubicBezTo>
                  <a:pt x="612952" y="37043"/>
                  <a:pt x="611107" y="39354"/>
                  <a:pt x="609963" y="42397"/>
                </a:cubicBezTo>
                <a:cubicBezTo>
                  <a:pt x="608818" y="45438"/>
                  <a:pt x="608246" y="49823"/>
                  <a:pt x="608246" y="55552"/>
                </a:cubicBezTo>
                <a:lnTo>
                  <a:pt x="608246" y="88205"/>
                </a:lnTo>
                <a:lnTo>
                  <a:pt x="597590" y="88205"/>
                </a:lnTo>
                <a:close/>
                <a:moveTo>
                  <a:pt x="739605" y="80443"/>
                </a:moveTo>
                <a:cubicBezTo>
                  <a:pt x="735659" y="83800"/>
                  <a:pt x="731860" y="86169"/>
                  <a:pt x="728210" y="87552"/>
                </a:cubicBezTo>
                <a:cubicBezTo>
                  <a:pt x="724559" y="88935"/>
                  <a:pt x="720642" y="89626"/>
                  <a:pt x="716459" y="89626"/>
                </a:cubicBezTo>
                <a:cubicBezTo>
                  <a:pt x="709552" y="89626"/>
                  <a:pt x="704244" y="87937"/>
                  <a:pt x="700535" y="84561"/>
                </a:cubicBezTo>
                <a:cubicBezTo>
                  <a:pt x="696825" y="81184"/>
                  <a:pt x="694970" y="76869"/>
                  <a:pt x="694970" y="71617"/>
                </a:cubicBezTo>
                <a:cubicBezTo>
                  <a:pt x="694970" y="68537"/>
                  <a:pt x="695670" y="65724"/>
                  <a:pt x="697071" y="63177"/>
                </a:cubicBezTo>
                <a:cubicBezTo>
                  <a:pt x="698473" y="60629"/>
                  <a:pt x="700308" y="58585"/>
                  <a:pt x="702577" y="57045"/>
                </a:cubicBezTo>
                <a:cubicBezTo>
                  <a:pt x="704846" y="55504"/>
                  <a:pt x="707402" y="54339"/>
                  <a:pt x="710243" y="53550"/>
                </a:cubicBezTo>
                <a:cubicBezTo>
                  <a:pt x="712335" y="52996"/>
                  <a:pt x="715492" y="52463"/>
                  <a:pt x="719715" y="51950"/>
                </a:cubicBezTo>
                <a:cubicBezTo>
                  <a:pt x="728318" y="50931"/>
                  <a:pt x="734652" y="49716"/>
                  <a:pt x="738717" y="48306"/>
                </a:cubicBezTo>
                <a:cubicBezTo>
                  <a:pt x="738757" y="46852"/>
                  <a:pt x="738776" y="45928"/>
                  <a:pt x="738776" y="45534"/>
                </a:cubicBezTo>
                <a:cubicBezTo>
                  <a:pt x="738776" y="41209"/>
                  <a:pt x="737770" y="38162"/>
                  <a:pt x="735757" y="36394"/>
                </a:cubicBezTo>
                <a:cubicBezTo>
                  <a:pt x="733034" y="33995"/>
                  <a:pt x="728989" y="32796"/>
                  <a:pt x="723622" y="32796"/>
                </a:cubicBezTo>
                <a:cubicBezTo>
                  <a:pt x="718610" y="32796"/>
                  <a:pt x="714910" y="33674"/>
                  <a:pt x="712522" y="35430"/>
                </a:cubicBezTo>
                <a:cubicBezTo>
                  <a:pt x="710135" y="37186"/>
                  <a:pt x="708368" y="40294"/>
                  <a:pt x="707224" y="44754"/>
                </a:cubicBezTo>
                <a:lnTo>
                  <a:pt x="696805" y="43333"/>
                </a:lnTo>
                <a:cubicBezTo>
                  <a:pt x="697752" y="38860"/>
                  <a:pt x="699311" y="35247"/>
                  <a:pt x="701482" y="32496"/>
                </a:cubicBezTo>
                <a:cubicBezTo>
                  <a:pt x="703652" y="29745"/>
                  <a:pt x="706790" y="27627"/>
                  <a:pt x="710894" y="26143"/>
                </a:cubicBezTo>
                <a:cubicBezTo>
                  <a:pt x="714999" y="24658"/>
                  <a:pt x="719754" y="23916"/>
                  <a:pt x="725161" y="23916"/>
                </a:cubicBezTo>
                <a:cubicBezTo>
                  <a:pt x="730528" y="23916"/>
                  <a:pt x="734889" y="24547"/>
                  <a:pt x="738244" y="25810"/>
                </a:cubicBezTo>
                <a:cubicBezTo>
                  <a:pt x="741598" y="27073"/>
                  <a:pt x="744065" y="28662"/>
                  <a:pt x="745643" y="30576"/>
                </a:cubicBezTo>
                <a:cubicBezTo>
                  <a:pt x="747222" y="32490"/>
                  <a:pt x="748327" y="34907"/>
                  <a:pt x="748959" y="37828"/>
                </a:cubicBezTo>
                <a:cubicBezTo>
                  <a:pt x="749314" y="39643"/>
                  <a:pt x="749491" y="42919"/>
                  <a:pt x="749491" y="47654"/>
                </a:cubicBezTo>
                <a:lnTo>
                  <a:pt x="749491" y="61862"/>
                </a:lnTo>
                <a:cubicBezTo>
                  <a:pt x="749491" y="71768"/>
                  <a:pt x="749718" y="78033"/>
                  <a:pt x="750172" y="80657"/>
                </a:cubicBezTo>
                <a:cubicBezTo>
                  <a:pt x="750626" y="83282"/>
                  <a:pt x="751524" y="85798"/>
                  <a:pt x="752866" y="88205"/>
                </a:cubicBezTo>
                <a:lnTo>
                  <a:pt x="741736" y="88205"/>
                </a:lnTo>
                <a:cubicBezTo>
                  <a:pt x="740631" y="85993"/>
                  <a:pt x="739921" y="83405"/>
                  <a:pt x="739605" y="80443"/>
                </a:cubicBezTo>
                <a:moveTo>
                  <a:pt x="738717" y="56593"/>
                </a:moveTo>
                <a:cubicBezTo>
                  <a:pt x="734850" y="58185"/>
                  <a:pt x="729048" y="59538"/>
                  <a:pt x="721313" y="60652"/>
                </a:cubicBezTo>
                <a:cubicBezTo>
                  <a:pt x="716932" y="61286"/>
                  <a:pt x="713834" y="61999"/>
                  <a:pt x="712019" y="62792"/>
                </a:cubicBezTo>
                <a:cubicBezTo>
                  <a:pt x="710204" y="63584"/>
                  <a:pt x="708803" y="64744"/>
                  <a:pt x="707816" y="66270"/>
                </a:cubicBezTo>
                <a:cubicBezTo>
                  <a:pt x="706829" y="67796"/>
                  <a:pt x="706336" y="69490"/>
                  <a:pt x="706336" y="71352"/>
                </a:cubicBezTo>
                <a:cubicBezTo>
                  <a:pt x="706336" y="74205"/>
                  <a:pt x="707411" y="76582"/>
                  <a:pt x="709562" y="78485"/>
                </a:cubicBezTo>
                <a:cubicBezTo>
                  <a:pt x="711713" y="80387"/>
                  <a:pt x="714860" y="81338"/>
                  <a:pt x="719004" y="81338"/>
                </a:cubicBezTo>
                <a:cubicBezTo>
                  <a:pt x="723109" y="81338"/>
                  <a:pt x="726759" y="80436"/>
                  <a:pt x="729956" y="78632"/>
                </a:cubicBezTo>
                <a:cubicBezTo>
                  <a:pt x="733153" y="76827"/>
                  <a:pt x="735501" y="74359"/>
                  <a:pt x="737001" y="71226"/>
                </a:cubicBezTo>
                <a:cubicBezTo>
                  <a:pt x="738145" y="68807"/>
                  <a:pt x="738717" y="65237"/>
                  <a:pt x="738717" y="60519"/>
                </a:cubicBezTo>
                <a:lnTo>
                  <a:pt x="738717" y="56593"/>
                </a:lnTo>
                <a:close/>
                <a:moveTo>
                  <a:pt x="765989" y="88205"/>
                </a:moveTo>
                <a:lnTo>
                  <a:pt x="765989" y="25337"/>
                </a:lnTo>
                <a:lnTo>
                  <a:pt x="775580" y="25337"/>
                </a:lnTo>
                <a:lnTo>
                  <a:pt x="775580" y="34216"/>
                </a:lnTo>
                <a:cubicBezTo>
                  <a:pt x="780197" y="27349"/>
                  <a:pt x="786867" y="23916"/>
                  <a:pt x="795588" y="23916"/>
                </a:cubicBezTo>
                <a:cubicBezTo>
                  <a:pt x="799377" y="23916"/>
                  <a:pt x="802860" y="24597"/>
                  <a:pt x="806037" y="25958"/>
                </a:cubicBezTo>
                <a:cubicBezTo>
                  <a:pt x="809214" y="27320"/>
                  <a:pt x="811592" y="29106"/>
                  <a:pt x="813170" y="31316"/>
                </a:cubicBezTo>
                <a:cubicBezTo>
                  <a:pt x="814749" y="33526"/>
                  <a:pt x="815854" y="36150"/>
                  <a:pt x="816485" y="39189"/>
                </a:cubicBezTo>
                <a:cubicBezTo>
                  <a:pt x="816880" y="41162"/>
                  <a:pt x="817077" y="44616"/>
                  <a:pt x="817077" y="49549"/>
                </a:cubicBezTo>
                <a:lnTo>
                  <a:pt x="817077" y="88205"/>
                </a:lnTo>
                <a:lnTo>
                  <a:pt x="806422" y="88205"/>
                </a:lnTo>
                <a:lnTo>
                  <a:pt x="806422" y="49922"/>
                </a:lnTo>
                <a:cubicBezTo>
                  <a:pt x="806422" y="45576"/>
                  <a:pt x="806007" y="42327"/>
                  <a:pt x="805179" y="40173"/>
                </a:cubicBezTo>
                <a:cubicBezTo>
                  <a:pt x="804350" y="38020"/>
                  <a:pt x="802880" y="36301"/>
                  <a:pt x="800768" y="35017"/>
                </a:cubicBezTo>
                <a:cubicBezTo>
                  <a:pt x="798657" y="33734"/>
                  <a:pt x="796180" y="33092"/>
                  <a:pt x="793339" y="33092"/>
                </a:cubicBezTo>
                <a:cubicBezTo>
                  <a:pt x="788800" y="33092"/>
                  <a:pt x="784883" y="34534"/>
                  <a:pt x="781588" y="37419"/>
                </a:cubicBezTo>
                <a:cubicBezTo>
                  <a:pt x="778293" y="40302"/>
                  <a:pt x="776645" y="45774"/>
                  <a:pt x="776645" y="53833"/>
                </a:cubicBezTo>
                <a:lnTo>
                  <a:pt x="776645" y="88205"/>
                </a:lnTo>
                <a:lnTo>
                  <a:pt x="765989" y="88205"/>
                </a:lnTo>
                <a:close/>
                <a:moveTo>
                  <a:pt x="874184" y="88205"/>
                </a:moveTo>
                <a:lnTo>
                  <a:pt x="874184" y="80273"/>
                </a:lnTo>
                <a:cubicBezTo>
                  <a:pt x="870198" y="86508"/>
                  <a:pt x="864338" y="89626"/>
                  <a:pt x="856603" y="89626"/>
                </a:cubicBezTo>
                <a:cubicBezTo>
                  <a:pt x="851591" y="89626"/>
                  <a:pt x="846983" y="88245"/>
                  <a:pt x="842780" y="85482"/>
                </a:cubicBezTo>
                <a:cubicBezTo>
                  <a:pt x="838577" y="82719"/>
                  <a:pt x="835321" y="78862"/>
                  <a:pt x="833012" y="73909"/>
                </a:cubicBezTo>
                <a:cubicBezTo>
                  <a:pt x="830704" y="68956"/>
                  <a:pt x="829549" y="63263"/>
                  <a:pt x="829549" y="56830"/>
                </a:cubicBezTo>
                <a:cubicBezTo>
                  <a:pt x="829549" y="50555"/>
                  <a:pt x="830595" y="44862"/>
                  <a:pt x="832687" y="39751"/>
                </a:cubicBezTo>
                <a:cubicBezTo>
                  <a:pt x="834778" y="34641"/>
                  <a:pt x="837916" y="30724"/>
                  <a:pt x="842099" y="28001"/>
                </a:cubicBezTo>
                <a:cubicBezTo>
                  <a:pt x="846282" y="25278"/>
                  <a:pt x="850959" y="23916"/>
                  <a:pt x="856129" y="23916"/>
                </a:cubicBezTo>
                <a:cubicBezTo>
                  <a:pt x="859918" y="23916"/>
                  <a:pt x="863292" y="24715"/>
                  <a:pt x="866252" y="26314"/>
                </a:cubicBezTo>
                <a:cubicBezTo>
                  <a:pt x="869212" y="27912"/>
                  <a:pt x="871619" y="29994"/>
                  <a:pt x="873474" y="32559"/>
                </a:cubicBezTo>
                <a:lnTo>
                  <a:pt x="873474" y="1421"/>
                </a:lnTo>
                <a:lnTo>
                  <a:pt x="884071" y="1421"/>
                </a:lnTo>
                <a:lnTo>
                  <a:pt x="884071" y="88205"/>
                </a:lnTo>
                <a:lnTo>
                  <a:pt x="874184" y="88205"/>
                </a:lnTo>
                <a:moveTo>
                  <a:pt x="840501" y="56800"/>
                </a:moveTo>
                <a:cubicBezTo>
                  <a:pt x="840501" y="64822"/>
                  <a:pt x="842198" y="70818"/>
                  <a:pt x="845592" y="74789"/>
                </a:cubicBezTo>
                <a:cubicBezTo>
                  <a:pt x="848986" y="78760"/>
                  <a:pt x="852992" y="80746"/>
                  <a:pt x="857609" y="80746"/>
                </a:cubicBezTo>
                <a:cubicBezTo>
                  <a:pt x="862266" y="80746"/>
                  <a:pt x="866222" y="78849"/>
                  <a:pt x="869478" y="75056"/>
                </a:cubicBezTo>
                <a:cubicBezTo>
                  <a:pt x="872734" y="71261"/>
                  <a:pt x="874362" y="65471"/>
                  <a:pt x="874362" y="57685"/>
                </a:cubicBezTo>
                <a:cubicBezTo>
                  <a:pt x="874362" y="49113"/>
                  <a:pt x="872705" y="42822"/>
                  <a:pt x="869389" y="38812"/>
                </a:cubicBezTo>
                <a:cubicBezTo>
                  <a:pt x="866074" y="34801"/>
                  <a:pt x="861990" y="32796"/>
                  <a:pt x="857135" y="32796"/>
                </a:cubicBezTo>
                <a:cubicBezTo>
                  <a:pt x="852400" y="32796"/>
                  <a:pt x="848443" y="34723"/>
                  <a:pt x="845266" y="38577"/>
                </a:cubicBezTo>
                <a:cubicBezTo>
                  <a:pt x="842089" y="42430"/>
                  <a:pt x="840501" y="48504"/>
                  <a:pt x="840501" y="568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=(0.3,sec)}">
            <a:extLst xmlns:a="http://schemas.openxmlformats.org/drawingml/2006/main">
              <a:ext uri="{FF2B5EF4-FFF2-40B4-BE49-F238E27FC236}">
                <a16:creationId xmlns:a16="http://schemas.microsoft.com/office/drawing/2014/main" id="{EF624A84-83B0-4456-8588-889D177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35" y="9131772"/>
            <a:ext cx="640134" cy="113779"/>
          </a:xfrm>
          <a:custGeom xmlns:a="http://schemas.openxmlformats.org/drawingml/2006/main">
            <a:pathLst>
              <a:path w="640134" h="113779">
                <a:moveTo>
                  <a:pt x="57304" y="37295"/>
                </a:moveTo>
                <a:lnTo>
                  <a:pt x="0" y="37295"/>
                </a:lnTo>
                <a:lnTo>
                  <a:pt x="0" y="27231"/>
                </a:lnTo>
                <a:lnTo>
                  <a:pt x="57304" y="27231"/>
                </a:lnTo>
                <a:lnTo>
                  <a:pt x="57304" y="37295"/>
                </a:lnTo>
                <a:moveTo>
                  <a:pt x="57304" y="63579"/>
                </a:moveTo>
                <a:lnTo>
                  <a:pt x="0" y="63579"/>
                </a:lnTo>
                <a:lnTo>
                  <a:pt x="0" y="53515"/>
                </a:lnTo>
                <a:lnTo>
                  <a:pt x="57304" y="53515"/>
                </a:lnTo>
                <a:lnTo>
                  <a:pt x="57304" y="63579"/>
                </a:lnTo>
                <a:close/>
                <a:moveTo>
                  <a:pt x="126114" y="113779"/>
                </a:moveTo>
                <a:cubicBezTo>
                  <a:pt x="120234" y="106359"/>
                  <a:pt x="115261" y="97677"/>
                  <a:pt x="111196" y="87731"/>
                </a:cubicBezTo>
                <a:cubicBezTo>
                  <a:pt x="107132" y="77786"/>
                  <a:pt x="105099" y="67486"/>
                  <a:pt x="105099" y="56830"/>
                </a:cubicBezTo>
                <a:cubicBezTo>
                  <a:pt x="105099" y="47437"/>
                  <a:pt x="106618" y="38439"/>
                  <a:pt x="109657" y="29836"/>
                </a:cubicBezTo>
                <a:cubicBezTo>
                  <a:pt x="113209" y="19851"/>
                  <a:pt x="118695" y="9906"/>
                  <a:pt x="126114" y="0"/>
                </a:cubicBezTo>
                <a:lnTo>
                  <a:pt x="133751" y="0"/>
                </a:lnTo>
                <a:cubicBezTo>
                  <a:pt x="128976" y="8209"/>
                  <a:pt x="125818" y="14069"/>
                  <a:pt x="124279" y="17582"/>
                </a:cubicBezTo>
                <a:cubicBezTo>
                  <a:pt x="121872" y="23028"/>
                  <a:pt x="119977" y="28711"/>
                  <a:pt x="118596" y="34631"/>
                </a:cubicBezTo>
                <a:cubicBezTo>
                  <a:pt x="116899" y="42011"/>
                  <a:pt x="116051" y="49430"/>
                  <a:pt x="116051" y="56889"/>
                </a:cubicBezTo>
                <a:cubicBezTo>
                  <a:pt x="116051" y="75872"/>
                  <a:pt x="121951" y="94835"/>
                  <a:pt x="133751" y="113779"/>
                </a:cubicBezTo>
                <a:lnTo>
                  <a:pt x="126114" y="113779"/>
                </a:lnTo>
                <a:close/>
                <a:moveTo>
                  <a:pt x="143162" y="45375"/>
                </a:moveTo>
                <a:cubicBezTo>
                  <a:pt x="143162" y="35122"/>
                  <a:pt x="144218" y="26869"/>
                  <a:pt x="146329" y="20618"/>
                </a:cubicBezTo>
                <a:cubicBezTo>
                  <a:pt x="148441" y="14366"/>
                  <a:pt x="151578" y="9544"/>
                  <a:pt x="155742" y="6153"/>
                </a:cubicBezTo>
                <a:cubicBezTo>
                  <a:pt x="159905" y="2761"/>
                  <a:pt x="165144" y="1066"/>
                  <a:pt x="171459" y="1066"/>
                </a:cubicBezTo>
                <a:cubicBezTo>
                  <a:pt x="176116" y="1066"/>
                  <a:pt x="180200" y="2002"/>
                  <a:pt x="183713" y="3876"/>
                </a:cubicBezTo>
                <a:cubicBezTo>
                  <a:pt x="187225" y="5749"/>
                  <a:pt x="190126" y="8451"/>
                  <a:pt x="192415" y="11980"/>
                </a:cubicBezTo>
                <a:cubicBezTo>
                  <a:pt x="194704" y="15510"/>
                  <a:pt x="196500" y="19809"/>
                  <a:pt x="197802" y="24878"/>
                </a:cubicBezTo>
                <a:cubicBezTo>
                  <a:pt x="199104" y="29946"/>
                  <a:pt x="199756" y="36778"/>
                  <a:pt x="199756" y="45375"/>
                </a:cubicBezTo>
                <a:cubicBezTo>
                  <a:pt x="199756" y="55550"/>
                  <a:pt x="198710" y="63763"/>
                  <a:pt x="196618" y="70015"/>
                </a:cubicBezTo>
                <a:cubicBezTo>
                  <a:pt x="194526" y="76266"/>
                  <a:pt x="191399" y="81098"/>
                  <a:pt x="187235" y="84509"/>
                </a:cubicBezTo>
                <a:cubicBezTo>
                  <a:pt x="183072" y="87920"/>
                  <a:pt x="177813" y="89626"/>
                  <a:pt x="171459" y="89626"/>
                </a:cubicBezTo>
                <a:cubicBezTo>
                  <a:pt x="163092" y="89626"/>
                  <a:pt x="156521" y="86628"/>
                  <a:pt x="151746" y="80633"/>
                </a:cubicBezTo>
                <a:cubicBezTo>
                  <a:pt x="146023" y="73416"/>
                  <a:pt x="143162" y="61663"/>
                  <a:pt x="143162" y="45375"/>
                </a:cubicBezTo>
                <a:moveTo>
                  <a:pt x="154114" y="45346"/>
                </a:moveTo>
                <a:cubicBezTo>
                  <a:pt x="154114" y="59545"/>
                  <a:pt x="155781" y="68995"/>
                  <a:pt x="159116" y="73696"/>
                </a:cubicBezTo>
                <a:cubicBezTo>
                  <a:pt x="162451" y="78396"/>
                  <a:pt x="166565" y="80746"/>
                  <a:pt x="171459" y="80746"/>
                </a:cubicBezTo>
                <a:cubicBezTo>
                  <a:pt x="176353" y="80746"/>
                  <a:pt x="180467" y="78386"/>
                  <a:pt x="183802" y="73666"/>
                </a:cubicBezTo>
                <a:cubicBezTo>
                  <a:pt x="187136" y="68947"/>
                  <a:pt x="188804" y="59506"/>
                  <a:pt x="188804" y="45346"/>
                </a:cubicBezTo>
                <a:cubicBezTo>
                  <a:pt x="188804" y="31107"/>
                  <a:pt x="187136" y="21648"/>
                  <a:pt x="183802" y="16968"/>
                </a:cubicBezTo>
                <a:cubicBezTo>
                  <a:pt x="180467" y="12286"/>
                  <a:pt x="176313" y="9945"/>
                  <a:pt x="171340" y="9945"/>
                </a:cubicBezTo>
                <a:cubicBezTo>
                  <a:pt x="166447" y="9945"/>
                  <a:pt x="162540" y="12010"/>
                  <a:pt x="159619" y="16141"/>
                </a:cubicBezTo>
                <a:cubicBezTo>
                  <a:pt x="155949" y="21412"/>
                  <a:pt x="154114" y="31147"/>
                  <a:pt x="154114" y="45346"/>
                </a:cubicBezTo>
                <a:close/>
                <a:moveTo>
                  <a:pt x="216549" y="88205"/>
                </a:moveTo>
                <a:lnTo>
                  <a:pt x="216549" y="76010"/>
                </a:lnTo>
                <a:lnTo>
                  <a:pt x="228685" y="76010"/>
                </a:lnTo>
                <a:lnTo>
                  <a:pt x="228685" y="88205"/>
                </a:lnTo>
                <a:lnTo>
                  <a:pt x="216549" y="88205"/>
                </a:lnTo>
                <a:close/>
                <a:moveTo>
                  <a:pt x="244334" y="65118"/>
                </a:moveTo>
                <a:lnTo>
                  <a:pt x="254990" y="63697"/>
                </a:lnTo>
                <a:cubicBezTo>
                  <a:pt x="256213" y="69735"/>
                  <a:pt x="258295" y="74086"/>
                  <a:pt x="261235" y="76750"/>
                </a:cubicBezTo>
                <a:cubicBezTo>
                  <a:pt x="264175" y="79414"/>
                  <a:pt x="267757" y="80746"/>
                  <a:pt x="271980" y="80746"/>
                </a:cubicBezTo>
                <a:cubicBezTo>
                  <a:pt x="276992" y="80746"/>
                  <a:pt x="281224" y="79013"/>
                  <a:pt x="284678" y="75546"/>
                </a:cubicBezTo>
                <a:cubicBezTo>
                  <a:pt x="288131" y="72079"/>
                  <a:pt x="289857" y="67785"/>
                  <a:pt x="289857" y="62663"/>
                </a:cubicBezTo>
                <a:cubicBezTo>
                  <a:pt x="289857" y="57777"/>
                  <a:pt x="288259" y="53748"/>
                  <a:pt x="285062" y="50577"/>
                </a:cubicBezTo>
                <a:cubicBezTo>
                  <a:pt x="281866" y="47405"/>
                  <a:pt x="277801" y="45819"/>
                  <a:pt x="272867" y="45819"/>
                </a:cubicBezTo>
                <a:cubicBezTo>
                  <a:pt x="270855" y="45819"/>
                  <a:pt x="268349" y="46214"/>
                  <a:pt x="265349" y="47003"/>
                </a:cubicBezTo>
                <a:lnTo>
                  <a:pt x="266533" y="37650"/>
                </a:lnTo>
                <a:cubicBezTo>
                  <a:pt x="267244" y="37729"/>
                  <a:pt x="267816" y="37768"/>
                  <a:pt x="268250" y="37768"/>
                </a:cubicBezTo>
                <a:cubicBezTo>
                  <a:pt x="272789" y="37768"/>
                  <a:pt x="276873" y="36594"/>
                  <a:pt x="280504" y="34246"/>
                </a:cubicBezTo>
                <a:cubicBezTo>
                  <a:pt x="284135" y="31898"/>
                  <a:pt x="285950" y="28278"/>
                  <a:pt x="285950" y="23387"/>
                </a:cubicBezTo>
                <a:cubicBezTo>
                  <a:pt x="285950" y="19513"/>
                  <a:pt x="284628" y="16305"/>
                  <a:pt x="281984" y="13762"/>
                </a:cubicBezTo>
                <a:cubicBezTo>
                  <a:pt x="279340" y="11217"/>
                  <a:pt x="275926" y="9945"/>
                  <a:pt x="271743" y="9945"/>
                </a:cubicBezTo>
                <a:cubicBezTo>
                  <a:pt x="267599" y="9945"/>
                  <a:pt x="264146" y="11248"/>
                  <a:pt x="261383" y="13852"/>
                </a:cubicBezTo>
                <a:cubicBezTo>
                  <a:pt x="258621" y="16457"/>
                  <a:pt x="256845" y="20364"/>
                  <a:pt x="256055" y="25574"/>
                </a:cubicBezTo>
                <a:lnTo>
                  <a:pt x="245400" y="23679"/>
                </a:lnTo>
                <a:cubicBezTo>
                  <a:pt x="246702" y="16499"/>
                  <a:pt x="249662" y="10935"/>
                  <a:pt x="254279" y="6987"/>
                </a:cubicBezTo>
                <a:cubicBezTo>
                  <a:pt x="258897" y="3039"/>
                  <a:pt x="264639" y="1066"/>
                  <a:pt x="271506" y="1066"/>
                </a:cubicBezTo>
                <a:cubicBezTo>
                  <a:pt x="276242" y="1066"/>
                  <a:pt x="280603" y="2079"/>
                  <a:pt x="284589" y="4105"/>
                </a:cubicBezTo>
                <a:cubicBezTo>
                  <a:pt x="288575" y="6131"/>
                  <a:pt x="291623" y="8896"/>
                  <a:pt x="293735" y="12398"/>
                </a:cubicBezTo>
                <a:cubicBezTo>
                  <a:pt x="295846" y="15900"/>
                  <a:pt x="296902" y="19618"/>
                  <a:pt x="296902" y="23553"/>
                </a:cubicBezTo>
                <a:cubicBezTo>
                  <a:pt x="296902" y="27292"/>
                  <a:pt x="295896" y="30695"/>
                  <a:pt x="293883" y="33765"/>
                </a:cubicBezTo>
                <a:cubicBezTo>
                  <a:pt x="291870" y="36833"/>
                  <a:pt x="288890" y="39273"/>
                  <a:pt x="284944" y="41083"/>
                </a:cubicBezTo>
                <a:cubicBezTo>
                  <a:pt x="290074" y="42267"/>
                  <a:pt x="294060" y="44724"/>
                  <a:pt x="296902" y="48454"/>
                </a:cubicBezTo>
                <a:cubicBezTo>
                  <a:pt x="299743" y="52183"/>
                  <a:pt x="301164" y="56850"/>
                  <a:pt x="301164" y="62454"/>
                </a:cubicBezTo>
                <a:cubicBezTo>
                  <a:pt x="301164" y="70031"/>
                  <a:pt x="298402" y="76454"/>
                  <a:pt x="292876" y="81723"/>
                </a:cubicBezTo>
                <a:cubicBezTo>
                  <a:pt x="287351" y="86991"/>
                  <a:pt x="280366" y="89626"/>
                  <a:pt x="271920" y="89626"/>
                </a:cubicBezTo>
                <a:cubicBezTo>
                  <a:pt x="264304" y="89626"/>
                  <a:pt x="257979" y="87351"/>
                  <a:pt x="252947" y="82801"/>
                </a:cubicBezTo>
                <a:cubicBezTo>
                  <a:pt x="247916" y="78252"/>
                  <a:pt x="245044" y="72357"/>
                  <a:pt x="244334" y="65118"/>
                </a:cubicBezTo>
                <a:close/>
                <a:moveTo>
                  <a:pt x="317425" y="88205"/>
                </a:moveTo>
                <a:lnTo>
                  <a:pt x="317425" y="76010"/>
                </a:lnTo>
                <a:lnTo>
                  <a:pt x="329560" y="76010"/>
                </a:lnTo>
                <a:lnTo>
                  <a:pt x="329560" y="88170"/>
                </a:lnTo>
                <a:cubicBezTo>
                  <a:pt x="329560" y="92639"/>
                  <a:pt x="328771" y="96248"/>
                  <a:pt x="327192" y="98996"/>
                </a:cubicBezTo>
                <a:cubicBezTo>
                  <a:pt x="325614" y="101745"/>
                  <a:pt x="323108" y="103870"/>
                  <a:pt x="319674" y="105372"/>
                </a:cubicBezTo>
                <a:lnTo>
                  <a:pt x="316714" y="100755"/>
                </a:lnTo>
                <a:cubicBezTo>
                  <a:pt x="318964" y="99773"/>
                  <a:pt x="320621" y="98330"/>
                  <a:pt x="321687" y="96424"/>
                </a:cubicBezTo>
                <a:cubicBezTo>
                  <a:pt x="322752" y="94519"/>
                  <a:pt x="323344" y="91779"/>
                  <a:pt x="323463" y="88205"/>
                </a:cubicBezTo>
                <a:lnTo>
                  <a:pt x="317425" y="88205"/>
                </a:lnTo>
                <a:close/>
                <a:moveTo>
                  <a:pt x="377788" y="69380"/>
                </a:moveTo>
                <a:lnTo>
                  <a:pt x="388326" y="67723"/>
                </a:lnTo>
                <a:cubicBezTo>
                  <a:pt x="388918" y="71927"/>
                  <a:pt x="390565" y="75149"/>
                  <a:pt x="393269" y="77388"/>
                </a:cubicBezTo>
                <a:cubicBezTo>
                  <a:pt x="395972" y="79627"/>
                  <a:pt x="399751" y="80746"/>
                  <a:pt x="404605" y="80746"/>
                </a:cubicBezTo>
                <a:cubicBezTo>
                  <a:pt x="409499" y="80746"/>
                  <a:pt x="413130" y="79758"/>
                  <a:pt x="415498" y="77781"/>
                </a:cubicBezTo>
                <a:cubicBezTo>
                  <a:pt x="417866" y="75802"/>
                  <a:pt x="419050" y="73483"/>
                  <a:pt x="419050" y="70821"/>
                </a:cubicBezTo>
                <a:cubicBezTo>
                  <a:pt x="419050" y="68432"/>
                  <a:pt x="418004" y="66553"/>
                  <a:pt x="415912" y="65183"/>
                </a:cubicBezTo>
                <a:cubicBezTo>
                  <a:pt x="414452" y="64243"/>
                  <a:pt x="410821" y="63048"/>
                  <a:pt x="405020" y="61599"/>
                </a:cubicBezTo>
                <a:cubicBezTo>
                  <a:pt x="397205" y="59625"/>
                  <a:pt x="391789" y="57917"/>
                  <a:pt x="388770" y="56475"/>
                </a:cubicBezTo>
                <a:cubicBezTo>
                  <a:pt x="385751" y="55033"/>
                  <a:pt x="383462" y="53038"/>
                  <a:pt x="381903" y="50490"/>
                </a:cubicBezTo>
                <a:cubicBezTo>
                  <a:pt x="380344" y="47942"/>
                  <a:pt x="379564" y="45128"/>
                  <a:pt x="379564" y="42047"/>
                </a:cubicBezTo>
                <a:cubicBezTo>
                  <a:pt x="379564" y="39243"/>
                  <a:pt x="380206" y="36645"/>
                  <a:pt x="381488" y="34255"/>
                </a:cubicBezTo>
                <a:cubicBezTo>
                  <a:pt x="382771" y="31865"/>
                  <a:pt x="384517" y="29880"/>
                  <a:pt x="386727" y="28300"/>
                </a:cubicBezTo>
                <a:cubicBezTo>
                  <a:pt x="388385" y="27076"/>
                  <a:pt x="390644" y="26039"/>
                  <a:pt x="393506" y="25191"/>
                </a:cubicBezTo>
                <a:cubicBezTo>
                  <a:pt x="396367" y="24341"/>
                  <a:pt x="399435" y="23916"/>
                  <a:pt x="402711" y="23916"/>
                </a:cubicBezTo>
                <a:cubicBezTo>
                  <a:pt x="407644" y="23916"/>
                  <a:pt x="411975" y="24631"/>
                  <a:pt x="415705" y="26062"/>
                </a:cubicBezTo>
                <a:cubicBezTo>
                  <a:pt x="419434" y="27491"/>
                  <a:pt x="422187" y="29428"/>
                  <a:pt x="423963" y="31873"/>
                </a:cubicBezTo>
                <a:cubicBezTo>
                  <a:pt x="425739" y="34316"/>
                  <a:pt x="426962" y="37583"/>
                  <a:pt x="427633" y="41675"/>
                </a:cubicBezTo>
                <a:lnTo>
                  <a:pt x="417214" y="43096"/>
                </a:lnTo>
                <a:cubicBezTo>
                  <a:pt x="416741" y="39860"/>
                  <a:pt x="415369" y="37334"/>
                  <a:pt x="413100" y="35519"/>
                </a:cubicBezTo>
                <a:cubicBezTo>
                  <a:pt x="410831" y="33703"/>
                  <a:pt x="407624" y="32796"/>
                  <a:pt x="403480" y="32796"/>
                </a:cubicBezTo>
                <a:cubicBezTo>
                  <a:pt x="398587" y="32796"/>
                  <a:pt x="395094" y="33601"/>
                  <a:pt x="393002" y="35212"/>
                </a:cubicBezTo>
                <a:cubicBezTo>
                  <a:pt x="390911" y="36821"/>
                  <a:pt x="389865" y="38706"/>
                  <a:pt x="389865" y="40867"/>
                </a:cubicBezTo>
                <a:cubicBezTo>
                  <a:pt x="389865" y="42241"/>
                  <a:pt x="390299" y="43478"/>
                  <a:pt x="391167" y="44578"/>
                </a:cubicBezTo>
                <a:cubicBezTo>
                  <a:pt x="392035" y="45716"/>
                  <a:pt x="393397" y="46659"/>
                  <a:pt x="395252" y="47405"/>
                </a:cubicBezTo>
                <a:cubicBezTo>
                  <a:pt x="396317" y="47798"/>
                  <a:pt x="399455" y="48701"/>
                  <a:pt x="404664" y="50115"/>
                </a:cubicBezTo>
                <a:cubicBezTo>
                  <a:pt x="412202" y="52126"/>
                  <a:pt x="417461" y="53773"/>
                  <a:pt x="420441" y="55054"/>
                </a:cubicBezTo>
                <a:cubicBezTo>
                  <a:pt x="423420" y="56336"/>
                  <a:pt x="425759" y="58199"/>
                  <a:pt x="427456" y="60645"/>
                </a:cubicBezTo>
                <a:cubicBezTo>
                  <a:pt x="429153" y="63089"/>
                  <a:pt x="430001" y="66125"/>
                  <a:pt x="430001" y="69752"/>
                </a:cubicBezTo>
                <a:cubicBezTo>
                  <a:pt x="430001" y="73301"/>
                  <a:pt x="428965" y="76644"/>
                  <a:pt x="426893" y="79779"/>
                </a:cubicBezTo>
                <a:cubicBezTo>
                  <a:pt x="424821" y="82912"/>
                  <a:pt x="421832" y="85337"/>
                  <a:pt x="417925" y="87053"/>
                </a:cubicBezTo>
                <a:cubicBezTo>
                  <a:pt x="414018" y="88768"/>
                  <a:pt x="409598" y="89626"/>
                  <a:pt x="404664" y="89626"/>
                </a:cubicBezTo>
                <a:cubicBezTo>
                  <a:pt x="396495" y="89626"/>
                  <a:pt x="390269" y="87924"/>
                  <a:pt x="385987" y="84520"/>
                </a:cubicBezTo>
                <a:cubicBezTo>
                  <a:pt x="381705" y="81116"/>
                  <a:pt x="378972" y="76069"/>
                  <a:pt x="377788" y="69380"/>
                </a:cubicBezTo>
                <a:close/>
                <a:moveTo>
                  <a:pt x="485707" y="67959"/>
                </a:moveTo>
                <a:lnTo>
                  <a:pt x="496718" y="69321"/>
                </a:lnTo>
                <a:cubicBezTo>
                  <a:pt x="494981" y="75754"/>
                  <a:pt x="491765" y="80746"/>
                  <a:pt x="487068" y="84298"/>
                </a:cubicBezTo>
                <a:cubicBezTo>
                  <a:pt x="482372" y="87850"/>
                  <a:pt x="476373" y="89626"/>
                  <a:pt x="469072" y="89626"/>
                </a:cubicBezTo>
                <a:cubicBezTo>
                  <a:pt x="459877" y="89626"/>
                  <a:pt x="452585" y="86794"/>
                  <a:pt x="447198" y="81131"/>
                </a:cubicBezTo>
                <a:cubicBezTo>
                  <a:pt x="441811" y="75468"/>
                  <a:pt x="439118" y="67525"/>
                  <a:pt x="439118" y="57304"/>
                </a:cubicBezTo>
                <a:cubicBezTo>
                  <a:pt x="439118" y="46727"/>
                  <a:pt x="441841" y="38518"/>
                  <a:pt x="447287" y="32677"/>
                </a:cubicBezTo>
                <a:cubicBezTo>
                  <a:pt x="452733" y="26836"/>
                  <a:pt x="459798" y="23916"/>
                  <a:pt x="468480" y="23916"/>
                </a:cubicBezTo>
                <a:cubicBezTo>
                  <a:pt x="476886" y="23916"/>
                  <a:pt x="483753" y="26773"/>
                  <a:pt x="489081" y="32487"/>
                </a:cubicBezTo>
                <a:cubicBezTo>
                  <a:pt x="494409" y="38199"/>
                  <a:pt x="497073" y="46237"/>
                  <a:pt x="497073" y="56599"/>
                </a:cubicBezTo>
                <a:cubicBezTo>
                  <a:pt x="497073" y="57229"/>
                  <a:pt x="497053" y="58174"/>
                  <a:pt x="497014" y="59435"/>
                </a:cubicBezTo>
                <a:lnTo>
                  <a:pt x="450129" y="59435"/>
                </a:lnTo>
                <a:cubicBezTo>
                  <a:pt x="450523" y="66322"/>
                  <a:pt x="452477" y="71595"/>
                  <a:pt x="455989" y="75255"/>
                </a:cubicBezTo>
                <a:cubicBezTo>
                  <a:pt x="459502" y="78916"/>
                  <a:pt x="463882" y="80746"/>
                  <a:pt x="469131" y="80746"/>
                </a:cubicBezTo>
                <a:cubicBezTo>
                  <a:pt x="473038" y="80746"/>
                  <a:pt x="476373" y="79730"/>
                  <a:pt x="479136" y="77697"/>
                </a:cubicBezTo>
                <a:cubicBezTo>
                  <a:pt x="481898" y="75664"/>
                  <a:pt x="484089" y="72418"/>
                  <a:pt x="485707" y="67959"/>
                </a:cubicBezTo>
                <a:moveTo>
                  <a:pt x="450721" y="50555"/>
                </a:moveTo>
                <a:lnTo>
                  <a:pt x="485825" y="50555"/>
                </a:lnTo>
                <a:cubicBezTo>
                  <a:pt x="485352" y="45353"/>
                  <a:pt x="484010" y="41452"/>
                  <a:pt x="481800" y="38851"/>
                </a:cubicBezTo>
                <a:cubicBezTo>
                  <a:pt x="478406" y="34814"/>
                  <a:pt x="474005" y="32796"/>
                  <a:pt x="468598" y="32796"/>
                </a:cubicBezTo>
                <a:cubicBezTo>
                  <a:pt x="463705" y="32796"/>
                  <a:pt x="459591" y="34407"/>
                  <a:pt x="456256" y="37630"/>
                </a:cubicBezTo>
                <a:cubicBezTo>
                  <a:pt x="452921" y="40851"/>
                  <a:pt x="451076" y="45159"/>
                  <a:pt x="450721" y="50555"/>
                </a:cubicBezTo>
                <a:close/>
                <a:moveTo>
                  <a:pt x="551102" y="65118"/>
                </a:moveTo>
                <a:lnTo>
                  <a:pt x="561580" y="66479"/>
                </a:lnTo>
                <a:cubicBezTo>
                  <a:pt x="560435" y="73720"/>
                  <a:pt x="557505" y="79388"/>
                  <a:pt x="552789" y="83484"/>
                </a:cubicBezTo>
                <a:cubicBezTo>
                  <a:pt x="548073" y="87579"/>
                  <a:pt x="542281" y="89626"/>
                  <a:pt x="535414" y="89626"/>
                </a:cubicBezTo>
                <a:cubicBezTo>
                  <a:pt x="526811" y="89626"/>
                  <a:pt x="519894" y="86814"/>
                  <a:pt x="514665" y="81190"/>
                </a:cubicBezTo>
                <a:cubicBezTo>
                  <a:pt x="509436" y="75566"/>
                  <a:pt x="506821" y="67505"/>
                  <a:pt x="506821" y="57008"/>
                </a:cubicBezTo>
                <a:cubicBezTo>
                  <a:pt x="506821" y="50220"/>
                  <a:pt x="507946" y="44280"/>
                  <a:pt x="510196" y="39189"/>
                </a:cubicBezTo>
                <a:cubicBezTo>
                  <a:pt x="512445" y="34098"/>
                  <a:pt x="515869" y="30280"/>
                  <a:pt x="520467" y="27734"/>
                </a:cubicBezTo>
                <a:cubicBezTo>
                  <a:pt x="525064" y="25189"/>
                  <a:pt x="530067" y="23916"/>
                  <a:pt x="535473" y="23916"/>
                </a:cubicBezTo>
                <a:cubicBezTo>
                  <a:pt x="542301" y="23916"/>
                  <a:pt x="547885" y="25648"/>
                  <a:pt x="552226" y="29112"/>
                </a:cubicBezTo>
                <a:cubicBezTo>
                  <a:pt x="556567" y="32576"/>
                  <a:pt x="559350" y="37493"/>
                  <a:pt x="560573" y="43866"/>
                </a:cubicBezTo>
                <a:lnTo>
                  <a:pt x="550214" y="45464"/>
                </a:lnTo>
                <a:cubicBezTo>
                  <a:pt x="549227" y="41261"/>
                  <a:pt x="547481" y="38099"/>
                  <a:pt x="544975" y="35978"/>
                </a:cubicBezTo>
                <a:cubicBezTo>
                  <a:pt x="542469" y="33856"/>
                  <a:pt x="539440" y="32796"/>
                  <a:pt x="535888" y="32796"/>
                </a:cubicBezTo>
                <a:cubicBezTo>
                  <a:pt x="530520" y="32796"/>
                  <a:pt x="526159" y="34710"/>
                  <a:pt x="522805" y="38540"/>
                </a:cubicBezTo>
                <a:cubicBezTo>
                  <a:pt x="519450" y="42368"/>
                  <a:pt x="517773" y="48425"/>
                  <a:pt x="517773" y="56712"/>
                </a:cubicBezTo>
                <a:cubicBezTo>
                  <a:pt x="517773" y="65117"/>
                  <a:pt x="519391" y="71224"/>
                  <a:pt x="522627" y="75033"/>
                </a:cubicBezTo>
                <a:cubicBezTo>
                  <a:pt x="525863" y="78842"/>
                  <a:pt x="530086" y="80746"/>
                  <a:pt x="535296" y="80746"/>
                </a:cubicBezTo>
                <a:cubicBezTo>
                  <a:pt x="539479" y="80746"/>
                  <a:pt x="542972" y="79468"/>
                  <a:pt x="545774" y="76913"/>
                </a:cubicBezTo>
                <a:cubicBezTo>
                  <a:pt x="548576" y="74358"/>
                  <a:pt x="550352" y="70426"/>
                  <a:pt x="551102" y="65118"/>
                </a:cubicBezTo>
                <a:close/>
                <a:moveTo>
                  <a:pt x="577682" y="113779"/>
                </a:moveTo>
                <a:lnTo>
                  <a:pt x="570045" y="113779"/>
                </a:lnTo>
                <a:cubicBezTo>
                  <a:pt x="581845" y="94835"/>
                  <a:pt x="587745" y="75872"/>
                  <a:pt x="587745" y="56889"/>
                </a:cubicBezTo>
                <a:cubicBezTo>
                  <a:pt x="587745" y="49470"/>
                  <a:pt x="586897" y="42110"/>
                  <a:pt x="585200" y="34808"/>
                </a:cubicBezTo>
                <a:cubicBezTo>
                  <a:pt x="583858" y="28889"/>
                  <a:pt x="581983" y="23206"/>
                  <a:pt x="579576" y="17759"/>
                </a:cubicBezTo>
                <a:cubicBezTo>
                  <a:pt x="578037" y="14208"/>
                  <a:pt x="574860" y="8288"/>
                  <a:pt x="570045" y="0"/>
                </a:cubicBezTo>
                <a:lnTo>
                  <a:pt x="577682" y="0"/>
                </a:lnTo>
                <a:cubicBezTo>
                  <a:pt x="585101" y="9906"/>
                  <a:pt x="590587" y="19851"/>
                  <a:pt x="594139" y="29836"/>
                </a:cubicBezTo>
                <a:cubicBezTo>
                  <a:pt x="597178" y="38439"/>
                  <a:pt x="598697" y="47437"/>
                  <a:pt x="598697" y="56830"/>
                </a:cubicBezTo>
                <a:cubicBezTo>
                  <a:pt x="598697" y="67486"/>
                  <a:pt x="596655" y="77786"/>
                  <a:pt x="592570" y="87731"/>
                </a:cubicBezTo>
                <a:cubicBezTo>
                  <a:pt x="588485" y="97677"/>
                  <a:pt x="583523" y="106359"/>
                  <a:pt x="577682" y="113779"/>
                </a:cubicBezTo>
                <a:close/>
                <a:moveTo>
                  <a:pt x="640134" y="51976"/>
                </a:moveTo>
                <a:lnTo>
                  <a:pt x="640134" y="61684"/>
                </a:lnTo>
                <a:cubicBezTo>
                  <a:pt x="637096" y="61763"/>
                  <a:pt x="634619" y="62592"/>
                  <a:pt x="632705" y="64171"/>
                </a:cubicBezTo>
                <a:cubicBezTo>
                  <a:pt x="630791" y="65749"/>
                  <a:pt x="629518" y="67890"/>
                  <a:pt x="628887" y="70594"/>
                </a:cubicBezTo>
                <a:cubicBezTo>
                  <a:pt x="628255" y="73297"/>
                  <a:pt x="627920" y="77944"/>
                  <a:pt x="627880" y="84535"/>
                </a:cubicBezTo>
                <a:cubicBezTo>
                  <a:pt x="627841" y="91125"/>
                  <a:pt x="627723" y="95467"/>
                  <a:pt x="627525" y="97558"/>
                </a:cubicBezTo>
                <a:cubicBezTo>
                  <a:pt x="627170" y="100913"/>
                  <a:pt x="626509" y="103587"/>
                  <a:pt x="625542" y="105580"/>
                </a:cubicBezTo>
                <a:cubicBezTo>
                  <a:pt x="624575" y="107573"/>
                  <a:pt x="623381" y="109171"/>
                  <a:pt x="621961" y="110375"/>
                </a:cubicBezTo>
                <a:cubicBezTo>
                  <a:pt x="620540" y="111578"/>
                  <a:pt x="618725" y="112496"/>
                  <a:pt x="616514" y="113127"/>
                </a:cubicBezTo>
                <a:cubicBezTo>
                  <a:pt x="615015" y="113562"/>
                  <a:pt x="612568" y="113779"/>
                  <a:pt x="609174" y="113779"/>
                </a:cubicBezTo>
                <a:lnTo>
                  <a:pt x="605859" y="113779"/>
                </a:lnTo>
                <a:lnTo>
                  <a:pt x="605859" y="104425"/>
                </a:lnTo>
                <a:lnTo>
                  <a:pt x="607694" y="104425"/>
                </a:lnTo>
                <a:cubicBezTo>
                  <a:pt x="611798" y="104425"/>
                  <a:pt x="614521" y="103685"/>
                  <a:pt x="615863" y="102205"/>
                </a:cubicBezTo>
                <a:cubicBezTo>
                  <a:pt x="617205" y="100727"/>
                  <a:pt x="617876" y="97404"/>
                  <a:pt x="617876" y="92238"/>
                </a:cubicBezTo>
                <a:cubicBezTo>
                  <a:pt x="617876" y="82378"/>
                  <a:pt x="618054" y="76126"/>
                  <a:pt x="618409" y="73483"/>
                </a:cubicBezTo>
                <a:cubicBezTo>
                  <a:pt x="619040" y="69106"/>
                  <a:pt x="620303" y="65606"/>
                  <a:pt x="622197" y="62983"/>
                </a:cubicBezTo>
                <a:cubicBezTo>
                  <a:pt x="624092" y="60360"/>
                  <a:pt x="626775" y="58319"/>
                  <a:pt x="630248" y="56860"/>
                </a:cubicBezTo>
                <a:cubicBezTo>
                  <a:pt x="625710" y="54693"/>
                  <a:pt x="622513" y="51827"/>
                  <a:pt x="620658" y="48263"/>
                </a:cubicBezTo>
                <a:cubicBezTo>
                  <a:pt x="618803" y="44698"/>
                  <a:pt x="617876" y="38680"/>
                  <a:pt x="617876" y="30211"/>
                </a:cubicBezTo>
                <a:cubicBezTo>
                  <a:pt x="617876" y="22530"/>
                  <a:pt x="617777" y="17941"/>
                  <a:pt x="617580" y="16444"/>
                </a:cubicBezTo>
                <a:cubicBezTo>
                  <a:pt x="617304" y="13805"/>
                  <a:pt x="616524" y="11964"/>
                  <a:pt x="615242" y="10920"/>
                </a:cubicBezTo>
                <a:cubicBezTo>
                  <a:pt x="613959" y="9876"/>
                  <a:pt x="611443" y="9353"/>
                  <a:pt x="607694" y="9353"/>
                </a:cubicBezTo>
                <a:lnTo>
                  <a:pt x="605859" y="9353"/>
                </a:lnTo>
                <a:lnTo>
                  <a:pt x="605859" y="0"/>
                </a:lnTo>
                <a:lnTo>
                  <a:pt x="609174" y="0"/>
                </a:lnTo>
                <a:cubicBezTo>
                  <a:pt x="613042" y="0"/>
                  <a:pt x="615844" y="315"/>
                  <a:pt x="617580" y="945"/>
                </a:cubicBezTo>
                <a:cubicBezTo>
                  <a:pt x="620106" y="1814"/>
                  <a:pt x="622197" y="3273"/>
                  <a:pt x="623855" y="5322"/>
                </a:cubicBezTo>
                <a:cubicBezTo>
                  <a:pt x="625513" y="7372"/>
                  <a:pt x="626588" y="9954"/>
                  <a:pt x="627081" y="13068"/>
                </a:cubicBezTo>
                <a:cubicBezTo>
                  <a:pt x="627575" y="16182"/>
                  <a:pt x="627841" y="21287"/>
                  <a:pt x="627880" y="28384"/>
                </a:cubicBezTo>
                <a:cubicBezTo>
                  <a:pt x="627920" y="35479"/>
                  <a:pt x="628255" y="40377"/>
                  <a:pt x="628887" y="43078"/>
                </a:cubicBezTo>
                <a:cubicBezTo>
                  <a:pt x="629518" y="45777"/>
                  <a:pt x="630791" y="47916"/>
                  <a:pt x="632705" y="49493"/>
                </a:cubicBezTo>
                <a:cubicBezTo>
                  <a:pt x="634619" y="51069"/>
                  <a:pt x="637096" y="51897"/>
                  <a:pt x="640134" y="51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F3BCC-A2CE-4713-A0D6-79F4E2D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607" y="8447128"/>
            <a:ext cx="710937" cy="312631"/>
          </a:xfrm>
          <a:custGeom xmlns:a="http://schemas.openxmlformats.org/drawingml/2006/main">
            <a:pathLst>
              <a:path w="710937" h="312631" fill="none">
                <a:moveTo>
                  <a:pt x="0" y="312631"/>
                </a:moveTo>
                <a:lnTo>
                  <a:pt x="710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21" name="Text Workload">
            <a:extLst xmlns:a="http://schemas.openxmlformats.org/drawingml/2006/main">
              <a:ext uri="{FF2B5EF4-FFF2-40B4-BE49-F238E27FC236}">
                <a16:creationId xmlns:a16="http://schemas.microsoft.com/office/drawing/2014/main" id="{ABDE08C2-595D-4678-839E-3409B13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16" y="8284530"/>
            <a:ext cx="542020" cy="88205"/>
          </a:xfrm>
          <a:custGeom xmlns:a="http://schemas.openxmlformats.org/drawingml/2006/main">
            <a:pathLst>
              <a:path w="542020" h="88205">
                <a:moveTo>
                  <a:pt x="20719" y="86784"/>
                </a:moveTo>
                <a:lnTo>
                  <a:pt x="0" y="0"/>
                </a:lnTo>
                <a:lnTo>
                  <a:pt x="17937" y="0"/>
                </a:lnTo>
                <a:lnTo>
                  <a:pt x="31020" y="59612"/>
                </a:lnTo>
                <a:lnTo>
                  <a:pt x="46885" y="0"/>
                </a:lnTo>
                <a:lnTo>
                  <a:pt x="67723" y="0"/>
                </a:lnTo>
                <a:lnTo>
                  <a:pt x="82936" y="60619"/>
                </a:lnTo>
                <a:lnTo>
                  <a:pt x="96256" y="0"/>
                </a:lnTo>
                <a:lnTo>
                  <a:pt x="113897" y="0"/>
                </a:lnTo>
                <a:lnTo>
                  <a:pt x="92822" y="86784"/>
                </a:lnTo>
                <a:lnTo>
                  <a:pt x="74234" y="86784"/>
                </a:lnTo>
                <a:lnTo>
                  <a:pt x="56948" y="21903"/>
                </a:lnTo>
                <a:lnTo>
                  <a:pt x="39722" y="86784"/>
                </a:lnTo>
                <a:lnTo>
                  <a:pt x="20719" y="86784"/>
                </a:lnTo>
                <a:close/>
                <a:moveTo>
                  <a:pt x="116679" y="54462"/>
                </a:moveTo>
                <a:cubicBezTo>
                  <a:pt x="116679" y="48937"/>
                  <a:pt x="118041" y="43589"/>
                  <a:pt x="120764" y="38420"/>
                </a:cubicBezTo>
                <a:cubicBezTo>
                  <a:pt x="123487" y="33250"/>
                  <a:pt x="127345" y="29303"/>
                  <a:pt x="132337" y="26580"/>
                </a:cubicBezTo>
                <a:cubicBezTo>
                  <a:pt x="137330" y="23857"/>
                  <a:pt x="142904" y="22495"/>
                  <a:pt x="149061" y="22495"/>
                </a:cubicBezTo>
                <a:cubicBezTo>
                  <a:pt x="158572" y="22495"/>
                  <a:pt x="166366" y="25583"/>
                  <a:pt x="172444" y="31760"/>
                </a:cubicBezTo>
                <a:cubicBezTo>
                  <a:pt x="178522" y="37936"/>
                  <a:pt x="181560" y="45740"/>
                  <a:pt x="181560" y="55173"/>
                </a:cubicBezTo>
                <a:cubicBezTo>
                  <a:pt x="181560" y="64684"/>
                  <a:pt x="178492" y="72567"/>
                  <a:pt x="172355" y="78822"/>
                </a:cubicBezTo>
                <a:cubicBezTo>
                  <a:pt x="166218" y="85077"/>
                  <a:pt x="158493" y="88205"/>
                  <a:pt x="149179" y="88205"/>
                </a:cubicBezTo>
                <a:cubicBezTo>
                  <a:pt x="143417" y="88205"/>
                  <a:pt x="137922" y="86903"/>
                  <a:pt x="132692" y="84298"/>
                </a:cubicBezTo>
                <a:cubicBezTo>
                  <a:pt x="127463" y="81693"/>
                  <a:pt x="123487" y="77875"/>
                  <a:pt x="120764" y="72843"/>
                </a:cubicBezTo>
                <a:cubicBezTo>
                  <a:pt x="118041" y="67811"/>
                  <a:pt x="116679" y="61684"/>
                  <a:pt x="116679" y="54462"/>
                </a:cubicBezTo>
                <a:moveTo>
                  <a:pt x="133728" y="55350"/>
                </a:moveTo>
                <a:cubicBezTo>
                  <a:pt x="133728" y="61566"/>
                  <a:pt x="135208" y="66326"/>
                  <a:pt x="138168" y="69632"/>
                </a:cubicBezTo>
                <a:cubicBezTo>
                  <a:pt x="141128" y="72937"/>
                  <a:pt x="144779" y="74589"/>
                  <a:pt x="149120" y="74589"/>
                </a:cubicBezTo>
                <a:cubicBezTo>
                  <a:pt x="153461" y="74589"/>
                  <a:pt x="157102" y="72937"/>
                  <a:pt x="160042" y="69632"/>
                </a:cubicBezTo>
                <a:cubicBezTo>
                  <a:pt x="162982" y="66326"/>
                  <a:pt x="164452" y="61526"/>
                  <a:pt x="164452" y="55232"/>
                </a:cubicBezTo>
                <a:cubicBezTo>
                  <a:pt x="164452" y="49095"/>
                  <a:pt x="162982" y="44374"/>
                  <a:pt x="160042" y="41069"/>
                </a:cubicBezTo>
                <a:cubicBezTo>
                  <a:pt x="157102" y="37763"/>
                  <a:pt x="153461" y="36111"/>
                  <a:pt x="149120" y="36111"/>
                </a:cubicBezTo>
                <a:cubicBezTo>
                  <a:pt x="144779" y="36111"/>
                  <a:pt x="141128" y="37763"/>
                  <a:pt x="138168" y="41069"/>
                </a:cubicBezTo>
                <a:cubicBezTo>
                  <a:pt x="135208" y="44374"/>
                  <a:pt x="133728" y="49134"/>
                  <a:pt x="133728" y="55350"/>
                </a:cubicBezTo>
                <a:close/>
                <a:moveTo>
                  <a:pt x="210528" y="86784"/>
                </a:moveTo>
                <a:lnTo>
                  <a:pt x="193893" y="86784"/>
                </a:lnTo>
                <a:lnTo>
                  <a:pt x="193893" y="23916"/>
                </a:lnTo>
                <a:lnTo>
                  <a:pt x="209344" y="23916"/>
                </a:lnTo>
                <a:lnTo>
                  <a:pt x="209344" y="32855"/>
                </a:lnTo>
                <a:cubicBezTo>
                  <a:pt x="211988" y="28632"/>
                  <a:pt x="214366" y="25850"/>
                  <a:pt x="216477" y="24508"/>
                </a:cubicBezTo>
                <a:cubicBezTo>
                  <a:pt x="218588" y="23166"/>
                  <a:pt x="220986" y="22495"/>
                  <a:pt x="223670" y="22495"/>
                </a:cubicBezTo>
                <a:cubicBezTo>
                  <a:pt x="227458" y="22495"/>
                  <a:pt x="231109" y="23541"/>
                  <a:pt x="234621" y="25633"/>
                </a:cubicBezTo>
                <a:lnTo>
                  <a:pt x="229471" y="40136"/>
                </a:lnTo>
                <a:cubicBezTo>
                  <a:pt x="226669" y="38321"/>
                  <a:pt x="224064" y="37413"/>
                  <a:pt x="221657" y="37413"/>
                </a:cubicBezTo>
                <a:cubicBezTo>
                  <a:pt x="219328" y="37413"/>
                  <a:pt x="217355" y="38054"/>
                  <a:pt x="215737" y="39337"/>
                </a:cubicBezTo>
                <a:cubicBezTo>
                  <a:pt x="214119" y="40620"/>
                  <a:pt x="212846" y="42938"/>
                  <a:pt x="211919" y="46293"/>
                </a:cubicBezTo>
                <a:cubicBezTo>
                  <a:pt x="210991" y="49647"/>
                  <a:pt x="210528" y="56672"/>
                  <a:pt x="210528" y="67367"/>
                </a:cubicBezTo>
                <a:lnTo>
                  <a:pt x="210528" y="86784"/>
                </a:lnTo>
                <a:close/>
                <a:moveTo>
                  <a:pt x="241173" y="86784"/>
                </a:moveTo>
                <a:lnTo>
                  <a:pt x="241173" y="0"/>
                </a:lnTo>
                <a:lnTo>
                  <a:pt x="257807" y="0"/>
                </a:lnTo>
                <a:lnTo>
                  <a:pt x="257807" y="46056"/>
                </a:lnTo>
                <a:lnTo>
                  <a:pt x="277284" y="23916"/>
                </a:lnTo>
                <a:lnTo>
                  <a:pt x="297766" y="23916"/>
                </a:lnTo>
                <a:lnTo>
                  <a:pt x="276277" y="46894"/>
                </a:lnTo>
                <a:lnTo>
                  <a:pt x="299305" y="86784"/>
                </a:lnTo>
                <a:lnTo>
                  <a:pt x="281368" y="86784"/>
                </a:lnTo>
                <a:lnTo>
                  <a:pt x="265562" y="58539"/>
                </a:lnTo>
                <a:lnTo>
                  <a:pt x="257807" y="66657"/>
                </a:lnTo>
                <a:lnTo>
                  <a:pt x="257807" y="86784"/>
                </a:lnTo>
                <a:lnTo>
                  <a:pt x="241173" y="86784"/>
                </a:lnTo>
                <a:close/>
                <a:moveTo>
                  <a:pt x="309173" y="86784"/>
                </a:moveTo>
                <a:lnTo>
                  <a:pt x="309173" y="0"/>
                </a:lnTo>
                <a:lnTo>
                  <a:pt x="325807" y="0"/>
                </a:lnTo>
                <a:lnTo>
                  <a:pt x="325807" y="86784"/>
                </a:lnTo>
                <a:lnTo>
                  <a:pt x="309173" y="86784"/>
                </a:lnTo>
                <a:close/>
                <a:moveTo>
                  <a:pt x="339029" y="54462"/>
                </a:moveTo>
                <a:cubicBezTo>
                  <a:pt x="339029" y="48937"/>
                  <a:pt x="340391" y="43589"/>
                  <a:pt x="343114" y="38420"/>
                </a:cubicBezTo>
                <a:cubicBezTo>
                  <a:pt x="345837" y="33250"/>
                  <a:pt x="349694" y="29303"/>
                  <a:pt x="354687" y="26580"/>
                </a:cubicBezTo>
                <a:cubicBezTo>
                  <a:pt x="359679" y="23857"/>
                  <a:pt x="365254" y="22495"/>
                  <a:pt x="371410" y="22495"/>
                </a:cubicBezTo>
                <a:cubicBezTo>
                  <a:pt x="380921" y="22495"/>
                  <a:pt x="388716" y="25583"/>
                  <a:pt x="394794" y="31760"/>
                </a:cubicBezTo>
                <a:cubicBezTo>
                  <a:pt x="400871" y="37936"/>
                  <a:pt x="403910" y="45740"/>
                  <a:pt x="403910" y="55173"/>
                </a:cubicBezTo>
                <a:cubicBezTo>
                  <a:pt x="403910" y="64684"/>
                  <a:pt x="400842" y="72567"/>
                  <a:pt x="394705" y="78822"/>
                </a:cubicBezTo>
                <a:cubicBezTo>
                  <a:pt x="388568" y="85077"/>
                  <a:pt x="380843" y="88205"/>
                  <a:pt x="371529" y="88205"/>
                </a:cubicBezTo>
                <a:cubicBezTo>
                  <a:pt x="365767" y="88205"/>
                  <a:pt x="360271" y="86903"/>
                  <a:pt x="355042" y="84298"/>
                </a:cubicBezTo>
                <a:cubicBezTo>
                  <a:pt x="349813" y="81693"/>
                  <a:pt x="345837" y="77875"/>
                  <a:pt x="343114" y="72843"/>
                </a:cubicBezTo>
                <a:cubicBezTo>
                  <a:pt x="340391" y="67811"/>
                  <a:pt x="339029" y="61684"/>
                  <a:pt x="339029" y="54462"/>
                </a:cubicBezTo>
                <a:moveTo>
                  <a:pt x="356078" y="55350"/>
                </a:moveTo>
                <a:cubicBezTo>
                  <a:pt x="356078" y="61566"/>
                  <a:pt x="357558" y="66326"/>
                  <a:pt x="360518" y="69632"/>
                </a:cubicBezTo>
                <a:cubicBezTo>
                  <a:pt x="363478" y="72937"/>
                  <a:pt x="367128" y="74589"/>
                  <a:pt x="371469" y="74589"/>
                </a:cubicBezTo>
                <a:cubicBezTo>
                  <a:pt x="375811" y="74589"/>
                  <a:pt x="379451" y="72937"/>
                  <a:pt x="382392" y="69632"/>
                </a:cubicBezTo>
                <a:cubicBezTo>
                  <a:pt x="385332" y="66326"/>
                  <a:pt x="386802" y="61526"/>
                  <a:pt x="386802" y="55232"/>
                </a:cubicBezTo>
                <a:cubicBezTo>
                  <a:pt x="386802" y="49095"/>
                  <a:pt x="385332" y="44374"/>
                  <a:pt x="382392" y="41069"/>
                </a:cubicBezTo>
                <a:cubicBezTo>
                  <a:pt x="379451" y="37763"/>
                  <a:pt x="375811" y="36111"/>
                  <a:pt x="371469" y="36111"/>
                </a:cubicBezTo>
                <a:cubicBezTo>
                  <a:pt x="367128" y="36111"/>
                  <a:pt x="363478" y="37763"/>
                  <a:pt x="360518" y="41069"/>
                </a:cubicBezTo>
                <a:cubicBezTo>
                  <a:pt x="357558" y="44374"/>
                  <a:pt x="356078" y="49134"/>
                  <a:pt x="356078" y="55350"/>
                </a:cubicBezTo>
                <a:close/>
                <a:moveTo>
                  <a:pt x="429385" y="43333"/>
                </a:moveTo>
                <a:lnTo>
                  <a:pt x="414289" y="40610"/>
                </a:lnTo>
                <a:cubicBezTo>
                  <a:pt x="415986" y="34452"/>
                  <a:pt x="418906" y="29894"/>
                  <a:pt x="423050" y="26935"/>
                </a:cubicBezTo>
                <a:cubicBezTo>
                  <a:pt x="427194" y="23975"/>
                  <a:pt x="433351" y="22495"/>
                  <a:pt x="441520" y="22495"/>
                </a:cubicBezTo>
                <a:cubicBezTo>
                  <a:pt x="448940" y="22495"/>
                  <a:pt x="454465" y="23373"/>
                  <a:pt x="458096" y="25130"/>
                </a:cubicBezTo>
                <a:cubicBezTo>
                  <a:pt x="461726" y="26886"/>
                  <a:pt x="464282" y="29116"/>
                  <a:pt x="465762" y="31819"/>
                </a:cubicBezTo>
                <a:cubicBezTo>
                  <a:pt x="467242" y="34522"/>
                  <a:pt x="467982" y="39485"/>
                  <a:pt x="467982" y="46707"/>
                </a:cubicBezTo>
                <a:lnTo>
                  <a:pt x="467804" y="66124"/>
                </a:lnTo>
                <a:cubicBezTo>
                  <a:pt x="467804" y="71649"/>
                  <a:pt x="468070" y="75724"/>
                  <a:pt x="468603" y="78349"/>
                </a:cubicBezTo>
                <a:cubicBezTo>
                  <a:pt x="469136" y="80973"/>
                  <a:pt x="470132" y="83785"/>
                  <a:pt x="471593" y="86784"/>
                </a:cubicBezTo>
                <a:lnTo>
                  <a:pt x="455136" y="86784"/>
                </a:lnTo>
                <a:cubicBezTo>
                  <a:pt x="454702" y="85679"/>
                  <a:pt x="454169" y="84041"/>
                  <a:pt x="453537" y="81871"/>
                </a:cubicBezTo>
                <a:cubicBezTo>
                  <a:pt x="453261" y="80884"/>
                  <a:pt x="453064" y="80233"/>
                  <a:pt x="452945" y="79917"/>
                </a:cubicBezTo>
                <a:cubicBezTo>
                  <a:pt x="450104" y="82680"/>
                  <a:pt x="447065" y="84752"/>
                  <a:pt x="443829" y="86133"/>
                </a:cubicBezTo>
                <a:cubicBezTo>
                  <a:pt x="440593" y="87514"/>
                  <a:pt x="437139" y="88205"/>
                  <a:pt x="433469" y="88205"/>
                </a:cubicBezTo>
                <a:cubicBezTo>
                  <a:pt x="426997" y="88205"/>
                  <a:pt x="421896" y="86456"/>
                  <a:pt x="418167" y="82959"/>
                </a:cubicBezTo>
                <a:cubicBezTo>
                  <a:pt x="414437" y="79461"/>
                  <a:pt x="412572" y="75040"/>
                  <a:pt x="412572" y="69695"/>
                </a:cubicBezTo>
                <a:cubicBezTo>
                  <a:pt x="412572" y="66157"/>
                  <a:pt x="413421" y="63004"/>
                  <a:pt x="415118" y="60234"/>
                </a:cubicBezTo>
                <a:cubicBezTo>
                  <a:pt x="416815" y="57463"/>
                  <a:pt x="419193" y="55340"/>
                  <a:pt x="422251" y="53866"/>
                </a:cubicBezTo>
                <a:cubicBezTo>
                  <a:pt x="425310" y="52393"/>
                  <a:pt x="429720" y="51106"/>
                  <a:pt x="435482" y="50006"/>
                </a:cubicBezTo>
                <a:cubicBezTo>
                  <a:pt x="443257" y="48552"/>
                  <a:pt x="448644" y="47196"/>
                  <a:pt x="451643" y="45938"/>
                </a:cubicBezTo>
                <a:lnTo>
                  <a:pt x="451643" y="44262"/>
                </a:lnTo>
                <a:cubicBezTo>
                  <a:pt x="451643" y="41029"/>
                  <a:pt x="450854" y="38725"/>
                  <a:pt x="449275" y="37348"/>
                </a:cubicBezTo>
                <a:cubicBezTo>
                  <a:pt x="447696" y="35971"/>
                  <a:pt x="444717" y="35282"/>
                  <a:pt x="440336" y="35282"/>
                </a:cubicBezTo>
                <a:cubicBezTo>
                  <a:pt x="437376" y="35282"/>
                  <a:pt x="435068" y="35878"/>
                  <a:pt x="433410" y="37069"/>
                </a:cubicBezTo>
                <a:cubicBezTo>
                  <a:pt x="431752" y="38259"/>
                  <a:pt x="430411" y="40347"/>
                  <a:pt x="429385" y="43333"/>
                </a:cubicBezTo>
                <a:moveTo>
                  <a:pt x="451643" y="56830"/>
                </a:moveTo>
                <a:cubicBezTo>
                  <a:pt x="449512" y="57532"/>
                  <a:pt x="446138" y="58370"/>
                  <a:pt x="441520" y="59346"/>
                </a:cubicBezTo>
                <a:cubicBezTo>
                  <a:pt x="436903" y="60320"/>
                  <a:pt x="433884" y="61275"/>
                  <a:pt x="432463" y="62212"/>
                </a:cubicBezTo>
                <a:cubicBezTo>
                  <a:pt x="430292" y="63732"/>
                  <a:pt x="429207" y="65662"/>
                  <a:pt x="429207" y="68002"/>
                </a:cubicBezTo>
                <a:cubicBezTo>
                  <a:pt x="429207" y="70303"/>
                  <a:pt x="430075" y="72292"/>
                  <a:pt x="431812" y="73970"/>
                </a:cubicBezTo>
                <a:cubicBezTo>
                  <a:pt x="433548" y="75646"/>
                  <a:pt x="435758" y="76484"/>
                  <a:pt x="438442" y="76484"/>
                </a:cubicBezTo>
                <a:cubicBezTo>
                  <a:pt x="441441" y="76484"/>
                  <a:pt x="444302" y="75509"/>
                  <a:pt x="447026" y="73559"/>
                </a:cubicBezTo>
                <a:cubicBezTo>
                  <a:pt x="449038" y="72078"/>
                  <a:pt x="450360" y="70264"/>
                  <a:pt x="450992" y="68118"/>
                </a:cubicBezTo>
                <a:cubicBezTo>
                  <a:pt x="451426" y="66715"/>
                  <a:pt x="451643" y="64044"/>
                  <a:pt x="451643" y="60106"/>
                </a:cubicBezTo>
                <a:lnTo>
                  <a:pt x="451643" y="56830"/>
                </a:lnTo>
                <a:close/>
                <a:moveTo>
                  <a:pt x="542020" y="86784"/>
                </a:moveTo>
                <a:lnTo>
                  <a:pt x="526569" y="86784"/>
                </a:lnTo>
                <a:lnTo>
                  <a:pt x="526569" y="77549"/>
                </a:lnTo>
                <a:cubicBezTo>
                  <a:pt x="524004" y="81141"/>
                  <a:pt x="520975" y="83815"/>
                  <a:pt x="517482" y="85571"/>
                </a:cubicBezTo>
                <a:cubicBezTo>
                  <a:pt x="513990" y="87327"/>
                  <a:pt x="510467" y="88205"/>
                  <a:pt x="506916" y="88205"/>
                </a:cubicBezTo>
                <a:cubicBezTo>
                  <a:pt x="499693" y="88205"/>
                  <a:pt x="493507" y="85294"/>
                  <a:pt x="488357" y="79473"/>
                </a:cubicBezTo>
                <a:cubicBezTo>
                  <a:pt x="483207" y="73652"/>
                  <a:pt x="480632" y="65532"/>
                  <a:pt x="480632" y="55113"/>
                </a:cubicBezTo>
                <a:cubicBezTo>
                  <a:pt x="480632" y="44458"/>
                  <a:pt x="483138" y="36357"/>
                  <a:pt x="488150" y="30813"/>
                </a:cubicBezTo>
                <a:cubicBezTo>
                  <a:pt x="493162" y="25268"/>
                  <a:pt x="499496" y="22495"/>
                  <a:pt x="507152" y="22495"/>
                </a:cubicBezTo>
                <a:cubicBezTo>
                  <a:pt x="514177" y="22495"/>
                  <a:pt x="520255" y="25416"/>
                  <a:pt x="525385" y="31257"/>
                </a:cubicBezTo>
                <a:lnTo>
                  <a:pt x="525385" y="0"/>
                </a:lnTo>
                <a:lnTo>
                  <a:pt x="542020" y="0"/>
                </a:lnTo>
                <a:lnTo>
                  <a:pt x="542020" y="86784"/>
                </a:lnTo>
                <a:moveTo>
                  <a:pt x="497621" y="54020"/>
                </a:moveTo>
                <a:cubicBezTo>
                  <a:pt x="497621" y="60719"/>
                  <a:pt x="498549" y="65566"/>
                  <a:pt x="500404" y="68561"/>
                </a:cubicBezTo>
                <a:cubicBezTo>
                  <a:pt x="503087" y="72896"/>
                  <a:pt x="506837" y="75063"/>
                  <a:pt x="511651" y="75063"/>
                </a:cubicBezTo>
                <a:cubicBezTo>
                  <a:pt x="515480" y="75063"/>
                  <a:pt x="518735" y="73438"/>
                  <a:pt x="521419" y="70187"/>
                </a:cubicBezTo>
                <a:cubicBezTo>
                  <a:pt x="524103" y="66936"/>
                  <a:pt x="525445" y="62079"/>
                  <a:pt x="525445" y="55617"/>
                </a:cubicBezTo>
                <a:cubicBezTo>
                  <a:pt x="525445" y="48404"/>
                  <a:pt x="524142" y="43212"/>
                  <a:pt x="521537" y="40040"/>
                </a:cubicBezTo>
                <a:cubicBezTo>
                  <a:pt x="518933" y="36868"/>
                  <a:pt x="515598" y="35282"/>
                  <a:pt x="511533" y="35282"/>
                </a:cubicBezTo>
                <a:cubicBezTo>
                  <a:pt x="507586" y="35282"/>
                  <a:pt x="504281" y="36848"/>
                  <a:pt x="501617" y="39981"/>
                </a:cubicBezTo>
                <a:cubicBezTo>
                  <a:pt x="498953" y="43113"/>
                  <a:pt x="497621" y="47793"/>
                  <a:pt x="497621" y="540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Microservice_A">
            <a:extLst xmlns:a="http://schemas.openxmlformats.org/drawingml/2006/main">
              <a:ext uri="{FF2B5EF4-FFF2-40B4-BE49-F238E27FC236}">
                <a16:creationId xmlns:a16="http://schemas.microsoft.com/office/drawing/2014/main" id="{F584D15E-A0A4-4910-9D95-5CBDCE0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478" y="8284530"/>
            <a:ext cx="887151" cy="110819"/>
          </a:xfrm>
          <a:custGeom xmlns:a="http://schemas.openxmlformats.org/drawingml/2006/main">
            <a:pathLst>
              <a:path w="887151" h="110819">
                <a:moveTo>
                  <a:pt x="101109" y="15391"/>
                </a:moveTo>
                <a:lnTo>
                  <a:pt x="117744" y="15391"/>
                </a:lnTo>
                <a:lnTo>
                  <a:pt x="117744" y="0"/>
                </a:lnTo>
                <a:lnTo>
                  <a:pt x="101109" y="0"/>
                </a:lnTo>
                <a:lnTo>
                  <a:pt x="101109" y="15391"/>
                </a:lnTo>
                <a:close/>
                <a:moveTo>
                  <a:pt x="50318" y="86784"/>
                </a:moveTo>
                <a:lnTo>
                  <a:pt x="67545" y="18470"/>
                </a:lnTo>
                <a:lnTo>
                  <a:pt x="67545" y="86784"/>
                </a:lnTo>
                <a:lnTo>
                  <a:pt x="83824" y="86784"/>
                </a:lnTo>
                <a:lnTo>
                  <a:pt x="83824" y="0"/>
                </a:lnTo>
                <a:lnTo>
                  <a:pt x="57540" y="0"/>
                </a:lnTo>
                <a:lnTo>
                  <a:pt x="41971" y="59198"/>
                </a:lnTo>
                <a:lnTo>
                  <a:pt x="26225" y="0"/>
                </a:lnTo>
                <a:lnTo>
                  <a:pt x="0" y="0"/>
                </a:lnTo>
                <a:lnTo>
                  <a:pt x="0" y="86784"/>
                </a:lnTo>
                <a:lnTo>
                  <a:pt x="16279" y="86784"/>
                </a:lnTo>
                <a:lnTo>
                  <a:pt x="16279" y="18470"/>
                </a:lnTo>
                <a:lnTo>
                  <a:pt x="33447" y="86784"/>
                </a:lnTo>
                <a:lnTo>
                  <a:pt x="50318" y="86784"/>
                </a:lnTo>
                <a:close/>
                <a:moveTo>
                  <a:pt x="218167" y="63529"/>
                </a:moveTo>
                <a:lnTo>
                  <a:pt x="218184" y="62326"/>
                </a:lnTo>
                <a:lnTo>
                  <a:pt x="218206" y="61161"/>
                </a:lnTo>
                <a:lnTo>
                  <a:pt x="218232" y="60034"/>
                </a:lnTo>
                <a:lnTo>
                  <a:pt x="218264" y="58946"/>
                </a:lnTo>
                <a:lnTo>
                  <a:pt x="218300" y="57896"/>
                </a:lnTo>
                <a:lnTo>
                  <a:pt x="218341" y="56884"/>
                </a:lnTo>
                <a:lnTo>
                  <a:pt x="218387" y="55910"/>
                </a:lnTo>
                <a:lnTo>
                  <a:pt x="218438" y="54975"/>
                </a:lnTo>
                <a:lnTo>
                  <a:pt x="218493" y="54077"/>
                </a:lnTo>
                <a:lnTo>
                  <a:pt x="218554" y="53218"/>
                </a:lnTo>
                <a:lnTo>
                  <a:pt x="218619" y="52398"/>
                </a:lnTo>
                <a:lnTo>
                  <a:pt x="218689" y="51615"/>
                </a:lnTo>
                <a:lnTo>
                  <a:pt x="218764" y="50871"/>
                </a:lnTo>
                <a:lnTo>
                  <a:pt x="218843" y="50165"/>
                </a:lnTo>
                <a:lnTo>
                  <a:pt x="218928" y="49497"/>
                </a:lnTo>
                <a:lnTo>
                  <a:pt x="219017" y="48867"/>
                </a:lnTo>
                <a:lnTo>
                  <a:pt x="219111" y="48276"/>
                </a:lnTo>
                <a:lnTo>
                  <a:pt x="219211" y="47723"/>
                </a:lnTo>
                <a:lnTo>
                  <a:pt x="219314" y="47208"/>
                </a:lnTo>
                <a:lnTo>
                  <a:pt x="219423" y="46731"/>
                </a:lnTo>
                <a:lnTo>
                  <a:pt x="219537" y="46293"/>
                </a:lnTo>
                <a:lnTo>
                  <a:pt x="219654" y="45879"/>
                </a:lnTo>
                <a:lnTo>
                  <a:pt x="219776" y="45476"/>
                </a:lnTo>
                <a:lnTo>
                  <a:pt x="219901" y="45083"/>
                </a:lnTo>
                <a:lnTo>
                  <a:pt x="220029" y="44702"/>
                </a:lnTo>
                <a:lnTo>
                  <a:pt x="220161" y="44331"/>
                </a:lnTo>
                <a:lnTo>
                  <a:pt x="220297" y="43971"/>
                </a:lnTo>
                <a:lnTo>
                  <a:pt x="220436" y="43622"/>
                </a:lnTo>
                <a:lnTo>
                  <a:pt x="220579" y="43284"/>
                </a:lnTo>
                <a:lnTo>
                  <a:pt x="220726" y="42956"/>
                </a:lnTo>
                <a:lnTo>
                  <a:pt x="220876" y="42639"/>
                </a:lnTo>
                <a:lnTo>
                  <a:pt x="221029" y="42333"/>
                </a:lnTo>
                <a:lnTo>
                  <a:pt x="221187" y="42038"/>
                </a:lnTo>
                <a:lnTo>
                  <a:pt x="221348" y="41754"/>
                </a:lnTo>
                <a:lnTo>
                  <a:pt x="221512" y="41480"/>
                </a:lnTo>
                <a:lnTo>
                  <a:pt x="221680" y="41217"/>
                </a:lnTo>
                <a:lnTo>
                  <a:pt x="221852" y="40965"/>
                </a:lnTo>
                <a:lnTo>
                  <a:pt x="222027" y="40724"/>
                </a:lnTo>
                <a:lnTo>
                  <a:pt x="222206" y="40493"/>
                </a:lnTo>
                <a:lnTo>
                  <a:pt x="222388" y="40274"/>
                </a:lnTo>
                <a:lnTo>
                  <a:pt x="222575" y="40065"/>
                </a:lnTo>
                <a:lnTo>
                  <a:pt x="222764" y="39867"/>
                </a:lnTo>
                <a:lnTo>
                  <a:pt x="222958" y="39679"/>
                </a:lnTo>
                <a:lnTo>
                  <a:pt x="223154" y="39503"/>
                </a:lnTo>
                <a:lnTo>
                  <a:pt x="223355" y="39337"/>
                </a:lnTo>
                <a:lnTo>
                  <a:pt x="223559" y="39180"/>
                </a:lnTo>
                <a:lnTo>
                  <a:pt x="223767" y="39030"/>
                </a:lnTo>
                <a:lnTo>
                  <a:pt x="223978" y="38886"/>
                </a:lnTo>
                <a:lnTo>
                  <a:pt x="224193" y="38749"/>
                </a:lnTo>
                <a:lnTo>
                  <a:pt x="224412" y="38619"/>
                </a:lnTo>
                <a:lnTo>
                  <a:pt x="224635" y="38495"/>
                </a:lnTo>
                <a:lnTo>
                  <a:pt x="224861" y="38378"/>
                </a:lnTo>
                <a:lnTo>
                  <a:pt x="225091" y="38268"/>
                </a:lnTo>
                <a:lnTo>
                  <a:pt x="225325" y="38165"/>
                </a:lnTo>
                <a:lnTo>
                  <a:pt x="225562" y="38068"/>
                </a:lnTo>
                <a:lnTo>
                  <a:pt x="225804" y="37978"/>
                </a:lnTo>
                <a:lnTo>
                  <a:pt x="226048" y="37894"/>
                </a:lnTo>
                <a:lnTo>
                  <a:pt x="226297" y="37817"/>
                </a:lnTo>
                <a:lnTo>
                  <a:pt x="226549" y="37747"/>
                </a:lnTo>
                <a:lnTo>
                  <a:pt x="226805" y="37684"/>
                </a:lnTo>
                <a:lnTo>
                  <a:pt x="227065" y="37627"/>
                </a:lnTo>
                <a:lnTo>
                  <a:pt x="227328" y="37577"/>
                </a:lnTo>
                <a:lnTo>
                  <a:pt x="227595" y="37533"/>
                </a:lnTo>
                <a:lnTo>
                  <a:pt x="227866" y="37497"/>
                </a:lnTo>
                <a:lnTo>
                  <a:pt x="228140" y="37467"/>
                </a:lnTo>
                <a:lnTo>
                  <a:pt x="228418" y="37443"/>
                </a:lnTo>
                <a:lnTo>
                  <a:pt x="228700" y="37427"/>
                </a:lnTo>
                <a:lnTo>
                  <a:pt x="228985" y="37416"/>
                </a:lnTo>
                <a:lnTo>
                  <a:pt x="229275" y="37413"/>
                </a:lnTo>
                <a:lnTo>
                  <a:pt x="229577" y="37418"/>
                </a:lnTo>
                <a:lnTo>
                  <a:pt x="229881" y="37432"/>
                </a:lnTo>
                <a:lnTo>
                  <a:pt x="230187" y="37456"/>
                </a:lnTo>
                <a:lnTo>
                  <a:pt x="230495" y="37489"/>
                </a:lnTo>
                <a:lnTo>
                  <a:pt x="230805" y="37531"/>
                </a:lnTo>
                <a:lnTo>
                  <a:pt x="231117" y="37583"/>
                </a:lnTo>
                <a:lnTo>
                  <a:pt x="231431" y="37645"/>
                </a:lnTo>
                <a:lnTo>
                  <a:pt x="231748" y="37716"/>
                </a:lnTo>
                <a:lnTo>
                  <a:pt x="232066" y="37796"/>
                </a:lnTo>
                <a:lnTo>
                  <a:pt x="232387" y="37886"/>
                </a:lnTo>
                <a:lnTo>
                  <a:pt x="232709" y="37985"/>
                </a:lnTo>
                <a:lnTo>
                  <a:pt x="233034" y="38094"/>
                </a:lnTo>
                <a:lnTo>
                  <a:pt x="233360" y="38212"/>
                </a:lnTo>
                <a:lnTo>
                  <a:pt x="233689" y="38340"/>
                </a:lnTo>
                <a:lnTo>
                  <a:pt x="234020" y="38477"/>
                </a:lnTo>
                <a:lnTo>
                  <a:pt x="234353" y="38623"/>
                </a:lnTo>
                <a:lnTo>
                  <a:pt x="234687" y="38779"/>
                </a:lnTo>
                <a:lnTo>
                  <a:pt x="235024" y="38945"/>
                </a:lnTo>
                <a:lnTo>
                  <a:pt x="235363" y="39120"/>
                </a:lnTo>
                <a:lnTo>
                  <a:pt x="235704" y="39304"/>
                </a:lnTo>
                <a:lnTo>
                  <a:pt x="236047" y="39498"/>
                </a:lnTo>
                <a:lnTo>
                  <a:pt x="236392" y="39701"/>
                </a:lnTo>
                <a:lnTo>
                  <a:pt x="236740" y="39914"/>
                </a:lnTo>
                <a:lnTo>
                  <a:pt x="237089" y="40136"/>
                </a:lnTo>
                <a:lnTo>
                  <a:pt x="242239" y="25633"/>
                </a:lnTo>
                <a:lnTo>
                  <a:pt x="241799" y="25377"/>
                </a:lnTo>
                <a:lnTo>
                  <a:pt x="241358" y="25132"/>
                </a:lnTo>
                <a:lnTo>
                  <a:pt x="240915" y="24897"/>
                </a:lnTo>
                <a:lnTo>
                  <a:pt x="240471" y="24674"/>
                </a:lnTo>
                <a:lnTo>
                  <a:pt x="240026" y="24462"/>
                </a:lnTo>
                <a:lnTo>
                  <a:pt x="239579" y="24260"/>
                </a:lnTo>
                <a:lnTo>
                  <a:pt x="239130" y="24069"/>
                </a:lnTo>
                <a:lnTo>
                  <a:pt x="238681" y="23890"/>
                </a:lnTo>
                <a:lnTo>
                  <a:pt x="238229" y="23721"/>
                </a:lnTo>
                <a:lnTo>
                  <a:pt x="237777" y="23563"/>
                </a:lnTo>
                <a:lnTo>
                  <a:pt x="237322" y="23416"/>
                </a:lnTo>
                <a:lnTo>
                  <a:pt x="236867" y="23280"/>
                </a:lnTo>
                <a:lnTo>
                  <a:pt x="236410" y="23154"/>
                </a:lnTo>
                <a:lnTo>
                  <a:pt x="235951" y="23040"/>
                </a:lnTo>
                <a:lnTo>
                  <a:pt x="235491" y="22936"/>
                </a:lnTo>
                <a:lnTo>
                  <a:pt x="235030" y="22844"/>
                </a:lnTo>
                <a:lnTo>
                  <a:pt x="234567" y="22762"/>
                </a:lnTo>
                <a:lnTo>
                  <a:pt x="234103" y="22691"/>
                </a:lnTo>
                <a:lnTo>
                  <a:pt x="233637" y="22631"/>
                </a:lnTo>
                <a:lnTo>
                  <a:pt x="233170" y="22582"/>
                </a:lnTo>
                <a:lnTo>
                  <a:pt x="232702" y="22544"/>
                </a:lnTo>
                <a:lnTo>
                  <a:pt x="232232" y="22517"/>
                </a:lnTo>
                <a:lnTo>
                  <a:pt x="231760" y="22501"/>
                </a:lnTo>
                <a:lnTo>
                  <a:pt x="231287" y="22495"/>
                </a:lnTo>
                <a:lnTo>
                  <a:pt x="230953" y="22499"/>
                </a:lnTo>
                <a:lnTo>
                  <a:pt x="230622" y="22509"/>
                </a:lnTo>
                <a:lnTo>
                  <a:pt x="230294" y="22527"/>
                </a:lnTo>
                <a:lnTo>
                  <a:pt x="229969" y="22551"/>
                </a:lnTo>
                <a:lnTo>
                  <a:pt x="229647" y="22583"/>
                </a:lnTo>
                <a:lnTo>
                  <a:pt x="229328" y="22621"/>
                </a:lnTo>
                <a:lnTo>
                  <a:pt x="229012" y="22666"/>
                </a:lnTo>
                <a:lnTo>
                  <a:pt x="228699" y="22719"/>
                </a:lnTo>
                <a:lnTo>
                  <a:pt x="228389" y="22778"/>
                </a:lnTo>
                <a:lnTo>
                  <a:pt x="228082" y="22845"/>
                </a:lnTo>
                <a:lnTo>
                  <a:pt x="227778" y="22918"/>
                </a:lnTo>
                <a:lnTo>
                  <a:pt x="227476" y="22998"/>
                </a:lnTo>
                <a:lnTo>
                  <a:pt x="227178" y="23086"/>
                </a:lnTo>
                <a:lnTo>
                  <a:pt x="226883" y="23180"/>
                </a:lnTo>
                <a:lnTo>
                  <a:pt x="226591" y="23281"/>
                </a:lnTo>
                <a:lnTo>
                  <a:pt x="226302" y="23390"/>
                </a:lnTo>
                <a:lnTo>
                  <a:pt x="226015" y="23505"/>
                </a:lnTo>
                <a:lnTo>
                  <a:pt x="225732" y="23627"/>
                </a:lnTo>
                <a:lnTo>
                  <a:pt x="225452" y="23757"/>
                </a:lnTo>
                <a:lnTo>
                  <a:pt x="225174" y="23893"/>
                </a:lnTo>
                <a:lnTo>
                  <a:pt x="224900" y="24036"/>
                </a:lnTo>
                <a:lnTo>
                  <a:pt x="224629" y="24186"/>
                </a:lnTo>
                <a:lnTo>
                  <a:pt x="224360" y="24344"/>
                </a:lnTo>
                <a:lnTo>
                  <a:pt x="224095" y="24508"/>
                </a:lnTo>
                <a:lnTo>
                  <a:pt x="223829" y="24683"/>
                </a:lnTo>
                <a:lnTo>
                  <a:pt x="223561" y="24873"/>
                </a:lnTo>
                <a:lnTo>
                  <a:pt x="223291" y="25079"/>
                </a:lnTo>
                <a:lnTo>
                  <a:pt x="223017" y="25299"/>
                </a:lnTo>
                <a:lnTo>
                  <a:pt x="222740" y="25534"/>
                </a:lnTo>
                <a:lnTo>
                  <a:pt x="222461" y="25784"/>
                </a:lnTo>
                <a:lnTo>
                  <a:pt x="222179" y="26050"/>
                </a:lnTo>
                <a:lnTo>
                  <a:pt x="221895" y="26330"/>
                </a:lnTo>
                <a:lnTo>
                  <a:pt x="221607" y="26625"/>
                </a:lnTo>
                <a:lnTo>
                  <a:pt x="221317" y="26936"/>
                </a:lnTo>
                <a:lnTo>
                  <a:pt x="221024" y="27261"/>
                </a:lnTo>
                <a:lnTo>
                  <a:pt x="220728" y="27601"/>
                </a:lnTo>
                <a:lnTo>
                  <a:pt x="220429" y="27956"/>
                </a:lnTo>
                <a:lnTo>
                  <a:pt x="220128" y="28327"/>
                </a:lnTo>
                <a:lnTo>
                  <a:pt x="219824" y="28712"/>
                </a:lnTo>
                <a:lnTo>
                  <a:pt x="219517" y="29112"/>
                </a:lnTo>
                <a:lnTo>
                  <a:pt x="219207" y="29528"/>
                </a:lnTo>
                <a:lnTo>
                  <a:pt x="218895" y="29958"/>
                </a:lnTo>
                <a:lnTo>
                  <a:pt x="218579" y="30403"/>
                </a:lnTo>
                <a:lnTo>
                  <a:pt x="218261" y="30864"/>
                </a:lnTo>
                <a:lnTo>
                  <a:pt x="217941" y="31339"/>
                </a:lnTo>
                <a:lnTo>
                  <a:pt x="217617" y="31829"/>
                </a:lnTo>
                <a:lnTo>
                  <a:pt x="217291" y="32335"/>
                </a:lnTo>
                <a:lnTo>
                  <a:pt x="216961" y="32855"/>
                </a:lnTo>
                <a:lnTo>
                  <a:pt x="216961" y="23916"/>
                </a:lnTo>
                <a:lnTo>
                  <a:pt x="201511" y="23916"/>
                </a:lnTo>
                <a:lnTo>
                  <a:pt x="201511" y="86784"/>
                </a:lnTo>
                <a:lnTo>
                  <a:pt x="218145" y="86784"/>
                </a:lnTo>
                <a:lnTo>
                  <a:pt x="218145" y="67367"/>
                </a:lnTo>
                <a:lnTo>
                  <a:pt x="218148" y="66050"/>
                </a:lnTo>
                <a:lnTo>
                  <a:pt x="218155" y="64770"/>
                </a:lnTo>
                <a:lnTo>
                  <a:pt x="218167" y="63529"/>
                </a:lnTo>
                <a:close/>
                <a:moveTo>
                  <a:pt x="496525" y="24674"/>
                </a:moveTo>
                <a:lnTo>
                  <a:pt x="496079" y="24462"/>
                </a:lnTo>
                <a:lnTo>
                  <a:pt x="495633" y="24260"/>
                </a:lnTo>
                <a:lnTo>
                  <a:pt x="495184" y="24069"/>
                </a:lnTo>
                <a:lnTo>
                  <a:pt x="494734" y="23890"/>
                </a:lnTo>
                <a:lnTo>
                  <a:pt x="494283" y="23721"/>
                </a:lnTo>
                <a:lnTo>
                  <a:pt x="493830" y="23563"/>
                </a:lnTo>
                <a:lnTo>
                  <a:pt x="493376" y="23416"/>
                </a:lnTo>
                <a:lnTo>
                  <a:pt x="492920" y="23280"/>
                </a:lnTo>
                <a:lnTo>
                  <a:pt x="492463" y="23154"/>
                </a:lnTo>
                <a:lnTo>
                  <a:pt x="492005" y="23040"/>
                </a:lnTo>
                <a:lnTo>
                  <a:pt x="491545" y="22936"/>
                </a:lnTo>
                <a:lnTo>
                  <a:pt x="491084" y="22844"/>
                </a:lnTo>
                <a:lnTo>
                  <a:pt x="490621" y="22762"/>
                </a:lnTo>
                <a:lnTo>
                  <a:pt x="490157" y="22691"/>
                </a:lnTo>
                <a:lnTo>
                  <a:pt x="489691" y="22631"/>
                </a:lnTo>
                <a:lnTo>
                  <a:pt x="489224" y="22582"/>
                </a:lnTo>
                <a:lnTo>
                  <a:pt x="488755" y="22544"/>
                </a:lnTo>
                <a:lnTo>
                  <a:pt x="488285" y="22517"/>
                </a:lnTo>
                <a:lnTo>
                  <a:pt x="487814" y="22501"/>
                </a:lnTo>
                <a:lnTo>
                  <a:pt x="487341" y="22495"/>
                </a:lnTo>
                <a:lnTo>
                  <a:pt x="487007" y="22499"/>
                </a:lnTo>
                <a:lnTo>
                  <a:pt x="486676" y="22509"/>
                </a:lnTo>
                <a:lnTo>
                  <a:pt x="486348" y="22527"/>
                </a:lnTo>
                <a:lnTo>
                  <a:pt x="486023" y="22551"/>
                </a:lnTo>
                <a:lnTo>
                  <a:pt x="485701" y="22583"/>
                </a:lnTo>
                <a:lnTo>
                  <a:pt x="485382" y="22621"/>
                </a:lnTo>
                <a:lnTo>
                  <a:pt x="485066" y="22666"/>
                </a:lnTo>
                <a:lnTo>
                  <a:pt x="484753" y="22719"/>
                </a:lnTo>
                <a:lnTo>
                  <a:pt x="484443" y="22778"/>
                </a:lnTo>
                <a:lnTo>
                  <a:pt x="484136" y="22845"/>
                </a:lnTo>
                <a:lnTo>
                  <a:pt x="483831" y="22918"/>
                </a:lnTo>
                <a:lnTo>
                  <a:pt x="483530" y="22998"/>
                </a:lnTo>
                <a:lnTo>
                  <a:pt x="483232" y="23086"/>
                </a:lnTo>
                <a:lnTo>
                  <a:pt x="482937" y="23180"/>
                </a:lnTo>
                <a:lnTo>
                  <a:pt x="482645" y="23281"/>
                </a:lnTo>
                <a:lnTo>
                  <a:pt x="482355" y="23390"/>
                </a:lnTo>
                <a:lnTo>
                  <a:pt x="482069" y="23505"/>
                </a:lnTo>
                <a:lnTo>
                  <a:pt x="481786" y="23627"/>
                </a:lnTo>
                <a:lnTo>
                  <a:pt x="481505" y="23757"/>
                </a:lnTo>
                <a:lnTo>
                  <a:pt x="481228" y="23893"/>
                </a:lnTo>
                <a:lnTo>
                  <a:pt x="480954" y="24036"/>
                </a:lnTo>
                <a:lnTo>
                  <a:pt x="480682" y="24186"/>
                </a:lnTo>
                <a:lnTo>
                  <a:pt x="480414" y="24344"/>
                </a:lnTo>
                <a:lnTo>
                  <a:pt x="480149" y="24508"/>
                </a:lnTo>
                <a:lnTo>
                  <a:pt x="479883" y="24683"/>
                </a:lnTo>
                <a:lnTo>
                  <a:pt x="479615" y="24873"/>
                </a:lnTo>
                <a:lnTo>
                  <a:pt x="479344" y="25079"/>
                </a:lnTo>
                <a:lnTo>
                  <a:pt x="479071" y="25299"/>
                </a:lnTo>
                <a:lnTo>
                  <a:pt x="478794" y="25534"/>
                </a:lnTo>
                <a:lnTo>
                  <a:pt x="478515" y="25784"/>
                </a:lnTo>
                <a:lnTo>
                  <a:pt x="478233" y="26050"/>
                </a:lnTo>
                <a:lnTo>
                  <a:pt x="477948" y="26330"/>
                </a:lnTo>
                <a:lnTo>
                  <a:pt x="477661" y="26625"/>
                </a:lnTo>
                <a:lnTo>
                  <a:pt x="477371" y="26936"/>
                </a:lnTo>
                <a:lnTo>
                  <a:pt x="477077" y="27261"/>
                </a:lnTo>
                <a:lnTo>
                  <a:pt x="476782" y="27601"/>
                </a:lnTo>
                <a:lnTo>
                  <a:pt x="476483" y="27956"/>
                </a:lnTo>
                <a:lnTo>
                  <a:pt x="476182" y="28327"/>
                </a:lnTo>
                <a:lnTo>
                  <a:pt x="475877" y="28712"/>
                </a:lnTo>
                <a:lnTo>
                  <a:pt x="475571" y="29112"/>
                </a:lnTo>
                <a:lnTo>
                  <a:pt x="475261" y="29528"/>
                </a:lnTo>
                <a:lnTo>
                  <a:pt x="474948" y="29958"/>
                </a:lnTo>
                <a:lnTo>
                  <a:pt x="474633" y="30403"/>
                </a:lnTo>
                <a:lnTo>
                  <a:pt x="474315" y="30864"/>
                </a:lnTo>
                <a:lnTo>
                  <a:pt x="473994" y="31339"/>
                </a:lnTo>
                <a:lnTo>
                  <a:pt x="473671" y="31829"/>
                </a:lnTo>
                <a:lnTo>
                  <a:pt x="473344" y="32335"/>
                </a:lnTo>
                <a:lnTo>
                  <a:pt x="473015" y="32855"/>
                </a:lnTo>
                <a:lnTo>
                  <a:pt x="473015" y="23916"/>
                </a:lnTo>
                <a:lnTo>
                  <a:pt x="457564" y="23916"/>
                </a:lnTo>
                <a:lnTo>
                  <a:pt x="457564" y="86784"/>
                </a:lnTo>
                <a:lnTo>
                  <a:pt x="474199" y="86784"/>
                </a:lnTo>
                <a:lnTo>
                  <a:pt x="474199" y="67367"/>
                </a:lnTo>
                <a:lnTo>
                  <a:pt x="474202" y="66050"/>
                </a:lnTo>
                <a:lnTo>
                  <a:pt x="474209" y="64770"/>
                </a:lnTo>
                <a:lnTo>
                  <a:pt x="474221" y="63529"/>
                </a:lnTo>
                <a:lnTo>
                  <a:pt x="474238" y="62326"/>
                </a:lnTo>
                <a:lnTo>
                  <a:pt x="474260" y="61161"/>
                </a:lnTo>
                <a:lnTo>
                  <a:pt x="474286" y="60034"/>
                </a:lnTo>
                <a:lnTo>
                  <a:pt x="474317" y="58946"/>
                </a:lnTo>
                <a:lnTo>
                  <a:pt x="474354" y="57896"/>
                </a:lnTo>
                <a:lnTo>
                  <a:pt x="474395" y="56884"/>
                </a:lnTo>
                <a:lnTo>
                  <a:pt x="474441" y="55910"/>
                </a:lnTo>
                <a:lnTo>
                  <a:pt x="474491" y="54975"/>
                </a:lnTo>
                <a:lnTo>
                  <a:pt x="474547" y="54077"/>
                </a:lnTo>
                <a:lnTo>
                  <a:pt x="474607" y="53218"/>
                </a:lnTo>
                <a:lnTo>
                  <a:pt x="474673" y="52398"/>
                </a:lnTo>
                <a:lnTo>
                  <a:pt x="474743" y="51615"/>
                </a:lnTo>
                <a:lnTo>
                  <a:pt x="474817" y="50871"/>
                </a:lnTo>
                <a:lnTo>
                  <a:pt x="474897" y="50165"/>
                </a:lnTo>
                <a:lnTo>
                  <a:pt x="474982" y="49497"/>
                </a:lnTo>
                <a:lnTo>
                  <a:pt x="475071" y="48867"/>
                </a:lnTo>
                <a:lnTo>
                  <a:pt x="475165" y="48276"/>
                </a:lnTo>
                <a:lnTo>
                  <a:pt x="475264" y="47723"/>
                </a:lnTo>
                <a:lnTo>
                  <a:pt x="475368" y="47208"/>
                </a:lnTo>
                <a:lnTo>
                  <a:pt x="475477" y="46731"/>
                </a:lnTo>
                <a:lnTo>
                  <a:pt x="475590" y="46293"/>
                </a:lnTo>
                <a:lnTo>
                  <a:pt x="475708" y="45879"/>
                </a:lnTo>
                <a:lnTo>
                  <a:pt x="475829" y="45476"/>
                </a:lnTo>
                <a:lnTo>
                  <a:pt x="475954" y="45083"/>
                </a:lnTo>
                <a:lnTo>
                  <a:pt x="476083" y="44702"/>
                </a:lnTo>
                <a:lnTo>
                  <a:pt x="476215" y="44331"/>
                </a:lnTo>
                <a:lnTo>
                  <a:pt x="476351" y="43971"/>
                </a:lnTo>
                <a:lnTo>
                  <a:pt x="476490" y="43622"/>
                </a:lnTo>
                <a:lnTo>
                  <a:pt x="476633" y="43284"/>
                </a:lnTo>
                <a:lnTo>
                  <a:pt x="476779" y="42956"/>
                </a:lnTo>
                <a:lnTo>
                  <a:pt x="476929" y="42639"/>
                </a:lnTo>
                <a:lnTo>
                  <a:pt x="477083" y="42333"/>
                </a:lnTo>
                <a:lnTo>
                  <a:pt x="477240" y="42038"/>
                </a:lnTo>
                <a:lnTo>
                  <a:pt x="477401" y="41754"/>
                </a:lnTo>
                <a:lnTo>
                  <a:pt x="477566" y="41480"/>
                </a:lnTo>
                <a:lnTo>
                  <a:pt x="477734" y="41217"/>
                </a:lnTo>
                <a:lnTo>
                  <a:pt x="477906" y="40965"/>
                </a:lnTo>
                <a:lnTo>
                  <a:pt x="478081" y="40724"/>
                </a:lnTo>
                <a:lnTo>
                  <a:pt x="478260" y="40493"/>
                </a:lnTo>
                <a:lnTo>
                  <a:pt x="478442" y="40274"/>
                </a:lnTo>
                <a:lnTo>
                  <a:pt x="478628" y="40065"/>
                </a:lnTo>
                <a:lnTo>
                  <a:pt x="478818" y="39867"/>
                </a:lnTo>
                <a:lnTo>
                  <a:pt x="479011" y="39679"/>
                </a:lnTo>
                <a:lnTo>
                  <a:pt x="479208" y="39503"/>
                </a:lnTo>
                <a:lnTo>
                  <a:pt x="479409" y="39337"/>
                </a:lnTo>
                <a:lnTo>
                  <a:pt x="479613" y="39180"/>
                </a:lnTo>
                <a:lnTo>
                  <a:pt x="479820" y="39030"/>
                </a:lnTo>
                <a:lnTo>
                  <a:pt x="480032" y="38886"/>
                </a:lnTo>
                <a:lnTo>
                  <a:pt x="480247" y="38749"/>
                </a:lnTo>
                <a:lnTo>
                  <a:pt x="480466" y="38619"/>
                </a:lnTo>
                <a:lnTo>
                  <a:pt x="480689" y="38495"/>
                </a:lnTo>
                <a:lnTo>
                  <a:pt x="480915" y="38378"/>
                </a:lnTo>
                <a:lnTo>
                  <a:pt x="481145" y="38268"/>
                </a:lnTo>
                <a:lnTo>
                  <a:pt x="481379" y="38165"/>
                </a:lnTo>
                <a:lnTo>
                  <a:pt x="481616" y="38068"/>
                </a:lnTo>
                <a:lnTo>
                  <a:pt x="481857" y="37978"/>
                </a:lnTo>
                <a:lnTo>
                  <a:pt x="482102" y="37894"/>
                </a:lnTo>
                <a:lnTo>
                  <a:pt x="482351" y="37817"/>
                </a:lnTo>
                <a:lnTo>
                  <a:pt x="482603" y="37747"/>
                </a:lnTo>
                <a:lnTo>
                  <a:pt x="482859" y="37684"/>
                </a:lnTo>
                <a:lnTo>
                  <a:pt x="483118" y="37627"/>
                </a:lnTo>
                <a:lnTo>
                  <a:pt x="483382" y="37577"/>
                </a:lnTo>
                <a:lnTo>
                  <a:pt x="483649" y="37533"/>
                </a:lnTo>
                <a:lnTo>
                  <a:pt x="483919" y="37497"/>
                </a:lnTo>
                <a:lnTo>
                  <a:pt x="484194" y="37467"/>
                </a:lnTo>
                <a:lnTo>
                  <a:pt x="484472" y="37443"/>
                </a:lnTo>
                <a:lnTo>
                  <a:pt x="484754" y="37427"/>
                </a:lnTo>
                <a:lnTo>
                  <a:pt x="485039" y="37416"/>
                </a:lnTo>
                <a:lnTo>
                  <a:pt x="485328" y="37413"/>
                </a:lnTo>
                <a:lnTo>
                  <a:pt x="485630" y="37418"/>
                </a:lnTo>
                <a:lnTo>
                  <a:pt x="485934" y="37432"/>
                </a:lnTo>
                <a:lnTo>
                  <a:pt x="486240" y="37456"/>
                </a:lnTo>
                <a:lnTo>
                  <a:pt x="486548" y="37489"/>
                </a:lnTo>
                <a:lnTo>
                  <a:pt x="486859" y="37531"/>
                </a:lnTo>
                <a:lnTo>
                  <a:pt x="487171" y="37583"/>
                </a:lnTo>
                <a:lnTo>
                  <a:pt x="487485" y="37645"/>
                </a:lnTo>
                <a:lnTo>
                  <a:pt x="487802" y="37716"/>
                </a:lnTo>
                <a:lnTo>
                  <a:pt x="488120" y="37796"/>
                </a:lnTo>
                <a:lnTo>
                  <a:pt x="488440" y="37886"/>
                </a:lnTo>
                <a:lnTo>
                  <a:pt x="488763" y="37985"/>
                </a:lnTo>
                <a:lnTo>
                  <a:pt x="489087" y="38094"/>
                </a:lnTo>
                <a:lnTo>
                  <a:pt x="489414" y="38212"/>
                </a:lnTo>
                <a:lnTo>
                  <a:pt x="489743" y="38340"/>
                </a:lnTo>
                <a:lnTo>
                  <a:pt x="490073" y="38477"/>
                </a:lnTo>
                <a:lnTo>
                  <a:pt x="490406" y="38623"/>
                </a:lnTo>
                <a:lnTo>
                  <a:pt x="490741" y="38779"/>
                </a:lnTo>
                <a:lnTo>
                  <a:pt x="491078" y="38945"/>
                </a:lnTo>
                <a:lnTo>
                  <a:pt x="491417" y="39120"/>
                </a:lnTo>
                <a:lnTo>
                  <a:pt x="491758" y="39304"/>
                </a:lnTo>
                <a:lnTo>
                  <a:pt x="492101" y="39498"/>
                </a:lnTo>
                <a:lnTo>
                  <a:pt x="492446" y="39701"/>
                </a:lnTo>
                <a:lnTo>
                  <a:pt x="492793" y="39914"/>
                </a:lnTo>
                <a:lnTo>
                  <a:pt x="493142" y="40136"/>
                </a:lnTo>
                <a:lnTo>
                  <a:pt x="498192" y="25917"/>
                </a:lnTo>
                <a:lnTo>
                  <a:pt x="522722" y="86784"/>
                </a:lnTo>
                <a:lnTo>
                  <a:pt x="537699" y="86784"/>
                </a:lnTo>
                <a:lnTo>
                  <a:pt x="562681" y="23916"/>
                </a:lnTo>
                <a:lnTo>
                  <a:pt x="545572" y="23916"/>
                </a:lnTo>
                <a:lnTo>
                  <a:pt x="533614" y="56001"/>
                </a:lnTo>
                <a:lnTo>
                  <a:pt x="533536" y="56223"/>
                </a:lnTo>
                <a:lnTo>
                  <a:pt x="533457" y="56445"/>
                </a:lnTo>
                <a:lnTo>
                  <a:pt x="533379" y="56667"/>
                </a:lnTo>
                <a:lnTo>
                  <a:pt x="533302" y="56889"/>
                </a:lnTo>
                <a:lnTo>
                  <a:pt x="533225" y="57111"/>
                </a:lnTo>
                <a:lnTo>
                  <a:pt x="533148" y="57333"/>
                </a:lnTo>
                <a:lnTo>
                  <a:pt x="533072" y="57555"/>
                </a:lnTo>
                <a:lnTo>
                  <a:pt x="532996" y="57777"/>
                </a:lnTo>
                <a:lnTo>
                  <a:pt x="532921" y="57999"/>
                </a:lnTo>
                <a:lnTo>
                  <a:pt x="532846" y="58221"/>
                </a:lnTo>
                <a:lnTo>
                  <a:pt x="532771" y="58443"/>
                </a:lnTo>
                <a:lnTo>
                  <a:pt x="532697" y="58665"/>
                </a:lnTo>
                <a:lnTo>
                  <a:pt x="532623" y="58887"/>
                </a:lnTo>
                <a:lnTo>
                  <a:pt x="532550" y="59109"/>
                </a:lnTo>
                <a:lnTo>
                  <a:pt x="532477" y="59331"/>
                </a:lnTo>
                <a:lnTo>
                  <a:pt x="532404" y="59553"/>
                </a:lnTo>
                <a:lnTo>
                  <a:pt x="532332" y="59775"/>
                </a:lnTo>
                <a:lnTo>
                  <a:pt x="532260" y="59997"/>
                </a:lnTo>
                <a:lnTo>
                  <a:pt x="532189" y="60219"/>
                </a:lnTo>
                <a:lnTo>
                  <a:pt x="532118" y="60441"/>
                </a:lnTo>
                <a:lnTo>
                  <a:pt x="532048" y="60663"/>
                </a:lnTo>
                <a:lnTo>
                  <a:pt x="531977" y="60885"/>
                </a:lnTo>
                <a:lnTo>
                  <a:pt x="531908" y="61107"/>
                </a:lnTo>
                <a:lnTo>
                  <a:pt x="531838" y="61329"/>
                </a:lnTo>
                <a:lnTo>
                  <a:pt x="531807" y="61442"/>
                </a:lnTo>
                <a:lnTo>
                  <a:pt x="531772" y="61566"/>
                </a:lnTo>
                <a:lnTo>
                  <a:pt x="531734" y="61698"/>
                </a:lnTo>
                <a:lnTo>
                  <a:pt x="531692" y="61841"/>
                </a:lnTo>
                <a:lnTo>
                  <a:pt x="531647" y="61993"/>
                </a:lnTo>
                <a:lnTo>
                  <a:pt x="531598" y="62154"/>
                </a:lnTo>
                <a:lnTo>
                  <a:pt x="531546" y="62326"/>
                </a:lnTo>
                <a:lnTo>
                  <a:pt x="531490" y="62507"/>
                </a:lnTo>
                <a:lnTo>
                  <a:pt x="531431" y="62697"/>
                </a:lnTo>
                <a:lnTo>
                  <a:pt x="531368" y="62897"/>
                </a:lnTo>
                <a:lnTo>
                  <a:pt x="531301" y="63107"/>
                </a:lnTo>
                <a:lnTo>
                  <a:pt x="531232" y="63327"/>
                </a:lnTo>
                <a:lnTo>
                  <a:pt x="531158" y="63556"/>
                </a:lnTo>
                <a:lnTo>
                  <a:pt x="531082" y="63795"/>
                </a:lnTo>
                <a:lnTo>
                  <a:pt x="531001" y="64044"/>
                </a:lnTo>
                <a:lnTo>
                  <a:pt x="530918" y="64302"/>
                </a:lnTo>
                <a:lnTo>
                  <a:pt x="530830" y="64570"/>
                </a:lnTo>
                <a:lnTo>
                  <a:pt x="530740" y="64848"/>
                </a:lnTo>
                <a:lnTo>
                  <a:pt x="530645" y="65135"/>
                </a:lnTo>
                <a:lnTo>
                  <a:pt x="530548" y="65432"/>
                </a:lnTo>
                <a:lnTo>
                  <a:pt x="530446" y="65738"/>
                </a:lnTo>
                <a:lnTo>
                  <a:pt x="530342" y="66055"/>
                </a:lnTo>
                <a:lnTo>
                  <a:pt x="530233" y="66381"/>
                </a:lnTo>
                <a:lnTo>
                  <a:pt x="530122" y="66716"/>
                </a:lnTo>
                <a:lnTo>
                  <a:pt x="526688" y="56001"/>
                </a:lnTo>
                <a:lnTo>
                  <a:pt x="514849" y="23916"/>
                </a:lnTo>
                <a:lnTo>
                  <a:pt x="497385" y="23916"/>
                </a:lnTo>
                <a:lnTo>
                  <a:pt x="498011" y="25469"/>
                </a:lnTo>
                <a:lnTo>
                  <a:pt x="497853" y="25377"/>
                </a:lnTo>
                <a:lnTo>
                  <a:pt x="497412" y="25132"/>
                </a:lnTo>
                <a:lnTo>
                  <a:pt x="496969" y="24897"/>
                </a:lnTo>
                <a:lnTo>
                  <a:pt x="496525" y="24674"/>
                </a:lnTo>
                <a:close/>
                <a:moveTo>
                  <a:pt x="188538" y="39274"/>
                </a:moveTo>
                <a:lnTo>
                  <a:pt x="188232" y="38511"/>
                </a:lnTo>
                <a:lnTo>
                  <a:pt x="187912" y="37766"/>
                </a:lnTo>
                <a:lnTo>
                  <a:pt x="187579" y="37040"/>
                </a:lnTo>
                <a:lnTo>
                  <a:pt x="187233" y="36331"/>
                </a:lnTo>
                <a:lnTo>
                  <a:pt x="186874" y="35640"/>
                </a:lnTo>
                <a:lnTo>
                  <a:pt x="186501" y="34968"/>
                </a:lnTo>
                <a:lnTo>
                  <a:pt x="186115" y="34313"/>
                </a:lnTo>
                <a:lnTo>
                  <a:pt x="185716" y="33676"/>
                </a:lnTo>
                <a:lnTo>
                  <a:pt x="185304" y="33058"/>
                </a:lnTo>
                <a:lnTo>
                  <a:pt x="184878" y="32457"/>
                </a:lnTo>
                <a:lnTo>
                  <a:pt x="184439" y="31874"/>
                </a:lnTo>
                <a:lnTo>
                  <a:pt x="183987" y="31309"/>
                </a:lnTo>
                <a:lnTo>
                  <a:pt x="183522" y="30762"/>
                </a:lnTo>
                <a:lnTo>
                  <a:pt x="183043" y="30234"/>
                </a:lnTo>
                <a:lnTo>
                  <a:pt x="182551" y="29723"/>
                </a:lnTo>
                <a:lnTo>
                  <a:pt x="182046" y="29230"/>
                </a:lnTo>
                <a:lnTo>
                  <a:pt x="181527" y="28755"/>
                </a:lnTo>
                <a:lnTo>
                  <a:pt x="180996" y="28298"/>
                </a:lnTo>
                <a:lnTo>
                  <a:pt x="180451" y="27859"/>
                </a:lnTo>
                <a:lnTo>
                  <a:pt x="179893" y="27438"/>
                </a:lnTo>
                <a:lnTo>
                  <a:pt x="179319" y="27035"/>
                </a:lnTo>
                <a:lnTo>
                  <a:pt x="178730" y="26649"/>
                </a:lnTo>
                <a:lnTo>
                  <a:pt x="178124" y="26280"/>
                </a:lnTo>
                <a:lnTo>
                  <a:pt x="177502" y="25928"/>
                </a:lnTo>
                <a:lnTo>
                  <a:pt x="176864" y="25593"/>
                </a:lnTo>
                <a:lnTo>
                  <a:pt x="176209" y="25276"/>
                </a:lnTo>
                <a:lnTo>
                  <a:pt x="175538" y="24975"/>
                </a:lnTo>
                <a:lnTo>
                  <a:pt x="174851" y="24692"/>
                </a:lnTo>
                <a:lnTo>
                  <a:pt x="174147" y="24426"/>
                </a:lnTo>
                <a:lnTo>
                  <a:pt x="173427" y="24177"/>
                </a:lnTo>
                <a:lnTo>
                  <a:pt x="172691" y="23946"/>
                </a:lnTo>
                <a:lnTo>
                  <a:pt x="171938" y="23731"/>
                </a:lnTo>
                <a:lnTo>
                  <a:pt x="171169" y="23534"/>
                </a:lnTo>
                <a:lnTo>
                  <a:pt x="170383" y="23353"/>
                </a:lnTo>
                <a:lnTo>
                  <a:pt x="169581" y="23190"/>
                </a:lnTo>
                <a:lnTo>
                  <a:pt x="168763" y="23044"/>
                </a:lnTo>
                <a:lnTo>
                  <a:pt x="167929" y="22916"/>
                </a:lnTo>
                <a:lnTo>
                  <a:pt x="167078" y="22804"/>
                </a:lnTo>
                <a:lnTo>
                  <a:pt x="166211" y="22710"/>
                </a:lnTo>
                <a:lnTo>
                  <a:pt x="165327" y="22633"/>
                </a:lnTo>
                <a:lnTo>
                  <a:pt x="164427" y="22572"/>
                </a:lnTo>
                <a:lnTo>
                  <a:pt x="163511" y="22530"/>
                </a:lnTo>
                <a:lnTo>
                  <a:pt x="162579" y="22504"/>
                </a:lnTo>
                <a:lnTo>
                  <a:pt x="161630" y="22495"/>
                </a:lnTo>
                <a:lnTo>
                  <a:pt x="160471" y="22510"/>
                </a:lnTo>
                <a:lnTo>
                  <a:pt x="159332" y="22555"/>
                </a:lnTo>
                <a:lnTo>
                  <a:pt x="158213" y="22631"/>
                </a:lnTo>
                <a:lnTo>
                  <a:pt x="157114" y="22736"/>
                </a:lnTo>
                <a:lnTo>
                  <a:pt x="156036" y="22872"/>
                </a:lnTo>
                <a:lnTo>
                  <a:pt x="154978" y="23037"/>
                </a:lnTo>
                <a:lnTo>
                  <a:pt x="153939" y="23233"/>
                </a:lnTo>
                <a:lnTo>
                  <a:pt x="152921" y="23459"/>
                </a:lnTo>
                <a:lnTo>
                  <a:pt x="151923" y="23715"/>
                </a:lnTo>
                <a:lnTo>
                  <a:pt x="150946" y="24001"/>
                </a:lnTo>
                <a:lnTo>
                  <a:pt x="149988" y="24317"/>
                </a:lnTo>
                <a:lnTo>
                  <a:pt x="149050" y="24663"/>
                </a:lnTo>
                <a:lnTo>
                  <a:pt x="148133" y="25040"/>
                </a:lnTo>
                <a:lnTo>
                  <a:pt x="147236" y="25446"/>
                </a:lnTo>
                <a:lnTo>
                  <a:pt x="146359" y="25883"/>
                </a:lnTo>
                <a:lnTo>
                  <a:pt x="145502" y="26350"/>
                </a:lnTo>
                <a:lnTo>
                  <a:pt x="144665" y="26847"/>
                </a:lnTo>
                <a:lnTo>
                  <a:pt x="143848" y="27374"/>
                </a:lnTo>
                <a:lnTo>
                  <a:pt x="143052" y="27931"/>
                </a:lnTo>
                <a:lnTo>
                  <a:pt x="142275" y="28518"/>
                </a:lnTo>
                <a:lnTo>
                  <a:pt x="141519" y="29135"/>
                </a:lnTo>
                <a:lnTo>
                  <a:pt x="140783" y="29783"/>
                </a:lnTo>
                <a:lnTo>
                  <a:pt x="140067" y="30460"/>
                </a:lnTo>
                <a:lnTo>
                  <a:pt x="139371" y="31168"/>
                </a:lnTo>
                <a:lnTo>
                  <a:pt x="138700" y="31902"/>
                </a:lnTo>
                <a:lnTo>
                  <a:pt x="138057" y="32661"/>
                </a:lnTo>
                <a:lnTo>
                  <a:pt x="137443" y="33444"/>
                </a:lnTo>
                <a:lnTo>
                  <a:pt x="136857" y="34250"/>
                </a:lnTo>
                <a:lnTo>
                  <a:pt x="136300" y="35081"/>
                </a:lnTo>
                <a:lnTo>
                  <a:pt x="135771" y="35935"/>
                </a:lnTo>
                <a:lnTo>
                  <a:pt x="135272" y="36813"/>
                </a:lnTo>
                <a:lnTo>
                  <a:pt x="134800" y="37716"/>
                </a:lnTo>
                <a:lnTo>
                  <a:pt x="134357" y="38642"/>
                </a:lnTo>
                <a:lnTo>
                  <a:pt x="133943" y="39592"/>
                </a:lnTo>
                <a:lnTo>
                  <a:pt x="133557" y="40566"/>
                </a:lnTo>
                <a:lnTo>
                  <a:pt x="133200" y="41564"/>
                </a:lnTo>
                <a:lnTo>
                  <a:pt x="132872" y="42586"/>
                </a:lnTo>
                <a:lnTo>
                  <a:pt x="132572" y="43632"/>
                </a:lnTo>
                <a:lnTo>
                  <a:pt x="132300" y="44702"/>
                </a:lnTo>
                <a:lnTo>
                  <a:pt x="132057" y="45796"/>
                </a:lnTo>
                <a:lnTo>
                  <a:pt x="131843" y="46914"/>
                </a:lnTo>
                <a:lnTo>
                  <a:pt x="131657" y="48056"/>
                </a:lnTo>
                <a:lnTo>
                  <a:pt x="131500" y="49222"/>
                </a:lnTo>
                <a:lnTo>
                  <a:pt x="131372" y="50411"/>
                </a:lnTo>
                <a:lnTo>
                  <a:pt x="131272" y="51625"/>
                </a:lnTo>
                <a:lnTo>
                  <a:pt x="131200" y="52862"/>
                </a:lnTo>
                <a:lnTo>
                  <a:pt x="131157" y="54124"/>
                </a:lnTo>
                <a:lnTo>
                  <a:pt x="131143" y="55409"/>
                </a:lnTo>
                <a:lnTo>
                  <a:pt x="131157" y="56680"/>
                </a:lnTo>
                <a:lnTo>
                  <a:pt x="131200" y="57928"/>
                </a:lnTo>
                <a:lnTo>
                  <a:pt x="131271" y="59153"/>
                </a:lnTo>
                <a:lnTo>
                  <a:pt x="131371" y="60354"/>
                </a:lnTo>
                <a:lnTo>
                  <a:pt x="131499" y="61532"/>
                </a:lnTo>
                <a:lnTo>
                  <a:pt x="131655" y="62687"/>
                </a:lnTo>
                <a:lnTo>
                  <a:pt x="131840" y="63819"/>
                </a:lnTo>
                <a:lnTo>
                  <a:pt x="132054" y="64927"/>
                </a:lnTo>
                <a:lnTo>
                  <a:pt x="132296" y="66012"/>
                </a:lnTo>
                <a:lnTo>
                  <a:pt x="132566" y="67074"/>
                </a:lnTo>
                <a:lnTo>
                  <a:pt x="132865" y="68113"/>
                </a:lnTo>
                <a:lnTo>
                  <a:pt x="133193" y="69128"/>
                </a:lnTo>
                <a:lnTo>
                  <a:pt x="133549" y="70121"/>
                </a:lnTo>
                <a:lnTo>
                  <a:pt x="133933" y="71090"/>
                </a:lnTo>
                <a:lnTo>
                  <a:pt x="134346" y="72036"/>
                </a:lnTo>
                <a:lnTo>
                  <a:pt x="134787" y="72958"/>
                </a:lnTo>
                <a:lnTo>
                  <a:pt x="135257" y="73858"/>
                </a:lnTo>
                <a:lnTo>
                  <a:pt x="135755" y="74734"/>
                </a:lnTo>
                <a:lnTo>
                  <a:pt x="136282" y="75587"/>
                </a:lnTo>
                <a:lnTo>
                  <a:pt x="136837" y="76416"/>
                </a:lnTo>
                <a:lnTo>
                  <a:pt x="137420" y="77223"/>
                </a:lnTo>
                <a:lnTo>
                  <a:pt x="138032" y="78006"/>
                </a:lnTo>
                <a:lnTo>
                  <a:pt x="138673" y="78766"/>
                </a:lnTo>
                <a:lnTo>
                  <a:pt x="139342" y="79503"/>
                </a:lnTo>
                <a:lnTo>
                  <a:pt x="140035" y="80213"/>
                </a:lnTo>
                <a:lnTo>
                  <a:pt x="140747" y="80893"/>
                </a:lnTo>
                <a:lnTo>
                  <a:pt x="141479" y="81542"/>
                </a:lnTo>
                <a:lnTo>
                  <a:pt x="142230" y="82162"/>
                </a:lnTo>
                <a:lnTo>
                  <a:pt x="143001" y="82751"/>
                </a:lnTo>
                <a:lnTo>
                  <a:pt x="143791" y="83310"/>
                </a:lnTo>
                <a:lnTo>
                  <a:pt x="144600" y="83839"/>
                </a:lnTo>
                <a:lnTo>
                  <a:pt x="145429" y="84337"/>
                </a:lnTo>
                <a:lnTo>
                  <a:pt x="146278" y="84806"/>
                </a:lnTo>
                <a:lnTo>
                  <a:pt x="147146" y="85244"/>
                </a:lnTo>
                <a:lnTo>
                  <a:pt x="148033" y="85652"/>
                </a:lnTo>
                <a:lnTo>
                  <a:pt x="148939" y="86030"/>
                </a:lnTo>
                <a:lnTo>
                  <a:pt x="149865" y="86377"/>
                </a:lnTo>
                <a:lnTo>
                  <a:pt x="150811" y="86694"/>
                </a:lnTo>
                <a:lnTo>
                  <a:pt x="151776" y="86981"/>
                </a:lnTo>
                <a:lnTo>
                  <a:pt x="152760" y="87238"/>
                </a:lnTo>
                <a:lnTo>
                  <a:pt x="153764" y="87465"/>
                </a:lnTo>
                <a:lnTo>
                  <a:pt x="154787" y="87661"/>
                </a:lnTo>
                <a:lnTo>
                  <a:pt x="155830" y="87827"/>
                </a:lnTo>
                <a:lnTo>
                  <a:pt x="156892" y="87963"/>
                </a:lnTo>
                <a:lnTo>
                  <a:pt x="157973" y="88069"/>
                </a:lnTo>
                <a:lnTo>
                  <a:pt x="159074" y="88145"/>
                </a:lnTo>
                <a:lnTo>
                  <a:pt x="160194" y="88190"/>
                </a:lnTo>
                <a:lnTo>
                  <a:pt x="161334" y="88205"/>
                </a:lnTo>
                <a:lnTo>
                  <a:pt x="162337" y="88195"/>
                </a:lnTo>
                <a:lnTo>
                  <a:pt x="163322" y="88165"/>
                </a:lnTo>
                <a:lnTo>
                  <a:pt x="164291" y="88115"/>
                </a:lnTo>
                <a:lnTo>
                  <a:pt x="165243" y="88046"/>
                </a:lnTo>
                <a:lnTo>
                  <a:pt x="166177" y="87956"/>
                </a:lnTo>
                <a:lnTo>
                  <a:pt x="167095" y="87846"/>
                </a:lnTo>
                <a:lnTo>
                  <a:pt x="167995" y="87717"/>
                </a:lnTo>
                <a:lnTo>
                  <a:pt x="168878" y="87567"/>
                </a:lnTo>
                <a:lnTo>
                  <a:pt x="169745" y="87398"/>
                </a:lnTo>
                <a:lnTo>
                  <a:pt x="170594" y="87208"/>
                </a:lnTo>
                <a:lnTo>
                  <a:pt x="171426" y="86999"/>
                </a:lnTo>
                <a:lnTo>
                  <a:pt x="172241" y="86769"/>
                </a:lnTo>
                <a:lnTo>
                  <a:pt x="173039" y="86520"/>
                </a:lnTo>
                <a:lnTo>
                  <a:pt x="173820" y="86251"/>
                </a:lnTo>
                <a:lnTo>
                  <a:pt x="174584" y="85962"/>
                </a:lnTo>
                <a:lnTo>
                  <a:pt x="175331" y="85653"/>
                </a:lnTo>
                <a:lnTo>
                  <a:pt x="176061" y="85324"/>
                </a:lnTo>
                <a:lnTo>
                  <a:pt x="176774" y="84975"/>
                </a:lnTo>
                <a:lnTo>
                  <a:pt x="177469" y="84606"/>
                </a:lnTo>
                <a:lnTo>
                  <a:pt x="178148" y="84217"/>
                </a:lnTo>
                <a:lnTo>
                  <a:pt x="178809" y="83809"/>
                </a:lnTo>
                <a:lnTo>
                  <a:pt x="179454" y="83380"/>
                </a:lnTo>
                <a:lnTo>
                  <a:pt x="180081" y="82931"/>
                </a:lnTo>
                <a:lnTo>
                  <a:pt x="180692" y="82463"/>
                </a:lnTo>
                <a:lnTo>
                  <a:pt x="181285" y="81975"/>
                </a:lnTo>
                <a:lnTo>
                  <a:pt x="181863" y="81468"/>
                </a:lnTo>
                <a:lnTo>
                  <a:pt x="182424" y="80941"/>
                </a:lnTo>
                <a:lnTo>
                  <a:pt x="182969" y="80396"/>
                </a:lnTo>
                <a:lnTo>
                  <a:pt x="183498" y="79831"/>
                </a:lnTo>
                <a:lnTo>
                  <a:pt x="184010" y="79248"/>
                </a:lnTo>
                <a:lnTo>
                  <a:pt x="184507" y="78645"/>
                </a:lnTo>
                <a:lnTo>
                  <a:pt x="184987" y="78023"/>
                </a:lnTo>
                <a:lnTo>
                  <a:pt x="185451" y="77382"/>
                </a:lnTo>
                <a:lnTo>
                  <a:pt x="185898" y="76722"/>
                </a:lnTo>
                <a:lnTo>
                  <a:pt x="186330" y="76043"/>
                </a:lnTo>
                <a:lnTo>
                  <a:pt x="186745" y="75344"/>
                </a:lnTo>
                <a:lnTo>
                  <a:pt x="187144" y="74627"/>
                </a:lnTo>
                <a:lnTo>
                  <a:pt x="187526" y="73890"/>
                </a:lnTo>
                <a:lnTo>
                  <a:pt x="187893" y="73135"/>
                </a:lnTo>
                <a:lnTo>
                  <a:pt x="188243" y="72360"/>
                </a:lnTo>
                <a:lnTo>
                  <a:pt x="188577" y="71566"/>
                </a:lnTo>
                <a:lnTo>
                  <a:pt x="188894" y="70753"/>
                </a:lnTo>
                <a:lnTo>
                  <a:pt x="189196" y="69921"/>
                </a:lnTo>
                <a:lnTo>
                  <a:pt x="189481" y="69069"/>
                </a:lnTo>
                <a:lnTo>
                  <a:pt x="189750" y="68199"/>
                </a:lnTo>
                <a:lnTo>
                  <a:pt x="190003" y="67309"/>
                </a:lnTo>
                <a:lnTo>
                  <a:pt x="190239" y="66401"/>
                </a:lnTo>
                <a:lnTo>
                  <a:pt x="190459" y="65473"/>
                </a:lnTo>
                <a:lnTo>
                  <a:pt x="174121" y="62631"/>
                </a:lnTo>
                <a:lnTo>
                  <a:pt x="174014" y="63172"/>
                </a:lnTo>
                <a:lnTo>
                  <a:pt x="173901" y="63700"/>
                </a:lnTo>
                <a:lnTo>
                  <a:pt x="173782" y="64214"/>
                </a:lnTo>
                <a:lnTo>
                  <a:pt x="173657" y="64714"/>
                </a:lnTo>
                <a:lnTo>
                  <a:pt x="173526" y="65201"/>
                </a:lnTo>
                <a:lnTo>
                  <a:pt x="173388" y="65675"/>
                </a:lnTo>
                <a:lnTo>
                  <a:pt x="173244" y="66135"/>
                </a:lnTo>
                <a:lnTo>
                  <a:pt x="173095" y="66581"/>
                </a:lnTo>
                <a:lnTo>
                  <a:pt x="172939" y="67014"/>
                </a:lnTo>
                <a:lnTo>
                  <a:pt x="172776" y="67434"/>
                </a:lnTo>
                <a:lnTo>
                  <a:pt x="172608" y="67840"/>
                </a:lnTo>
                <a:lnTo>
                  <a:pt x="172434" y="68233"/>
                </a:lnTo>
                <a:lnTo>
                  <a:pt x="172253" y="68612"/>
                </a:lnTo>
                <a:lnTo>
                  <a:pt x="172066" y="68978"/>
                </a:lnTo>
                <a:lnTo>
                  <a:pt x="171873" y="69331"/>
                </a:lnTo>
                <a:lnTo>
                  <a:pt x="171674" y="69669"/>
                </a:lnTo>
                <a:lnTo>
                  <a:pt x="171469" y="69995"/>
                </a:lnTo>
                <a:lnTo>
                  <a:pt x="171257" y="70307"/>
                </a:lnTo>
                <a:lnTo>
                  <a:pt x="171039" y="70605"/>
                </a:lnTo>
                <a:lnTo>
                  <a:pt x="170815" y="70890"/>
                </a:lnTo>
                <a:lnTo>
                  <a:pt x="170585" y="71162"/>
                </a:lnTo>
                <a:lnTo>
                  <a:pt x="170349" y="71420"/>
                </a:lnTo>
                <a:lnTo>
                  <a:pt x="170107" y="71665"/>
                </a:lnTo>
                <a:lnTo>
                  <a:pt x="169858" y="71896"/>
                </a:lnTo>
                <a:lnTo>
                  <a:pt x="169604" y="72116"/>
                </a:lnTo>
                <a:lnTo>
                  <a:pt x="169343" y="72326"/>
                </a:lnTo>
                <a:lnTo>
                  <a:pt x="169077" y="72527"/>
                </a:lnTo>
                <a:lnTo>
                  <a:pt x="168804" y="72719"/>
                </a:lnTo>
                <a:lnTo>
                  <a:pt x="168526" y="72901"/>
                </a:lnTo>
                <a:lnTo>
                  <a:pt x="168242" y="73074"/>
                </a:lnTo>
                <a:lnTo>
                  <a:pt x="167951" y="73238"/>
                </a:lnTo>
                <a:lnTo>
                  <a:pt x="167655" y="73392"/>
                </a:lnTo>
                <a:lnTo>
                  <a:pt x="167353" y="73537"/>
                </a:lnTo>
                <a:lnTo>
                  <a:pt x="167044" y="73673"/>
                </a:lnTo>
                <a:lnTo>
                  <a:pt x="166730" y="73799"/>
                </a:lnTo>
                <a:lnTo>
                  <a:pt x="166410" y="73916"/>
                </a:lnTo>
                <a:lnTo>
                  <a:pt x="166084" y="74024"/>
                </a:lnTo>
                <a:lnTo>
                  <a:pt x="165752" y="74122"/>
                </a:lnTo>
                <a:lnTo>
                  <a:pt x="165414" y="74211"/>
                </a:lnTo>
                <a:lnTo>
                  <a:pt x="165070" y="74290"/>
                </a:lnTo>
                <a:lnTo>
                  <a:pt x="164720" y="74360"/>
                </a:lnTo>
                <a:lnTo>
                  <a:pt x="164364" y="74421"/>
                </a:lnTo>
                <a:lnTo>
                  <a:pt x="164002" y="74473"/>
                </a:lnTo>
                <a:lnTo>
                  <a:pt x="163634" y="74515"/>
                </a:lnTo>
                <a:lnTo>
                  <a:pt x="163261" y="74547"/>
                </a:lnTo>
                <a:lnTo>
                  <a:pt x="162881" y="74571"/>
                </a:lnTo>
                <a:lnTo>
                  <a:pt x="162495" y="74585"/>
                </a:lnTo>
                <a:lnTo>
                  <a:pt x="162104" y="74589"/>
                </a:lnTo>
                <a:lnTo>
                  <a:pt x="161580" y="74581"/>
                </a:lnTo>
                <a:lnTo>
                  <a:pt x="161066" y="74558"/>
                </a:lnTo>
                <a:lnTo>
                  <a:pt x="160560" y="74518"/>
                </a:lnTo>
                <a:lnTo>
                  <a:pt x="160064" y="74462"/>
                </a:lnTo>
                <a:lnTo>
                  <a:pt x="159576" y="74390"/>
                </a:lnTo>
                <a:lnTo>
                  <a:pt x="159097" y="74302"/>
                </a:lnTo>
                <a:lnTo>
                  <a:pt x="158628" y="74198"/>
                </a:lnTo>
                <a:lnTo>
                  <a:pt x="158167" y="74078"/>
                </a:lnTo>
                <a:lnTo>
                  <a:pt x="157715" y="73942"/>
                </a:lnTo>
                <a:lnTo>
                  <a:pt x="157272" y="73790"/>
                </a:lnTo>
                <a:lnTo>
                  <a:pt x="156838" y="73623"/>
                </a:lnTo>
                <a:lnTo>
                  <a:pt x="156413" y="73439"/>
                </a:lnTo>
                <a:lnTo>
                  <a:pt x="155997" y="73239"/>
                </a:lnTo>
                <a:lnTo>
                  <a:pt x="155590" y="73023"/>
                </a:lnTo>
                <a:lnTo>
                  <a:pt x="155192" y="72792"/>
                </a:lnTo>
                <a:lnTo>
                  <a:pt x="154802" y="72544"/>
                </a:lnTo>
                <a:lnTo>
                  <a:pt x="154422" y="72280"/>
                </a:lnTo>
                <a:lnTo>
                  <a:pt x="154051" y="72001"/>
                </a:lnTo>
                <a:lnTo>
                  <a:pt x="153688" y="71705"/>
                </a:lnTo>
                <a:lnTo>
                  <a:pt x="153335" y="71393"/>
                </a:lnTo>
                <a:lnTo>
                  <a:pt x="152990" y="71066"/>
                </a:lnTo>
                <a:lnTo>
                  <a:pt x="152655" y="70722"/>
                </a:lnTo>
                <a:lnTo>
                  <a:pt x="152328" y="70362"/>
                </a:lnTo>
                <a:lnTo>
                  <a:pt x="152010" y="69987"/>
                </a:lnTo>
                <a:lnTo>
                  <a:pt x="151704" y="69592"/>
                </a:lnTo>
                <a:lnTo>
                  <a:pt x="151410" y="69174"/>
                </a:lnTo>
                <a:lnTo>
                  <a:pt x="151129" y="68733"/>
                </a:lnTo>
                <a:lnTo>
                  <a:pt x="150862" y="68270"/>
                </a:lnTo>
                <a:lnTo>
                  <a:pt x="150607" y="67784"/>
                </a:lnTo>
                <a:lnTo>
                  <a:pt x="150366" y="67275"/>
                </a:lnTo>
                <a:lnTo>
                  <a:pt x="150137" y="66744"/>
                </a:lnTo>
                <a:lnTo>
                  <a:pt x="149922" y="66189"/>
                </a:lnTo>
                <a:lnTo>
                  <a:pt x="149720" y="65612"/>
                </a:lnTo>
                <a:lnTo>
                  <a:pt x="149530" y="65013"/>
                </a:lnTo>
                <a:lnTo>
                  <a:pt x="149354" y="64390"/>
                </a:lnTo>
                <a:lnTo>
                  <a:pt x="149191" y="63745"/>
                </a:lnTo>
                <a:lnTo>
                  <a:pt x="149041" y="63077"/>
                </a:lnTo>
                <a:lnTo>
                  <a:pt x="148904" y="62386"/>
                </a:lnTo>
                <a:lnTo>
                  <a:pt x="148780" y="61672"/>
                </a:lnTo>
                <a:lnTo>
                  <a:pt x="148669" y="60936"/>
                </a:lnTo>
                <a:lnTo>
                  <a:pt x="148571" y="60177"/>
                </a:lnTo>
                <a:lnTo>
                  <a:pt x="148486" y="59395"/>
                </a:lnTo>
                <a:lnTo>
                  <a:pt x="148414" y="58591"/>
                </a:lnTo>
                <a:lnTo>
                  <a:pt x="148356" y="57764"/>
                </a:lnTo>
                <a:lnTo>
                  <a:pt x="148310" y="56914"/>
                </a:lnTo>
                <a:lnTo>
                  <a:pt x="148277" y="56041"/>
                </a:lnTo>
                <a:lnTo>
                  <a:pt x="148258" y="55145"/>
                </a:lnTo>
                <a:lnTo>
                  <a:pt x="148251" y="54227"/>
                </a:lnTo>
                <a:lnTo>
                  <a:pt x="148258" y="53401"/>
                </a:lnTo>
                <a:lnTo>
                  <a:pt x="148277" y="52595"/>
                </a:lnTo>
                <a:lnTo>
                  <a:pt x="148309" y="51809"/>
                </a:lnTo>
                <a:lnTo>
                  <a:pt x="148354" y="51043"/>
                </a:lnTo>
                <a:lnTo>
                  <a:pt x="148412" y="50297"/>
                </a:lnTo>
                <a:lnTo>
                  <a:pt x="148482" y="49571"/>
                </a:lnTo>
                <a:lnTo>
                  <a:pt x="148566" y="48865"/>
                </a:lnTo>
                <a:lnTo>
                  <a:pt x="148662" y="48178"/>
                </a:lnTo>
                <a:lnTo>
                  <a:pt x="148771" y="47512"/>
                </a:lnTo>
                <a:lnTo>
                  <a:pt x="148894" y="46866"/>
                </a:lnTo>
                <a:lnTo>
                  <a:pt x="149028" y="46240"/>
                </a:lnTo>
                <a:lnTo>
                  <a:pt x="149176" y="45633"/>
                </a:lnTo>
                <a:lnTo>
                  <a:pt x="149337" y="45047"/>
                </a:lnTo>
                <a:lnTo>
                  <a:pt x="149510" y="44481"/>
                </a:lnTo>
                <a:lnTo>
                  <a:pt x="149696" y="43934"/>
                </a:lnTo>
                <a:lnTo>
                  <a:pt x="149896" y="43408"/>
                </a:lnTo>
                <a:lnTo>
                  <a:pt x="150108" y="42902"/>
                </a:lnTo>
                <a:lnTo>
                  <a:pt x="150332" y="42415"/>
                </a:lnTo>
                <a:lnTo>
                  <a:pt x="150570" y="41949"/>
                </a:lnTo>
                <a:lnTo>
                  <a:pt x="150821" y="41502"/>
                </a:lnTo>
                <a:lnTo>
                  <a:pt x="151084" y="41076"/>
                </a:lnTo>
                <a:lnTo>
                  <a:pt x="151360" y="40669"/>
                </a:lnTo>
                <a:lnTo>
                  <a:pt x="151649" y="40283"/>
                </a:lnTo>
                <a:lnTo>
                  <a:pt x="151951" y="39916"/>
                </a:lnTo>
                <a:lnTo>
                  <a:pt x="152264" y="39567"/>
                </a:lnTo>
                <a:lnTo>
                  <a:pt x="152585" y="39233"/>
                </a:lnTo>
                <a:lnTo>
                  <a:pt x="152915" y="38913"/>
                </a:lnTo>
                <a:lnTo>
                  <a:pt x="153254" y="38609"/>
                </a:lnTo>
                <a:lnTo>
                  <a:pt x="153602" y="38319"/>
                </a:lnTo>
                <a:lnTo>
                  <a:pt x="153958" y="38044"/>
                </a:lnTo>
                <a:lnTo>
                  <a:pt x="154323" y="37784"/>
                </a:lnTo>
                <a:lnTo>
                  <a:pt x="154697" y="37539"/>
                </a:lnTo>
                <a:lnTo>
                  <a:pt x="155080" y="37309"/>
                </a:lnTo>
                <a:lnTo>
                  <a:pt x="155471" y="37093"/>
                </a:lnTo>
                <a:lnTo>
                  <a:pt x="155871" y="36893"/>
                </a:lnTo>
                <a:lnTo>
                  <a:pt x="156280" y="36707"/>
                </a:lnTo>
                <a:lnTo>
                  <a:pt x="156697" y="36536"/>
                </a:lnTo>
                <a:lnTo>
                  <a:pt x="157124" y="36380"/>
                </a:lnTo>
                <a:lnTo>
                  <a:pt x="157559" y="36239"/>
                </a:lnTo>
                <a:lnTo>
                  <a:pt x="158002" y="36113"/>
                </a:lnTo>
                <a:lnTo>
                  <a:pt x="158455" y="36001"/>
                </a:lnTo>
                <a:lnTo>
                  <a:pt x="158916" y="35905"/>
                </a:lnTo>
                <a:lnTo>
                  <a:pt x="159386" y="35823"/>
                </a:lnTo>
                <a:lnTo>
                  <a:pt x="159865" y="35756"/>
                </a:lnTo>
                <a:lnTo>
                  <a:pt x="160352" y="35704"/>
                </a:lnTo>
                <a:lnTo>
                  <a:pt x="160848" y="35667"/>
                </a:lnTo>
                <a:lnTo>
                  <a:pt x="161353" y="35645"/>
                </a:lnTo>
                <a:lnTo>
                  <a:pt x="161867" y="35637"/>
                </a:lnTo>
                <a:lnTo>
                  <a:pt x="162253" y="35641"/>
                </a:lnTo>
                <a:lnTo>
                  <a:pt x="162634" y="35654"/>
                </a:lnTo>
                <a:lnTo>
                  <a:pt x="163009" y="35676"/>
                </a:lnTo>
                <a:lnTo>
                  <a:pt x="163377" y="35706"/>
                </a:lnTo>
                <a:lnTo>
                  <a:pt x="163740" y="35744"/>
                </a:lnTo>
                <a:lnTo>
                  <a:pt x="164096" y="35792"/>
                </a:lnTo>
                <a:lnTo>
                  <a:pt x="164446" y="35847"/>
                </a:lnTo>
                <a:lnTo>
                  <a:pt x="164790" y="35912"/>
                </a:lnTo>
                <a:lnTo>
                  <a:pt x="165129" y="35985"/>
                </a:lnTo>
                <a:lnTo>
                  <a:pt x="165461" y="36066"/>
                </a:lnTo>
                <a:lnTo>
                  <a:pt x="165787" y="36156"/>
                </a:lnTo>
                <a:lnTo>
                  <a:pt x="166107" y="36255"/>
                </a:lnTo>
                <a:lnTo>
                  <a:pt x="166421" y="36362"/>
                </a:lnTo>
                <a:lnTo>
                  <a:pt x="166729" y="36478"/>
                </a:lnTo>
                <a:lnTo>
                  <a:pt x="167030" y="36603"/>
                </a:lnTo>
                <a:lnTo>
                  <a:pt x="167326" y="36736"/>
                </a:lnTo>
                <a:lnTo>
                  <a:pt x="167616" y="36877"/>
                </a:lnTo>
                <a:lnTo>
                  <a:pt x="167899" y="37027"/>
                </a:lnTo>
                <a:lnTo>
                  <a:pt x="168177" y="37186"/>
                </a:lnTo>
                <a:lnTo>
                  <a:pt x="168448" y="37354"/>
                </a:lnTo>
                <a:lnTo>
                  <a:pt x="168714" y="37529"/>
                </a:lnTo>
                <a:lnTo>
                  <a:pt x="168973" y="37714"/>
                </a:lnTo>
                <a:lnTo>
                  <a:pt x="169226" y="37907"/>
                </a:lnTo>
                <a:lnTo>
                  <a:pt x="169474" y="38109"/>
                </a:lnTo>
                <a:lnTo>
                  <a:pt x="169714" y="38319"/>
                </a:lnTo>
                <a:lnTo>
                  <a:pt x="169947" y="38537"/>
                </a:lnTo>
                <a:lnTo>
                  <a:pt x="170173" y="38764"/>
                </a:lnTo>
                <a:lnTo>
                  <a:pt x="170392" y="39000"/>
                </a:lnTo>
                <a:lnTo>
                  <a:pt x="170603" y="39243"/>
                </a:lnTo>
                <a:lnTo>
                  <a:pt x="170807" y="39495"/>
                </a:lnTo>
                <a:lnTo>
                  <a:pt x="171004" y="39756"/>
                </a:lnTo>
                <a:lnTo>
                  <a:pt x="171194" y="40024"/>
                </a:lnTo>
                <a:lnTo>
                  <a:pt x="171376" y="40302"/>
                </a:lnTo>
                <a:lnTo>
                  <a:pt x="171551" y="40587"/>
                </a:lnTo>
                <a:lnTo>
                  <a:pt x="171718" y="40881"/>
                </a:lnTo>
                <a:lnTo>
                  <a:pt x="171879" y="41183"/>
                </a:lnTo>
                <a:lnTo>
                  <a:pt x="172032" y="41494"/>
                </a:lnTo>
                <a:lnTo>
                  <a:pt x="172177" y="41813"/>
                </a:lnTo>
                <a:lnTo>
                  <a:pt x="172316" y="42140"/>
                </a:lnTo>
                <a:lnTo>
                  <a:pt x="172447" y="42476"/>
                </a:lnTo>
                <a:lnTo>
                  <a:pt x="172571" y="42820"/>
                </a:lnTo>
                <a:lnTo>
                  <a:pt x="172687" y="43173"/>
                </a:lnTo>
                <a:lnTo>
                  <a:pt x="172796" y="43534"/>
                </a:lnTo>
                <a:lnTo>
                  <a:pt x="172898" y="43903"/>
                </a:lnTo>
                <a:lnTo>
                  <a:pt x="172993" y="44281"/>
                </a:lnTo>
                <a:lnTo>
                  <a:pt x="173080" y="44667"/>
                </a:lnTo>
                <a:lnTo>
                  <a:pt x="173160" y="45061"/>
                </a:lnTo>
                <a:lnTo>
                  <a:pt x="173233" y="45464"/>
                </a:lnTo>
                <a:lnTo>
                  <a:pt x="189631" y="42504"/>
                </a:lnTo>
                <a:lnTo>
                  <a:pt x="189377" y="41670"/>
                </a:lnTo>
                <a:lnTo>
                  <a:pt x="189111" y="40853"/>
                </a:lnTo>
                <a:lnTo>
                  <a:pt x="188831" y="40054"/>
                </a:lnTo>
                <a:lnTo>
                  <a:pt x="188538" y="39274"/>
                </a:lnTo>
                <a:close/>
                <a:moveTo>
                  <a:pt x="245648" y="57982"/>
                </a:moveTo>
                <a:lnTo>
                  <a:pt x="245712" y="58833"/>
                </a:lnTo>
                <a:lnTo>
                  <a:pt x="245790" y="59673"/>
                </a:lnTo>
                <a:lnTo>
                  <a:pt x="245882" y="60502"/>
                </a:lnTo>
                <a:lnTo>
                  <a:pt x="245989" y="61319"/>
                </a:lnTo>
                <a:lnTo>
                  <a:pt x="246109" y="62125"/>
                </a:lnTo>
                <a:lnTo>
                  <a:pt x="246244" y="62919"/>
                </a:lnTo>
                <a:lnTo>
                  <a:pt x="246393" y="63702"/>
                </a:lnTo>
                <a:lnTo>
                  <a:pt x="246556" y="64474"/>
                </a:lnTo>
                <a:lnTo>
                  <a:pt x="246733" y="65234"/>
                </a:lnTo>
                <a:lnTo>
                  <a:pt x="246925" y="65983"/>
                </a:lnTo>
                <a:lnTo>
                  <a:pt x="247130" y="66720"/>
                </a:lnTo>
                <a:lnTo>
                  <a:pt x="247350" y="67446"/>
                </a:lnTo>
                <a:lnTo>
                  <a:pt x="247584" y="68161"/>
                </a:lnTo>
                <a:lnTo>
                  <a:pt x="247832" y="68864"/>
                </a:lnTo>
                <a:lnTo>
                  <a:pt x="248095" y="69556"/>
                </a:lnTo>
                <a:lnTo>
                  <a:pt x="248371" y="70236"/>
                </a:lnTo>
                <a:lnTo>
                  <a:pt x="248662" y="70905"/>
                </a:lnTo>
                <a:lnTo>
                  <a:pt x="248967" y="71562"/>
                </a:lnTo>
                <a:lnTo>
                  <a:pt x="249286" y="72208"/>
                </a:lnTo>
                <a:lnTo>
                  <a:pt x="249619" y="72843"/>
                </a:lnTo>
                <a:lnTo>
                  <a:pt x="249966" y="73466"/>
                </a:lnTo>
                <a:lnTo>
                  <a:pt x="250326" y="74076"/>
                </a:lnTo>
                <a:lnTo>
                  <a:pt x="250699" y="74673"/>
                </a:lnTo>
                <a:lnTo>
                  <a:pt x="251085" y="75258"/>
                </a:lnTo>
                <a:lnTo>
                  <a:pt x="251485" y="75830"/>
                </a:lnTo>
                <a:lnTo>
                  <a:pt x="251897" y="76389"/>
                </a:lnTo>
                <a:lnTo>
                  <a:pt x="252322" y="76936"/>
                </a:lnTo>
                <a:lnTo>
                  <a:pt x="252760" y="77470"/>
                </a:lnTo>
                <a:lnTo>
                  <a:pt x="253212" y="77992"/>
                </a:lnTo>
                <a:lnTo>
                  <a:pt x="253676" y="78501"/>
                </a:lnTo>
                <a:lnTo>
                  <a:pt x="254153" y="78997"/>
                </a:lnTo>
                <a:lnTo>
                  <a:pt x="254644" y="79481"/>
                </a:lnTo>
                <a:lnTo>
                  <a:pt x="255147" y="79952"/>
                </a:lnTo>
                <a:lnTo>
                  <a:pt x="255664" y="80410"/>
                </a:lnTo>
                <a:lnTo>
                  <a:pt x="256194" y="80856"/>
                </a:lnTo>
                <a:lnTo>
                  <a:pt x="256736" y="81289"/>
                </a:lnTo>
                <a:lnTo>
                  <a:pt x="257292" y="81709"/>
                </a:lnTo>
                <a:lnTo>
                  <a:pt x="257861" y="82117"/>
                </a:lnTo>
                <a:lnTo>
                  <a:pt x="258443" y="82512"/>
                </a:lnTo>
                <a:lnTo>
                  <a:pt x="259038" y="82894"/>
                </a:lnTo>
                <a:lnTo>
                  <a:pt x="259646" y="83264"/>
                </a:lnTo>
                <a:lnTo>
                  <a:pt x="260267" y="83622"/>
                </a:lnTo>
                <a:lnTo>
                  <a:pt x="260901" y="83966"/>
                </a:lnTo>
                <a:lnTo>
                  <a:pt x="261548" y="84298"/>
                </a:lnTo>
                <a:lnTo>
                  <a:pt x="262203" y="84617"/>
                </a:lnTo>
                <a:lnTo>
                  <a:pt x="262861" y="84922"/>
                </a:lnTo>
                <a:lnTo>
                  <a:pt x="263521" y="85214"/>
                </a:lnTo>
                <a:lnTo>
                  <a:pt x="264185" y="85492"/>
                </a:lnTo>
                <a:lnTo>
                  <a:pt x="264851" y="85756"/>
                </a:lnTo>
                <a:lnTo>
                  <a:pt x="265520" y="86007"/>
                </a:lnTo>
                <a:lnTo>
                  <a:pt x="266191" y="86245"/>
                </a:lnTo>
                <a:lnTo>
                  <a:pt x="266866" y="86469"/>
                </a:lnTo>
                <a:lnTo>
                  <a:pt x="267543" y="86679"/>
                </a:lnTo>
                <a:lnTo>
                  <a:pt x="268223" y="86876"/>
                </a:lnTo>
                <a:lnTo>
                  <a:pt x="268906" y="87059"/>
                </a:lnTo>
                <a:lnTo>
                  <a:pt x="269591" y="87228"/>
                </a:lnTo>
                <a:lnTo>
                  <a:pt x="270280" y="87384"/>
                </a:lnTo>
                <a:lnTo>
                  <a:pt x="270971" y="87527"/>
                </a:lnTo>
                <a:lnTo>
                  <a:pt x="271665" y="87656"/>
                </a:lnTo>
                <a:lnTo>
                  <a:pt x="272361" y="87771"/>
                </a:lnTo>
                <a:lnTo>
                  <a:pt x="273061" y="87873"/>
                </a:lnTo>
                <a:lnTo>
                  <a:pt x="273763" y="87961"/>
                </a:lnTo>
                <a:lnTo>
                  <a:pt x="274468" y="88035"/>
                </a:lnTo>
                <a:lnTo>
                  <a:pt x="275176" y="88097"/>
                </a:lnTo>
                <a:lnTo>
                  <a:pt x="275886" y="88144"/>
                </a:lnTo>
                <a:lnTo>
                  <a:pt x="276600" y="88178"/>
                </a:lnTo>
                <a:lnTo>
                  <a:pt x="277316" y="88198"/>
                </a:lnTo>
                <a:lnTo>
                  <a:pt x="278035" y="88205"/>
                </a:lnTo>
                <a:lnTo>
                  <a:pt x="279190" y="88189"/>
                </a:lnTo>
                <a:lnTo>
                  <a:pt x="280330" y="88140"/>
                </a:lnTo>
                <a:lnTo>
                  <a:pt x="281453" y="88058"/>
                </a:lnTo>
                <a:lnTo>
                  <a:pt x="282559" y="87944"/>
                </a:lnTo>
                <a:lnTo>
                  <a:pt x="283649" y="87798"/>
                </a:lnTo>
                <a:lnTo>
                  <a:pt x="284722" y="87619"/>
                </a:lnTo>
                <a:lnTo>
                  <a:pt x="285779" y="87407"/>
                </a:lnTo>
                <a:lnTo>
                  <a:pt x="286819" y="87162"/>
                </a:lnTo>
                <a:lnTo>
                  <a:pt x="287842" y="86886"/>
                </a:lnTo>
                <a:lnTo>
                  <a:pt x="288849" y="86576"/>
                </a:lnTo>
                <a:lnTo>
                  <a:pt x="289840" y="86234"/>
                </a:lnTo>
                <a:lnTo>
                  <a:pt x="290814" y="85859"/>
                </a:lnTo>
                <a:lnTo>
                  <a:pt x="291771" y="85452"/>
                </a:lnTo>
                <a:lnTo>
                  <a:pt x="292712" y="85012"/>
                </a:lnTo>
                <a:lnTo>
                  <a:pt x="293636" y="84540"/>
                </a:lnTo>
                <a:lnTo>
                  <a:pt x="294544" y="84035"/>
                </a:lnTo>
                <a:lnTo>
                  <a:pt x="295435" y="83497"/>
                </a:lnTo>
                <a:lnTo>
                  <a:pt x="296310" y="82927"/>
                </a:lnTo>
                <a:lnTo>
                  <a:pt x="297168" y="82324"/>
                </a:lnTo>
                <a:lnTo>
                  <a:pt x="298010" y="81689"/>
                </a:lnTo>
                <a:lnTo>
                  <a:pt x="298835" y="81021"/>
                </a:lnTo>
                <a:lnTo>
                  <a:pt x="299643" y="80321"/>
                </a:lnTo>
                <a:lnTo>
                  <a:pt x="300435" y="79588"/>
                </a:lnTo>
                <a:lnTo>
                  <a:pt x="301211" y="78822"/>
                </a:lnTo>
                <a:lnTo>
                  <a:pt x="301962" y="78032"/>
                </a:lnTo>
                <a:lnTo>
                  <a:pt x="302681" y="77224"/>
                </a:lnTo>
                <a:lnTo>
                  <a:pt x="303368" y="76400"/>
                </a:lnTo>
                <a:lnTo>
                  <a:pt x="304023" y="75559"/>
                </a:lnTo>
                <a:lnTo>
                  <a:pt x="304647" y="74701"/>
                </a:lnTo>
                <a:lnTo>
                  <a:pt x="305238" y="73825"/>
                </a:lnTo>
                <a:lnTo>
                  <a:pt x="305797" y="72933"/>
                </a:lnTo>
                <a:lnTo>
                  <a:pt x="306325" y="72024"/>
                </a:lnTo>
                <a:lnTo>
                  <a:pt x="306820" y="71098"/>
                </a:lnTo>
                <a:lnTo>
                  <a:pt x="307283" y="70155"/>
                </a:lnTo>
                <a:lnTo>
                  <a:pt x="307715" y="69195"/>
                </a:lnTo>
                <a:lnTo>
                  <a:pt x="308115" y="68218"/>
                </a:lnTo>
                <a:lnTo>
                  <a:pt x="308482" y="67224"/>
                </a:lnTo>
                <a:lnTo>
                  <a:pt x="308818" y="66214"/>
                </a:lnTo>
                <a:lnTo>
                  <a:pt x="309121" y="65186"/>
                </a:lnTo>
                <a:lnTo>
                  <a:pt x="309393" y="64141"/>
                </a:lnTo>
                <a:lnTo>
                  <a:pt x="309633" y="63079"/>
                </a:lnTo>
                <a:lnTo>
                  <a:pt x="309841" y="62001"/>
                </a:lnTo>
                <a:lnTo>
                  <a:pt x="310016" y="60905"/>
                </a:lnTo>
                <a:lnTo>
                  <a:pt x="310160" y="59792"/>
                </a:lnTo>
                <a:lnTo>
                  <a:pt x="310272" y="58663"/>
                </a:lnTo>
                <a:lnTo>
                  <a:pt x="310352" y="57516"/>
                </a:lnTo>
                <a:lnTo>
                  <a:pt x="310400" y="56353"/>
                </a:lnTo>
                <a:lnTo>
                  <a:pt x="310416" y="55173"/>
                </a:lnTo>
                <a:lnTo>
                  <a:pt x="310400" y="54002"/>
                </a:lnTo>
                <a:lnTo>
                  <a:pt x="310353" y="52848"/>
                </a:lnTo>
                <a:lnTo>
                  <a:pt x="310273" y="51712"/>
                </a:lnTo>
                <a:lnTo>
                  <a:pt x="310163" y="50592"/>
                </a:lnTo>
                <a:lnTo>
                  <a:pt x="310020" y="49489"/>
                </a:lnTo>
                <a:lnTo>
                  <a:pt x="309846" y="48404"/>
                </a:lnTo>
                <a:lnTo>
                  <a:pt x="309640" y="47335"/>
                </a:lnTo>
                <a:lnTo>
                  <a:pt x="309403" y="46283"/>
                </a:lnTo>
                <a:lnTo>
                  <a:pt x="309134" y="45248"/>
                </a:lnTo>
                <a:lnTo>
                  <a:pt x="308833" y="44230"/>
                </a:lnTo>
                <a:lnTo>
                  <a:pt x="308501" y="43229"/>
                </a:lnTo>
                <a:lnTo>
                  <a:pt x="308137" y="42245"/>
                </a:lnTo>
                <a:lnTo>
                  <a:pt x="307741" y="41278"/>
                </a:lnTo>
                <a:lnTo>
                  <a:pt x="307314" y="40328"/>
                </a:lnTo>
                <a:lnTo>
                  <a:pt x="306855" y="39395"/>
                </a:lnTo>
                <a:lnTo>
                  <a:pt x="306364" y="38479"/>
                </a:lnTo>
                <a:lnTo>
                  <a:pt x="305842" y="37579"/>
                </a:lnTo>
                <a:lnTo>
                  <a:pt x="305288" y="36697"/>
                </a:lnTo>
                <a:lnTo>
                  <a:pt x="304702" y="35832"/>
                </a:lnTo>
                <a:lnTo>
                  <a:pt x="304085" y="34984"/>
                </a:lnTo>
                <a:lnTo>
                  <a:pt x="303436" y="34152"/>
                </a:lnTo>
                <a:lnTo>
                  <a:pt x="302755" y="33338"/>
                </a:lnTo>
                <a:lnTo>
                  <a:pt x="302043" y="32540"/>
                </a:lnTo>
                <a:lnTo>
                  <a:pt x="301299" y="31760"/>
                </a:lnTo>
                <a:lnTo>
                  <a:pt x="300531" y="31004"/>
                </a:lnTo>
                <a:lnTo>
                  <a:pt x="299744" y="30280"/>
                </a:lnTo>
                <a:lnTo>
                  <a:pt x="298940" y="29588"/>
                </a:lnTo>
                <a:lnTo>
                  <a:pt x="298117" y="28929"/>
                </a:lnTo>
                <a:lnTo>
                  <a:pt x="297277" y="28302"/>
                </a:lnTo>
                <a:lnTo>
                  <a:pt x="296419" y="27707"/>
                </a:lnTo>
                <a:lnTo>
                  <a:pt x="295543" y="27144"/>
                </a:lnTo>
                <a:lnTo>
                  <a:pt x="294649" y="26613"/>
                </a:lnTo>
                <a:lnTo>
                  <a:pt x="293738" y="26114"/>
                </a:lnTo>
                <a:lnTo>
                  <a:pt x="292808" y="25648"/>
                </a:lnTo>
                <a:lnTo>
                  <a:pt x="291861" y="25213"/>
                </a:lnTo>
                <a:lnTo>
                  <a:pt x="290895" y="24811"/>
                </a:lnTo>
                <a:lnTo>
                  <a:pt x="289912" y="24441"/>
                </a:lnTo>
                <a:lnTo>
                  <a:pt x="288911" y="24104"/>
                </a:lnTo>
                <a:lnTo>
                  <a:pt x="287892" y="23798"/>
                </a:lnTo>
                <a:lnTo>
                  <a:pt x="286855" y="23525"/>
                </a:lnTo>
                <a:lnTo>
                  <a:pt x="285800" y="23283"/>
                </a:lnTo>
                <a:lnTo>
                  <a:pt x="284728" y="23074"/>
                </a:lnTo>
                <a:lnTo>
                  <a:pt x="283637" y="22897"/>
                </a:lnTo>
                <a:lnTo>
                  <a:pt x="282529" y="22753"/>
                </a:lnTo>
                <a:lnTo>
                  <a:pt x="281402" y="22640"/>
                </a:lnTo>
                <a:lnTo>
                  <a:pt x="280258" y="22560"/>
                </a:lnTo>
                <a:lnTo>
                  <a:pt x="279096" y="22511"/>
                </a:lnTo>
                <a:lnTo>
                  <a:pt x="277916" y="22495"/>
                </a:lnTo>
                <a:lnTo>
                  <a:pt x="277150" y="22502"/>
                </a:lnTo>
                <a:lnTo>
                  <a:pt x="276389" y="22524"/>
                </a:lnTo>
                <a:lnTo>
                  <a:pt x="275635" y="22559"/>
                </a:lnTo>
                <a:lnTo>
                  <a:pt x="274886" y="22609"/>
                </a:lnTo>
                <a:lnTo>
                  <a:pt x="274144" y="22673"/>
                </a:lnTo>
                <a:lnTo>
                  <a:pt x="273408" y="22751"/>
                </a:lnTo>
                <a:lnTo>
                  <a:pt x="272678" y="22843"/>
                </a:lnTo>
                <a:lnTo>
                  <a:pt x="271954" y="22949"/>
                </a:lnTo>
                <a:lnTo>
                  <a:pt x="271236" y="23070"/>
                </a:lnTo>
                <a:lnTo>
                  <a:pt x="270524" y="23204"/>
                </a:lnTo>
                <a:lnTo>
                  <a:pt x="269818" y="23353"/>
                </a:lnTo>
                <a:lnTo>
                  <a:pt x="269118" y="23516"/>
                </a:lnTo>
                <a:lnTo>
                  <a:pt x="268424" y="23694"/>
                </a:lnTo>
                <a:lnTo>
                  <a:pt x="267736" y="23885"/>
                </a:lnTo>
                <a:lnTo>
                  <a:pt x="267055" y="24091"/>
                </a:lnTo>
                <a:lnTo>
                  <a:pt x="266379" y="24311"/>
                </a:lnTo>
                <a:lnTo>
                  <a:pt x="265710" y="24545"/>
                </a:lnTo>
                <a:lnTo>
                  <a:pt x="265046" y="24793"/>
                </a:lnTo>
                <a:lnTo>
                  <a:pt x="264389" y="25055"/>
                </a:lnTo>
                <a:lnTo>
                  <a:pt x="263737" y="25332"/>
                </a:lnTo>
                <a:lnTo>
                  <a:pt x="263092" y="25623"/>
                </a:lnTo>
                <a:lnTo>
                  <a:pt x="262453" y="25927"/>
                </a:lnTo>
                <a:lnTo>
                  <a:pt x="261820" y="26247"/>
                </a:lnTo>
                <a:lnTo>
                  <a:pt x="261193" y="26580"/>
                </a:lnTo>
                <a:lnTo>
                  <a:pt x="260575" y="26927"/>
                </a:lnTo>
                <a:lnTo>
                  <a:pt x="259968" y="27286"/>
                </a:lnTo>
                <a:lnTo>
                  <a:pt x="259374" y="27658"/>
                </a:lnTo>
                <a:lnTo>
                  <a:pt x="258791" y="28043"/>
                </a:lnTo>
                <a:lnTo>
                  <a:pt x="258220" y="28441"/>
                </a:lnTo>
                <a:lnTo>
                  <a:pt x="257661" y="28852"/>
                </a:lnTo>
                <a:lnTo>
                  <a:pt x="257114" y="29275"/>
                </a:lnTo>
                <a:lnTo>
                  <a:pt x="256579" y="29711"/>
                </a:lnTo>
                <a:lnTo>
                  <a:pt x="256055" y="30160"/>
                </a:lnTo>
                <a:lnTo>
                  <a:pt x="255543" y="30621"/>
                </a:lnTo>
                <a:lnTo>
                  <a:pt x="255043" y="31095"/>
                </a:lnTo>
                <a:lnTo>
                  <a:pt x="254555" y="31582"/>
                </a:lnTo>
                <a:lnTo>
                  <a:pt x="254079" y="32082"/>
                </a:lnTo>
                <a:lnTo>
                  <a:pt x="253614" y="32594"/>
                </a:lnTo>
                <a:lnTo>
                  <a:pt x="253162" y="33119"/>
                </a:lnTo>
                <a:lnTo>
                  <a:pt x="252721" y="33657"/>
                </a:lnTo>
                <a:lnTo>
                  <a:pt x="252292" y="34208"/>
                </a:lnTo>
                <a:lnTo>
                  <a:pt x="251875" y="34771"/>
                </a:lnTo>
                <a:lnTo>
                  <a:pt x="251469" y="35348"/>
                </a:lnTo>
                <a:lnTo>
                  <a:pt x="251076" y="35936"/>
                </a:lnTo>
                <a:lnTo>
                  <a:pt x="250694" y="36538"/>
                </a:lnTo>
                <a:lnTo>
                  <a:pt x="250324" y="37153"/>
                </a:lnTo>
                <a:lnTo>
                  <a:pt x="249966" y="37780"/>
                </a:lnTo>
                <a:lnTo>
                  <a:pt x="249619" y="38420"/>
                </a:lnTo>
                <a:lnTo>
                  <a:pt x="249286" y="39067"/>
                </a:lnTo>
                <a:lnTo>
                  <a:pt x="248967" y="39716"/>
                </a:lnTo>
                <a:lnTo>
                  <a:pt x="248662" y="40367"/>
                </a:lnTo>
                <a:lnTo>
                  <a:pt x="248371" y="41019"/>
                </a:lnTo>
                <a:lnTo>
                  <a:pt x="248095" y="41674"/>
                </a:lnTo>
                <a:lnTo>
                  <a:pt x="247832" y="42330"/>
                </a:lnTo>
                <a:lnTo>
                  <a:pt x="247584" y="42989"/>
                </a:lnTo>
                <a:lnTo>
                  <a:pt x="247350" y="43649"/>
                </a:lnTo>
                <a:lnTo>
                  <a:pt x="247130" y="44311"/>
                </a:lnTo>
                <a:lnTo>
                  <a:pt x="246925" y="44974"/>
                </a:lnTo>
                <a:lnTo>
                  <a:pt x="246733" y="45640"/>
                </a:lnTo>
                <a:lnTo>
                  <a:pt x="246556" y="46308"/>
                </a:lnTo>
                <a:lnTo>
                  <a:pt x="246393" y="46977"/>
                </a:lnTo>
                <a:lnTo>
                  <a:pt x="246244" y="47648"/>
                </a:lnTo>
                <a:lnTo>
                  <a:pt x="246109" y="48321"/>
                </a:lnTo>
                <a:lnTo>
                  <a:pt x="245989" y="48996"/>
                </a:lnTo>
                <a:lnTo>
                  <a:pt x="245882" y="49673"/>
                </a:lnTo>
                <a:lnTo>
                  <a:pt x="245790" y="50352"/>
                </a:lnTo>
                <a:lnTo>
                  <a:pt x="245712" y="51032"/>
                </a:lnTo>
                <a:lnTo>
                  <a:pt x="245648" y="51714"/>
                </a:lnTo>
                <a:lnTo>
                  <a:pt x="245599" y="52399"/>
                </a:lnTo>
                <a:lnTo>
                  <a:pt x="245563" y="53085"/>
                </a:lnTo>
                <a:lnTo>
                  <a:pt x="245542" y="53772"/>
                </a:lnTo>
                <a:lnTo>
                  <a:pt x="245535" y="54462"/>
                </a:lnTo>
                <a:lnTo>
                  <a:pt x="245542" y="55359"/>
                </a:lnTo>
                <a:lnTo>
                  <a:pt x="245563" y="56245"/>
                </a:lnTo>
                <a:lnTo>
                  <a:pt x="245599" y="57119"/>
                </a:lnTo>
                <a:lnTo>
                  <a:pt x="245648" y="57982"/>
                </a:lnTo>
                <a:close/>
                <a:moveTo>
                  <a:pt x="262707" y="52364"/>
                </a:moveTo>
                <a:lnTo>
                  <a:pt x="262777" y="51655"/>
                </a:lnTo>
                <a:lnTo>
                  <a:pt x="262861" y="50961"/>
                </a:lnTo>
                <a:lnTo>
                  <a:pt x="262962" y="50283"/>
                </a:lnTo>
                <a:lnTo>
                  <a:pt x="263077" y="49619"/>
                </a:lnTo>
                <a:lnTo>
                  <a:pt x="263208" y="48971"/>
                </a:lnTo>
                <a:lnTo>
                  <a:pt x="263355" y="48338"/>
                </a:lnTo>
                <a:lnTo>
                  <a:pt x="263517" y="47721"/>
                </a:lnTo>
                <a:lnTo>
                  <a:pt x="263694" y="47118"/>
                </a:lnTo>
                <a:lnTo>
                  <a:pt x="263887" y="46530"/>
                </a:lnTo>
                <a:lnTo>
                  <a:pt x="264095" y="45958"/>
                </a:lnTo>
                <a:lnTo>
                  <a:pt x="264318" y="45401"/>
                </a:lnTo>
                <a:lnTo>
                  <a:pt x="264557" y="44859"/>
                </a:lnTo>
                <a:lnTo>
                  <a:pt x="264811" y="44332"/>
                </a:lnTo>
                <a:lnTo>
                  <a:pt x="265081" y="43820"/>
                </a:lnTo>
                <a:lnTo>
                  <a:pt x="265366" y="43324"/>
                </a:lnTo>
                <a:lnTo>
                  <a:pt x="265667" y="42843"/>
                </a:lnTo>
                <a:lnTo>
                  <a:pt x="265983" y="42376"/>
                </a:lnTo>
                <a:lnTo>
                  <a:pt x="266315" y="41925"/>
                </a:lnTo>
                <a:lnTo>
                  <a:pt x="266661" y="41489"/>
                </a:lnTo>
                <a:lnTo>
                  <a:pt x="267024" y="41069"/>
                </a:lnTo>
                <a:lnTo>
                  <a:pt x="267397" y="40664"/>
                </a:lnTo>
                <a:lnTo>
                  <a:pt x="267778" y="40277"/>
                </a:lnTo>
                <a:lnTo>
                  <a:pt x="268166" y="39907"/>
                </a:lnTo>
                <a:lnTo>
                  <a:pt x="268561" y="39554"/>
                </a:lnTo>
                <a:lnTo>
                  <a:pt x="268964" y="39218"/>
                </a:lnTo>
                <a:lnTo>
                  <a:pt x="269373" y="38900"/>
                </a:lnTo>
                <a:lnTo>
                  <a:pt x="269790" y="38598"/>
                </a:lnTo>
                <a:lnTo>
                  <a:pt x="270214" y="38314"/>
                </a:lnTo>
                <a:lnTo>
                  <a:pt x="270645" y="38047"/>
                </a:lnTo>
                <a:lnTo>
                  <a:pt x="271083" y="37798"/>
                </a:lnTo>
                <a:lnTo>
                  <a:pt x="271529" y="37565"/>
                </a:lnTo>
                <a:lnTo>
                  <a:pt x="271982" y="37350"/>
                </a:lnTo>
                <a:lnTo>
                  <a:pt x="272441" y="37152"/>
                </a:lnTo>
                <a:lnTo>
                  <a:pt x="272909" y="36972"/>
                </a:lnTo>
                <a:lnTo>
                  <a:pt x="273383" y="36808"/>
                </a:lnTo>
                <a:lnTo>
                  <a:pt x="273864" y="36662"/>
                </a:lnTo>
                <a:lnTo>
                  <a:pt x="274353" y="36533"/>
                </a:lnTo>
                <a:lnTo>
                  <a:pt x="274849" y="36421"/>
                </a:lnTo>
                <a:lnTo>
                  <a:pt x="275352" y="36326"/>
                </a:lnTo>
                <a:lnTo>
                  <a:pt x="275862" y="36249"/>
                </a:lnTo>
                <a:lnTo>
                  <a:pt x="276380" y="36188"/>
                </a:lnTo>
                <a:lnTo>
                  <a:pt x="276904" y="36145"/>
                </a:lnTo>
                <a:lnTo>
                  <a:pt x="277436" y="36119"/>
                </a:lnTo>
                <a:lnTo>
                  <a:pt x="277975" y="36111"/>
                </a:lnTo>
                <a:lnTo>
                  <a:pt x="278514" y="36119"/>
                </a:lnTo>
                <a:lnTo>
                  <a:pt x="279046" y="36145"/>
                </a:lnTo>
                <a:lnTo>
                  <a:pt x="279570" y="36188"/>
                </a:lnTo>
                <a:lnTo>
                  <a:pt x="280088" y="36249"/>
                </a:lnTo>
                <a:lnTo>
                  <a:pt x="280597" y="36326"/>
                </a:lnTo>
                <a:lnTo>
                  <a:pt x="281100" y="36421"/>
                </a:lnTo>
                <a:lnTo>
                  <a:pt x="281595" y="36533"/>
                </a:lnTo>
                <a:lnTo>
                  <a:pt x="282083" y="36662"/>
                </a:lnTo>
                <a:lnTo>
                  <a:pt x="282564" y="36808"/>
                </a:lnTo>
                <a:lnTo>
                  <a:pt x="283037" y="36972"/>
                </a:lnTo>
                <a:lnTo>
                  <a:pt x="283503" y="37152"/>
                </a:lnTo>
                <a:lnTo>
                  <a:pt x="283962" y="37350"/>
                </a:lnTo>
                <a:lnTo>
                  <a:pt x="284413" y="37565"/>
                </a:lnTo>
                <a:lnTo>
                  <a:pt x="284857" y="37798"/>
                </a:lnTo>
                <a:lnTo>
                  <a:pt x="285294" y="38047"/>
                </a:lnTo>
                <a:lnTo>
                  <a:pt x="285724" y="38314"/>
                </a:lnTo>
                <a:lnTo>
                  <a:pt x="286146" y="38598"/>
                </a:lnTo>
                <a:lnTo>
                  <a:pt x="286561" y="38900"/>
                </a:lnTo>
                <a:lnTo>
                  <a:pt x="286969" y="39218"/>
                </a:lnTo>
                <a:lnTo>
                  <a:pt x="287369" y="39554"/>
                </a:lnTo>
                <a:lnTo>
                  <a:pt x="287762" y="39907"/>
                </a:lnTo>
                <a:lnTo>
                  <a:pt x="288148" y="40277"/>
                </a:lnTo>
                <a:lnTo>
                  <a:pt x="288526" y="40664"/>
                </a:lnTo>
                <a:lnTo>
                  <a:pt x="288897" y="41069"/>
                </a:lnTo>
                <a:lnTo>
                  <a:pt x="289257" y="41489"/>
                </a:lnTo>
                <a:lnTo>
                  <a:pt x="289602" y="41924"/>
                </a:lnTo>
                <a:lnTo>
                  <a:pt x="289931" y="42374"/>
                </a:lnTo>
                <a:lnTo>
                  <a:pt x="290245" y="42839"/>
                </a:lnTo>
                <a:lnTo>
                  <a:pt x="290544" y="43319"/>
                </a:lnTo>
                <a:lnTo>
                  <a:pt x="290827" y="43813"/>
                </a:lnTo>
                <a:lnTo>
                  <a:pt x="291095" y="44322"/>
                </a:lnTo>
                <a:lnTo>
                  <a:pt x="291348" y="44846"/>
                </a:lnTo>
                <a:lnTo>
                  <a:pt x="291585" y="45384"/>
                </a:lnTo>
                <a:lnTo>
                  <a:pt x="291807" y="45938"/>
                </a:lnTo>
                <a:lnTo>
                  <a:pt x="292014" y="46506"/>
                </a:lnTo>
                <a:lnTo>
                  <a:pt x="292205" y="47088"/>
                </a:lnTo>
                <a:lnTo>
                  <a:pt x="292381" y="47686"/>
                </a:lnTo>
                <a:lnTo>
                  <a:pt x="292542" y="48298"/>
                </a:lnTo>
                <a:lnTo>
                  <a:pt x="292687" y="48925"/>
                </a:lnTo>
                <a:lnTo>
                  <a:pt x="292818" y="49567"/>
                </a:lnTo>
                <a:lnTo>
                  <a:pt x="292932" y="50223"/>
                </a:lnTo>
                <a:lnTo>
                  <a:pt x="293032" y="50895"/>
                </a:lnTo>
                <a:lnTo>
                  <a:pt x="293116" y="51581"/>
                </a:lnTo>
                <a:lnTo>
                  <a:pt x="293185" y="52281"/>
                </a:lnTo>
                <a:lnTo>
                  <a:pt x="293239" y="52997"/>
                </a:lnTo>
                <a:lnTo>
                  <a:pt x="293277" y="53727"/>
                </a:lnTo>
                <a:lnTo>
                  <a:pt x="293300" y="54472"/>
                </a:lnTo>
                <a:lnTo>
                  <a:pt x="293308" y="55232"/>
                </a:lnTo>
                <a:lnTo>
                  <a:pt x="293300" y="56011"/>
                </a:lnTo>
                <a:lnTo>
                  <a:pt x="293277" y="56774"/>
                </a:lnTo>
                <a:lnTo>
                  <a:pt x="293239" y="57522"/>
                </a:lnTo>
                <a:lnTo>
                  <a:pt x="293185" y="58255"/>
                </a:lnTo>
                <a:lnTo>
                  <a:pt x="293116" y="58971"/>
                </a:lnTo>
                <a:lnTo>
                  <a:pt x="293032" y="59673"/>
                </a:lnTo>
                <a:lnTo>
                  <a:pt x="292932" y="60358"/>
                </a:lnTo>
                <a:lnTo>
                  <a:pt x="292818" y="61028"/>
                </a:lnTo>
                <a:lnTo>
                  <a:pt x="292687" y="61683"/>
                </a:lnTo>
                <a:lnTo>
                  <a:pt x="292542" y="62322"/>
                </a:lnTo>
                <a:lnTo>
                  <a:pt x="292381" y="62945"/>
                </a:lnTo>
                <a:lnTo>
                  <a:pt x="292205" y="63553"/>
                </a:lnTo>
                <a:lnTo>
                  <a:pt x="292014" y="64145"/>
                </a:lnTo>
                <a:lnTo>
                  <a:pt x="291807" y="64722"/>
                </a:lnTo>
                <a:lnTo>
                  <a:pt x="291585" y="65283"/>
                </a:lnTo>
                <a:lnTo>
                  <a:pt x="291348" y="65828"/>
                </a:lnTo>
                <a:lnTo>
                  <a:pt x="291095" y="66358"/>
                </a:lnTo>
                <a:lnTo>
                  <a:pt x="290827" y="66872"/>
                </a:lnTo>
                <a:lnTo>
                  <a:pt x="290544" y="67371"/>
                </a:lnTo>
                <a:lnTo>
                  <a:pt x="290245" y="67854"/>
                </a:lnTo>
                <a:lnTo>
                  <a:pt x="289931" y="68322"/>
                </a:lnTo>
                <a:lnTo>
                  <a:pt x="289602" y="68774"/>
                </a:lnTo>
                <a:lnTo>
                  <a:pt x="289257" y="69211"/>
                </a:lnTo>
                <a:lnTo>
                  <a:pt x="288897" y="69632"/>
                </a:lnTo>
                <a:lnTo>
                  <a:pt x="288526" y="70036"/>
                </a:lnTo>
                <a:lnTo>
                  <a:pt x="288148" y="70424"/>
                </a:lnTo>
                <a:lnTo>
                  <a:pt x="287762" y="70794"/>
                </a:lnTo>
                <a:lnTo>
                  <a:pt x="287369" y="71147"/>
                </a:lnTo>
                <a:lnTo>
                  <a:pt x="286969" y="71482"/>
                </a:lnTo>
                <a:lnTo>
                  <a:pt x="286561" y="71801"/>
                </a:lnTo>
                <a:lnTo>
                  <a:pt x="286146" y="72102"/>
                </a:lnTo>
                <a:lnTo>
                  <a:pt x="285724" y="72386"/>
                </a:lnTo>
                <a:lnTo>
                  <a:pt x="285294" y="72653"/>
                </a:lnTo>
                <a:lnTo>
                  <a:pt x="284857" y="72902"/>
                </a:lnTo>
                <a:lnTo>
                  <a:pt x="284413" y="73135"/>
                </a:lnTo>
                <a:lnTo>
                  <a:pt x="283962" y="73350"/>
                </a:lnTo>
                <a:lnTo>
                  <a:pt x="283503" y="73548"/>
                </a:lnTo>
                <a:lnTo>
                  <a:pt x="283037" y="73729"/>
                </a:lnTo>
                <a:lnTo>
                  <a:pt x="282564" y="73892"/>
                </a:lnTo>
                <a:lnTo>
                  <a:pt x="282083" y="74039"/>
                </a:lnTo>
                <a:lnTo>
                  <a:pt x="281595" y="74168"/>
                </a:lnTo>
                <a:lnTo>
                  <a:pt x="281100" y="74280"/>
                </a:lnTo>
                <a:lnTo>
                  <a:pt x="280597" y="74374"/>
                </a:lnTo>
                <a:lnTo>
                  <a:pt x="280088" y="74452"/>
                </a:lnTo>
                <a:lnTo>
                  <a:pt x="279570" y="74512"/>
                </a:lnTo>
                <a:lnTo>
                  <a:pt x="279046" y="74555"/>
                </a:lnTo>
                <a:lnTo>
                  <a:pt x="278514" y="74581"/>
                </a:lnTo>
                <a:lnTo>
                  <a:pt x="277975" y="74589"/>
                </a:lnTo>
                <a:lnTo>
                  <a:pt x="277436" y="74581"/>
                </a:lnTo>
                <a:lnTo>
                  <a:pt x="276904" y="74555"/>
                </a:lnTo>
                <a:lnTo>
                  <a:pt x="276380" y="74512"/>
                </a:lnTo>
                <a:lnTo>
                  <a:pt x="275862" y="74452"/>
                </a:lnTo>
                <a:lnTo>
                  <a:pt x="275352" y="74374"/>
                </a:lnTo>
                <a:lnTo>
                  <a:pt x="274849" y="74280"/>
                </a:lnTo>
                <a:lnTo>
                  <a:pt x="274353" y="74168"/>
                </a:lnTo>
                <a:lnTo>
                  <a:pt x="273864" y="74039"/>
                </a:lnTo>
                <a:lnTo>
                  <a:pt x="273383" y="73892"/>
                </a:lnTo>
                <a:lnTo>
                  <a:pt x="272909" y="73729"/>
                </a:lnTo>
                <a:lnTo>
                  <a:pt x="272441" y="73548"/>
                </a:lnTo>
                <a:lnTo>
                  <a:pt x="271982" y="73350"/>
                </a:lnTo>
                <a:lnTo>
                  <a:pt x="271529" y="73135"/>
                </a:lnTo>
                <a:lnTo>
                  <a:pt x="271083" y="72902"/>
                </a:lnTo>
                <a:lnTo>
                  <a:pt x="270645" y="72653"/>
                </a:lnTo>
                <a:lnTo>
                  <a:pt x="270214" y="72386"/>
                </a:lnTo>
                <a:lnTo>
                  <a:pt x="269790" y="72102"/>
                </a:lnTo>
                <a:lnTo>
                  <a:pt x="269373" y="71801"/>
                </a:lnTo>
                <a:lnTo>
                  <a:pt x="268964" y="71482"/>
                </a:lnTo>
                <a:lnTo>
                  <a:pt x="268561" y="71147"/>
                </a:lnTo>
                <a:lnTo>
                  <a:pt x="268166" y="70794"/>
                </a:lnTo>
                <a:lnTo>
                  <a:pt x="267778" y="70424"/>
                </a:lnTo>
                <a:lnTo>
                  <a:pt x="267397" y="70036"/>
                </a:lnTo>
                <a:lnTo>
                  <a:pt x="267024" y="69632"/>
                </a:lnTo>
                <a:lnTo>
                  <a:pt x="266661" y="69211"/>
                </a:lnTo>
                <a:lnTo>
                  <a:pt x="266315" y="68775"/>
                </a:lnTo>
                <a:lnTo>
                  <a:pt x="265983" y="68324"/>
                </a:lnTo>
                <a:lnTo>
                  <a:pt x="265667" y="67858"/>
                </a:lnTo>
                <a:lnTo>
                  <a:pt x="265366" y="67376"/>
                </a:lnTo>
                <a:lnTo>
                  <a:pt x="265081" y="66880"/>
                </a:lnTo>
                <a:lnTo>
                  <a:pt x="264811" y="66368"/>
                </a:lnTo>
                <a:lnTo>
                  <a:pt x="264557" y="65841"/>
                </a:lnTo>
                <a:lnTo>
                  <a:pt x="264318" y="65299"/>
                </a:lnTo>
                <a:lnTo>
                  <a:pt x="264095" y="64742"/>
                </a:lnTo>
                <a:lnTo>
                  <a:pt x="263887" y="64170"/>
                </a:lnTo>
                <a:lnTo>
                  <a:pt x="263694" y="63582"/>
                </a:lnTo>
                <a:lnTo>
                  <a:pt x="263517" y="62980"/>
                </a:lnTo>
                <a:lnTo>
                  <a:pt x="263355" y="62362"/>
                </a:lnTo>
                <a:lnTo>
                  <a:pt x="263208" y="61729"/>
                </a:lnTo>
                <a:lnTo>
                  <a:pt x="263077" y="61081"/>
                </a:lnTo>
                <a:lnTo>
                  <a:pt x="262962" y="60418"/>
                </a:lnTo>
                <a:lnTo>
                  <a:pt x="262861" y="59739"/>
                </a:lnTo>
                <a:lnTo>
                  <a:pt x="262777" y="59046"/>
                </a:lnTo>
                <a:lnTo>
                  <a:pt x="262707" y="58337"/>
                </a:lnTo>
                <a:lnTo>
                  <a:pt x="262653" y="57613"/>
                </a:lnTo>
                <a:lnTo>
                  <a:pt x="262615" y="56874"/>
                </a:lnTo>
                <a:lnTo>
                  <a:pt x="262592" y="56120"/>
                </a:lnTo>
                <a:lnTo>
                  <a:pt x="262584" y="55350"/>
                </a:lnTo>
                <a:lnTo>
                  <a:pt x="262592" y="54581"/>
                </a:lnTo>
                <a:lnTo>
                  <a:pt x="262615" y="53827"/>
                </a:lnTo>
                <a:lnTo>
                  <a:pt x="262653" y="53087"/>
                </a:lnTo>
                <a:lnTo>
                  <a:pt x="262707" y="52364"/>
                </a:lnTo>
                <a:close/>
                <a:moveTo>
                  <a:pt x="318512" y="71774"/>
                </a:moveTo>
                <a:lnTo>
                  <a:pt x="318785" y="72458"/>
                </a:lnTo>
                <a:lnTo>
                  <a:pt x="319076" y="73130"/>
                </a:lnTo>
                <a:lnTo>
                  <a:pt x="319386" y="73788"/>
                </a:lnTo>
                <a:lnTo>
                  <a:pt x="319713" y="74434"/>
                </a:lnTo>
                <a:lnTo>
                  <a:pt x="320058" y="75067"/>
                </a:lnTo>
                <a:lnTo>
                  <a:pt x="320421" y="75687"/>
                </a:lnTo>
                <a:lnTo>
                  <a:pt x="320803" y="76294"/>
                </a:lnTo>
                <a:lnTo>
                  <a:pt x="321202" y="76889"/>
                </a:lnTo>
                <a:lnTo>
                  <a:pt x="321619" y="77470"/>
                </a:lnTo>
                <a:lnTo>
                  <a:pt x="322054" y="78038"/>
                </a:lnTo>
                <a:lnTo>
                  <a:pt x="322508" y="78594"/>
                </a:lnTo>
                <a:lnTo>
                  <a:pt x="322979" y="79136"/>
                </a:lnTo>
                <a:lnTo>
                  <a:pt x="323468" y="79666"/>
                </a:lnTo>
                <a:lnTo>
                  <a:pt x="323975" y="80183"/>
                </a:lnTo>
                <a:lnTo>
                  <a:pt x="324500" y="80687"/>
                </a:lnTo>
                <a:lnTo>
                  <a:pt x="325043" y="81177"/>
                </a:lnTo>
                <a:lnTo>
                  <a:pt x="325604" y="81656"/>
                </a:lnTo>
                <a:lnTo>
                  <a:pt x="326183" y="82121"/>
                </a:lnTo>
                <a:lnTo>
                  <a:pt x="326780" y="82573"/>
                </a:lnTo>
                <a:lnTo>
                  <a:pt x="327396" y="83012"/>
                </a:lnTo>
                <a:lnTo>
                  <a:pt x="328029" y="83436"/>
                </a:lnTo>
                <a:lnTo>
                  <a:pt x="328681" y="83842"/>
                </a:lnTo>
                <a:lnTo>
                  <a:pt x="329351" y="84229"/>
                </a:lnTo>
                <a:lnTo>
                  <a:pt x="330041" y="84599"/>
                </a:lnTo>
                <a:lnTo>
                  <a:pt x="330748" y="84951"/>
                </a:lnTo>
                <a:lnTo>
                  <a:pt x="331475" y="85284"/>
                </a:lnTo>
                <a:lnTo>
                  <a:pt x="332220" y="85600"/>
                </a:lnTo>
                <a:lnTo>
                  <a:pt x="332983" y="85897"/>
                </a:lnTo>
                <a:lnTo>
                  <a:pt x="333765" y="86177"/>
                </a:lnTo>
                <a:lnTo>
                  <a:pt x="334566" y="86438"/>
                </a:lnTo>
                <a:lnTo>
                  <a:pt x="335385" y="86681"/>
                </a:lnTo>
                <a:lnTo>
                  <a:pt x="336223" y="86907"/>
                </a:lnTo>
                <a:lnTo>
                  <a:pt x="337080" y="87114"/>
                </a:lnTo>
                <a:lnTo>
                  <a:pt x="337955" y="87304"/>
                </a:lnTo>
                <a:lnTo>
                  <a:pt x="338849" y="87475"/>
                </a:lnTo>
                <a:lnTo>
                  <a:pt x="339761" y="87628"/>
                </a:lnTo>
                <a:lnTo>
                  <a:pt x="340692" y="87763"/>
                </a:lnTo>
                <a:lnTo>
                  <a:pt x="341642" y="87880"/>
                </a:lnTo>
                <a:lnTo>
                  <a:pt x="342610" y="87980"/>
                </a:lnTo>
                <a:lnTo>
                  <a:pt x="343597" y="88061"/>
                </a:lnTo>
                <a:lnTo>
                  <a:pt x="344602" y="88124"/>
                </a:lnTo>
                <a:lnTo>
                  <a:pt x="345626" y="88169"/>
                </a:lnTo>
                <a:lnTo>
                  <a:pt x="346669" y="88196"/>
                </a:lnTo>
                <a:lnTo>
                  <a:pt x="347730" y="88205"/>
                </a:lnTo>
                <a:lnTo>
                  <a:pt x="348897" y="88194"/>
                </a:lnTo>
                <a:lnTo>
                  <a:pt x="350040" y="88162"/>
                </a:lnTo>
                <a:lnTo>
                  <a:pt x="351159" y="88108"/>
                </a:lnTo>
                <a:lnTo>
                  <a:pt x="352254" y="88032"/>
                </a:lnTo>
                <a:lnTo>
                  <a:pt x="353325" y="87935"/>
                </a:lnTo>
                <a:lnTo>
                  <a:pt x="354371" y="87816"/>
                </a:lnTo>
                <a:lnTo>
                  <a:pt x="355394" y="87676"/>
                </a:lnTo>
                <a:lnTo>
                  <a:pt x="356393" y="87514"/>
                </a:lnTo>
                <a:lnTo>
                  <a:pt x="357367" y="87330"/>
                </a:lnTo>
                <a:lnTo>
                  <a:pt x="358318" y="87125"/>
                </a:lnTo>
                <a:lnTo>
                  <a:pt x="359244" y="86899"/>
                </a:lnTo>
                <a:lnTo>
                  <a:pt x="360147" y="86650"/>
                </a:lnTo>
                <a:lnTo>
                  <a:pt x="361025" y="86380"/>
                </a:lnTo>
                <a:lnTo>
                  <a:pt x="361880" y="86089"/>
                </a:lnTo>
                <a:lnTo>
                  <a:pt x="362710" y="85776"/>
                </a:lnTo>
                <a:lnTo>
                  <a:pt x="363516" y="85441"/>
                </a:lnTo>
                <a:lnTo>
                  <a:pt x="364298" y="85084"/>
                </a:lnTo>
                <a:lnTo>
                  <a:pt x="365057" y="84707"/>
                </a:lnTo>
                <a:lnTo>
                  <a:pt x="365791" y="84307"/>
                </a:lnTo>
                <a:lnTo>
                  <a:pt x="366501" y="83886"/>
                </a:lnTo>
                <a:lnTo>
                  <a:pt x="367187" y="83443"/>
                </a:lnTo>
                <a:lnTo>
                  <a:pt x="367849" y="82979"/>
                </a:lnTo>
                <a:lnTo>
                  <a:pt x="368487" y="82493"/>
                </a:lnTo>
                <a:lnTo>
                  <a:pt x="369101" y="81986"/>
                </a:lnTo>
                <a:lnTo>
                  <a:pt x="369690" y="81463"/>
                </a:lnTo>
                <a:lnTo>
                  <a:pt x="370254" y="80932"/>
                </a:lnTo>
                <a:lnTo>
                  <a:pt x="370793" y="80393"/>
                </a:lnTo>
                <a:lnTo>
                  <a:pt x="371307" y="79845"/>
                </a:lnTo>
                <a:lnTo>
                  <a:pt x="371796" y="79289"/>
                </a:lnTo>
                <a:lnTo>
                  <a:pt x="372260" y="78724"/>
                </a:lnTo>
                <a:lnTo>
                  <a:pt x="372699" y="78151"/>
                </a:lnTo>
                <a:lnTo>
                  <a:pt x="373113" y="77569"/>
                </a:lnTo>
                <a:lnTo>
                  <a:pt x="373502" y="76979"/>
                </a:lnTo>
                <a:lnTo>
                  <a:pt x="373865" y="76381"/>
                </a:lnTo>
                <a:lnTo>
                  <a:pt x="374204" y="75774"/>
                </a:lnTo>
                <a:lnTo>
                  <a:pt x="374517" y="75159"/>
                </a:lnTo>
                <a:lnTo>
                  <a:pt x="374806" y="74535"/>
                </a:lnTo>
                <a:lnTo>
                  <a:pt x="375069" y="73903"/>
                </a:lnTo>
                <a:lnTo>
                  <a:pt x="375307" y="73262"/>
                </a:lnTo>
                <a:lnTo>
                  <a:pt x="375520" y="72613"/>
                </a:lnTo>
                <a:lnTo>
                  <a:pt x="375708" y="71956"/>
                </a:lnTo>
                <a:lnTo>
                  <a:pt x="375871" y="71290"/>
                </a:lnTo>
                <a:lnTo>
                  <a:pt x="376009" y="70616"/>
                </a:lnTo>
                <a:lnTo>
                  <a:pt x="376122" y="69933"/>
                </a:lnTo>
                <a:lnTo>
                  <a:pt x="376210" y="69242"/>
                </a:lnTo>
                <a:lnTo>
                  <a:pt x="376273" y="68542"/>
                </a:lnTo>
                <a:lnTo>
                  <a:pt x="376310" y="67834"/>
                </a:lnTo>
                <a:lnTo>
                  <a:pt x="376323" y="67118"/>
                </a:lnTo>
                <a:lnTo>
                  <a:pt x="376314" y="66462"/>
                </a:lnTo>
                <a:lnTo>
                  <a:pt x="376287" y="65819"/>
                </a:lnTo>
                <a:lnTo>
                  <a:pt x="376241" y="65188"/>
                </a:lnTo>
                <a:lnTo>
                  <a:pt x="376178" y="64569"/>
                </a:lnTo>
                <a:lnTo>
                  <a:pt x="376097" y="63962"/>
                </a:lnTo>
                <a:lnTo>
                  <a:pt x="375997" y="63368"/>
                </a:lnTo>
                <a:lnTo>
                  <a:pt x="375880" y="62785"/>
                </a:lnTo>
                <a:lnTo>
                  <a:pt x="375744" y="62215"/>
                </a:lnTo>
                <a:lnTo>
                  <a:pt x="375590" y="61657"/>
                </a:lnTo>
                <a:lnTo>
                  <a:pt x="375418" y="61110"/>
                </a:lnTo>
                <a:lnTo>
                  <a:pt x="375228" y="60576"/>
                </a:lnTo>
                <a:lnTo>
                  <a:pt x="375020" y="60055"/>
                </a:lnTo>
                <a:lnTo>
                  <a:pt x="374794" y="59545"/>
                </a:lnTo>
                <a:lnTo>
                  <a:pt x="374550" y="59047"/>
                </a:lnTo>
                <a:lnTo>
                  <a:pt x="374288" y="58562"/>
                </a:lnTo>
                <a:lnTo>
                  <a:pt x="374007" y="58088"/>
                </a:lnTo>
                <a:lnTo>
                  <a:pt x="373709" y="57627"/>
                </a:lnTo>
                <a:lnTo>
                  <a:pt x="373392" y="57178"/>
                </a:lnTo>
                <a:lnTo>
                  <a:pt x="373058" y="56741"/>
                </a:lnTo>
                <a:lnTo>
                  <a:pt x="372705" y="56316"/>
                </a:lnTo>
                <a:lnTo>
                  <a:pt x="372334" y="55903"/>
                </a:lnTo>
                <a:lnTo>
                  <a:pt x="371945" y="55503"/>
                </a:lnTo>
                <a:lnTo>
                  <a:pt x="371538" y="55114"/>
                </a:lnTo>
                <a:lnTo>
                  <a:pt x="371113" y="54738"/>
                </a:lnTo>
                <a:lnTo>
                  <a:pt x="370660" y="54375"/>
                </a:lnTo>
                <a:lnTo>
                  <a:pt x="370179" y="54017"/>
                </a:lnTo>
                <a:lnTo>
                  <a:pt x="369671" y="53664"/>
                </a:lnTo>
                <a:lnTo>
                  <a:pt x="369134" y="53315"/>
                </a:lnTo>
                <a:lnTo>
                  <a:pt x="368570" y="52971"/>
                </a:lnTo>
                <a:lnTo>
                  <a:pt x="367978" y="52632"/>
                </a:lnTo>
                <a:lnTo>
                  <a:pt x="367358" y="52298"/>
                </a:lnTo>
                <a:lnTo>
                  <a:pt x="366710" y="51968"/>
                </a:lnTo>
                <a:lnTo>
                  <a:pt x="366034" y="51643"/>
                </a:lnTo>
                <a:lnTo>
                  <a:pt x="365330" y="51323"/>
                </a:lnTo>
                <a:lnTo>
                  <a:pt x="364599" y="51008"/>
                </a:lnTo>
                <a:lnTo>
                  <a:pt x="363839" y="50697"/>
                </a:lnTo>
                <a:lnTo>
                  <a:pt x="363052" y="50391"/>
                </a:lnTo>
                <a:lnTo>
                  <a:pt x="362237" y="50090"/>
                </a:lnTo>
                <a:lnTo>
                  <a:pt x="361394" y="49794"/>
                </a:lnTo>
                <a:lnTo>
                  <a:pt x="360523" y="49502"/>
                </a:lnTo>
                <a:lnTo>
                  <a:pt x="359625" y="49215"/>
                </a:lnTo>
                <a:lnTo>
                  <a:pt x="358698" y="48933"/>
                </a:lnTo>
                <a:lnTo>
                  <a:pt x="357744" y="48656"/>
                </a:lnTo>
                <a:lnTo>
                  <a:pt x="356762" y="48383"/>
                </a:lnTo>
                <a:lnTo>
                  <a:pt x="355752" y="48115"/>
                </a:lnTo>
                <a:lnTo>
                  <a:pt x="354714" y="47852"/>
                </a:lnTo>
                <a:lnTo>
                  <a:pt x="353648" y="47594"/>
                </a:lnTo>
                <a:lnTo>
                  <a:pt x="352555" y="47340"/>
                </a:lnTo>
                <a:lnTo>
                  <a:pt x="351466" y="47091"/>
                </a:lnTo>
                <a:lnTo>
                  <a:pt x="350416" y="46847"/>
                </a:lnTo>
                <a:lnTo>
                  <a:pt x="349405" y="46607"/>
                </a:lnTo>
                <a:lnTo>
                  <a:pt x="348431" y="46373"/>
                </a:lnTo>
                <a:lnTo>
                  <a:pt x="347496" y="46143"/>
                </a:lnTo>
                <a:lnTo>
                  <a:pt x="346600" y="45917"/>
                </a:lnTo>
                <a:lnTo>
                  <a:pt x="345741" y="45697"/>
                </a:lnTo>
                <a:lnTo>
                  <a:pt x="344921" y="45481"/>
                </a:lnTo>
                <a:lnTo>
                  <a:pt x="344140" y="45270"/>
                </a:lnTo>
                <a:lnTo>
                  <a:pt x="343396" y="45063"/>
                </a:lnTo>
                <a:lnTo>
                  <a:pt x="342691" y="44861"/>
                </a:lnTo>
                <a:lnTo>
                  <a:pt x="342025" y="44664"/>
                </a:lnTo>
                <a:lnTo>
                  <a:pt x="341397" y="44472"/>
                </a:lnTo>
                <a:lnTo>
                  <a:pt x="340807" y="44285"/>
                </a:lnTo>
                <a:lnTo>
                  <a:pt x="340255" y="44102"/>
                </a:lnTo>
                <a:lnTo>
                  <a:pt x="339742" y="43924"/>
                </a:lnTo>
                <a:lnTo>
                  <a:pt x="339267" y="43750"/>
                </a:lnTo>
                <a:lnTo>
                  <a:pt x="338830" y="43582"/>
                </a:lnTo>
                <a:lnTo>
                  <a:pt x="338432" y="43418"/>
                </a:lnTo>
                <a:lnTo>
                  <a:pt x="338072" y="43258"/>
                </a:lnTo>
                <a:lnTo>
                  <a:pt x="337750" y="43104"/>
                </a:lnTo>
                <a:lnTo>
                  <a:pt x="337467" y="42954"/>
                </a:lnTo>
                <a:lnTo>
                  <a:pt x="337222" y="42809"/>
                </a:lnTo>
                <a:lnTo>
                  <a:pt x="337015" y="42669"/>
                </a:lnTo>
                <a:lnTo>
                  <a:pt x="336880" y="42564"/>
                </a:lnTo>
                <a:lnTo>
                  <a:pt x="336750" y="42458"/>
                </a:lnTo>
                <a:lnTo>
                  <a:pt x="336627" y="42350"/>
                </a:lnTo>
                <a:lnTo>
                  <a:pt x="336509" y="42240"/>
                </a:lnTo>
                <a:lnTo>
                  <a:pt x="336397" y="42129"/>
                </a:lnTo>
                <a:lnTo>
                  <a:pt x="336290" y="42015"/>
                </a:lnTo>
                <a:lnTo>
                  <a:pt x="336189" y="41900"/>
                </a:lnTo>
                <a:lnTo>
                  <a:pt x="336094" y="41782"/>
                </a:lnTo>
                <a:lnTo>
                  <a:pt x="336005" y="41663"/>
                </a:lnTo>
                <a:lnTo>
                  <a:pt x="335922" y="41542"/>
                </a:lnTo>
                <a:lnTo>
                  <a:pt x="335844" y="41419"/>
                </a:lnTo>
                <a:lnTo>
                  <a:pt x="335772" y="41295"/>
                </a:lnTo>
                <a:lnTo>
                  <a:pt x="335706" y="41168"/>
                </a:lnTo>
                <a:lnTo>
                  <a:pt x="335645" y="41040"/>
                </a:lnTo>
                <a:lnTo>
                  <a:pt x="335591" y="40910"/>
                </a:lnTo>
                <a:lnTo>
                  <a:pt x="335542" y="40778"/>
                </a:lnTo>
                <a:lnTo>
                  <a:pt x="335499" y="40644"/>
                </a:lnTo>
                <a:lnTo>
                  <a:pt x="335461" y="40508"/>
                </a:lnTo>
                <a:lnTo>
                  <a:pt x="335430" y="40371"/>
                </a:lnTo>
                <a:lnTo>
                  <a:pt x="335404" y="40231"/>
                </a:lnTo>
                <a:lnTo>
                  <a:pt x="335384" y="40090"/>
                </a:lnTo>
                <a:lnTo>
                  <a:pt x="335369" y="39947"/>
                </a:lnTo>
                <a:lnTo>
                  <a:pt x="335361" y="39802"/>
                </a:lnTo>
                <a:lnTo>
                  <a:pt x="335358" y="39655"/>
                </a:lnTo>
                <a:lnTo>
                  <a:pt x="335361" y="39484"/>
                </a:lnTo>
                <a:lnTo>
                  <a:pt x="335371" y="39316"/>
                </a:lnTo>
                <a:lnTo>
                  <a:pt x="335387" y="39150"/>
                </a:lnTo>
                <a:lnTo>
                  <a:pt x="335410" y="38987"/>
                </a:lnTo>
                <a:lnTo>
                  <a:pt x="335440" y="38826"/>
                </a:lnTo>
                <a:lnTo>
                  <a:pt x="335476" y="38668"/>
                </a:lnTo>
                <a:lnTo>
                  <a:pt x="335519" y="38513"/>
                </a:lnTo>
                <a:lnTo>
                  <a:pt x="335568" y="38361"/>
                </a:lnTo>
                <a:lnTo>
                  <a:pt x="335624" y="38211"/>
                </a:lnTo>
                <a:lnTo>
                  <a:pt x="335687" y="38064"/>
                </a:lnTo>
                <a:lnTo>
                  <a:pt x="335756" y="37920"/>
                </a:lnTo>
                <a:lnTo>
                  <a:pt x="335831" y="37778"/>
                </a:lnTo>
                <a:lnTo>
                  <a:pt x="335913" y="37639"/>
                </a:lnTo>
                <a:lnTo>
                  <a:pt x="336002" y="37503"/>
                </a:lnTo>
                <a:lnTo>
                  <a:pt x="336098" y="37369"/>
                </a:lnTo>
                <a:lnTo>
                  <a:pt x="336200" y="37238"/>
                </a:lnTo>
                <a:lnTo>
                  <a:pt x="336308" y="37110"/>
                </a:lnTo>
                <a:lnTo>
                  <a:pt x="336423" y="36984"/>
                </a:lnTo>
                <a:lnTo>
                  <a:pt x="336545" y="36861"/>
                </a:lnTo>
                <a:lnTo>
                  <a:pt x="336673" y="36741"/>
                </a:lnTo>
                <a:lnTo>
                  <a:pt x="336808" y="36623"/>
                </a:lnTo>
                <a:lnTo>
                  <a:pt x="336949" y="36508"/>
                </a:lnTo>
                <a:lnTo>
                  <a:pt x="337097" y="36396"/>
                </a:lnTo>
                <a:lnTo>
                  <a:pt x="337252" y="36287"/>
                </a:lnTo>
                <a:lnTo>
                  <a:pt x="337495" y="36137"/>
                </a:lnTo>
                <a:lnTo>
                  <a:pt x="337751" y="35994"/>
                </a:lnTo>
                <a:lnTo>
                  <a:pt x="338021" y="35857"/>
                </a:lnTo>
                <a:lnTo>
                  <a:pt x="338303" y="35726"/>
                </a:lnTo>
                <a:lnTo>
                  <a:pt x="338598" y="35602"/>
                </a:lnTo>
                <a:lnTo>
                  <a:pt x="338906" y="35484"/>
                </a:lnTo>
                <a:lnTo>
                  <a:pt x="339227" y="35373"/>
                </a:lnTo>
                <a:lnTo>
                  <a:pt x="339561" y="35268"/>
                </a:lnTo>
                <a:lnTo>
                  <a:pt x="339908" y="35169"/>
                </a:lnTo>
                <a:lnTo>
                  <a:pt x="340267" y="35077"/>
                </a:lnTo>
                <a:lnTo>
                  <a:pt x="340640" y="34991"/>
                </a:lnTo>
                <a:lnTo>
                  <a:pt x="341026" y="34912"/>
                </a:lnTo>
                <a:lnTo>
                  <a:pt x="341425" y="34838"/>
                </a:lnTo>
                <a:lnTo>
                  <a:pt x="341836" y="34772"/>
                </a:lnTo>
                <a:lnTo>
                  <a:pt x="342261" y="34711"/>
                </a:lnTo>
                <a:lnTo>
                  <a:pt x="342698" y="34657"/>
                </a:lnTo>
                <a:lnTo>
                  <a:pt x="343149" y="34609"/>
                </a:lnTo>
                <a:lnTo>
                  <a:pt x="343612" y="34568"/>
                </a:lnTo>
                <a:lnTo>
                  <a:pt x="344088" y="34533"/>
                </a:lnTo>
                <a:lnTo>
                  <a:pt x="344578" y="34504"/>
                </a:lnTo>
                <a:lnTo>
                  <a:pt x="345080" y="34482"/>
                </a:lnTo>
                <a:lnTo>
                  <a:pt x="345595" y="34466"/>
                </a:lnTo>
                <a:lnTo>
                  <a:pt x="346123" y="34456"/>
                </a:lnTo>
                <a:lnTo>
                  <a:pt x="346664" y="34453"/>
                </a:lnTo>
                <a:lnTo>
                  <a:pt x="347094" y="34457"/>
                </a:lnTo>
                <a:lnTo>
                  <a:pt x="347516" y="34467"/>
                </a:lnTo>
                <a:lnTo>
                  <a:pt x="347929" y="34484"/>
                </a:lnTo>
                <a:lnTo>
                  <a:pt x="348334" y="34508"/>
                </a:lnTo>
                <a:lnTo>
                  <a:pt x="348731" y="34538"/>
                </a:lnTo>
                <a:lnTo>
                  <a:pt x="349119" y="34575"/>
                </a:lnTo>
                <a:lnTo>
                  <a:pt x="349499" y="34619"/>
                </a:lnTo>
                <a:lnTo>
                  <a:pt x="349871" y="34670"/>
                </a:lnTo>
                <a:lnTo>
                  <a:pt x="350234" y="34728"/>
                </a:lnTo>
                <a:lnTo>
                  <a:pt x="350589" y="34792"/>
                </a:lnTo>
                <a:lnTo>
                  <a:pt x="350936" y="34864"/>
                </a:lnTo>
                <a:lnTo>
                  <a:pt x="351275" y="34942"/>
                </a:lnTo>
                <a:lnTo>
                  <a:pt x="351605" y="35026"/>
                </a:lnTo>
                <a:lnTo>
                  <a:pt x="351926" y="35118"/>
                </a:lnTo>
                <a:lnTo>
                  <a:pt x="352240" y="35216"/>
                </a:lnTo>
                <a:lnTo>
                  <a:pt x="352545" y="35321"/>
                </a:lnTo>
                <a:lnTo>
                  <a:pt x="352842" y="35433"/>
                </a:lnTo>
                <a:lnTo>
                  <a:pt x="353130" y="35552"/>
                </a:lnTo>
                <a:lnTo>
                  <a:pt x="353410" y="35678"/>
                </a:lnTo>
                <a:lnTo>
                  <a:pt x="353682" y="35810"/>
                </a:lnTo>
                <a:lnTo>
                  <a:pt x="353945" y="35949"/>
                </a:lnTo>
                <a:lnTo>
                  <a:pt x="354201" y="36095"/>
                </a:lnTo>
                <a:lnTo>
                  <a:pt x="354447" y="36247"/>
                </a:lnTo>
                <a:lnTo>
                  <a:pt x="354686" y="36407"/>
                </a:lnTo>
                <a:lnTo>
                  <a:pt x="354917" y="36573"/>
                </a:lnTo>
                <a:lnTo>
                  <a:pt x="355142" y="36744"/>
                </a:lnTo>
                <a:lnTo>
                  <a:pt x="355361" y="36922"/>
                </a:lnTo>
                <a:lnTo>
                  <a:pt x="355573" y="37106"/>
                </a:lnTo>
                <a:lnTo>
                  <a:pt x="355779" y="37295"/>
                </a:lnTo>
                <a:lnTo>
                  <a:pt x="355979" y="37491"/>
                </a:lnTo>
                <a:lnTo>
                  <a:pt x="356172" y="37692"/>
                </a:lnTo>
                <a:lnTo>
                  <a:pt x="356360" y="37900"/>
                </a:lnTo>
                <a:lnTo>
                  <a:pt x="356541" y="38113"/>
                </a:lnTo>
                <a:lnTo>
                  <a:pt x="356716" y="38333"/>
                </a:lnTo>
                <a:lnTo>
                  <a:pt x="356884" y="38558"/>
                </a:lnTo>
                <a:lnTo>
                  <a:pt x="357046" y="38789"/>
                </a:lnTo>
                <a:lnTo>
                  <a:pt x="357202" y="39027"/>
                </a:lnTo>
                <a:lnTo>
                  <a:pt x="357352" y="39270"/>
                </a:lnTo>
                <a:lnTo>
                  <a:pt x="357495" y="39519"/>
                </a:lnTo>
                <a:lnTo>
                  <a:pt x="357633" y="39774"/>
                </a:lnTo>
                <a:lnTo>
                  <a:pt x="357763" y="40036"/>
                </a:lnTo>
                <a:lnTo>
                  <a:pt x="357888" y="40303"/>
                </a:lnTo>
                <a:lnTo>
                  <a:pt x="358006" y="40576"/>
                </a:lnTo>
                <a:lnTo>
                  <a:pt x="358118" y="40855"/>
                </a:lnTo>
                <a:lnTo>
                  <a:pt x="358224" y="41140"/>
                </a:lnTo>
                <a:lnTo>
                  <a:pt x="358324" y="41431"/>
                </a:lnTo>
                <a:lnTo>
                  <a:pt x="358417" y="41728"/>
                </a:lnTo>
                <a:lnTo>
                  <a:pt x="358504" y="42031"/>
                </a:lnTo>
                <a:lnTo>
                  <a:pt x="374192" y="39071"/>
                </a:lnTo>
                <a:lnTo>
                  <a:pt x="373987" y="38394"/>
                </a:lnTo>
                <a:lnTo>
                  <a:pt x="373770" y="37732"/>
                </a:lnTo>
                <a:lnTo>
                  <a:pt x="373539" y="37084"/>
                </a:lnTo>
                <a:lnTo>
                  <a:pt x="373294" y="36449"/>
                </a:lnTo>
                <a:lnTo>
                  <a:pt x="373035" y="35829"/>
                </a:lnTo>
                <a:lnTo>
                  <a:pt x="372763" y="35222"/>
                </a:lnTo>
                <a:lnTo>
                  <a:pt x="372478" y="34629"/>
                </a:lnTo>
                <a:lnTo>
                  <a:pt x="372179" y="34050"/>
                </a:lnTo>
                <a:lnTo>
                  <a:pt x="371866" y="33485"/>
                </a:lnTo>
                <a:lnTo>
                  <a:pt x="371540" y="32935"/>
                </a:lnTo>
                <a:lnTo>
                  <a:pt x="371200" y="32398"/>
                </a:lnTo>
                <a:lnTo>
                  <a:pt x="370847" y="31874"/>
                </a:lnTo>
                <a:lnTo>
                  <a:pt x="370480" y="31365"/>
                </a:lnTo>
                <a:lnTo>
                  <a:pt x="370099" y="30870"/>
                </a:lnTo>
                <a:lnTo>
                  <a:pt x="369705" y="30389"/>
                </a:lnTo>
                <a:lnTo>
                  <a:pt x="369298" y="29921"/>
                </a:lnTo>
                <a:lnTo>
                  <a:pt x="368877" y="29468"/>
                </a:lnTo>
                <a:lnTo>
                  <a:pt x="368442" y="29028"/>
                </a:lnTo>
                <a:lnTo>
                  <a:pt x="367994" y="28603"/>
                </a:lnTo>
                <a:lnTo>
                  <a:pt x="367532" y="28191"/>
                </a:lnTo>
                <a:lnTo>
                  <a:pt x="367056" y="27793"/>
                </a:lnTo>
                <a:lnTo>
                  <a:pt x="366567" y="27409"/>
                </a:lnTo>
                <a:lnTo>
                  <a:pt x="366065" y="27039"/>
                </a:lnTo>
                <a:lnTo>
                  <a:pt x="365549" y="26684"/>
                </a:lnTo>
                <a:lnTo>
                  <a:pt x="365014" y="26342"/>
                </a:lnTo>
                <a:lnTo>
                  <a:pt x="364457" y="26015"/>
                </a:lnTo>
                <a:lnTo>
                  <a:pt x="363876" y="25702"/>
                </a:lnTo>
                <a:lnTo>
                  <a:pt x="363273" y="25404"/>
                </a:lnTo>
                <a:lnTo>
                  <a:pt x="362646" y="25120"/>
                </a:lnTo>
                <a:lnTo>
                  <a:pt x="361997" y="24851"/>
                </a:lnTo>
                <a:lnTo>
                  <a:pt x="361324" y="24597"/>
                </a:lnTo>
                <a:lnTo>
                  <a:pt x="360629" y="24357"/>
                </a:lnTo>
                <a:lnTo>
                  <a:pt x="359910" y="24131"/>
                </a:lnTo>
                <a:lnTo>
                  <a:pt x="359168" y="23920"/>
                </a:lnTo>
                <a:lnTo>
                  <a:pt x="358404" y="23724"/>
                </a:lnTo>
                <a:lnTo>
                  <a:pt x="357616" y="23542"/>
                </a:lnTo>
                <a:lnTo>
                  <a:pt x="356805" y="23375"/>
                </a:lnTo>
                <a:lnTo>
                  <a:pt x="355972" y="23222"/>
                </a:lnTo>
                <a:lnTo>
                  <a:pt x="355115" y="23084"/>
                </a:lnTo>
                <a:lnTo>
                  <a:pt x="354235" y="22961"/>
                </a:lnTo>
                <a:lnTo>
                  <a:pt x="353332" y="22852"/>
                </a:lnTo>
                <a:lnTo>
                  <a:pt x="352407" y="22757"/>
                </a:lnTo>
                <a:lnTo>
                  <a:pt x="351458" y="22677"/>
                </a:lnTo>
                <a:lnTo>
                  <a:pt x="350486" y="22612"/>
                </a:lnTo>
                <a:lnTo>
                  <a:pt x="349491" y="22561"/>
                </a:lnTo>
                <a:lnTo>
                  <a:pt x="348473" y="22524"/>
                </a:lnTo>
                <a:lnTo>
                  <a:pt x="347432" y="22503"/>
                </a:lnTo>
                <a:lnTo>
                  <a:pt x="346368" y="22495"/>
                </a:lnTo>
                <a:lnTo>
                  <a:pt x="345251" y="22505"/>
                </a:lnTo>
                <a:lnTo>
                  <a:pt x="344158" y="22534"/>
                </a:lnTo>
                <a:lnTo>
                  <a:pt x="343090" y="22582"/>
                </a:lnTo>
                <a:lnTo>
                  <a:pt x="342047" y="22650"/>
                </a:lnTo>
                <a:lnTo>
                  <a:pt x="341028" y="22737"/>
                </a:lnTo>
                <a:lnTo>
                  <a:pt x="340034" y="22843"/>
                </a:lnTo>
                <a:lnTo>
                  <a:pt x="339065" y="22968"/>
                </a:lnTo>
                <a:lnTo>
                  <a:pt x="338120" y="23113"/>
                </a:lnTo>
                <a:lnTo>
                  <a:pt x="337200" y="23277"/>
                </a:lnTo>
                <a:lnTo>
                  <a:pt x="336305" y="23460"/>
                </a:lnTo>
                <a:lnTo>
                  <a:pt x="335434" y="23663"/>
                </a:lnTo>
                <a:lnTo>
                  <a:pt x="334588" y="23885"/>
                </a:lnTo>
                <a:lnTo>
                  <a:pt x="333767" y="24126"/>
                </a:lnTo>
                <a:lnTo>
                  <a:pt x="332970" y="24387"/>
                </a:lnTo>
                <a:lnTo>
                  <a:pt x="332198" y="24667"/>
                </a:lnTo>
                <a:lnTo>
                  <a:pt x="331451" y="24966"/>
                </a:lnTo>
                <a:lnTo>
                  <a:pt x="330728" y="25284"/>
                </a:lnTo>
                <a:lnTo>
                  <a:pt x="330030" y="25622"/>
                </a:lnTo>
                <a:lnTo>
                  <a:pt x="329356" y="25979"/>
                </a:lnTo>
                <a:lnTo>
                  <a:pt x="328708" y="26356"/>
                </a:lnTo>
                <a:lnTo>
                  <a:pt x="328084" y="26751"/>
                </a:lnTo>
                <a:lnTo>
                  <a:pt x="327484" y="27166"/>
                </a:lnTo>
                <a:lnTo>
                  <a:pt x="326910" y="27601"/>
                </a:lnTo>
                <a:lnTo>
                  <a:pt x="326360" y="28054"/>
                </a:lnTo>
                <a:lnTo>
                  <a:pt x="325833" y="28522"/>
                </a:lnTo>
                <a:lnTo>
                  <a:pt x="325329" y="28999"/>
                </a:lnTo>
                <a:lnTo>
                  <a:pt x="324847" y="29485"/>
                </a:lnTo>
                <a:lnTo>
                  <a:pt x="324388" y="29980"/>
                </a:lnTo>
                <a:lnTo>
                  <a:pt x="323951" y="30484"/>
                </a:lnTo>
                <a:lnTo>
                  <a:pt x="323537" y="30997"/>
                </a:lnTo>
                <a:lnTo>
                  <a:pt x="323144" y="31519"/>
                </a:lnTo>
                <a:lnTo>
                  <a:pt x="322775" y="32050"/>
                </a:lnTo>
                <a:lnTo>
                  <a:pt x="322428" y="32590"/>
                </a:lnTo>
                <a:lnTo>
                  <a:pt x="322103" y="33139"/>
                </a:lnTo>
                <a:lnTo>
                  <a:pt x="321800" y="33697"/>
                </a:lnTo>
                <a:lnTo>
                  <a:pt x="321520" y="34264"/>
                </a:lnTo>
                <a:lnTo>
                  <a:pt x="321262" y="34840"/>
                </a:lnTo>
                <a:lnTo>
                  <a:pt x="321027" y="35426"/>
                </a:lnTo>
                <a:lnTo>
                  <a:pt x="320814" y="36020"/>
                </a:lnTo>
                <a:lnTo>
                  <a:pt x="320624" y="36623"/>
                </a:lnTo>
                <a:lnTo>
                  <a:pt x="320456" y="37236"/>
                </a:lnTo>
                <a:lnTo>
                  <a:pt x="320310" y="37857"/>
                </a:lnTo>
                <a:lnTo>
                  <a:pt x="320187" y="38487"/>
                </a:lnTo>
                <a:lnTo>
                  <a:pt x="320086" y="39127"/>
                </a:lnTo>
                <a:lnTo>
                  <a:pt x="320008" y="39775"/>
                </a:lnTo>
                <a:lnTo>
                  <a:pt x="319952" y="40433"/>
                </a:lnTo>
                <a:lnTo>
                  <a:pt x="319918" y="41100"/>
                </a:lnTo>
                <a:lnTo>
                  <a:pt x="319907" y="41775"/>
                </a:lnTo>
                <a:lnTo>
                  <a:pt x="319920" y="42522"/>
                </a:lnTo>
                <a:lnTo>
                  <a:pt x="319959" y="43256"/>
                </a:lnTo>
                <a:lnTo>
                  <a:pt x="320024" y="43975"/>
                </a:lnTo>
                <a:lnTo>
                  <a:pt x="320114" y="44681"/>
                </a:lnTo>
                <a:lnTo>
                  <a:pt x="320231" y="45373"/>
                </a:lnTo>
                <a:lnTo>
                  <a:pt x="320373" y="46052"/>
                </a:lnTo>
                <a:lnTo>
                  <a:pt x="320542" y="46716"/>
                </a:lnTo>
                <a:lnTo>
                  <a:pt x="320736" y="47367"/>
                </a:lnTo>
                <a:lnTo>
                  <a:pt x="320956" y="48004"/>
                </a:lnTo>
                <a:lnTo>
                  <a:pt x="321202" y="48628"/>
                </a:lnTo>
                <a:lnTo>
                  <a:pt x="321474" y="49237"/>
                </a:lnTo>
                <a:lnTo>
                  <a:pt x="321772" y="49833"/>
                </a:lnTo>
                <a:lnTo>
                  <a:pt x="322095" y="50415"/>
                </a:lnTo>
                <a:lnTo>
                  <a:pt x="322445" y="50984"/>
                </a:lnTo>
                <a:lnTo>
                  <a:pt x="322821" y="51538"/>
                </a:lnTo>
                <a:lnTo>
                  <a:pt x="323222" y="52079"/>
                </a:lnTo>
                <a:lnTo>
                  <a:pt x="323649" y="52606"/>
                </a:lnTo>
                <a:lnTo>
                  <a:pt x="324103" y="53119"/>
                </a:lnTo>
                <a:lnTo>
                  <a:pt x="324582" y="53619"/>
                </a:lnTo>
                <a:lnTo>
                  <a:pt x="325087" y="54105"/>
                </a:lnTo>
                <a:lnTo>
                  <a:pt x="325618" y="54577"/>
                </a:lnTo>
                <a:lnTo>
                  <a:pt x="326175" y="55035"/>
                </a:lnTo>
                <a:lnTo>
                  <a:pt x="326757" y="55480"/>
                </a:lnTo>
                <a:lnTo>
                  <a:pt x="327366" y="55911"/>
                </a:lnTo>
                <a:lnTo>
                  <a:pt x="327840" y="56218"/>
                </a:lnTo>
                <a:lnTo>
                  <a:pt x="328366" y="56527"/>
                </a:lnTo>
                <a:lnTo>
                  <a:pt x="328943" y="56839"/>
                </a:lnTo>
                <a:lnTo>
                  <a:pt x="329571" y="57154"/>
                </a:lnTo>
                <a:lnTo>
                  <a:pt x="330250" y="57472"/>
                </a:lnTo>
                <a:lnTo>
                  <a:pt x="330981" y="57792"/>
                </a:lnTo>
                <a:lnTo>
                  <a:pt x="331762" y="58115"/>
                </a:lnTo>
                <a:lnTo>
                  <a:pt x="332595" y="58440"/>
                </a:lnTo>
                <a:lnTo>
                  <a:pt x="333479" y="58768"/>
                </a:lnTo>
                <a:lnTo>
                  <a:pt x="334414" y="59099"/>
                </a:lnTo>
                <a:lnTo>
                  <a:pt x="335401" y="59433"/>
                </a:lnTo>
                <a:lnTo>
                  <a:pt x="336438" y="59769"/>
                </a:lnTo>
                <a:lnTo>
                  <a:pt x="337527" y="60108"/>
                </a:lnTo>
                <a:lnTo>
                  <a:pt x="338667" y="60449"/>
                </a:lnTo>
                <a:lnTo>
                  <a:pt x="339858" y="60793"/>
                </a:lnTo>
                <a:lnTo>
                  <a:pt x="341100" y="61140"/>
                </a:lnTo>
                <a:lnTo>
                  <a:pt x="342393" y="61489"/>
                </a:lnTo>
                <a:lnTo>
                  <a:pt x="343738" y="61841"/>
                </a:lnTo>
                <a:lnTo>
                  <a:pt x="345134" y="62196"/>
                </a:lnTo>
                <a:lnTo>
                  <a:pt x="346581" y="62553"/>
                </a:lnTo>
                <a:lnTo>
                  <a:pt x="348079" y="62914"/>
                </a:lnTo>
                <a:lnTo>
                  <a:pt x="349628" y="63276"/>
                </a:lnTo>
                <a:lnTo>
                  <a:pt x="351229" y="63642"/>
                </a:lnTo>
                <a:lnTo>
                  <a:pt x="352880" y="64010"/>
                </a:lnTo>
                <a:lnTo>
                  <a:pt x="353235" y="64094"/>
                </a:lnTo>
                <a:lnTo>
                  <a:pt x="353579" y="64178"/>
                </a:lnTo>
                <a:lnTo>
                  <a:pt x="353913" y="64264"/>
                </a:lnTo>
                <a:lnTo>
                  <a:pt x="354235" y="64349"/>
                </a:lnTo>
                <a:lnTo>
                  <a:pt x="354547" y="64436"/>
                </a:lnTo>
                <a:lnTo>
                  <a:pt x="354849" y="64523"/>
                </a:lnTo>
                <a:lnTo>
                  <a:pt x="355139" y="64611"/>
                </a:lnTo>
                <a:lnTo>
                  <a:pt x="355419" y="64699"/>
                </a:lnTo>
                <a:lnTo>
                  <a:pt x="355688" y="64788"/>
                </a:lnTo>
                <a:lnTo>
                  <a:pt x="355947" y="64878"/>
                </a:lnTo>
                <a:lnTo>
                  <a:pt x="356195" y="64968"/>
                </a:lnTo>
                <a:lnTo>
                  <a:pt x="356432" y="65059"/>
                </a:lnTo>
                <a:lnTo>
                  <a:pt x="356659" y="65150"/>
                </a:lnTo>
                <a:lnTo>
                  <a:pt x="356874" y="65242"/>
                </a:lnTo>
                <a:lnTo>
                  <a:pt x="357080" y="65335"/>
                </a:lnTo>
                <a:lnTo>
                  <a:pt x="357274" y="65428"/>
                </a:lnTo>
                <a:lnTo>
                  <a:pt x="357458" y="65522"/>
                </a:lnTo>
                <a:lnTo>
                  <a:pt x="357631" y="65616"/>
                </a:lnTo>
                <a:lnTo>
                  <a:pt x="357793" y="65711"/>
                </a:lnTo>
                <a:lnTo>
                  <a:pt x="357945" y="65807"/>
                </a:lnTo>
                <a:lnTo>
                  <a:pt x="358086" y="65904"/>
                </a:lnTo>
                <a:lnTo>
                  <a:pt x="358216" y="66001"/>
                </a:lnTo>
                <a:lnTo>
                  <a:pt x="358336" y="66098"/>
                </a:lnTo>
                <a:lnTo>
                  <a:pt x="358445" y="66196"/>
                </a:lnTo>
                <a:lnTo>
                  <a:pt x="358541" y="66301"/>
                </a:lnTo>
                <a:lnTo>
                  <a:pt x="358634" y="66408"/>
                </a:lnTo>
                <a:lnTo>
                  <a:pt x="358722" y="66517"/>
                </a:lnTo>
                <a:lnTo>
                  <a:pt x="358807" y="66628"/>
                </a:lnTo>
                <a:lnTo>
                  <a:pt x="358887" y="66742"/>
                </a:lnTo>
                <a:lnTo>
                  <a:pt x="358963" y="66858"/>
                </a:lnTo>
                <a:lnTo>
                  <a:pt x="359035" y="66976"/>
                </a:lnTo>
                <a:lnTo>
                  <a:pt x="359103" y="67096"/>
                </a:lnTo>
                <a:lnTo>
                  <a:pt x="359166" y="67219"/>
                </a:lnTo>
                <a:lnTo>
                  <a:pt x="359226" y="67344"/>
                </a:lnTo>
                <a:lnTo>
                  <a:pt x="359281" y="67471"/>
                </a:lnTo>
                <a:lnTo>
                  <a:pt x="359333" y="67600"/>
                </a:lnTo>
                <a:lnTo>
                  <a:pt x="359380" y="67732"/>
                </a:lnTo>
                <a:lnTo>
                  <a:pt x="359423" y="67866"/>
                </a:lnTo>
                <a:lnTo>
                  <a:pt x="359462" y="68002"/>
                </a:lnTo>
                <a:lnTo>
                  <a:pt x="359497" y="68141"/>
                </a:lnTo>
                <a:lnTo>
                  <a:pt x="359528" y="68282"/>
                </a:lnTo>
                <a:lnTo>
                  <a:pt x="359555" y="68425"/>
                </a:lnTo>
                <a:lnTo>
                  <a:pt x="359577" y="68570"/>
                </a:lnTo>
                <a:lnTo>
                  <a:pt x="359596" y="68717"/>
                </a:lnTo>
                <a:lnTo>
                  <a:pt x="359610" y="68867"/>
                </a:lnTo>
                <a:lnTo>
                  <a:pt x="359621" y="69019"/>
                </a:lnTo>
                <a:lnTo>
                  <a:pt x="359627" y="69174"/>
                </a:lnTo>
                <a:lnTo>
                  <a:pt x="359629" y="69330"/>
                </a:lnTo>
                <a:lnTo>
                  <a:pt x="359625" y="69560"/>
                </a:lnTo>
                <a:lnTo>
                  <a:pt x="359614" y="69785"/>
                </a:lnTo>
                <a:lnTo>
                  <a:pt x="359595" y="70007"/>
                </a:lnTo>
                <a:lnTo>
                  <a:pt x="359568" y="70225"/>
                </a:lnTo>
                <a:lnTo>
                  <a:pt x="359534" y="70439"/>
                </a:lnTo>
                <a:lnTo>
                  <a:pt x="359492" y="70649"/>
                </a:lnTo>
                <a:lnTo>
                  <a:pt x="359443" y="70855"/>
                </a:lnTo>
                <a:lnTo>
                  <a:pt x="359385" y="71058"/>
                </a:lnTo>
                <a:lnTo>
                  <a:pt x="359321" y="71256"/>
                </a:lnTo>
                <a:lnTo>
                  <a:pt x="359249" y="71451"/>
                </a:lnTo>
                <a:lnTo>
                  <a:pt x="359169" y="71641"/>
                </a:lnTo>
                <a:lnTo>
                  <a:pt x="359081" y="71828"/>
                </a:lnTo>
                <a:lnTo>
                  <a:pt x="358986" y="72011"/>
                </a:lnTo>
                <a:lnTo>
                  <a:pt x="358884" y="72190"/>
                </a:lnTo>
                <a:lnTo>
                  <a:pt x="358773" y="72365"/>
                </a:lnTo>
                <a:lnTo>
                  <a:pt x="358655" y="72536"/>
                </a:lnTo>
                <a:lnTo>
                  <a:pt x="358530" y="72703"/>
                </a:lnTo>
                <a:lnTo>
                  <a:pt x="358397" y="72866"/>
                </a:lnTo>
                <a:lnTo>
                  <a:pt x="358256" y="73026"/>
                </a:lnTo>
                <a:lnTo>
                  <a:pt x="358108" y="73181"/>
                </a:lnTo>
                <a:lnTo>
                  <a:pt x="357952" y="73333"/>
                </a:lnTo>
                <a:lnTo>
                  <a:pt x="357788" y="73481"/>
                </a:lnTo>
                <a:lnTo>
                  <a:pt x="357617" y="73624"/>
                </a:lnTo>
                <a:lnTo>
                  <a:pt x="357439" y="73764"/>
                </a:lnTo>
                <a:lnTo>
                  <a:pt x="357162" y="73957"/>
                </a:lnTo>
                <a:lnTo>
                  <a:pt x="356874" y="74142"/>
                </a:lnTo>
                <a:lnTo>
                  <a:pt x="356575" y="74319"/>
                </a:lnTo>
                <a:lnTo>
                  <a:pt x="356264" y="74487"/>
                </a:lnTo>
                <a:lnTo>
                  <a:pt x="355943" y="74647"/>
                </a:lnTo>
                <a:lnTo>
                  <a:pt x="355611" y="74799"/>
                </a:lnTo>
                <a:lnTo>
                  <a:pt x="355267" y="74942"/>
                </a:lnTo>
                <a:lnTo>
                  <a:pt x="354913" y="75078"/>
                </a:lnTo>
                <a:lnTo>
                  <a:pt x="354547" y="75205"/>
                </a:lnTo>
                <a:lnTo>
                  <a:pt x="354170" y="75324"/>
                </a:lnTo>
                <a:lnTo>
                  <a:pt x="353782" y="75435"/>
                </a:lnTo>
                <a:lnTo>
                  <a:pt x="353383" y="75538"/>
                </a:lnTo>
                <a:lnTo>
                  <a:pt x="352973" y="75632"/>
                </a:lnTo>
                <a:lnTo>
                  <a:pt x="352552" y="75718"/>
                </a:lnTo>
                <a:lnTo>
                  <a:pt x="352120" y="75796"/>
                </a:lnTo>
                <a:lnTo>
                  <a:pt x="351677" y="75866"/>
                </a:lnTo>
                <a:lnTo>
                  <a:pt x="351222" y="75928"/>
                </a:lnTo>
                <a:lnTo>
                  <a:pt x="350757" y="75981"/>
                </a:lnTo>
                <a:lnTo>
                  <a:pt x="350280" y="76026"/>
                </a:lnTo>
                <a:lnTo>
                  <a:pt x="349792" y="76063"/>
                </a:lnTo>
                <a:lnTo>
                  <a:pt x="349293" y="76092"/>
                </a:lnTo>
                <a:lnTo>
                  <a:pt x="348783" y="76112"/>
                </a:lnTo>
                <a:lnTo>
                  <a:pt x="348262" y="76125"/>
                </a:lnTo>
                <a:lnTo>
                  <a:pt x="347730" y="76129"/>
                </a:lnTo>
                <a:lnTo>
                  <a:pt x="347246" y="76124"/>
                </a:lnTo>
                <a:lnTo>
                  <a:pt x="346771" y="76111"/>
                </a:lnTo>
                <a:lnTo>
                  <a:pt x="346306" y="76090"/>
                </a:lnTo>
                <a:lnTo>
                  <a:pt x="345849" y="76059"/>
                </a:lnTo>
                <a:lnTo>
                  <a:pt x="345401" y="76020"/>
                </a:lnTo>
                <a:lnTo>
                  <a:pt x="344963" y="75972"/>
                </a:lnTo>
                <a:lnTo>
                  <a:pt x="344533" y="75916"/>
                </a:lnTo>
                <a:lnTo>
                  <a:pt x="344112" y="75851"/>
                </a:lnTo>
                <a:lnTo>
                  <a:pt x="343701" y="75777"/>
                </a:lnTo>
                <a:lnTo>
                  <a:pt x="343298" y="75694"/>
                </a:lnTo>
                <a:lnTo>
                  <a:pt x="342905" y="75603"/>
                </a:lnTo>
                <a:lnTo>
                  <a:pt x="342521" y="75503"/>
                </a:lnTo>
                <a:lnTo>
                  <a:pt x="342145" y="75395"/>
                </a:lnTo>
                <a:lnTo>
                  <a:pt x="341779" y="75278"/>
                </a:lnTo>
                <a:lnTo>
                  <a:pt x="341422" y="75152"/>
                </a:lnTo>
                <a:lnTo>
                  <a:pt x="341074" y="75017"/>
                </a:lnTo>
                <a:lnTo>
                  <a:pt x="340734" y="74874"/>
                </a:lnTo>
                <a:lnTo>
                  <a:pt x="340404" y="74722"/>
                </a:lnTo>
                <a:lnTo>
                  <a:pt x="340083" y="74561"/>
                </a:lnTo>
                <a:lnTo>
                  <a:pt x="339771" y="74392"/>
                </a:lnTo>
                <a:lnTo>
                  <a:pt x="339468" y="74214"/>
                </a:lnTo>
                <a:lnTo>
                  <a:pt x="339174" y="74027"/>
                </a:lnTo>
                <a:lnTo>
                  <a:pt x="338889" y="73832"/>
                </a:lnTo>
                <a:lnTo>
                  <a:pt x="338614" y="73628"/>
                </a:lnTo>
                <a:lnTo>
                  <a:pt x="338346" y="73415"/>
                </a:lnTo>
                <a:lnTo>
                  <a:pt x="338086" y="73195"/>
                </a:lnTo>
                <a:lnTo>
                  <a:pt x="337834" y="72966"/>
                </a:lnTo>
                <a:lnTo>
                  <a:pt x="337589" y="72729"/>
                </a:lnTo>
                <a:lnTo>
                  <a:pt x="337352" y="72485"/>
                </a:lnTo>
                <a:lnTo>
                  <a:pt x="337123" y="72232"/>
                </a:lnTo>
                <a:lnTo>
                  <a:pt x="336901" y="71971"/>
                </a:lnTo>
                <a:lnTo>
                  <a:pt x="336686" y="71702"/>
                </a:lnTo>
                <a:lnTo>
                  <a:pt x="336480" y="71425"/>
                </a:lnTo>
                <a:lnTo>
                  <a:pt x="336281" y="71140"/>
                </a:lnTo>
                <a:lnTo>
                  <a:pt x="336089" y="70847"/>
                </a:lnTo>
                <a:lnTo>
                  <a:pt x="335905" y="70546"/>
                </a:lnTo>
                <a:lnTo>
                  <a:pt x="335729" y="70236"/>
                </a:lnTo>
                <a:lnTo>
                  <a:pt x="335560" y="69919"/>
                </a:lnTo>
                <a:lnTo>
                  <a:pt x="335399" y="69594"/>
                </a:lnTo>
                <a:lnTo>
                  <a:pt x="335246" y="69260"/>
                </a:lnTo>
                <a:lnTo>
                  <a:pt x="335100" y="68918"/>
                </a:lnTo>
                <a:lnTo>
                  <a:pt x="334962" y="68569"/>
                </a:lnTo>
                <a:lnTo>
                  <a:pt x="334831" y="68211"/>
                </a:lnTo>
                <a:lnTo>
                  <a:pt x="334708" y="67845"/>
                </a:lnTo>
                <a:lnTo>
                  <a:pt x="334593" y="67472"/>
                </a:lnTo>
                <a:lnTo>
                  <a:pt x="334485" y="67090"/>
                </a:lnTo>
                <a:lnTo>
                  <a:pt x="334385" y="66700"/>
                </a:lnTo>
                <a:lnTo>
                  <a:pt x="334292" y="66302"/>
                </a:lnTo>
                <a:lnTo>
                  <a:pt x="317598" y="68906"/>
                </a:lnTo>
                <a:lnTo>
                  <a:pt x="317800" y="69643"/>
                </a:lnTo>
                <a:lnTo>
                  <a:pt x="318019" y="70366"/>
                </a:lnTo>
                <a:lnTo>
                  <a:pt x="318256" y="71076"/>
                </a:lnTo>
                <a:lnTo>
                  <a:pt x="318512" y="71774"/>
                </a:lnTo>
                <a:close/>
                <a:moveTo>
                  <a:pt x="426784" y="68282"/>
                </a:moveTo>
                <a:lnTo>
                  <a:pt x="426650" y="68636"/>
                </a:lnTo>
                <a:lnTo>
                  <a:pt x="426512" y="68980"/>
                </a:lnTo>
                <a:lnTo>
                  <a:pt x="426369" y="69316"/>
                </a:lnTo>
                <a:lnTo>
                  <a:pt x="426221" y="69643"/>
                </a:lnTo>
                <a:lnTo>
                  <a:pt x="426069" y="69961"/>
                </a:lnTo>
                <a:lnTo>
                  <a:pt x="425913" y="70270"/>
                </a:lnTo>
                <a:lnTo>
                  <a:pt x="425752" y="70569"/>
                </a:lnTo>
                <a:lnTo>
                  <a:pt x="425587" y="70860"/>
                </a:lnTo>
                <a:lnTo>
                  <a:pt x="425417" y="71142"/>
                </a:lnTo>
                <a:lnTo>
                  <a:pt x="425242" y="71414"/>
                </a:lnTo>
                <a:lnTo>
                  <a:pt x="425063" y="71678"/>
                </a:lnTo>
                <a:lnTo>
                  <a:pt x="424880" y="71932"/>
                </a:lnTo>
                <a:lnTo>
                  <a:pt x="424691" y="72178"/>
                </a:lnTo>
                <a:lnTo>
                  <a:pt x="424499" y="72414"/>
                </a:lnTo>
                <a:lnTo>
                  <a:pt x="424302" y="72641"/>
                </a:lnTo>
                <a:lnTo>
                  <a:pt x="424100" y="72860"/>
                </a:lnTo>
                <a:lnTo>
                  <a:pt x="423894" y="73069"/>
                </a:lnTo>
                <a:lnTo>
                  <a:pt x="423683" y="73269"/>
                </a:lnTo>
                <a:lnTo>
                  <a:pt x="423468" y="73460"/>
                </a:lnTo>
                <a:lnTo>
                  <a:pt x="423248" y="73642"/>
                </a:lnTo>
                <a:lnTo>
                  <a:pt x="423024" y="73816"/>
                </a:lnTo>
                <a:lnTo>
                  <a:pt x="422796" y="73983"/>
                </a:lnTo>
                <a:lnTo>
                  <a:pt x="422563" y="74142"/>
                </a:lnTo>
                <a:lnTo>
                  <a:pt x="422326" y="74294"/>
                </a:lnTo>
                <a:lnTo>
                  <a:pt x="422084" y="74438"/>
                </a:lnTo>
                <a:lnTo>
                  <a:pt x="421839" y="74575"/>
                </a:lnTo>
                <a:lnTo>
                  <a:pt x="421589" y="74704"/>
                </a:lnTo>
                <a:lnTo>
                  <a:pt x="421334" y="74826"/>
                </a:lnTo>
                <a:lnTo>
                  <a:pt x="421076" y="74941"/>
                </a:lnTo>
                <a:lnTo>
                  <a:pt x="420813" y="75048"/>
                </a:lnTo>
                <a:lnTo>
                  <a:pt x="420545" y="75148"/>
                </a:lnTo>
                <a:lnTo>
                  <a:pt x="420274" y="75241"/>
                </a:lnTo>
                <a:lnTo>
                  <a:pt x="419998" y="75326"/>
                </a:lnTo>
                <a:lnTo>
                  <a:pt x="419717" y="75403"/>
                </a:lnTo>
                <a:lnTo>
                  <a:pt x="419433" y="75474"/>
                </a:lnTo>
                <a:lnTo>
                  <a:pt x="419144" y="75537"/>
                </a:lnTo>
                <a:lnTo>
                  <a:pt x="418851" y="75592"/>
                </a:lnTo>
                <a:lnTo>
                  <a:pt x="418553" y="75640"/>
                </a:lnTo>
                <a:lnTo>
                  <a:pt x="418251" y="75681"/>
                </a:lnTo>
                <a:lnTo>
                  <a:pt x="417945" y="75714"/>
                </a:lnTo>
                <a:lnTo>
                  <a:pt x="417635" y="75740"/>
                </a:lnTo>
                <a:lnTo>
                  <a:pt x="417320" y="75759"/>
                </a:lnTo>
                <a:lnTo>
                  <a:pt x="417001" y="75770"/>
                </a:lnTo>
                <a:lnTo>
                  <a:pt x="416677" y="75773"/>
                </a:lnTo>
                <a:lnTo>
                  <a:pt x="416202" y="75766"/>
                </a:lnTo>
                <a:lnTo>
                  <a:pt x="415733" y="75745"/>
                </a:lnTo>
                <a:lnTo>
                  <a:pt x="415271" y="75709"/>
                </a:lnTo>
                <a:lnTo>
                  <a:pt x="414816" y="75659"/>
                </a:lnTo>
                <a:lnTo>
                  <a:pt x="414367" y="75595"/>
                </a:lnTo>
                <a:lnTo>
                  <a:pt x="413925" y="75516"/>
                </a:lnTo>
                <a:lnTo>
                  <a:pt x="413489" y="75423"/>
                </a:lnTo>
                <a:lnTo>
                  <a:pt x="413060" y="75316"/>
                </a:lnTo>
                <a:lnTo>
                  <a:pt x="412637" y="75195"/>
                </a:lnTo>
                <a:lnTo>
                  <a:pt x="412221" y="75059"/>
                </a:lnTo>
                <a:lnTo>
                  <a:pt x="411812" y="74909"/>
                </a:lnTo>
                <a:lnTo>
                  <a:pt x="411409" y="74745"/>
                </a:lnTo>
                <a:lnTo>
                  <a:pt x="411012" y="74566"/>
                </a:lnTo>
                <a:lnTo>
                  <a:pt x="410623" y="74373"/>
                </a:lnTo>
                <a:lnTo>
                  <a:pt x="410240" y="74166"/>
                </a:lnTo>
                <a:lnTo>
                  <a:pt x="409863" y="73945"/>
                </a:lnTo>
                <a:lnTo>
                  <a:pt x="409493" y="73709"/>
                </a:lnTo>
                <a:lnTo>
                  <a:pt x="409130" y="73459"/>
                </a:lnTo>
                <a:lnTo>
                  <a:pt x="408773" y="73195"/>
                </a:lnTo>
                <a:lnTo>
                  <a:pt x="408423" y="72916"/>
                </a:lnTo>
                <a:lnTo>
                  <a:pt x="408079" y="72623"/>
                </a:lnTo>
                <a:lnTo>
                  <a:pt x="407742" y="72316"/>
                </a:lnTo>
                <a:lnTo>
                  <a:pt x="407411" y="71995"/>
                </a:lnTo>
                <a:lnTo>
                  <a:pt x="407087" y="71659"/>
                </a:lnTo>
                <a:lnTo>
                  <a:pt x="406773" y="71311"/>
                </a:lnTo>
                <a:lnTo>
                  <a:pt x="406471" y="70951"/>
                </a:lnTo>
                <a:lnTo>
                  <a:pt x="406183" y="70579"/>
                </a:lnTo>
                <a:lnTo>
                  <a:pt x="405907" y="70197"/>
                </a:lnTo>
                <a:lnTo>
                  <a:pt x="405643" y="69802"/>
                </a:lnTo>
                <a:lnTo>
                  <a:pt x="405393" y="69397"/>
                </a:lnTo>
                <a:lnTo>
                  <a:pt x="405155" y="68980"/>
                </a:lnTo>
                <a:lnTo>
                  <a:pt x="404930" y="68551"/>
                </a:lnTo>
                <a:lnTo>
                  <a:pt x="404717" y="68111"/>
                </a:lnTo>
                <a:lnTo>
                  <a:pt x="404518" y="67660"/>
                </a:lnTo>
                <a:lnTo>
                  <a:pt x="404331" y="67198"/>
                </a:lnTo>
                <a:lnTo>
                  <a:pt x="404157" y="66724"/>
                </a:lnTo>
                <a:lnTo>
                  <a:pt x="403996" y="66238"/>
                </a:lnTo>
                <a:lnTo>
                  <a:pt x="403847" y="65741"/>
                </a:lnTo>
                <a:lnTo>
                  <a:pt x="403711" y="65233"/>
                </a:lnTo>
                <a:lnTo>
                  <a:pt x="403588" y="64713"/>
                </a:lnTo>
                <a:lnTo>
                  <a:pt x="403478" y="64182"/>
                </a:lnTo>
                <a:lnTo>
                  <a:pt x="403380" y="63640"/>
                </a:lnTo>
                <a:lnTo>
                  <a:pt x="403295" y="63086"/>
                </a:lnTo>
                <a:lnTo>
                  <a:pt x="403223" y="62520"/>
                </a:lnTo>
                <a:lnTo>
                  <a:pt x="403164" y="61944"/>
                </a:lnTo>
                <a:lnTo>
                  <a:pt x="403117" y="61356"/>
                </a:lnTo>
                <a:lnTo>
                  <a:pt x="403083" y="60756"/>
                </a:lnTo>
                <a:lnTo>
                  <a:pt x="403062" y="60145"/>
                </a:lnTo>
                <a:lnTo>
                  <a:pt x="444737" y="60145"/>
                </a:lnTo>
                <a:lnTo>
                  <a:pt x="444752" y="58569"/>
                </a:lnTo>
                <a:lnTo>
                  <a:pt x="444738" y="57027"/>
                </a:lnTo>
                <a:lnTo>
                  <a:pt x="444694" y="55519"/>
                </a:lnTo>
                <a:lnTo>
                  <a:pt x="444620" y="54045"/>
                </a:lnTo>
                <a:lnTo>
                  <a:pt x="444518" y="52606"/>
                </a:lnTo>
                <a:lnTo>
                  <a:pt x="444386" y="51201"/>
                </a:lnTo>
                <a:lnTo>
                  <a:pt x="444224" y="49830"/>
                </a:lnTo>
                <a:lnTo>
                  <a:pt x="444033" y="48493"/>
                </a:lnTo>
                <a:lnTo>
                  <a:pt x="443813" y="47191"/>
                </a:lnTo>
                <a:lnTo>
                  <a:pt x="443564" y="45922"/>
                </a:lnTo>
                <a:lnTo>
                  <a:pt x="443284" y="44688"/>
                </a:lnTo>
                <a:lnTo>
                  <a:pt x="442976" y="43488"/>
                </a:lnTo>
                <a:lnTo>
                  <a:pt x="442638" y="42323"/>
                </a:lnTo>
                <a:lnTo>
                  <a:pt x="442271" y="41191"/>
                </a:lnTo>
                <a:lnTo>
                  <a:pt x="441874" y="40094"/>
                </a:lnTo>
                <a:lnTo>
                  <a:pt x="441448" y="39031"/>
                </a:lnTo>
                <a:lnTo>
                  <a:pt x="440993" y="38002"/>
                </a:lnTo>
                <a:lnTo>
                  <a:pt x="440508" y="37008"/>
                </a:lnTo>
                <a:lnTo>
                  <a:pt x="439994" y="36048"/>
                </a:lnTo>
                <a:lnTo>
                  <a:pt x="439450" y="35122"/>
                </a:lnTo>
                <a:lnTo>
                  <a:pt x="438878" y="34230"/>
                </a:lnTo>
                <a:lnTo>
                  <a:pt x="438275" y="33372"/>
                </a:lnTo>
                <a:lnTo>
                  <a:pt x="437643" y="32549"/>
                </a:lnTo>
                <a:lnTo>
                  <a:pt x="436982" y="31760"/>
                </a:lnTo>
                <a:lnTo>
                  <a:pt x="436296" y="31004"/>
                </a:lnTo>
                <a:lnTo>
                  <a:pt x="435589" y="30280"/>
                </a:lnTo>
                <a:lnTo>
                  <a:pt x="434862" y="29588"/>
                </a:lnTo>
                <a:lnTo>
                  <a:pt x="434114" y="28929"/>
                </a:lnTo>
                <a:lnTo>
                  <a:pt x="433346" y="28302"/>
                </a:lnTo>
                <a:lnTo>
                  <a:pt x="432557" y="27707"/>
                </a:lnTo>
                <a:lnTo>
                  <a:pt x="431748" y="27144"/>
                </a:lnTo>
                <a:lnTo>
                  <a:pt x="430918" y="26613"/>
                </a:lnTo>
                <a:lnTo>
                  <a:pt x="430067" y="26114"/>
                </a:lnTo>
                <a:lnTo>
                  <a:pt x="429196" y="25648"/>
                </a:lnTo>
                <a:lnTo>
                  <a:pt x="428304" y="25213"/>
                </a:lnTo>
                <a:lnTo>
                  <a:pt x="427392" y="24811"/>
                </a:lnTo>
                <a:lnTo>
                  <a:pt x="426459" y="24441"/>
                </a:lnTo>
                <a:lnTo>
                  <a:pt x="425506" y="24104"/>
                </a:lnTo>
                <a:lnTo>
                  <a:pt x="424532" y="23798"/>
                </a:lnTo>
                <a:lnTo>
                  <a:pt x="423538" y="23525"/>
                </a:lnTo>
                <a:lnTo>
                  <a:pt x="422523" y="23283"/>
                </a:lnTo>
                <a:lnTo>
                  <a:pt x="421487" y="23074"/>
                </a:lnTo>
                <a:lnTo>
                  <a:pt x="420431" y="22897"/>
                </a:lnTo>
                <a:lnTo>
                  <a:pt x="419354" y="22753"/>
                </a:lnTo>
                <a:lnTo>
                  <a:pt x="418257" y="22640"/>
                </a:lnTo>
                <a:lnTo>
                  <a:pt x="417139" y="22560"/>
                </a:lnTo>
                <a:lnTo>
                  <a:pt x="416001" y="22511"/>
                </a:lnTo>
                <a:lnTo>
                  <a:pt x="414842" y="22495"/>
                </a:lnTo>
                <a:lnTo>
                  <a:pt x="413809" y="22511"/>
                </a:lnTo>
                <a:lnTo>
                  <a:pt x="412790" y="22557"/>
                </a:lnTo>
                <a:lnTo>
                  <a:pt x="411787" y="22634"/>
                </a:lnTo>
                <a:lnTo>
                  <a:pt x="410799" y="22741"/>
                </a:lnTo>
                <a:lnTo>
                  <a:pt x="409825" y="22879"/>
                </a:lnTo>
                <a:lnTo>
                  <a:pt x="408867" y="23048"/>
                </a:lnTo>
                <a:lnTo>
                  <a:pt x="407924" y="23248"/>
                </a:lnTo>
                <a:lnTo>
                  <a:pt x="406995" y="23479"/>
                </a:lnTo>
                <a:lnTo>
                  <a:pt x="406082" y="23740"/>
                </a:lnTo>
                <a:lnTo>
                  <a:pt x="405183" y="24032"/>
                </a:lnTo>
                <a:lnTo>
                  <a:pt x="404300" y="24354"/>
                </a:lnTo>
                <a:lnTo>
                  <a:pt x="403432" y="24708"/>
                </a:lnTo>
                <a:lnTo>
                  <a:pt x="402578" y="25092"/>
                </a:lnTo>
                <a:lnTo>
                  <a:pt x="401740" y="25507"/>
                </a:lnTo>
                <a:lnTo>
                  <a:pt x="400917" y="25952"/>
                </a:lnTo>
                <a:lnTo>
                  <a:pt x="400108" y="26429"/>
                </a:lnTo>
                <a:lnTo>
                  <a:pt x="399315" y="26936"/>
                </a:lnTo>
                <a:lnTo>
                  <a:pt x="398537" y="27473"/>
                </a:lnTo>
                <a:lnTo>
                  <a:pt x="397774" y="28042"/>
                </a:lnTo>
                <a:lnTo>
                  <a:pt x="397025" y="28641"/>
                </a:lnTo>
                <a:lnTo>
                  <a:pt x="396292" y="29271"/>
                </a:lnTo>
                <a:lnTo>
                  <a:pt x="395574" y="29932"/>
                </a:lnTo>
                <a:lnTo>
                  <a:pt x="394870" y="30623"/>
                </a:lnTo>
                <a:lnTo>
                  <a:pt x="394182" y="31345"/>
                </a:lnTo>
                <a:lnTo>
                  <a:pt x="393515" y="32095"/>
                </a:lnTo>
                <a:lnTo>
                  <a:pt x="392877" y="32867"/>
                </a:lnTo>
                <a:lnTo>
                  <a:pt x="392267" y="33664"/>
                </a:lnTo>
                <a:lnTo>
                  <a:pt x="391686" y="34484"/>
                </a:lnTo>
                <a:lnTo>
                  <a:pt x="391133" y="35327"/>
                </a:lnTo>
                <a:lnTo>
                  <a:pt x="390608" y="36194"/>
                </a:lnTo>
                <a:lnTo>
                  <a:pt x="390112" y="37085"/>
                </a:lnTo>
                <a:lnTo>
                  <a:pt x="389644" y="37999"/>
                </a:lnTo>
                <a:lnTo>
                  <a:pt x="389204" y="38936"/>
                </a:lnTo>
                <a:lnTo>
                  <a:pt x="388793" y="39897"/>
                </a:lnTo>
                <a:lnTo>
                  <a:pt x="388410" y="40882"/>
                </a:lnTo>
                <a:lnTo>
                  <a:pt x="388055" y="41890"/>
                </a:lnTo>
                <a:lnTo>
                  <a:pt x="387729" y="42922"/>
                </a:lnTo>
                <a:lnTo>
                  <a:pt x="387431" y="43977"/>
                </a:lnTo>
                <a:lnTo>
                  <a:pt x="387162" y="45056"/>
                </a:lnTo>
                <a:lnTo>
                  <a:pt x="386920" y="46158"/>
                </a:lnTo>
                <a:lnTo>
                  <a:pt x="386708" y="47284"/>
                </a:lnTo>
                <a:lnTo>
                  <a:pt x="386523" y="48433"/>
                </a:lnTo>
                <a:lnTo>
                  <a:pt x="386367" y="49606"/>
                </a:lnTo>
                <a:lnTo>
                  <a:pt x="386240" y="50803"/>
                </a:lnTo>
                <a:lnTo>
                  <a:pt x="386140" y="52023"/>
                </a:lnTo>
                <a:lnTo>
                  <a:pt x="386069" y="53266"/>
                </a:lnTo>
                <a:lnTo>
                  <a:pt x="386027" y="54533"/>
                </a:lnTo>
                <a:lnTo>
                  <a:pt x="386013" y="55824"/>
                </a:lnTo>
                <a:lnTo>
                  <a:pt x="386024" y="56906"/>
                </a:lnTo>
                <a:lnTo>
                  <a:pt x="386056" y="57973"/>
                </a:lnTo>
                <a:lnTo>
                  <a:pt x="386110" y="59024"/>
                </a:lnTo>
                <a:lnTo>
                  <a:pt x="386185" y="60060"/>
                </a:lnTo>
                <a:lnTo>
                  <a:pt x="386283" y="61080"/>
                </a:lnTo>
                <a:lnTo>
                  <a:pt x="386401" y="62084"/>
                </a:lnTo>
                <a:lnTo>
                  <a:pt x="386542" y="63073"/>
                </a:lnTo>
                <a:lnTo>
                  <a:pt x="386703" y="64046"/>
                </a:lnTo>
                <a:lnTo>
                  <a:pt x="386887" y="65003"/>
                </a:lnTo>
                <a:lnTo>
                  <a:pt x="387092" y="65945"/>
                </a:lnTo>
                <a:lnTo>
                  <a:pt x="387319" y="66871"/>
                </a:lnTo>
                <a:lnTo>
                  <a:pt x="387567" y="67782"/>
                </a:lnTo>
                <a:lnTo>
                  <a:pt x="387836" y="68677"/>
                </a:lnTo>
                <a:lnTo>
                  <a:pt x="388128" y="69556"/>
                </a:lnTo>
                <a:lnTo>
                  <a:pt x="388441" y="70420"/>
                </a:lnTo>
                <a:lnTo>
                  <a:pt x="388775" y="71268"/>
                </a:lnTo>
                <a:lnTo>
                  <a:pt x="389131" y="72100"/>
                </a:lnTo>
                <a:lnTo>
                  <a:pt x="389509" y="72917"/>
                </a:lnTo>
                <a:lnTo>
                  <a:pt x="389908" y="73718"/>
                </a:lnTo>
                <a:lnTo>
                  <a:pt x="390329" y="74504"/>
                </a:lnTo>
                <a:lnTo>
                  <a:pt x="390772" y="75274"/>
                </a:lnTo>
                <a:lnTo>
                  <a:pt x="391236" y="76028"/>
                </a:lnTo>
                <a:lnTo>
                  <a:pt x="391721" y="76767"/>
                </a:lnTo>
                <a:lnTo>
                  <a:pt x="392229" y="77490"/>
                </a:lnTo>
                <a:lnTo>
                  <a:pt x="392899" y="78364"/>
                </a:lnTo>
                <a:lnTo>
                  <a:pt x="393600" y="79202"/>
                </a:lnTo>
                <a:lnTo>
                  <a:pt x="394330" y="80001"/>
                </a:lnTo>
                <a:lnTo>
                  <a:pt x="395090" y="80764"/>
                </a:lnTo>
                <a:lnTo>
                  <a:pt x="395879" y="81490"/>
                </a:lnTo>
                <a:lnTo>
                  <a:pt x="396698" y="82178"/>
                </a:lnTo>
                <a:lnTo>
                  <a:pt x="397547" y="82829"/>
                </a:lnTo>
                <a:lnTo>
                  <a:pt x="398425" y="83443"/>
                </a:lnTo>
                <a:lnTo>
                  <a:pt x="399332" y="84020"/>
                </a:lnTo>
                <a:lnTo>
                  <a:pt x="400270" y="84559"/>
                </a:lnTo>
                <a:lnTo>
                  <a:pt x="401237" y="85061"/>
                </a:lnTo>
                <a:lnTo>
                  <a:pt x="402233" y="85526"/>
                </a:lnTo>
                <a:lnTo>
                  <a:pt x="403259" y="85954"/>
                </a:lnTo>
                <a:lnTo>
                  <a:pt x="404315" y="86345"/>
                </a:lnTo>
                <a:lnTo>
                  <a:pt x="405400" y="86698"/>
                </a:lnTo>
                <a:lnTo>
                  <a:pt x="406515" y="87014"/>
                </a:lnTo>
                <a:lnTo>
                  <a:pt x="407660" y="87294"/>
                </a:lnTo>
                <a:lnTo>
                  <a:pt x="408834" y="87535"/>
                </a:lnTo>
                <a:lnTo>
                  <a:pt x="410037" y="87740"/>
                </a:lnTo>
                <a:lnTo>
                  <a:pt x="411271" y="87907"/>
                </a:lnTo>
                <a:lnTo>
                  <a:pt x="412533" y="88038"/>
                </a:lnTo>
                <a:lnTo>
                  <a:pt x="413826" y="88131"/>
                </a:lnTo>
                <a:lnTo>
                  <a:pt x="415148" y="88186"/>
                </a:lnTo>
                <a:lnTo>
                  <a:pt x="416500" y="88205"/>
                </a:lnTo>
                <a:lnTo>
                  <a:pt x="417357" y="88197"/>
                </a:lnTo>
                <a:lnTo>
                  <a:pt x="418202" y="88172"/>
                </a:lnTo>
                <a:lnTo>
                  <a:pt x="419036" y="88131"/>
                </a:lnTo>
                <a:lnTo>
                  <a:pt x="419857" y="88073"/>
                </a:lnTo>
                <a:lnTo>
                  <a:pt x="420666" y="87999"/>
                </a:lnTo>
                <a:lnTo>
                  <a:pt x="421463" y="87908"/>
                </a:lnTo>
                <a:lnTo>
                  <a:pt x="422248" y="87801"/>
                </a:lnTo>
                <a:lnTo>
                  <a:pt x="423021" y="87677"/>
                </a:lnTo>
                <a:lnTo>
                  <a:pt x="423782" y="87537"/>
                </a:lnTo>
                <a:lnTo>
                  <a:pt x="424532" y="87380"/>
                </a:lnTo>
                <a:lnTo>
                  <a:pt x="425269" y="87207"/>
                </a:lnTo>
                <a:lnTo>
                  <a:pt x="425994" y="87017"/>
                </a:lnTo>
                <a:lnTo>
                  <a:pt x="426707" y="86811"/>
                </a:lnTo>
                <a:lnTo>
                  <a:pt x="427408" y="86588"/>
                </a:lnTo>
                <a:lnTo>
                  <a:pt x="428097" y="86349"/>
                </a:lnTo>
                <a:lnTo>
                  <a:pt x="428773" y="86094"/>
                </a:lnTo>
                <a:lnTo>
                  <a:pt x="429438" y="85821"/>
                </a:lnTo>
                <a:lnTo>
                  <a:pt x="430091" y="85533"/>
                </a:lnTo>
                <a:lnTo>
                  <a:pt x="430732" y="85228"/>
                </a:lnTo>
                <a:lnTo>
                  <a:pt x="431361" y="84906"/>
                </a:lnTo>
                <a:lnTo>
                  <a:pt x="431978" y="84568"/>
                </a:lnTo>
                <a:lnTo>
                  <a:pt x="432582" y="84213"/>
                </a:lnTo>
                <a:lnTo>
                  <a:pt x="433175" y="83842"/>
                </a:lnTo>
                <a:lnTo>
                  <a:pt x="433756" y="83454"/>
                </a:lnTo>
                <a:lnTo>
                  <a:pt x="434324" y="83051"/>
                </a:lnTo>
                <a:lnTo>
                  <a:pt x="434880" y="82633"/>
                </a:lnTo>
                <a:lnTo>
                  <a:pt x="435422" y="82199"/>
                </a:lnTo>
                <a:lnTo>
                  <a:pt x="435952" y="81750"/>
                </a:lnTo>
                <a:lnTo>
                  <a:pt x="436469" y="81287"/>
                </a:lnTo>
                <a:lnTo>
                  <a:pt x="436973" y="80808"/>
                </a:lnTo>
                <a:lnTo>
                  <a:pt x="437464" y="80314"/>
                </a:lnTo>
                <a:lnTo>
                  <a:pt x="437943" y="79805"/>
                </a:lnTo>
                <a:lnTo>
                  <a:pt x="438408" y="79282"/>
                </a:lnTo>
                <a:lnTo>
                  <a:pt x="438861" y="78743"/>
                </a:lnTo>
                <a:lnTo>
                  <a:pt x="439301" y="78189"/>
                </a:lnTo>
                <a:lnTo>
                  <a:pt x="439728" y="77620"/>
                </a:lnTo>
                <a:lnTo>
                  <a:pt x="440142" y="77036"/>
                </a:lnTo>
                <a:lnTo>
                  <a:pt x="440543" y="76436"/>
                </a:lnTo>
                <a:lnTo>
                  <a:pt x="440931" y="75822"/>
                </a:lnTo>
                <a:lnTo>
                  <a:pt x="441307" y="75193"/>
                </a:lnTo>
                <a:lnTo>
                  <a:pt x="441670" y="74549"/>
                </a:lnTo>
                <a:lnTo>
                  <a:pt x="442020" y="73889"/>
                </a:lnTo>
                <a:lnTo>
                  <a:pt x="442357" y="73215"/>
                </a:lnTo>
                <a:lnTo>
                  <a:pt x="442681" y="72525"/>
                </a:lnTo>
                <a:lnTo>
                  <a:pt x="442992" y="71821"/>
                </a:lnTo>
                <a:lnTo>
                  <a:pt x="443291" y="71101"/>
                </a:lnTo>
                <a:lnTo>
                  <a:pt x="443576" y="70367"/>
                </a:lnTo>
                <a:lnTo>
                  <a:pt x="443849" y="69617"/>
                </a:lnTo>
                <a:lnTo>
                  <a:pt x="427274" y="66775"/>
                </a:lnTo>
                <a:lnTo>
                  <a:pt x="427158" y="67165"/>
                </a:lnTo>
                <a:lnTo>
                  <a:pt x="427038" y="67547"/>
                </a:lnTo>
                <a:lnTo>
                  <a:pt x="426913" y="67919"/>
                </a:lnTo>
                <a:lnTo>
                  <a:pt x="426784" y="68282"/>
                </a:lnTo>
                <a:close/>
                <a:moveTo>
                  <a:pt x="403399" y="48312"/>
                </a:moveTo>
                <a:lnTo>
                  <a:pt x="403438" y="47782"/>
                </a:lnTo>
                <a:lnTo>
                  <a:pt x="403490" y="47261"/>
                </a:lnTo>
                <a:lnTo>
                  <a:pt x="403554" y="46750"/>
                </a:lnTo>
                <a:lnTo>
                  <a:pt x="403630" y="46249"/>
                </a:lnTo>
                <a:lnTo>
                  <a:pt x="403720" y="45757"/>
                </a:lnTo>
                <a:lnTo>
                  <a:pt x="403821" y="45276"/>
                </a:lnTo>
                <a:lnTo>
                  <a:pt x="403935" y="44804"/>
                </a:lnTo>
                <a:lnTo>
                  <a:pt x="404062" y="44342"/>
                </a:lnTo>
                <a:lnTo>
                  <a:pt x="404201" y="43890"/>
                </a:lnTo>
                <a:lnTo>
                  <a:pt x="404353" y="43448"/>
                </a:lnTo>
                <a:lnTo>
                  <a:pt x="404517" y="43016"/>
                </a:lnTo>
                <a:lnTo>
                  <a:pt x="404694" y="42593"/>
                </a:lnTo>
                <a:lnTo>
                  <a:pt x="404884" y="42180"/>
                </a:lnTo>
                <a:lnTo>
                  <a:pt x="405086" y="41777"/>
                </a:lnTo>
                <a:lnTo>
                  <a:pt x="405300" y="41384"/>
                </a:lnTo>
                <a:lnTo>
                  <a:pt x="405527" y="41001"/>
                </a:lnTo>
                <a:lnTo>
                  <a:pt x="405767" y="40627"/>
                </a:lnTo>
                <a:lnTo>
                  <a:pt x="406019" y="40264"/>
                </a:lnTo>
                <a:lnTo>
                  <a:pt x="406284" y="39910"/>
                </a:lnTo>
                <a:lnTo>
                  <a:pt x="406561" y="39566"/>
                </a:lnTo>
                <a:lnTo>
                  <a:pt x="406850" y="39232"/>
                </a:lnTo>
                <a:lnTo>
                  <a:pt x="407150" y="38909"/>
                </a:lnTo>
                <a:lnTo>
                  <a:pt x="407456" y="38601"/>
                </a:lnTo>
                <a:lnTo>
                  <a:pt x="407768" y="38306"/>
                </a:lnTo>
                <a:lnTo>
                  <a:pt x="408087" y="38025"/>
                </a:lnTo>
                <a:lnTo>
                  <a:pt x="408413" y="37757"/>
                </a:lnTo>
                <a:lnTo>
                  <a:pt x="408745" y="37504"/>
                </a:lnTo>
                <a:lnTo>
                  <a:pt x="409084" y="37264"/>
                </a:lnTo>
                <a:lnTo>
                  <a:pt x="409429" y="37037"/>
                </a:lnTo>
                <a:lnTo>
                  <a:pt x="409781" y="36825"/>
                </a:lnTo>
                <a:lnTo>
                  <a:pt x="410139" y="36626"/>
                </a:lnTo>
                <a:lnTo>
                  <a:pt x="410504" y="36441"/>
                </a:lnTo>
                <a:lnTo>
                  <a:pt x="410876" y="36269"/>
                </a:lnTo>
                <a:lnTo>
                  <a:pt x="411254" y="36112"/>
                </a:lnTo>
                <a:lnTo>
                  <a:pt x="411639" y="35968"/>
                </a:lnTo>
                <a:lnTo>
                  <a:pt x="412030" y="35837"/>
                </a:lnTo>
                <a:lnTo>
                  <a:pt x="412428" y="35721"/>
                </a:lnTo>
                <a:lnTo>
                  <a:pt x="412833" y="35618"/>
                </a:lnTo>
                <a:lnTo>
                  <a:pt x="413244" y="35529"/>
                </a:lnTo>
                <a:lnTo>
                  <a:pt x="413662" y="35453"/>
                </a:lnTo>
                <a:lnTo>
                  <a:pt x="414086" y="35392"/>
                </a:lnTo>
                <a:lnTo>
                  <a:pt x="414517" y="35344"/>
                </a:lnTo>
                <a:lnTo>
                  <a:pt x="414954" y="35309"/>
                </a:lnTo>
                <a:lnTo>
                  <a:pt x="415398" y="35289"/>
                </a:lnTo>
                <a:lnTo>
                  <a:pt x="415849" y="35282"/>
                </a:lnTo>
                <a:lnTo>
                  <a:pt x="416270" y="35289"/>
                </a:lnTo>
                <a:lnTo>
                  <a:pt x="416686" y="35308"/>
                </a:lnTo>
                <a:lnTo>
                  <a:pt x="417097" y="35341"/>
                </a:lnTo>
                <a:lnTo>
                  <a:pt x="417503" y="35386"/>
                </a:lnTo>
                <a:lnTo>
                  <a:pt x="417903" y="35445"/>
                </a:lnTo>
                <a:lnTo>
                  <a:pt x="418298" y="35516"/>
                </a:lnTo>
                <a:lnTo>
                  <a:pt x="418687" y="35601"/>
                </a:lnTo>
                <a:lnTo>
                  <a:pt x="419072" y="35698"/>
                </a:lnTo>
                <a:lnTo>
                  <a:pt x="419450" y="35809"/>
                </a:lnTo>
                <a:lnTo>
                  <a:pt x="419824" y="35932"/>
                </a:lnTo>
                <a:lnTo>
                  <a:pt x="420192" y="36069"/>
                </a:lnTo>
                <a:lnTo>
                  <a:pt x="420555" y="36218"/>
                </a:lnTo>
                <a:lnTo>
                  <a:pt x="420912" y="36381"/>
                </a:lnTo>
                <a:lnTo>
                  <a:pt x="421264" y="36556"/>
                </a:lnTo>
                <a:lnTo>
                  <a:pt x="421611" y="36745"/>
                </a:lnTo>
                <a:lnTo>
                  <a:pt x="421953" y="36946"/>
                </a:lnTo>
                <a:lnTo>
                  <a:pt x="422289" y="37161"/>
                </a:lnTo>
                <a:lnTo>
                  <a:pt x="422619" y="37388"/>
                </a:lnTo>
                <a:lnTo>
                  <a:pt x="422945" y="37629"/>
                </a:lnTo>
                <a:lnTo>
                  <a:pt x="423265" y="37882"/>
                </a:lnTo>
                <a:lnTo>
                  <a:pt x="423579" y="38149"/>
                </a:lnTo>
                <a:lnTo>
                  <a:pt x="423889" y="38428"/>
                </a:lnTo>
                <a:lnTo>
                  <a:pt x="424193" y="38721"/>
                </a:lnTo>
                <a:lnTo>
                  <a:pt x="424491" y="39026"/>
                </a:lnTo>
                <a:lnTo>
                  <a:pt x="424782" y="39344"/>
                </a:lnTo>
                <a:lnTo>
                  <a:pt x="425060" y="39674"/>
                </a:lnTo>
                <a:lnTo>
                  <a:pt x="425327" y="40016"/>
                </a:lnTo>
                <a:lnTo>
                  <a:pt x="425582" y="40370"/>
                </a:lnTo>
                <a:lnTo>
                  <a:pt x="425825" y="40736"/>
                </a:lnTo>
                <a:lnTo>
                  <a:pt x="426057" y="41114"/>
                </a:lnTo>
                <a:lnTo>
                  <a:pt x="426276" y="41504"/>
                </a:lnTo>
                <a:lnTo>
                  <a:pt x="426484" y="41906"/>
                </a:lnTo>
                <a:lnTo>
                  <a:pt x="426681" y="42319"/>
                </a:lnTo>
                <a:lnTo>
                  <a:pt x="426866" y="42745"/>
                </a:lnTo>
                <a:lnTo>
                  <a:pt x="427039" y="43183"/>
                </a:lnTo>
                <a:lnTo>
                  <a:pt x="427200" y="43633"/>
                </a:lnTo>
                <a:lnTo>
                  <a:pt x="427349" y="44094"/>
                </a:lnTo>
                <a:lnTo>
                  <a:pt x="427487" y="44568"/>
                </a:lnTo>
                <a:lnTo>
                  <a:pt x="427613" y="45054"/>
                </a:lnTo>
                <a:lnTo>
                  <a:pt x="427728" y="45551"/>
                </a:lnTo>
                <a:lnTo>
                  <a:pt x="427830" y="46061"/>
                </a:lnTo>
                <a:lnTo>
                  <a:pt x="427921" y="46582"/>
                </a:lnTo>
                <a:lnTo>
                  <a:pt x="428000" y="47116"/>
                </a:lnTo>
                <a:lnTo>
                  <a:pt x="428068" y="47661"/>
                </a:lnTo>
                <a:lnTo>
                  <a:pt x="428124" y="48219"/>
                </a:lnTo>
                <a:lnTo>
                  <a:pt x="428168" y="48788"/>
                </a:lnTo>
                <a:lnTo>
                  <a:pt x="428200" y="49370"/>
                </a:lnTo>
                <a:lnTo>
                  <a:pt x="428221" y="49963"/>
                </a:lnTo>
                <a:lnTo>
                  <a:pt x="403358" y="49963"/>
                </a:lnTo>
                <a:lnTo>
                  <a:pt x="403359" y="49403"/>
                </a:lnTo>
                <a:lnTo>
                  <a:pt x="403373" y="48853"/>
                </a:lnTo>
                <a:lnTo>
                  <a:pt x="403399" y="48312"/>
                </a:lnTo>
                <a:close/>
                <a:moveTo>
                  <a:pt x="101109" y="86784"/>
                </a:moveTo>
                <a:lnTo>
                  <a:pt x="117744" y="86784"/>
                </a:lnTo>
                <a:lnTo>
                  <a:pt x="117744" y="23916"/>
                </a:lnTo>
                <a:lnTo>
                  <a:pt x="101109" y="23916"/>
                </a:lnTo>
                <a:lnTo>
                  <a:pt x="101109" y="86784"/>
                </a:lnTo>
                <a:close/>
                <a:moveTo>
                  <a:pt x="572844" y="15391"/>
                </a:moveTo>
                <a:lnTo>
                  <a:pt x="589479" y="15391"/>
                </a:lnTo>
                <a:lnTo>
                  <a:pt x="589479" y="0"/>
                </a:lnTo>
                <a:lnTo>
                  <a:pt x="572844" y="0"/>
                </a:lnTo>
                <a:lnTo>
                  <a:pt x="572844" y="15391"/>
                </a:lnTo>
                <a:close/>
                <a:moveTo>
                  <a:pt x="818658" y="86784"/>
                </a:moveTo>
                <a:lnTo>
                  <a:pt x="825821" y="67012"/>
                </a:lnTo>
                <a:lnTo>
                  <a:pt x="860511" y="67012"/>
                </a:lnTo>
                <a:lnTo>
                  <a:pt x="868089" y="86784"/>
                </a:lnTo>
                <a:lnTo>
                  <a:pt x="887151" y="86784"/>
                </a:lnTo>
                <a:lnTo>
                  <a:pt x="852401" y="0"/>
                </a:lnTo>
                <a:lnTo>
                  <a:pt x="833872" y="0"/>
                </a:lnTo>
                <a:lnTo>
                  <a:pt x="800070" y="86784"/>
                </a:lnTo>
                <a:lnTo>
                  <a:pt x="818658" y="86784"/>
                </a:lnTo>
                <a:close/>
                <a:moveTo>
                  <a:pt x="831208" y="52331"/>
                </a:moveTo>
                <a:lnTo>
                  <a:pt x="842930" y="20246"/>
                </a:lnTo>
                <a:lnTo>
                  <a:pt x="854888" y="52331"/>
                </a:lnTo>
                <a:lnTo>
                  <a:pt x="831208" y="52331"/>
                </a:lnTo>
                <a:close/>
                <a:moveTo>
                  <a:pt x="660273" y="39274"/>
                </a:moveTo>
                <a:lnTo>
                  <a:pt x="659967" y="38511"/>
                </a:lnTo>
                <a:lnTo>
                  <a:pt x="659647" y="37766"/>
                </a:lnTo>
                <a:lnTo>
                  <a:pt x="659314" y="37040"/>
                </a:lnTo>
                <a:lnTo>
                  <a:pt x="658968" y="36331"/>
                </a:lnTo>
                <a:lnTo>
                  <a:pt x="658609" y="35640"/>
                </a:lnTo>
                <a:lnTo>
                  <a:pt x="658236" y="34968"/>
                </a:lnTo>
                <a:lnTo>
                  <a:pt x="657850" y="34313"/>
                </a:lnTo>
                <a:lnTo>
                  <a:pt x="657451" y="33676"/>
                </a:lnTo>
                <a:lnTo>
                  <a:pt x="657039" y="33058"/>
                </a:lnTo>
                <a:lnTo>
                  <a:pt x="656613" y="32457"/>
                </a:lnTo>
                <a:lnTo>
                  <a:pt x="656174" y="31874"/>
                </a:lnTo>
                <a:lnTo>
                  <a:pt x="655722" y="31309"/>
                </a:lnTo>
                <a:lnTo>
                  <a:pt x="655257" y="30762"/>
                </a:lnTo>
                <a:lnTo>
                  <a:pt x="654778" y="30234"/>
                </a:lnTo>
                <a:lnTo>
                  <a:pt x="654286" y="29723"/>
                </a:lnTo>
                <a:lnTo>
                  <a:pt x="653781" y="29230"/>
                </a:lnTo>
                <a:lnTo>
                  <a:pt x="653262" y="28755"/>
                </a:lnTo>
                <a:lnTo>
                  <a:pt x="652731" y="28298"/>
                </a:lnTo>
                <a:lnTo>
                  <a:pt x="652186" y="27859"/>
                </a:lnTo>
                <a:lnTo>
                  <a:pt x="651628" y="27438"/>
                </a:lnTo>
                <a:lnTo>
                  <a:pt x="651055" y="27035"/>
                </a:lnTo>
                <a:lnTo>
                  <a:pt x="650465" y="26649"/>
                </a:lnTo>
                <a:lnTo>
                  <a:pt x="649859" y="26280"/>
                </a:lnTo>
                <a:lnTo>
                  <a:pt x="649237" y="25928"/>
                </a:lnTo>
                <a:lnTo>
                  <a:pt x="648599" y="25593"/>
                </a:lnTo>
                <a:lnTo>
                  <a:pt x="647944" y="25276"/>
                </a:lnTo>
                <a:lnTo>
                  <a:pt x="647273" y="24975"/>
                </a:lnTo>
                <a:lnTo>
                  <a:pt x="646586" y="24692"/>
                </a:lnTo>
                <a:lnTo>
                  <a:pt x="645882" y="24426"/>
                </a:lnTo>
                <a:lnTo>
                  <a:pt x="645162" y="24177"/>
                </a:lnTo>
                <a:lnTo>
                  <a:pt x="644426" y="23946"/>
                </a:lnTo>
                <a:lnTo>
                  <a:pt x="643673" y="23731"/>
                </a:lnTo>
                <a:lnTo>
                  <a:pt x="642904" y="23534"/>
                </a:lnTo>
                <a:lnTo>
                  <a:pt x="642118" y="23353"/>
                </a:lnTo>
                <a:lnTo>
                  <a:pt x="641316" y="23190"/>
                </a:lnTo>
                <a:lnTo>
                  <a:pt x="640498" y="23044"/>
                </a:lnTo>
                <a:lnTo>
                  <a:pt x="639664" y="22916"/>
                </a:lnTo>
                <a:lnTo>
                  <a:pt x="638813" y="22804"/>
                </a:lnTo>
                <a:lnTo>
                  <a:pt x="637946" y="22710"/>
                </a:lnTo>
                <a:lnTo>
                  <a:pt x="637062" y="22633"/>
                </a:lnTo>
                <a:lnTo>
                  <a:pt x="636163" y="22572"/>
                </a:lnTo>
                <a:lnTo>
                  <a:pt x="635246" y="22530"/>
                </a:lnTo>
                <a:lnTo>
                  <a:pt x="634314" y="22504"/>
                </a:lnTo>
                <a:lnTo>
                  <a:pt x="633365" y="22495"/>
                </a:lnTo>
                <a:lnTo>
                  <a:pt x="632206" y="22510"/>
                </a:lnTo>
                <a:lnTo>
                  <a:pt x="631067" y="22555"/>
                </a:lnTo>
                <a:lnTo>
                  <a:pt x="629948" y="22631"/>
                </a:lnTo>
                <a:lnTo>
                  <a:pt x="628849" y="22736"/>
                </a:lnTo>
                <a:lnTo>
                  <a:pt x="627771" y="22872"/>
                </a:lnTo>
                <a:lnTo>
                  <a:pt x="626713" y="23037"/>
                </a:lnTo>
                <a:lnTo>
                  <a:pt x="625674" y="23233"/>
                </a:lnTo>
                <a:lnTo>
                  <a:pt x="624656" y="23459"/>
                </a:lnTo>
                <a:lnTo>
                  <a:pt x="623658" y="23715"/>
                </a:lnTo>
                <a:lnTo>
                  <a:pt x="622681" y="24001"/>
                </a:lnTo>
                <a:lnTo>
                  <a:pt x="621723" y="24317"/>
                </a:lnTo>
                <a:lnTo>
                  <a:pt x="620785" y="24663"/>
                </a:lnTo>
                <a:lnTo>
                  <a:pt x="619868" y="25040"/>
                </a:lnTo>
                <a:lnTo>
                  <a:pt x="618971" y="25446"/>
                </a:lnTo>
                <a:lnTo>
                  <a:pt x="618094" y="25883"/>
                </a:lnTo>
                <a:lnTo>
                  <a:pt x="617237" y="26350"/>
                </a:lnTo>
                <a:lnTo>
                  <a:pt x="616400" y="26847"/>
                </a:lnTo>
                <a:lnTo>
                  <a:pt x="615583" y="27374"/>
                </a:lnTo>
                <a:lnTo>
                  <a:pt x="614787" y="27931"/>
                </a:lnTo>
                <a:lnTo>
                  <a:pt x="614010" y="28518"/>
                </a:lnTo>
                <a:lnTo>
                  <a:pt x="613254" y="29135"/>
                </a:lnTo>
                <a:lnTo>
                  <a:pt x="612518" y="29783"/>
                </a:lnTo>
                <a:lnTo>
                  <a:pt x="611802" y="30460"/>
                </a:lnTo>
                <a:lnTo>
                  <a:pt x="611106" y="31168"/>
                </a:lnTo>
                <a:lnTo>
                  <a:pt x="610435" y="31902"/>
                </a:lnTo>
                <a:lnTo>
                  <a:pt x="609792" y="32661"/>
                </a:lnTo>
                <a:lnTo>
                  <a:pt x="609178" y="33444"/>
                </a:lnTo>
                <a:lnTo>
                  <a:pt x="608592" y="34250"/>
                </a:lnTo>
                <a:lnTo>
                  <a:pt x="608035" y="35081"/>
                </a:lnTo>
                <a:lnTo>
                  <a:pt x="607507" y="35935"/>
                </a:lnTo>
                <a:lnTo>
                  <a:pt x="607007" y="36813"/>
                </a:lnTo>
                <a:lnTo>
                  <a:pt x="606535" y="37716"/>
                </a:lnTo>
                <a:lnTo>
                  <a:pt x="606092" y="38642"/>
                </a:lnTo>
                <a:lnTo>
                  <a:pt x="605678" y="39592"/>
                </a:lnTo>
                <a:lnTo>
                  <a:pt x="605292" y="40566"/>
                </a:lnTo>
                <a:lnTo>
                  <a:pt x="604935" y="41564"/>
                </a:lnTo>
                <a:lnTo>
                  <a:pt x="604607" y="42586"/>
                </a:lnTo>
                <a:lnTo>
                  <a:pt x="604307" y="43632"/>
                </a:lnTo>
                <a:lnTo>
                  <a:pt x="604035" y="44702"/>
                </a:lnTo>
                <a:lnTo>
                  <a:pt x="603792" y="45796"/>
                </a:lnTo>
                <a:lnTo>
                  <a:pt x="603578" y="46914"/>
                </a:lnTo>
                <a:lnTo>
                  <a:pt x="603392" y="48056"/>
                </a:lnTo>
                <a:lnTo>
                  <a:pt x="603235" y="49222"/>
                </a:lnTo>
                <a:lnTo>
                  <a:pt x="603107" y="50411"/>
                </a:lnTo>
                <a:lnTo>
                  <a:pt x="603007" y="51625"/>
                </a:lnTo>
                <a:lnTo>
                  <a:pt x="602935" y="52862"/>
                </a:lnTo>
                <a:lnTo>
                  <a:pt x="602892" y="54124"/>
                </a:lnTo>
                <a:lnTo>
                  <a:pt x="602878" y="55409"/>
                </a:lnTo>
                <a:lnTo>
                  <a:pt x="602892" y="56680"/>
                </a:lnTo>
                <a:lnTo>
                  <a:pt x="602935" y="57928"/>
                </a:lnTo>
                <a:lnTo>
                  <a:pt x="603006" y="59153"/>
                </a:lnTo>
                <a:lnTo>
                  <a:pt x="603106" y="60354"/>
                </a:lnTo>
                <a:lnTo>
                  <a:pt x="603234" y="61532"/>
                </a:lnTo>
                <a:lnTo>
                  <a:pt x="603390" y="62687"/>
                </a:lnTo>
                <a:lnTo>
                  <a:pt x="603575" y="63819"/>
                </a:lnTo>
                <a:lnTo>
                  <a:pt x="603789" y="64927"/>
                </a:lnTo>
                <a:lnTo>
                  <a:pt x="604031" y="66012"/>
                </a:lnTo>
                <a:lnTo>
                  <a:pt x="604301" y="67074"/>
                </a:lnTo>
                <a:lnTo>
                  <a:pt x="604600" y="68113"/>
                </a:lnTo>
                <a:lnTo>
                  <a:pt x="604928" y="69128"/>
                </a:lnTo>
                <a:lnTo>
                  <a:pt x="605284" y="70121"/>
                </a:lnTo>
                <a:lnTo>
                  <a:pt x="605668" y="71090"/>
                </a:lnTo>
                <a:lnTo>
                  <a:pt x="606081" y="72036"/>
                </a:lnTo>
                <a:lnTo>
                  <a:pt x="606522" y="72958"/>
                </a:lnTo>
                <a:lnTo>
                  <a:pt x="606992" y="73858"/>
                </a:lnTo>
                <a:lnTo>
                  <a:pt x="607490" y="74734"/>
                </a:lnTo>
                <a:lnTo>
                  <a:pt x="608017" y="75587"/>
                </a:lnTo>
                <a:lnTo>
                  <a:pt x="608572" y="76416"/>
                </a:lnTo>
                <a:lnTo>
                  <a:pt x="609155" y="77223"/>
                </a:lnTo>
                <a:lnTo>
                  <a:pt x="609767" y="78006"/>
                </a:lnTo>
                <a:lnTo>
                  <a:pt x="610408" y="78766"/>
                </a:lnTo>
                <a:lnTo>
                  <a:pt x="611077" y="79503"/>
                </a:lnTo>
                <a:lnTo>
                  <a:pt x="611770" y="80213"/>
                </a:lnTo>
                <a:lnTo>
                  <a:pt x="612482" y="80893"/>
                </a:lnTo>
                <a:lnTo>
                  <a:pt x="613214" y="81542"/>
                </a:lnTo>
                <a:lnTo>
                  <a:pt x="613965" y="82162"/>
                </a:lnTo>
                <a:lnTo>
                  <a:pt x="614736" y="82751"/>
                </a:lnTo>
                <a:lnTo>
                  <a:pt x="615526" y="83310"/>
                </a:lnTo>
                <a:lnTo>
                  <a:pt x="616335" y="83839"/>
                </a:lnTo>
                <a:lnTo>
                  <a:pt x="617164" y="84337"/>
                </a:lnTo>
                <a:lnTo>
                  <a:pt x="618013" y="84806"/>
                </a:lnTo>
                <a:lnTo>
                  <a:pt x="618881" y="85244"/>
                </a:lnTo>
                <a:lnTo>
                  <a:pt x="619768" y="85652"/>
                </a:lnTo>
                <a:lnTo>
                  <a:pt x="620674" y="86030"/>
                </a:lnTo>
                <a:lnTo>
                  <a:pt x="621600" y="86377"/>
                </a:lnTo>
                <a:lnTo>
                  <a:pt x="622546" y="86694"/>
                </a:lnTo>
                <a:lnTo>
                  <a:pt x="623511" y="86981"/>
                </a:lnTo>
                <a:lnTo>
                  <a:pt x="624495" y="87238"/>
                </a:lnTo>
                <a:lnTo>
                  <a:pt x="625499" y="87465"/>
                </a:lnTo>
                <a:lnTo>
                  <a:pt x="626522" y="87661"/>
                </a:lnTo>
                <a:lnTo>
                  <a:pt x="627565" y="87827"/>
                </a:lnTo>
                <a:lnTo>
                  <a:pt x="628627" y="87963"/>
                </a:lnTo>
                <a:lnTo>
                  <a:pt x="629708" y="88069"/>
                </a:lnTo>
                <a:lnTo>
                  <a:pt x="630809" y="88145"/>
                </a:lnTo>
                <a:lnTo>
                  <a:pt x="631929" y="88190"/>
                </a:lnTo>
                <a:lnTo>
                  <a:pt x="633069" y="88205"/>
                </a:lnTo>
                <a:lnTo>
                  <a:pt x="634072" y="88195"/>
                </a:lnTo>
                <a:lnTo>
                  <a:pt x="635057" y="88165"/>
                </a:lnTo>
                <a:lnTo>
                  <a:pt x="636026" y="88115"/>
                </a:lnTo>
                <a:lnTo>
                  <a:pt x="636978" y="88046"/>
                </a:lnTo>
                <a:lnTo>
                  <a:pt x="637912" y="87956"/>
                </a:lnTo>
                <a:lnTo>
                  <a:pt x="638830" y="87846"/>
                </a:lnTo>
                <a:lnTo>
                  <a:pt x="639730" y="87717"/>
                </a:lnTo>
                <a:lnTo>
                  <a:pt x="640613" y="87567"/>
                </a:lnTo>
                <a:lnTo>
                  <a:pt x="641480" y="87398"/>
                </a:lnTo>
                <a:lnTo>
                  <a:pt x="642329" y="87208"/>
                </a:lnTo>
                <a:lnTo>
                  <a:pt x="643161" y="86999"/>
                </a:lnTo>
                <a:lnTo>
                  <a:pt x="643976" y="86769"/>
                </a:lnTo>
                <a:lnTo>
                  <a:pt x="644774" y="86520"/>
                </a:lnTo>
                <a:lnTo>
                  <a:pt x="645555" y="86251"/>
                </a:lnTo>
                <a:lnTo>
                  <a:pt x="646319" y="85962"/>
                </a:lnTo>
                <a:lnTo>
                  <a:pt x="647066" y="85653"/>
                </a:lnTo>
                <a:lnTo>
                  <a:pt x="647796" y="85324"/>
                </a:lnTo>
                <a:lnTo>
                  <a:pt x="648509" y="84975"/>
                </a:lnTo>
                <a:lnTo>
                  <a:pt x="649204" y="84606"/>
                </a:lnTo>
                <a:lnTo>
                  <a:pt x="649883" y="84217"/>
                </a:lnTo>
                <a:lnTo>
                  <a:pt x="650544" y="83809"/>
                </a:lnTo>
                <a:lnTo>
                  <a:pt x="651189" y="83380"/>
                </a:lnTo>
                <a:lnTo>
                  <a:pt x="651816" y="82931"/>
                </a:lnTo>
                <a:lnTo>
                  <a:pt x="652427" y="82463"/>
                </a:lnTo>
                <a:lnTo>
                  <a:pt x="653020" y="81975"/>
                </a:lnTo>
                <a:lnTo>
                  <a:pt x="653598" y="81468"/>
                </a:lnTo>
                <a:lnTo>
                  <a:pt x="654159" y="80941"/>
                </a:lnTo>
                <a:lnTo>
                  <a:pt x="654704" y="80396"/>
                </a:lnTo>
                <a:lnTo>
                  <a:pt x="655233" y="79831"/>
                </a:lnTo>
                <a:lnTo>
                  <a:pt x="655745" y="79248"/>
                </a:lnTo>
                <a:lnTo>
                  <a:pt x="656242" y="78645"/>
                </a:lnTo>
                <a:lnTo>
                  <a:pt x="656722" y="78023"/>
                </a:lnTo>
                <a:lnTo>
                  <a:pt x="657186" y="77382"/>
                </a:lnTo>
                <a:lnTo>
                  <a:pt x="657633" y="76722"/>
                </a:lnTo>
                <a:lnTo>
                  <a:pt x="658065" y="76043"/>
                </a:lnTo>
                <a:lnTo>
                  <a:pt x="658480" y="75344"/>
                </a:lnTo>
                <a:lnTo>
                  <a:pt x="658879" y="74627"/>
                </a:lnTo>
                <a:lnTo>
                  <a:pt x="659261" y="73890"/>
                </a:lnTo>
                <a:lnTo>
                  <a:pt x="659628" y="73135"/>
                </a:lnTo>
                <a:lnTo>
                  <a:pt x="659978" y="72360"/>
                </a:lnTo>
                <a:lnTo>
                  <a:pt x="660312" y="71566"/>
                </a:lnTo>
                <a:lnTo>
                  <a:pt x="660629" y="70753"/>
                </a:lnTo>
                <a:lnTo>
                  <a:pt x="660931" y="69921"/>
                </a:lnTo>
                <a:lnTo>
                  <a:pt x="661216" y="69069"/>
                </a:lnTo>
                <a:lnTo>
                  <a:pt x="661485" y="68199"/>
                </a:lnTo>
                <a:lnTo>
                  <a:pt x="661738" y="67309"/>
                </a:lnTo>
                <a:lnTo>
                  <a:pt x="661974" y="66401"/>
                </a:lnTo>
                <a:lnTo>
                  <a:pt x="662194" y="65473"/>
                </a:lnTo>
                <a:lnTo>
                  <a:pt x="645856" y="62631"/>
                </a:lnTo>
                <a:lnTo>
                  <a:pt x="645749" y="63172"/>
                </a:lnTo>
                <a:lnTo>
                  <a:pt x="645636" y="63700"/>
                </a:lnTo>
                <a:lnTo>
                  <a:pt x="645517" y="64214"/>
                </a:lnTo>
                <a:lnTo>
                  <a:pt x="645392" y="64714"/>
                </a:lnTo>
                <a:lnTo>
                  <a:pt x="645261" y="65201"/>
                </a:lnTo>
                <a:lnTo>
                  <a:pt x="645123" y="65675"/>
                </a:lnTo>
                <a:lnTo>
                  <a:pt x="644979" y="66135"/>
                </a:lnTo>
                <a:lnTo>
                  <a:pt x="644830" y="66581"/>
                </a:lnTo>
                <a:lnTo>
                  <a:pt x="644674" y="67014"/>
                </a:lnTo>
                <a:lnTo>
                  <a:pt x="644511" y="67434"/>
                </a:lnTo>
                <a:lnTo>
                  <a:pt x="644343" y="67840"/>
                </a:lnTo>
                <a:lnTo>
                  <a:pt x="644169" y="68233"/>
                </a:lnTo>
                <a:lnTo>
                  <a:pt x="643988" y="68612"/>
                </a:lnTo>
                <a:lnTo>
                  <a:pt x="643801" y="68978"/>
                </a:lnTo>
                <a:lnTo>
                  <a:pt x="643608" y="69331"/>
                </a:lnTo>
                <a:lnTo>
                  <a:pt x="643409" y="69669"/>
                </a:lnTo>
                <a:lnTo>
                  <a:pt x="643204" y="69995"/>
                </a:lnTo>
                <a:lnTo>
                  <a:pt x="642992" y="70307"/>
                </a:lnTo>
                <a:lnTo>
                  <a:pt x="642774" y="70605"/>
                </a:lnTo>
                <a:lnTo>
                  <a:pt x="642551" y="70890"/>
                </a:lnTo>
                <a:lnTo>
                  <a:pt x="642320" y="71162"/>
                </a:lnTo>
                <a:lnTo>
                  <a:pt x="642084" y="71420"/>
                </a:lnTo>
                <a:lnTo>
                  <a:pt x="641842" y="71665"/>
                </a:lnTo>
                <a:lnTo>
                  <a:pt x="641593" y="71896"/>
                </a:lnTo>
                <a:lnTo>
                  <a:pt x="641339" y="72116"/>
                </a:lnTo>
                <a:lnTo>
                  <a:pt x="641078" y="72326"/>
                </a:lnTo>
                <a:lnTo>
                  <a:pt x="640812" y="72527"/>
                </a:lnTo>
                <a:lnTo>
                  <a:pt x="640539" y="72719"/>
                </a:lnTo>
                <a:lnTo>
                  <a:pt x="640261" y="72901"/>
                </a:lnTo>
                <a:lnTo>
                  <a:pt x="639977" y="73074"/>
                </a:lnTo>
                <a:lnTo>
                  <a:pt x="639686" y="73238"/>
                </a:lnTo>
                <a:lnTo>
                  <a:pt x="639390" y="73392"/>
                </a:lnTo>
                <a:lnTo>
                  <a:pt x="639088" y="73537"/>
                </a:lnTo>
                <a:lnTo>
                  <a:pt x="638780" y="73673"/>
                </a:lnTo>
                <a:lnTo>
                  <a:pt x="638465" y="73799"/>
                </a:lnTo>
                <a:lnTo>
                  <a:pt x="638145" y="73916"/>
                </a:lnTo>
                <a:lnTo>
                  <a:pt x="637819" y="74024"/>
                </a:lnTo>
                <a:lnTo>
                  <a:pt x="637487" y="74122"/>
                </a:lnTo>
                <a:lnTo>
                  <a:pt x="637149" y="74211"/>
                </a:lnTo>
                <a:lnTo>
                  <a:pt x="636805" y="74290"/>
                </a:lnTo>
                <a:lnTo>
                  <a:pt x="636455" y="74360"/>
                </a:lnTo>
                <a:lnTo>
                  <a:pt x="636099" y="74421"/>
                </a:lnTo>
                <a:lnTo>
                  <a:pt x="635737" y="74473"/>
                </a:lnTo>
                <a:lnTo>
                  <a:pt x="635369" y="74515"/>
                </a:lnTo>
                <a:lnTo>
                  <a:pt x="634996" y="74547"/>
                </a:lnTo>
                <a:lnTo>
                  <a:pt x="634616" y="74571"/>
                </a:lnTo>
                <a:lnTo>
                  <a:pt x="634230" y="74585"/>
                </a:lnTo>
                <a:lnTo>
                  <a:pt x="633839" y="74589"/>
                </a:lnTo>
                <a:lnTo>
                  <a:pt x="633315" y="74581"/>
                </a:lnTo>
                <a:lnTo>
                  <a:pt x="632801" y="74558"/>
                </a:lnTo>
                <a:lnTo>
                  <a:pt x="632295" y="74518"/>
                </a:lnTo>
                <a:lnTo>
                  <a:pt x="631799" y="74462"/>
                </a:lnTo>
                <a:lnTo>
                  <a:pt x="631311" y="74390"/>
                </a:lnTo>
                <a:lnTo>
                  <a:pt x="630832" y="74302"/>
                </a:lnTo>
                <a:lnTo>
                  <a:pt x="630363" y="74198"/>
                </a:lnTo>
                <a:lnTo>
                  <a:pt x="629902" y="74078"/>
                </a:lnTo>
                <a:lnTo>
                  <a:pt x="629450" y="73942"/>
                </a:lnTo>
                <a:lnTo>
                  <a:pt x="629007" y="73790"/>
                </a:lnTo>
                <a:lnTo>
                  <a:pt x="628573" y="73623"/>
                </a:lnTo>
                <a:lnTo>
                  <a:pt x="628148" y="73439"/>
                </a:lnTo>
                <a:lnTo>
                  <a:pt x="627732" y="73239"/>
                </a:lnTo>
                <a:lnTo>
                  <a:pt x="627325" y="73023"/>
                </a:lnTo>
                <a:lnTo>
                  <a:pt x="626927" y="72792"/>
                </a:lnTo>
                <a:lnTo>
                  <a:pt x="626537" y="72544"/>
                </a:lnTo>
                <a:lnTo>
                  <a:pt x="626157" y="72280"/>
                </a:lnTo>
                <a:lnTo>
                  <a:pt x="625786" y="72001"/>
                </a:lnTo>
                <a:lnTo>
                  <a:pt x="625423" y="71705"/>
                </a:lnTo>
                <a:lnTo>
                  <a:pt x="625070" y="71393"/>
                </a:lnTo>
                <a:lnTo>
                  <a:pt x="624725" y="71066"/>
                </a:lnTo>
                <a:lnTo>
                  <a:pt x="624390" y="70722"/>
                </a:lnTo>
                <a:lnTo>
                  <a:pt x="624063" y="70362"/>
                </a:lnTo>
                <a:lnTo>
                  <a:pt x="623745" y="69987"/>
                </a:lnTo>
                <a:lnTo>
                  <a:pt x="623439" y="69592"/>
                </a:lnTo>
                <a:lnTo>
                  <a:pt x="623145" y="69174"/>
                </a:lnTo>
                <a:lnTo>
                  <a:pt x="622864" y="68733"/>
                </a:lnTo>
                <a:lnTo>
                  <a:pt x="622597" y="68270"/>
                </a:lnTo>
                <a:lnTo>
                  <a:pt x="622342" y="67784"/>
                </a:lnTo>
                <a:lnTo>
                  <a:pt x="622101" y="67275"/>
                </a:lnTo>
                <a:lnTo>
                  <a:pt x="621872" y="66744"/>
                </a:lnTo>
                <a:lnTo>
                  <a:pt x="621657" y="66189"/>
                </a:lnTo>
                <a:lnTo>
                  <a:pt x="621455" y="65612"/>
                </a:lnTo>
                <a:lnTo>
                  <a:pt x="621265" y="65013"/>
                </a:lnTo>
                <a:lnTo>
                  <a:pt x="621089" y="64390"/>
                </a:lnTo>
                <a:lnTo>
                  <a:pt x="620926" y="63745"/>
                </a:lnTo>
                <a:lnTo>
                  <a:pt x="620776" y="63077"/>
                </a:lnTo>
                <a:lnTo>
                  <a:pt x="620639" y="62386"/>
                </a:lnTo>
                <a:lnTo>
                  <a:pt x="620515" y="61672"/>
                </a:lnTo>
                <a:lnTo>
                  <a:pt x="620404" y="60936"/>
                </a:lnTo>
                <a:lnTo>
                  <a:pt x="620306" y="60177"/>
                </a:lnTo>
                <a:lnTo>
                  <a:pt x="620221" y="59395"/>
                </a:lnTo>
                <a:lnTo>
                  <a:pt x="620149" y="58591"/>
                </a:lnTo>
                <a:lnTo>
                  <a:pt x="620091" y="57764"/>
                </a:lnTo>
                <a:lnTo>
                  <a:pt x="620045" y="56914"/>
                </a:lnTo>
                <a:lnTo>
                  <a:pt x="620012" y="56041"/>
                </a:lnTo>
                <a:lnTo>
                  <a:pt x="619993" y="55145"/>
                </a:lnTo>
                <a:lnTo>
                  <a:pt x="619986" y="54227"/>
                </a:lnTo>
                <a:lnTo>
                  <a:pt x="619993" y="53401"/>
                </a:lnTo>
                <a:lnTo>
                  <a:pt x="620012" y="52595"/>
                </a:lnTo>
                <a:lnTo>
                  <a:pt x="620044" y="51809"/>
                </a:lnTo>
                <a:lnTo>
                  <a:pt x="620089" y="51043"/>
                </a:lnTo>
                <a:lnTo>
                  <a:pt x="620147" y="50297"/>
                </a:lnTo>
                <a:lnTo>
                  <a:pt x="620217" y="49571"/>
                </a:lnTo>
                <a:lnTo>
                  <a:pt x="620301" y="48865"/>
                </a:lnTo>
                <a:lnTo>
                  <a:pt x="620397" y="48178"/>
                </a:lnTo>
                <a:lnTo>
                  <a:pt x="620506" y="47512"/>
                </a:lnTo>
                <a:lnTo>
                  <a:pt x="620629" y="46866"/>
                </a:lnTo>
                <a:lnTo>
                  <a:pt x="620763" y="46240"/>
                </a:lnTo>
                <a:lnTo>
                  <a:pt x="620911" y="45633"/>
                </a:lnTo>
                <a:lnTo>
                  <a:pt x="621072" y="45047"/>
                </a:lnTo>
                <a:lnTo>
                  <a:pt x="621245" y="44481"/>
                </a:lnTo>
                <a:lnTo>
                  <a:pt x="621431" y="43934"/>
                </a:lnTo>
                <a:lnTo>
                  <a:pt x="621631" y="43408"/>
                </a:lnTo>
                <a:lnTo>
                  <a:pt x="621843" y="42902"/>
                </a:lnTo>
                <a:lnTo>
                  <a:pt x="622067" y="42415"/>
                </a:lnTo>
                <a:lnTo>
                  <a:pt x="622305" y="41949"/>
                </a:lnTo>
                <a:lnTo>
                  <a:pt x="622556" y="41502"/>
                </a:lnTo>
                <a:lnTo>
                  <a:pt x="622819" y="41076"/>
                </a:lnTo>
                <a:lnTo>
                  <a:pt x="623095" y="40669"/>
                </a:lnTo>
                <a:lnTo>
                  <a:pt x="623384" y="40283"/>
                </a:lnTo>
                <a:lnTo>
                  <a:pt x="623686" y="39916"/>
                </a:lnTo>
                <a:lnTo>
                  <a:pt x="623999" y="39567"/>
                </a:lnTo>
                <a:lnTo>
                  <a:pt x="624320" y="39233"/>
                </a:lnTo>
                <a:lnTo>
                  <a:pt x="624650" y="38913"/>
                </a:lnTo>
                <a:lnTo>
                  <a:pt x="624989" y="38609"/>
                </a:lnTo>
                <a:lnTo>
                  <a:pt x="625337" y="38319"/>
                </a:lnTo>
                <a:lnTo>
                  <a:pt x="625693" y="38044"/>
                </a:lnTo>
                <a:lnTo>
                  <a:pt x="626058" y="37784"/>
                </a:lnTo>
                <a:lnTo>
                  <a:pt x="626432" y="37539"/>
                </a:lnTo>
                <a:lnTo>
                  <a:pt x="626815" y="37309"/>
                </a:lnTo>
                <a:lnTo>
                  <a:pt x="627206" y="37093"/>
                </a:lnTo>
                <a:lnTo>
                  <a:pt x="627606" y="36893"/>
                </a:lnTo>
                <a:lnTo>
                  <a:pt x="628015" y="36707"/>
                </a:lnTo>
                <a:lnTo>
                  <a:pt x="628432" y="36536"/>
                </a:lnTo>
                <a:lnTo>
                  <a:pt x="628859" y="36380"/>
                </a:lnTo>
                <a:lnTo>
                  <a:pt x="629294" y="36239"/>
                </a:lnTo>
                <a:lnTo>
                  <a:pt x="629737" y="36113"/>
                </a:lnTo>
                <a:lnTo>
                  <a:pt x="630190" y="36001"/>
                </a:lnTo>
                <a:lnTo>
                  <a:pt x="630651" y="35905"/>
                </a:lnTo>
                <a:lnTo>
                  <a:pt x="631121" y="35823"/>
                </a:lnTo>
                <a:lnTo>
                  <a:pt x="631600" y="35756"/>
                </a:lnTo>
                <a:lnTo>
                  <a:pt x="632087" y="35704"/>
                </a:lnTo>
                <a:lnTo>
                  <a:pt x="632583" y="35667"/>
                </a:lnTo>
                <a:lnTo>
                  <a:pt x="633088" y="35645"/>
                </a:lnTo>
                <a:lnTo>
                  <a:pt x="633602" y="35637"/>
                </a:lnTo>
                <a:lnTo>
                  <a:pt x="633988" y="35641"/>
                </a:lnTo>
                <a:lnTo>
                  <a:pt x="634369" y="35654"/>
                </a:lnTo>
                <a:lnTo>
                  <a:pt x="634744" y="35676"/>
                </a:lnTo>
                <a:lnTo>
                  <a:pt x="635112" y="35706"/>
                </a:lnTo>
                <a:lnTo>
                  <a:pt x="635475" y="35744"/>
                </a:lnTo>
                <a:lnTo>
                  <a:pt x="635831" y="35792"/>
                </a:lnTo>
                <a:lnTo>
                  <a:pt x="636181" y="35847"/>
                </a:lnTo>
                <a:lnTo>
                  <a:pt x="636525" y="35912"/>
                </a:lnTo>
                <a:lnTo>
                  <a:pt x="636864" y="35985"/>
                </a:lnTo>
                <a:lnTo>
                  <a:pt x="637196" y="36066"/>
                </a:lnTo>
                <a:lnTo>
                  <a:pt x="637522" y="36156"/>
                </a:lnTo>
                <a:lnTo>
                  <a:pt x="637842" y="36255"/>
                </a:lnTo>
                <a:lnTo>
                  <a:pt x="638156" y="36362"/>
                </a:lnTo>
                <a:lnTo>
                  <a:pt x="638464" y="36478"/>
                </a:lnTo>
                <a:lnTo>
                  <a:pt x="638765" y="36603"/>
                </a:lnTo>
                <a:lnTo>
                  <a:pt x="639061" y="36736"/>
                </a:lnTo>
                <a:lnTo>
                  <a:pt x="639351" y="36877"/>
                </a:lnTo>
                <a:lnTo>
                  <a:pt x="639634" y="37027"/>
                </a:lnTo>
                <a:lnTo>
                  <a:pt x="639912" y="37186"/>
                </a:lnTo>
                <a:lnTo>
                  <a:pt x="640183" y="37354"/>
                </a:lnTo>
                <a:lnTo>
                  <a:pt x="640449" y="37529"/>
                </a:lnTo>
                <a:lnTo>
                  <a:pt x="640708" y="37714"/>
                </a:lnTo>
                <a:lnTo>
                  <a:pt x="640961" y="37907"/>
                </a:lnTo>
                <a:lnTo>
                  <a:pt x="641209" y="38109"/>
                </a:lnTo>
                <a:lnTo>
                  <a:pt x="641449" y="38319"/>
                </a:lnTo>
                <a:lnTo>
                  <a:pt x="641682" y="38537"/>
                </a:lnTo>
                <a:lnTo>
                  <a:pt x="641908" y="38764"/>
                </a:lnTo>
                <a:lnTo>
                  <a:pt x="642127" y="39000"/>
                </a:lnTo>
                <a:lnTo>
                  <a:pt x="642338" y="39243"/>
                </a:lnTo>
                <a:lnTo>
                  <a:pt x="642542" y="39495"/>
                </a:lnTo>
                <a:lnTo>
                  <a:pt x="642739" y="39756"/>
                </a:lnTo>
                <a:lnTo>
                  <a:pt x="642929" y="40024"/>
                </a:lnTo>
                <a:lnTo>
                  <a:pt x="643111" y="40302"/>
                </a:lnTo>
                <a:lnTo>
                  <a:pt x="643286" y="40587"/>
                </a:lnTo>
                <a:lnTo>
                  <a:pt x="643453" y="40881"/>
                </a:lnTo>
                <a:lnTo>
                  <a:pt x="643614" y="41183"/>
                </a:lnTo>
                <a:lnTo>
                  <a:pt x="643767" y="41494"/>
                </a:lnTo>
                <a:lnTo>
                  <a:pt x="643912" y="41813"/>
                </a:lnTo>
                <a:lnTo>
                  <a:pt x="644051" y="42140"/>
                </a:lnTo>
                <a:lnTo>
                  <a:pt x="644182" y="42476"/>
                </a:lnTo>
                <a:lnTo>
                  <a:pt x="644306" y="42820"/>
                </a:lnTo>
                <a:lnTo>
                  <a:pt x="644422" y="43173"/>
                </a:lnTo>
                <a:lnTo>
                  <a:pt x="644531" y="43534"/>
                </a:lnTo>
                <a:lnTo>
                  <a:pt x="644633" y="43903"/>
                </a:lnTo>
                <a:lnTo>
                  <a:pt x="644728" y="44281"/>
                </a:lnTo>
                <a:lnTo>
                  <a:pt x="644815" y="44667"/>
                </a:lnTo>
                <a:lnTo>
                  <a:pt x="644895" y="45061"/>
                </a:lnTo>
                <a:lnTo>
                  <a:pt x="644968" y="45464"/>
                </a:lnTo>
                <a:lnTo>
                  <a:pt x="661366" y="42504"/>
                </a:lnTo>
                <a:lnTo>
                  <a:pt x="661112" y="41670"/>
                </a:lnTo>
                <a:lnTo>
                  <a:pt x="660846" y="40853"/>
                </a:lnTo>
                <a:lnTo>
                  <a:pt x="660566" y="40054"/>
                </a:lnTo>
                <a:lnTo>
                  <a:pt x="660273" y="39274"/>
                </a:lnTo>
                <a:close/>
                <a:moveTo>
                  <a:pt x="709873" y="68282"/>
                </a:moveTo>
                <a:lnTo>
                  <a:pt x="709739" y="68636"/>
                </a:lnTo>
                <a:lnTo>
                  <a:pt x="709601" y="68980"/>
                </a:lnTo>
                <a:lnTo>
                  <a:pt x="709458" y="69316"/>
                </a:lnTo>
                <a:lnTo>
                  <a:pt x="709311" y="69643"/>
                </a:lnTo>
                <a:lnTo>
                  <a:pt x="709159" y="69961"/>
                </a:lnTo>
                <a:lnTo>
                  <a:pt x="709002" y="70270"/>
                </a:lnTo>
                <a:lnTo>
                  <a:pt x="708841" y="70569"/>
                </a:lnTo>
                <a:lnTo>
                  <a:pt x="708676" y="70860"/>
                </a:lnTo>
                <a:lnTo>
                  <a:pt x="708506" y="71142"/>
                </a:lnTo>
                <a:lnTo>
                  <a:pt x="708332" y="71414"/>
                </a:lnTo>
                <a:lnTo>
                  <a:pt x="708152" y="71678"/>
                </a:lnTo>
                <a:lnTo>
                  <a:pt x="707969" y="71932"/>
                </a:lnTo>
                <a:lnTo>
                  <a:pt x="707781" y="72178"/>
                </a:lnTo>
                <a:lnTo>
                  <a:pt x="707588" y="72414"/>
                </a:lnTo>
                <a:lnTo>
                  <a:pt x="707391" y="72641"/>
                </a:lnTo>
                <a:lnTo>
                  <a:pt x="707189" y="72860"/>
                </a:lnTo>
                <a:lnTo>
                  <a:pt x="706983" y="73069"/>
                </a:lnTo>
                <a:lnTo>
                  <a:pt x="706773" y="73269"/>
                </a:lnTo>
                <a:lnTo>
                  <a:pt x="706557" y="73460"/>
                </a:lnTo>
                <a:lnTo>
                  <a:pt x="706338" y="73642"/>
                </a:lnTo>
                <a:lnTo>
                  <a:pt x="706114" y="73816"/>
                </a:lnTo>
                <a:lnTo>
                  <a:pt x="705885" y="73983"/>
                </a:lnTo>
                <a:lnTo>
                  <a:pt x="705652" y="74142"/>
                </a:lnTo>
                <a:lnTo>
                  <a:pt x="705415" y="74294"/>
                </a:lnTo>
                <a:lnTo>
                  <a:pt x="705174" y="74438"/>
                </a:lnTo>
                <a:lnTo>
                  <a:pt x="704928" y="74575"/>
                </a:lnTo>
                <a:lnTo>
                  <a:pt x="704678" y="74704"/>
                </a:lnTo>
                <a:lnTo>
                  <a:pt x="704424" y="74826"/>
                </a:lnTo>
                <a:lnTo>
                  <a:pt x="704165" y="74941"/>
                </a:lnTo>
                <a:lnTo>
                  <a:pt x="703902" y="75048"/>
                </a:lnTo>
                <a:lnTo>
                  <a:pt x="703635" y="75148"/>
                </a:lnTo>
                <a:lnTo>
                  <a:pt x="703363" y="75241"/>
                </a:lnTo>
                <a:lnTo>
                  <a:pt x="703087" y="75326"/>
                </a:lnTo>
                <a:lnTo>
                  <a:pt x="702807" y="75403"/>
                </a:lnTo>
                <a:lnTo>
                  <a:pt x="702522" y="75474"/>
                </a:lnTo>
                <a:lnTo>
                  <a:pt x="702233" y="75537"/>
                </a:lnTo>
                <a:lnTo>
                  <a:pt x="701940" y="75592"/>
                </a:lnTo>
                <a:lnTo>
                  <a:pt x="701643" y="75640"/>
                </a:lnTo>
                <a:lnTo>
                  <a:pt x="701341" y="75681"/>
                </a:lnTo>
                <a:lnTo>
                  <a:pt x="701035" y="75714"/>
                </a:lnTo>
                <a:lnTo>
                  <a:pt x="700724" y="75740"/>
                </a:lnTo>
                <a:lnTo>
                  <a:pt x="700409" y="75759"/>
                </a:lnTo>
                <a:lnTo>
                  <a:pt x="700090" y="75770"/>
                </a:lnTo>
                <a:lnTo>
                  <a:pt x="699767" y="75773"/>
                </a:lnTo>
                <a:lnTo>
                  <a:pt x="699291" y="75766"/>
                </a:lnTo>
                <a:lnTo>
                  <a:pt x="698823" y="75745"/>
                </a:lnTo>
                <a:lnTo>
                  <a:pt x="698361" y="75709"/>
                </a:lnTo>
                <a:lnTo>
                  <a:pt x="697905" y="75659"/>
                </a:lnTo>
                <a:lnTo>
                  <a:pt x="697456" y="75595"/>
                </a:lnTo>
                <a:lnTo>
                  <a:pt x="697014" y="75516"/>
                </a:lnTo>
                <a:lnTo>
                  <a:pt x="696578" y="75423"/>
                </a:lnTo>
                <a:lnTo>
                  <a:pt x="696149" y="75316"/>
                </a:lnTo>
                <a:lnTo>
                  <a:pt x="695726" y="75195"/>
                </a:lnTo>
                <a:lnTo>
                  <a:pt x="695310" y="75059"/>
                </a:lnTo>
                <a:lnTo>
                  <a:pt x="694901" y="74909"/>
                </a:lnTo>
                <a:lnTo>
                  <a:pt x="694498" y="74745"/>
                </a:lnTo>
                <a:lnTo>
                  <a:pt x="694102" y="74566"/>
                </a:lnTo>
                <a:lnTo>
                  <a:pt x="693712" y="74373"/>
                </a:lnTo>
                <a:lnTo>
                  <a:pt x="693329" y="74166"/>
                </a:lnTo>
                <a:lnTo>
                  <a:pt x="692952" y="73945"/>
                </a:lnTo>
                <a:lnTo>
                  <a:pt x="692582" y="73709"/>
                </a:lnTo>
                <a:lnTo>
                  <a:pt x="692219" y="73459"/>
                </a:lnTo>
                <a:lnTo>
                  <a:pt x="691862" y="73195"/>
                </a:lnTo>
                <a:lnTo>
                  <a:pt x="691512" y="72916"/>
                </a:lnTo>
                <a:lnTo>
                  <a:pt x="691168" y="72623"/>
                </a:lnTo>
                <a:lnTo>
                  <a:pt x="690831" y="72316"/>
                </a:lnTo>
                <a:lnTo>
                  <a:pt x="690501" y="71995"/>
                </a:lnTo>
                <a:lnTo>
                  <a:pt x="690177" y="71659"/>
                </a:lnTo>
                <a:lnTo>
                  <a:pt x="689862" y="71311"/>
                </a:lnTo>
                <a:lnTo>
                  <a:pt x="689561" y="70951"/>
                </a:lnTo>
                <a:lnTo>
                  <a:pt x="689272" y="70579"/>
                </a:lnTo>
                <a:lnTo>
                  <a:pt x="688996" y="70197"/>
                </a:lnTo>
                <a:lnTo>
                  <a:pt x="688733" y="69802"/>
                </a:lnTo>
                <a:lnTo>
                  <a:pt x="688482" y="69397"/>
                </a:lnTo>
                <a:lnTo>
                  <a:pt x="688244" y="68980"/>
                </a:lnTo>
                <a:lnTo>
                  <a:pt x="688019" y="68551"/>
                </a:lnTo>
                <a:lnTo>
                  <a:pt x="687807" y="68111"/>
                </a:lnTo>
                <a:lnTo>
                  <a:pt x="687607" y="67660"/>
                </a:lnTo>
                <a:lnTo>
                  <a:pt x="687420" y="67198"/>
                </a:lnTo>
                <a:lnTo>
                  <a:pt x="687246" y="66724"/>
                </a:lnTo>
                <a:lnTo>
                  <a:pt x="687085" y="66238"/>
                </a:lnTo>
                <a:lnTo>
                  <a:pt x="686936" y="65741"/>
                </a:lnTo>
                <a:lnTo>
                  <a:pt x="686801" y="65233"/>
                </a:lnTo>
                <a:lnTo>
                  <a:pt x="686677" y="64713"/>
                </a:lnTo>
                <a:lnTo>
                  <a:pt x="686567" y="64182"/>
                </a:lnTo>
                <a:lnTo>
                  <a:pt x="686469" y="63640"/>
                </a:lnTo>
                <a:lnTo>
                  <a:pt x="686384" y="63086"/>
                </a:lnTo>
                <a:lnTo>
                  <a:pt x="686312" y="62520"/>
                </a:lnTo>
                <a:lnTo>
                  <a:pt x="686253" y="61944"/>
                </a:lnTo>
                <a:lnTo>
                  <a:pt x="686206" y="61356"/>
                </a:lnTo>
                <a:lnTo>
                  <a:pt x="686172" y="60756"/>
                </a:lnTo>
                <a:lnTo>
                  <a:pt x="686151" y="60145"/>
                </a:lnTo>
                <a:lnTo>
                  <a:pt x="727827" y="60145"/>
                </a:lnTo>
                <a:lnTo>
                  <a:pt x="727841" y="58569"/>
                </a:lnTo>
                <a:lnTo>
                  <a:pt x="727827" y="57027"/>
                </a:lnTo>
                <a:lnTo>
                  <a:pt x="727783" y="55519"/>
                </a:lnTo>
                <a:lnTo>
                  <a:pt x="727710" y="54045"/>
                </a:lnTo>
                <a:lnTo>
                  <a:pt x="727607" y="52606"/>
                </a:lnTo>
                <a:lnTo>
                  <a:pt x="727475" y="51201"/>
                </a:lnTo>
                <a:lnTo>
                  <a:pt x="727314" y="49830"/>
                </a:lnTo>
                <a:lnTo>
                  <a:pt x="727123" y="48493"/>
                </a:lnTo>
                <a:lnTo>
                  <a:pt x="726903" y="47191"/>
                </a:lnTo>
                <a:lnTo>
                  <a:pt x="726653" y="45922"/>
                </a:lnTo>
                <a:lnTo>
                  <a:pt x="726374" y="44688"/>
                </a:lnTo>
                <a:lnTo>
                  <a:pt x="726065" y="43488"/>
                </a:lnTo>
                <a:lnTo>
                  <a:pt x="725728" y="42323"/>
                </a:lnTo>
                <a:lnTo>
                  <a:pt x="725360" y="41191"/>
                </a:lnTo>
                <a:lnTo>
                  <a:pt x="724964" y="40094"/>
                </a:lnTo>
                <a:lnTo>
                  <a:pt x="724538" y="39031"/>
                </a:lnTo>
                <a:lnTo>
                  <a:pt x="724082" y="38002"/>
                </a:lnTo>
                <a:lnTo>
                  <a:pt x="723598" y="37008"/>
                </a:lnTo>
                <a:lnTo>
                  <a:pt x="723083" y="36048"/>
                </a:lnTo>
                <a:lnTo>
                  <a:pt x="722540" y="35122"/>
                </a:lnTo>
                <a:lnTo>
                  <a:pt x="721967" y="34230"/>
                </a:lnTo>
                <a:lnTo>
                  <a:pt x="721365" y="33372"/>
                </a:lnTo>
                <a:lnTo>
                  <a:pt x="720733" y="32549"/>
                </a:lnTo>
                <a:lnTo>
                  <a:pt x="720072" y="31760"/>
                </a:lnTo>
                <a:lnTo>
                  <a:pt x="719386" y="31004"/>
                </a:lnTo>
                <a:lnTo>
                  <a:pt x="718679" y="30280"/>
                </a:lnTo>
                <a:lnTo>
                  <a:pt x="717952" y="29588"/>
                </a:lnTo>
                <a:lnTo>
                  <a:pt x="717204" y="28929"/>
                </a:lnTo>
                <a:lnTo>
                  <a:pt x="716435" y="28302"/>
                </a:lnTo>
                <a:lnTo>
                  <a:pt x="715647" y="27707"/>
                </a:lnTo>
                <a:lnTo>
                  <a:pt x="714837" y="27144"/>
                </a:lnTo>
                <a:lnTo>
                  <a:pt x="714007" y="26613"/>
                </a:lnTo>
                <a:lnTo>
                  <a:pt x="713157" y="26114"/>
                </a:lnTo>
                <a:lnTo>
                  <a:pt x="712285" y="25648"/>
                </a:lnTo>
                <a:lnTo>
                  <a:pt x="711394" y="25213"/>
                </a:lnTo>
                <a:lnTo>
                  <a:pt x="710482" y="24811"/>
                </a:lnTo>
                <a:lnTo>
                  <a:pt x="709549" y="24441"/>
                </a:lnTo>
                <a:lnTo>
                  <a:pt x="708595" y="24104"/>
                </a:lnTo>
                <a:lnTo>
                  <a:pt x="707622" y="23798"/>
                </a:lnTo>
                <a:lnTo>
                  <a:pt x="706627" y="23525"/>
                </a:lnTo>
                <a:lnTo>
                  <a:pt x="705612" y="23283"/>
                </a:lnTo>
                <a:lnTo>
                  <a:pt x="704577" y="23074"/>
                </a:lnTo>
                <a:lnTo>
                  <a:pt x="703520" y="22897"/>
                </a:lnTo>
                <a:lnTo>
                  <a:pt x="702444" y="22753"/>
                </a:lnTo>
                <a:lnTo>
                  <a:pt x="701347" y="22640"/>
                </a:lnTo>
                <a:lnTo>
                  <a:pt x="700229" y="22560"/>
                </a:lnTo>
                <a:lnTo>
                  <a:pt x="699090" y="22511"/>
                </a:lnTo>
                <a:lnTo>
                  <a:pt x="697932" y="22495"/>
                </a:lnTo>
                <a:lnTo>
                  <a:pt x="696898" y="22511"/>
                </a:lnTo>
                <a:lnTo>
                  <a:pt x="695880" y="22557"/>
                </a:lnTo>
                <a:lnTo>
                  <a:pt x="694876" y="22634"/>
                </a:lnTo>
                <a:lnTo>
                  <a:pt x="693888" y="22741"/>
                </a:lnTo>
                <a:lnTo>
                  <a:pt x="692915" y="22879"/>
                </a:lnTo>
                <a:lnTo>
                  <a:pt x="691956" y="23048"/>
                </a:lnTo>
                <a:lnTo>
                  <a:pt x="691013" y="23248"/>
                </a:lnTo>
                <a:lnTo>
                  <a:pt x="690085" y="23479"/>
                </a:lnTo>
                <a:lnTo>
                  <a:pt x="689171" y="23740"/>
                </a:lnTo>
                <a:lnTo>
                  <a:pt x="688273" y="24032"/>
                </a:lnTo>
                <a:lnTo>
                  <a:pt x="687390" y="24354"/>
                </a:lnTo>
                <a:lnTo>
                  <a:pt x="686521" y="24708"/>
                </a:lnTo>
                <a:lnTo>
                  <a:pt x="685668" y="25092"/>
                </a:lnTo>
                <a:lnTo>
                  <a:pt x="684829" y="25507"/>
                </a:lnTo>
                <a:lnTo>
                  <a:pt x="684006" y="25952"/>
                </a:lnTo>
                <a:lnTo>
                  <a:pt x="683198" y="26429"/>
                </a:lnTo>
                <a:lnTo>
                  <a:pt x="682405" y="26936"/>
                </a:lnTo>
                <a:lnTo>
                  <a:pt x="681626" y="27473"/>
                </a:lnTo>
                <a:lnTo>
                  <a:pt x="680863" y="28042"/>
                </a:lnTo>
                <a:lnTo>
                  <a:pt x="680115" y="28641"/>
                </a:lnTo>
                <a:lnTo>
                  <a:pt x="679381" y="29271"/>
                </a:lnTo>
                <a:lnTo>
                  <a:pt x="678663" y="29932"/>
                </a:lnTo>
                <a:lnTo>
                  <a:pt x="677960" y="30623"/>
                </a:lnTo>
                <a:lnTo>
                  <a:pt x="677271" y="31345"/>
                </a:lnTo>
                <a:lnTo>
                  <a:pt x="676605" y="32095"/>
                </a:lnTo>
                <a:lnTo>
                  <a:pt x="675967" y="32867"/>
                </a:lnTo>
                <a:lnTo>
                  <a:pt x="675357" y="33664"/>
                </a:lnTo>
                <a:lnTo>
                  <a:pt x="674775" y="34484"/>
                </a:lnTo>
                <a:lnTo>
                  <a:pt x="674222" y="35327"/>
                </a:lnTo>
                <a:lnTo>
                  <a:pt x="673697" y="36194"/>
                </a:lnTo>
                <a:lnTo>
                  <a:pt x="673201" y="37085"/>
                </a:lnTo>
                <a:lnTo>
                  <a:pt x="672733" y="37999"/>
                </a:lnTo>
                <a:lnTo>
                  <a:pt x="672293" y="38936"/>
                </a:lnTo>
                <a:lnTo>
                  <a:pt x="671882" y="39897"/>
                </a:lnTo>
                <a:lnTo>
                  <a:pt x="671499" y="40882"/>
                </a:lnTo>
                <a:lnTo>
                  <a:pt x="671144" y="41890"/>
                </a:lnTo>
                <a:lnTo>
                  <a:pt x="670818" y="42922"/>
                </a:lnTo>
                <a:lnTo>
                  <a:pt x="670520" y="43977"/>
                </a:lnTo>
                <a:lnTo>
                  <a:pt x="670251" y="45056"/>
                </a:lnTo>
                <a:lnTo>
                  <a:pt x="670010" y="46158"/>
                </a:lnTo>
                <a:lnTo>
                  <a:pt x="669797" y="47284"/>
                </a:lnTo>
                <a:lnTo>
                  <a:pt x="669613" y="48433"/>
                </a:lnTo>
                <a:lnTo>
                  <a:pt x="669457" y="49606"/>
                </a:lnTo>
                <a:lnTo>
                  <a:pt x="669329" y="50803"/>
                </a:lnTo>
                <a:lnTo>
                  <a:pt x="669230" y="52023"/>
                </a:lnTo>
                <a:lnTo>
                  <a:pt x="669159" y="53266"/>
                </a:lnTo>
                <a:lnTo>
                  <a:pt x="669116" y="54533"/>
                </a:lnTo>
                <a:lnTo>
                  <a:pt x="669102" y="55824"/>
                </a:lnTo>
                <a:lnTo>
                  <a:pt x="669113" y="56906"/>
                </a:lnTo>
                <a:lnTo>
                  <a:pt x="669145" y="57973"/>
                </a:lnTo>
                <a:lnTo>
                  <a:pt x="669199" y="59024"/>
                </a:lnTo>
                <a:lnTo>
                  <a:pt x="669275" y="60060"/>
                </a:lnTo>
                <a:lnTo>
                  <a:pt x="669372" y="61080"/>
                </a:lnTo>
                <a:lnTo>
                  <a:pt x="669491" y="62084"/>
                </a:lnTo>
                <a:lnTo>
                  <a:pt x="669631" y="63073"/>
                </a:lnTo>
                <a:lnTo>
                  <a:pt x="669793" y="64046"/>
                </a:lnTo>
                <a:lnTo>
                  <a:pt x="669976" y="65003"/>
                </a:lnTo>
                <a:lnTo>
                  <a:pt x="670181" y="65945"/>
                </a:lnTo>
                <a:lnTo>
                  <a:pt x="670408" y="66871"/>
                </a:lnTo>
                <a:lnTo>
                  <a:pt x="670656" y="67782"/>
                </a:lnTo>
                <a:lnTo>
                  <a:pt x="670926" y="68677"/>
                </a:lnTo>
                <a:lnTo>
                  <a:pt x="671217" y="69556"/>
                </a:lnTo>
                <a:lnTo>
                  <a:pt x="671530" y="70420"/>
                </a:lnTo>
                <a:lnTo>
                  <a:pt x="671865" y="71268"/>
                </a:lnTo>
                <a:lnTo>
                  <a:pt x="672221" y="72100"/>
                </a:lnTo>
                <a:lnTo>
                  <a:pt x="672599" y="72917"/>
                </a:lnTo>
                <a:lnTo>
                  <a:pt x="672998" y="73718"/>
                </a:lnTo>
                <a:lnTo>
                  <a:pt x="673419" y="74504"/>
                </a:lnTo>
                <a:lnTo>
                  <a:pt x="673861" y="75274"/>
                </a:lnTo>
                <a:lnTo>
                  <a:pt x="674325" y="76028"/>
                </a:lnTo>
                <a:lnTo>
                  <a:pt x="674811" y="76767"/>
                </a:lnTo>
                <a:lnTo>
                  <a:pt x="675318" y="77490"/>
                </a:lnTo>
                <a:lnTo>
                  <a:pt x="675989" y="78364"/>
                </a:lnTo>
                <a:lnTo>
                  <a:pt x="676689" y="79202"/>
                </a:lnTo>
                <a:lnTo>
                  <a:pt x="677419" y="80001"/>
                </a:lnTo>
                <a:lnTo>
                  <a:pt x="678179" y="80764"/>
                </a:lnTo>
                <a:lnTo>
                  <a:pt x="678968" y="81490"/>
                </a:lnTo>
                <a:lnTo>
                  <a:pt x="679787" y="82178"/>
                </a:lnTo>
                <a:lnTo>
                  <a:pt x="680636" y="82829"/>
                </a:lnTo>
                <a:lnTo>
                  <a:pt x="681514" y="83443"/>
                </a:lnTo>
                <a:lnTo>
                  <a:pt x="682422" y="84020"/>
                </a:lnTo>
                <a:lnTo>
                  <a:pt x="683359" y="84559"/>
                </a:lnTo>
                <a:lnTo>
                  <a:pt x="684326" y="85061"/>
                </a:lnTo>
                <a:lnTo>
                  <a:pt x="685322" y="85526"/>
                </a:lnTo>
                <a:lnTo>
                  <a:pt x="686349" y="85954"/>
                </a:lnTo>
                <a:lnTo>
                  <a:pt x="687404" y="86345"/>
                </a:lnTo>
                <a:lnTo>
                  <a:pt x="688489" y="86698"/>
                </a:lnTo>
                <a:lnTo>
                  <a:pt x="689604" y="87014"/>
                </a:lnTo>
                <a:lnTo>
                  <a:pt x="690749" y="87294"/>
                </a:lnTo>
                <a:lnTo>
                  <a:pt x="691923" y="87535"/>
                </a:lnTo>
                <a:lnTo>
                  <a:pt x="693127" y="87740"/>
                </a:lnTo>
                <a:lnTo>
                  <a:pt x="694360" y="87907"/>
                </a:lnTo>
                <a:lnTo>
                  <a:pt x="695623" y="88038"/>
                </a:lnTo>
                <a:lnTo>
                  <a:pt x="696915" y="88131"/>
                </a:lnTo>
                <a:lnTo>
                  <a:pt x="698237" y="88186"/>
                </a:lnTo>
                <a:lnTo>
                  <a:pt x="699589" y="88205"/>
                </a:lnTo>
                <a:lnTo>
                  <a:pt x="700446" y="88197"/>
                </a:lnTo>
                <a:lnTo>
                  <a:pt x="701292" y="88172"/>
                </a:lnTo>
                <a:lnTo>
                  <a:pt x="702125" y="88131"/>
                </a:lnTo>
                <a:lnTo>
                  <a:pt x="702946" y="88073"/>
                </a:lnTo>
                <a:lnTo>
                  <a:pt x="703755" y="87999"/>
                </a:lnTo>
                <a:lnTo>
                  <a:pt x="704553" y="87908"/>
                </a:lnTo>
                <a:lnTo>
                  <a:pt x="705338" y="87801"/>
                </a:lnTo>
                <a:lnTo>
                  <a:pt x="706111" y="87677"/>
                </a:lnTo>
                <a:lnTo>
                  <a:pt x="706872" y="87537"/>
                </a:lnTo>
                <a:lnTo>
                  <a:pt x="707621" y="87380"/>
                </a:lnTo>
                <a:lnTo>
                  <a:pt x="708358" y="87207"/>
                </a:lnTo>
                <a:lnTo>
                  <a:pt x="709083" y="87017"/>
                </a:lnTo>
                <a:lnTo>
                  <a:pt x="709796" y="86811"/>
                </a:lnTo>
                <a:lnTo>
                  <a:pt x="710497" y="86588"/>
                </a:lnTo>
                <a:lnTo>
                  <a:pt x="711186" y="86349"/>
                </a:lnTo>
                <a:lnTo>
                  <a:pt x="711863" y="86094"/>
                </a:lnTo>
                <a:lnTo>
                  <a:pt x="712528" y="85821"/>
                </a:lnTo>
                <a:lnTo>
                  <a:pt x="713181" y="85533"/>
                </a:lnTo>
                <a:lnTo>
                  <a:pt x="713821" y="85228"/>
                </a:lnTo>
                <a:lnTo>
                  <a:pt x="714450" y="84906"/>
                </a:lnTo>
                <a:lnTo>
                  <a:pt x="715067" y="84568"/>
                </a:lnTo>
                <a:lnTo>
                  <a:pt x="715672" y="84213"/>
                </a:lnTo>
                <a:lnTo>
                  <a:pt x="716265" y="83842"/>
                </a:lnTo>
                <a:lnTo>
                  <a:pt x="716845" y="83454"/>
                </a:lnTo>
                <a:lnTo>
                  <a:pt x="717414" y="83051"/>
                </a:lnTo>
                <a:lnTo>
                  <a:pt x="717969" y="82633"/>
                </a:lnTo>
                <a:lnTo>
                  <a:pt x="718512" y="82199"/>
                </a:lnTo>
                <a:lnTo>
                  <a:pt x="719041" y="81750"/>
                </a:lnTo>
                <a:lnTo>
                  <a:pt x="719558" y="81287"/>
                </a:lnTo>
                <a:lnTo>
                  <a:pt x="720062" y="80808"/>
                </a:lnTo>
                <a:lnTo>
                  <a:pt x="720554" y="80314"/>
                </a:lnTo>
                <a:lnTo>
                  <a:pt x="721032" y="79805"/>
                </a:lnTo>
                <a:lnTo>
                  <a:pt x="721497" y="79282"/>
                </a:lnTo>
                <a:lnTo>
                  <a:pt x="721950" y="78743"/>
                </a:lnTo>
                <a:lnTo>
                  <a:pt x="722390" y="78189"/>
                </a:lnTo>
                <a:lnTo>
                  <a:pt x="722817" y="77620"/>
                </a:lnTo>
                <a:lnTo>
                  <a:pt x="723231" y="77036"/>
                </a:lnTo>
                <a:lnTo>
                  <a:pt x="723632" y="76436"/>
                </a:lnTo>
                <a:lnTo>
                  <a:pt x="724021" y="75822"/>
                </a:lnTo>
                <a:lnTo>
                  <a:pt x="724396" y="75193"/>
                </a:lnTo>
                <a:lnTo>
                  <a:pt x="724759" y="74549"/>
                </a:lnTo>
                <a:lnTo>
                  <a:pt x="725109" y="73889"/>
                </a:lnTo>
                <a:lnTo>
                  <a:pt x="725446" y="73215"/>
                </a:lnTo>
                <a:lnTo>
                  <a:pt x="725770" y="72525"/>
                </a:lnTo>
                <a:lnTo>
                  <a:pt x="726082" y="71821"/>
                </a:lnTo>
                <a:lnTo>
                  <a:pt x="726380" y="71101"/>
                </a:lnTo>
                <a:lnTo>
                  <a:pt x="726666" y="70367"/>
                </a:lnTo>
                <a:lnTo>
                  <a:pt x="726939" y="69617"/>
                </a:lnTo>
                <a:lnTo>
                  <a:pt x="710363" y="66775"/>
                </a:lnTo>
                <a:lnTo>
                  <a:pt x="710247" y="67165"/>
                </a:lnTo>
                <a:lnTo>
                  <a:pt x="710127" y="67547"/>
                </a:lnTo>
                <a:lnTo>
                  <a:pt x="710002" y="67919"/>
                </a:lnTo>
                <a:lnTo>
                  <a:pt x="709873" y="68282"/>
                </a:lnTo>
                <a:close/>
                <a:moveTo>
                  <a:pt x="686489" y="48312"/>
                </a:moveTo>
                <a:lnTo>
                  <a:pt x="686528" y="47782"/>
                </a:lnTo>
                <a:lnTo>
                  <a:pt x="686579" y="47261"/>
                </a:lnTo>
                <a:lnTo>
                  <a:pt x="686643" y="46750"/>
                </a:lnTo>
                <a:lnTo>
                  <a:pt x="686720" y="46249"/>
                </a:lnTo>
                <a:lnTo>
                  <a:pt x="686809" y="45757"/>
                </a:lnTo>
                <a:lnTo>
                  <a:pt x="686911" y="45276"/>
                </a:lnTo>
                <a:lnTo>
                  <a:pt x="687025" y="44804"/>
                </a:lnTo>
                <a:lnTo>
                  <a:pt x="687151" y="44342"/>
                </a:lnTo>
                <a:lnTo>
                  <a:pt x="687291" y="43890"/>
                </a:lnTo>
                <a:lnTo>
                  <a:pt x="687443" y="43448"/>
                </a:lnTo>
                <a:lnTo>
                  <a:pt x="687607" y="43016"/>
                </a:lnTo>
                <a:lnTo>
                  <a:pt x="687784" y="42593"/>
                </a:lnTo>
                <a:lnTo>
                  <a:pt x="687973" y="42180"/>
                </a:lnTo>
                <a:lnTo>
                  <a:pt x="688175" y="41777"/>
                </a:lnTo>
                <a:lnTo>
                  <a:pt x="688390" y="41384"/>
                </a:lnTo>
                <a:lnTo>
                  <a:pt x="688617" y="41001"/>
                </a:lnTo>
                <a:lnTo>
                  <a:pt x="688856" y="40627"/>
                </a:lnTo>
                <a:lnTo>
                  <a:pt x="689108" y="40264"/>
                </a:lnTo>
                <a:lnTo>
                  <a:pt x="689373" y="39910"/>
                </a:lnTo>
                <a:lnTo>
                  <a:pt x="689650" y="39566"/>
                </a:lnTo>
                <a:lnTo>
                  <a:pt x="689940" y="39232"/>
                </a:lnTo>
                <a:lnTo>
                  <a:pt x="690239" y="38909"/>
                </a:lnTo>
                <a:lnTo>
                  <a:pt x="690545" y="38601"/>
                </a:lnTo>
                <a:lnTo>
                  <a:pt x="690857" y="38306"/>
                </a:lnTo>
                <a:lnTo>
                  <a:pt x="691176" y="38025"/>
                </a:lnTo>
                <a:lnTo>
                  <a:pt x="691502" y="37757"/>
                </a:lnTo>
                <a:lnTo>
                  <a:pt x="691834" y="37504"/>
                </a:lnTo>
                <a:lnTo>
                  <a:pt x="692173" y="37264"/>
                </a:lnTo>
                <a:lnTo>
                  <a:pt x="692518" y="37037"/>
                </a:lnTo>
                <a:lnTo>
                  <a:pt x="692870" y="36825"/>
                </a:lnTo>
                <a:lnTo>
                  <a:pt x="693229" y="36626"/>
                </a:lnTo>
                <a:lnTo>
                  <a:pt x="693594" y="36441"/>
                </a:lnTo>
                <a:lnTo>
                  <a:pt x="693965" y="36269"/>
                </a:lnTo>
                <a:lnTo>
                  <a:pt x="694344" y="36112"/>
                </a:lnTo>
                <a:lnTo>
                  <a:pt x="694728" y="35968"/>
                </a:lnTo>
                <a:lnTo>
                  <a:pt x="695120" y="35837"/>
                </a:lnTo>
                <a:lnTo>
                  <a:pt x="695518" y="35721"/>
                </a:lnTo>
                <a:lnTo>
                  <a:pt x="695922" y="35618"/>
                </a:lnTo>
                <a:lnTo>
                  <a:pt x="696333" y="35529"/>
                </a:lnTo>
                <a:lnTo>
                  <a:pt x="696751" y="35453"/>
                </a:lnTo>
                <a:lnTo>
                  <a:pt x="697175" y="35392"/>
                </a:lnTo>
                <a:lnTo>
                  <a:pt x="697606" y="35344"/>
                </a:lnTo>
                <a:lnTo>
                  <a:pt x="698043" y="35309"/>
                </a:lnTo>
                <a:lnTo>
                  <a:pt x="698487" y="35289"/>
                </a:lnTo>
                <a:lnTo>
                  <a:pt x="698938" y="35282"/>
                </a:lnTo>
                <a:lnTo>
                  <a:pt x="699360" y="35289"/>
                </a:lnTo>
                <a:lnTo>
                  <a:pt x="699776" y="35308"/>
                </a:lnTo>
                <a:lnTo>
                  <a:pt x="700187" y="35341"/>
                </a:lnTo>
                <a:lnTo>
                  <a:pt x="700592" y="35386"/>
                </a:lnTo>
                <a:lnTo>
                  <a:pt x="700992" y="35445"/>
                </a:lnTo>
                <a:lnTo>
                  <a:pt x="701387" y="35516"/>
                </a:lnTo>
                <a:lnTo>
                  <a:pt x="701777" y="35601"/>
                </a:lnTo>
                <a:lnTo>
                  <a:pt x="702161" y="35698"/>
                </a:lnTo>
                <a:lnTo>
                  <a:pt x="702540" y="35809"/>
                </a:lnTo>
                <a:lnTo>
                  <a:pt x="702913" y="35932"/>
                </a:lnTo>
                <a:lnTo>
                  <a:pt x="703281" y="36069"/>
                </a:lnTo>
                <a:lnTo>
                  <a:pt x="703644" y="36218"/>
                </a:lnTo>
                <a:lnTo>
                  <a:pt x="704002" y="36381"/>
                </a:lnTo>
                <a:lnTo>
                  <a:pt x="704354" y="36556"/>
                </a:lnTo>
                <a:lnTo>
                  <a:pt x="704701" y="36745"/>
                </a:lnTo>
                <a:lnTo>
                  <a:pt x="705042" y="36946"/>
                </a:lnTo>
                <a:lnTo>
                  <a:pt x="705378" y="37161"/>
                </a:lnTo>
                <a:lnTo>
                  <a:pt x="705709" y="37388"/>
                </a:lnTo>
                <a:lnTo>
                  <a:pt x="706034" y="37629"/>
                </a:lnTo>
                <a:lnTo>
                  <a:pt x="706354" y="37882"/>
                </a:lnTo>
                <a:lnTo>
                  <a:pt x="706669" y="38149"/>
                </a:lnTo>
                <a:lnTo>
                  <a:pt x="706978" y="38428"/>
                </a:lnTo>
                <a:lnTo>
                  <a:pt x="707282" y="38721"/>
                </a:lnTo>
                <a:lnTo>
                  <a:pt x="707581" y="39026"/>
                </a:lnTo>
                <a:lnTo>
                  <a:pt x="707871" y="39344"/>
                </a:lnTo>
                <a:lnTo>
                  <a:pt x="708149" y="39674"/>
                </a:lnTo>
                <a:lnTo>
                  <a:pt x="708416" y="40016"/>
                </a:lnTo>
                <a:lnTo>
                  <a:pt x="708671" y="40370"/>
                </a:lnTo>
                <a:lnTo>
                  <a:pt x="708914" y="40736"/>
                </a:lnTo>
                <a:lnTo>
                  <a:pt x="709146" y="41114"/>
                </a:lnTo>
                <a:lnTo>
                  <a:pt x="709366" y="41504"/>
                </a:lnTo>
                <a:lnTo>
                  <a:pt x="709574" y="41906"/>
                </a:lnTo>
                <a:lnTo>
                  <a:pt x="709770" y="42319"/>
                </a:lnTo>
                <a:lnTo>
                  <a:pt x="709955" y="42745"/>
                </a:lnTo>
                <a:lnTo>
                  <a:pt x="710128" y="43183"/>
                </a:lnTo>
                <a:lnTo>
                  <a:pt x="710289" y="43633"/>
                </a:lnTo>
                <a:lnTo>
                  <a:pt x="710439" y="44094"/>
                </a:lnTo>
                <a:lnTo>
                  <a:pt x="710577" y="44568"/>
                </a:lnTo>
                <a:lnTo>
                  <a:pt x="710703" y="45054"/>
                </a:lnTo>
                <a:lnTo>
                  <a:pt x="710817" y="45551"/>
                </a:lnTo>
                <a:lnTo>
                  <a:pt x="710920" y="46061"/>
                </a:lnTo>
                <a:lnTo>
                  <a:pt x="711011" y="46582"/>
                </a:lnTo>
                <a:lnTo>
                  <a:pt x="711090" y="47116"/>
                </a:lnTo>
                <a:lnTo>
                  <a:pt x="711157" y="47661"/>
                </a:lnTo>
                <a:lnTo>
                  <a:pt x="711213" y="48219"/>
                </a:lnTo>
                <a:lnTo>
                  <a:pt x="711257" y="48788"/>
                </a:lnTo>
                <a:lnTo>
                  <a:pt x="711290" y="49370"/>
                </a:lnTo>
                <a:lnTo>
                  <a:pt x="711310" y="49963"/>
                </a:lnTo>
                <a:lnTo>
                  <a:pt x="686447" y="49963"/>
                </a:lnTo>
                <a:lnTo>
                  <a:pt x="686449" y="49403"/>
                </a:lnTo>
                <a:lnTo>
                  <a:pt x="686462" y="48853"/>
                </a:lnTo>
                <a:lnTo>
                  <a:pt x="686489" y="48312"/>
                </a:lnTo>
                <a:close/>
                <a:moveTo>
                  <a:pt x="589479" y="86784"/>
                </a:moveTo>
                <a:lnTo>
                  <a:pt x="589479" y="23916"/>
                </a:lnTo>
                <a:lnTo>
                  <a:pt x="572844" y="23916"/>
                </a:lnTo>
                <a:lnTo>
                  <a:pt x="572844" y="86784"/>
                </a:lnTo>
                <a:lnTo>
                  <a:pt x="589479" y="86784"/>
                </a:lnTo>
                <a:close/>
                <a:moveTo>
                  <a:pt x="800681" y="110819"/>
                </a:moveTo>
                <a:lnTo>
                  <a:pt x="800681" y="99926"/>
                </a:lnTo>
                <a:lnTo>
                  <a:pt x="731537" y="99926"/>
                </a:lnTo>
                <a:lnTo>
                  <a:pt x="731537" y="110819"/>
                </a:lnTo>
                <a:lnTo>
                  <a:pt x="800681" y="1108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Microservice_B">
            <a:extLst xmlns:a="http://schemas.openxmlformats.org/drawingml/2006/main">
              <a:ext uri="{FF2B5EF4-FFF2-40B4-BE49-F238E27FC236}">
                <a16:creationId xmlns:a16="http://schemas.microsoft.com/office/drawing/2014/main" id="{18E2BD90-1672-410D-BE83-F3BA9A4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51" y="8284530"/>
            <a:ext cx="881647" cy="110819"/>
          </a:xfrm>
          <a:custGeom xmlns:a="http://schemas.openxmlformats.org/drawingml/2006/main">
            <a:pathLst>
              <a:path w="881647" h="110819">
                <a:moveTo>
                  <a:pt x="101109" y="15391"/>
                </a:moveTo>
                <a:lnTo>
                  <a:pt x="117744" y="15391"/>
                </a:lnTo>
                <a:lnTo>
                  <a:pt x="117744" y="0"/>
                </a:lnTo>
                <a:lnTo>
                  <a:pt x="101109" y="0"/>
                </a:lnTo>
                <a:lnTo>
                  <a:pt x="101109" y="15391"/>
                </a:lnTo>
                <a:close/>
                <a:moveTo>
                  <a:pt x="50318" y="86784"/>
                </a:moveTo>
                <a:lnTo>
                  <a:pt x="67545" y="18470"/>
                </a:lnTo>
                <a:lnTo>
                  <a:pt x="67545" y="86784"/>
                </a:lnTo>
                <a:lnTo>
                  <a:pt x="83824" y="86784"/>
                </a:lnTo>
                <a:lnTo>
                  <a:pt x="83824" y="0"/>
                </a:lnTo>
                <a:lnTo>
                  <a:pt x="57540" y="0"/>
                </a:lnTo>
                <a:lnTo>
                  <a:pt x="41971" y="59198"/>
                </a:lnTo>
                <a:lnTo>
                  <a:pt x="26225" y="0"/>
                </a:lnTo>
                <a:lnTo>
                  <a:pt x="0" y="0"/>
                </a:lnTo>
                <a:lnTo>
                  <a:pt x="0" y="86784"/>
                </a:lnTo>
                <a:lnTo>
                  <a:pt x="16279" y="86784"/>
                </a:lnTo>
                <a:lnTo>
                  <a:pt x="16279" y="18470"/>
                </a:lnTo>
                <a:lnTo>
                  <a:pt x="33447" y="86784"/>
                </a:lnTo>
                <a:lnTo>
                  <a:pt x="50318" y="86784"/>
                </a:lnTo>
                <a:close/>
                <a:moveTo>
                  <a:pt x="218167" y="63529"/>
                </a:moveTo>
                <a:lnTo>
                  <a:pt x="218184" y="62326"/>
                </a:lnTo>
                <a:lnTo>
                  <a:pt x="218206" y="61161"/>
                </a:lnTo>
                <a:lnTo>
                  <a:pt x="218233" y="60034"/>
                </a:lnTo>
                <a:lnTo>
                  <a:pt x="218264" y="58946"/>
                </a:lnTo>
                <a:lnTo>
                  <a:pt x="218300" y="57896"/>
                </a:lnTo>
                <a:lnTo>
                  <a:pt x="218341" y="56884"/>
                </a:lnTo>
                <a:lnTo>
                  <a:pt x="218387" y="55910"/>
                </a:lnTo>
                <a:lnTo>
                  <a:pt x="218438" y="54975"/>
                </a:lnTo>
                <a:lnTo>
                  <a:pt x="218493" y="54077"/>
                </a:lnTo>
                <a:lnTo>
                  <a:pt x="218554" y="53218"/>
                </a:lnTo>
                <a:lnTo>
                  <a:pt x="218619" y="52398"/>
                </a:lnTo>
                <a:lnTo>
                  <a:pt x="218689" y="51615"/>
                </a:lnTo>
                <a:lnTo>
                  <a:pt x="218764" y="50871"/>
                </a:lnTo>
                <a:lnTo>
                  <a:pt x="218844" y="50165"/>
                </a:lnTo>
                <a:lnTo>
                  <a:pt x="218928" y="49497"/>
                </a:lnTo>
                <a:lnTo>
                  <a:pt x="219018" y="48867"/>
                </a:lnTo>
                <a:lnTo>
                  <a:pt x="219112" y="48276"/>
                </a:lnTo>
                <a:lnTo>
                  <a:pt x="219211" y="47723"/>
                </a:lnTo>
                <a:lnTo>
                  <a:pt x="219315" y="47208"/>
                </a:lnTo>
                <a:lnTo>
                  <a:pt x="219423" y="46731"/>
                </a:lnTo>
                <a:lnTo>
                  <a:pt x="219537" y="46293"/>
                </a:lnTo>
                <a:lnTo>
                  <a:pt x="219655" y="45879"/>
                </a:lnTo>
                <a:lnTo>
                  <a:pt x="219776" y="45476"/>
                </a:lnTo>
                <a:lnTo>
                  <a:pt x="219901" y="45083"/>
                </a:lnTo>
                <a:lnTo>
                  <a:pt x="220029" y="44702"/>
                </a:lnTo>
                <a:lnTo>
                  <a:pt x="220161" y="44331"/>
                </a:lnTo>
                <a:lnTo>
                  <a:pt x="220297" y="43971"/>
                </a:lnTo>
                <a:lnTo>
                  <a:pt x="220436" y="43622"/>
                </a:lnTo>
                <a:lnTo>
                  <a:pt x="220579" y="43284"/>
                </a:lnTo>
                <a:lnTo>
                  <a:pt x="220726" y="42956"/>
                </a:lnTo>
                <a:lnTo>
                  <a:pt x="220876" y="42639"/>
                </a:lnTo>
                <a:lnTo>
                  <a:pt x="221030" y="42333"/>
                </a:lnTo>
                <a:lnTo>
                  <a:pt x="221187" y="42038"/>
                </a:lnTo>
                <a:lnTo>
                  <a:pt x="221348" y="41754"/>
                </a:lnTo>
                <a:lnTo>
                  <a:pt x="221512" y="41480"/>
                </a:lnTo>
                <a:lnTo>
                  <a:pt x="221680" y="41217"/>
                </a:lnTo>
                <a:lnTo>
                  <a:pt x="221852" y="40965"/>
                </a:lnTo>
                <a:lnTo>
                  <a:pt x="222027" y="40724"/>
                </a:lnTo>
                <a:lnTo>
                  <a:pt x="222206" y="40493"/>
                </a:lnTo>
                <a:lnTo>
                  <a:pt x="222389" y="40274"/>
                </a:lnTo>
                <a:lnTo>
                  <a:pt x="222575" y="40065"/>
                </a:lnTo>
                <a:lnTo>
                  <a:pt x="222764" y="39867"/>
                </a:lnTo>
                <a:lnTo>
                  <a:pt x="222958" y="39679"/>
                </a:lnTo>
                <a:lnTo>
                  <a:pt x="223155" y="39503"/>
                </a:lnTo>
                <a:lnTo>
                  <a:pt x="223355" y="39337"/>
                </a:lnTo>
                <a:lnTo>
                  <a:pt x="223559" y="39180"/>
                </a:lnTo>
                <a:lnTo>
                  <a:pt x="223767" y="39030"/>
                </a:lnTo>
                <a:lnTo>
                  <a:pt x="223978" y="38886"/>
                </a:lnTo>
                <a:lnTo>
                  <a:pt x="224194" y="38749"/>
                </a:lnTo>
                <a:lnTo>
                  <a:pt x="224413" y="38619"/>
                </a:lnTo>
                <a:lnTo>
                  <a:pt x="224635" y="38495"/>
                </a:lnTo>
                <a:lnTo>
                  <a:pt x="224862" y="38378"/>
                </a:lnTo>
                <a:lnTo>
                  <a:pt x="225092" y="38268"/>
                </a:lnTo>
                <a:lnTo>
                  <a:pt x="225325" y="38165"/>
                </a:lnTo>
                <a:lnTo>
                  <a:pt x="225563" y="38068"/>
                </a:lnTo>
                <a:lnTo>
                  <a:pt x="225804" y="37978"/>
                </a:lnTo>
                <a:lnTo>
                  <a:pt x="226049" y="37894"/>
                </a:lnTo>
                <a:lnTo>
                  <a:pt x="226297" y="37817"/>
                </a:lnTo>
                <a:lnTo>
                  <a:pt x="226549" y="37747"/>
                </a:lnTo>
                <a:lnTo>
                  <a:pt x="226805" y="37684"/>
                </a:lnTo>
                <a:lnTo>
                  <a:pt x="227065" y="37627"/>
                </a:lnTo>
                <a:lnTo>
                  <a:pt x="227328" y="37577"/>
                </a:lnTo>
                <a:lnTo>
                  <a:pt x="227595" y="37533"/>
                </a:lnTo>
                <a:lnTo>
                  <a:pt x="227866" y="37497"/>
                </a:lnTo>
                <a:lnTo>
                  <a:pt x="228140" y="37467"/>
                </a:lnTo>
                <a:lnTo>
                  <a:pt x="228418" y="37443"/>
                </a:lnTo>
                <a:lnTo>
                  <a:pt x="228700" y="37427"/>
                </a:lnTo>
                <a:lnTo>
                  <a:pt x="228986" y="37416"/>
                </a:lnTo>
                <a:lnTo>
                  <a:pt x="229275" y="37413"/>
                </a:lnTo>
                <a:lnTo>
                  <a:pt x="229577" y="37418"/>
                </a:lnTo>
                <a:lnTo>
                  <a:pt x="229881" y="37432"/>
                </a:lnTo>
                <a:lnTo>
                  <a:pt x="230187" y="37456"/>
                </a:lnTo>
                <a:lnTo>
                  <a:pt x="230495" y="37489"/>
                </a:lnTo>
                <a:lnTo>
                  <a:pt x="230805" y="37531"/>
                </a:lnTo>
                <a:lnTo>
                  <a:pt x="231117" y="37583"/>
                </a:lnTo>
                <a:lnTo>
                  <a:pt x="231432" y="37645"/>
                </a:lnTo>
                <a:lnTo>
                  <a:pt x="231748" y="37716"/>
                </a:lnTo>
                <a:lnTo>
                  <a:pt x="232066" y="37796"/>
                </a:lnTo>
                <a:lnTo>
                  <a:pt x="232387" y="37886"/>
                </a:lnTo>
                <a:lnTo>
                  <a:pt x="232709" y="37985"/>
                </a:lnTo>
                <a:lnTo>
                  <a:pt x="233034" y="38094"/>
                </a:lnTo>
                <a:lnTo>
                  <a:pt x="233361" y="38212"/>
                </a:lnTo>
                <a:lnTo>
                  <a:pt x="233689" y="38340"/>
                </a:lnTo>
                <a:lnTo>
                  <a:pt x="234020" y="38477"/>
                </a:lnTo>
                <a:lnTo>
                  <a:pt x="234353" y="38623"/>
                </a:lnTo>
                <a:lnTo>
                  <a:pt x="234688" y="38779"/>
                </a:lnTo>
                <a:lnTo>
                  <a:pt x="235024" y="38945"/>
                </a:lnTo>
                <a:lnTo>
                  <a:pt x="235363" y="39120"/>
                </a:lnTo>
                <a:lnTo>
                  <a:pt x="235704" y="39304"/>
                </a:lnTo>
                <a:lnTo>
                  <a:pt x="236047" y="39498"/>
                </a:lnTo>
                <a:lnTo>
                  <a:pt x="236393" y="39701"/>
                </a:lnTo>
                <a:lnTo>
                  <a:pt x="236740" y="39914"/>
                </a:lnTo>
                <a:lnTo>
                  <a:pt x="237089" y="40136"/>
                </a:lnTo>
                <a:lnTo>
                  <a:pt x="242239" y="25633"/>
                </a:lnTo>
                <a:lnTo>
                  <a:pt x="241799" y="25377"/>
                </a:lnTo>
                <a:lnTo>
                  <a:pt x="241358" y="25132"/>
                </a:lnTo>
                <a:lnTo>
                  <a:pt x="240916" y="24897"/>
                </a:lnTo>
                <a:lnTo>
                  <a:pt x="240472" y="24674"/>
                </a:lnTo>
                <a:lnTo>
                  <a:pt x="240026" y="24462"/>
                </a:lnTo>
                <a:lnTo>
                  <a:pt x="239579" y="24260"/>
                </a:lnTo>
                <a:lnTo>
                  <a:pt x="239131" y="24069"/>
                </a:lnTo>
                <a:lnTo>
                  <a:pt x="238681" y="23890"/>
                </a:lnTo>
                <a:lnTo>
                  <a:pt x="238229" y="23721"/>
                </a:lnTo>
                <a:lnTo>
                  <a:pt x="237777" y="23563"/>
                </a:lnTo>
                <a:lnTo>
                  <a:pt x="237323" y="23416"/>
                </a:lnTo>
                <a:lnTo>
                  <a:pt x="236867" y="23280"/>
                </a:lnTo>
                <a:lnTo>
                  <a:pt x="236410" y="23154"/>
                </a:lnTo>
                <a:lnTo>
                  <a:pt x="235951" y="23040"/>
                </a:lnTo>
                <a:lnTo>
                  <a:pt x="235492" y="22936"/>
                </a:lnTo>
                <a:lnTo>
                  <a:pt x="235030" y="22844"/>
                </a:lnTo>
                <a:lnTo>
                  <a:pt x="234567" y="22762"/>
                </a:lnTo>
                <a:lnTo>
                  <a:pt x="234103" y="22691"/>
                </a:lnTo>
                <a:lnTo>
                  <a:pt x="233638" y="22631"/>
                </a:lnTo>
                <a:lnTo>
                  <a:pt x="233170" y="22582"/>
                </a:lnTo>
                <a:lnTo>
                  <a:pt x="232702" y="22544"/>
                </a:lnTo>
                <a:lnTo>
                  <a:pt x="232232" y="22517"/>
                </a:lnTo>
                <a:lnTo>
                  <a:pt x="231760" y="22501"/>
                </a:lnTo>
                <a:lnTo>
                  <a:pt x="231288" y="22495"/>
                </a:lnTo>
                <a:lnTo>
                  <a:pt x="230954" y="22499"/>
                </a:lnTo>
                <a:lnTo>
                  <a:pt x="230623" y="22509"/>
                </a:lnTo>
                <a:lnTo>
                  <a:pt x="230295" y="22527"/>
                </a:lnTo>
                <a:lnTo>
                  <a:pt x="229970" y="22551"/>
                </a:lnTo>
                <a:lnTo>
                  <a:pt x="229648" y="22583"/>
                </a:lnTo>
                <a:lnTo>
                  <a:pt x="229329" y="22621"/>
                </a:lnTo>
                <a:lnTo>
                  <a:pt x="229012" y="22666"/>
                </a:lnTo>
                <a:lnTo>
                  <a:pt x="228699" y="22719"/>
                </a:lnTo>
                <a:lnTo>
                  <a:pt x="228389" y="22778"/>
                </a:lnTo>
                <a:lnTo>
                  <a:pt x="228082" y="22845"/>
                </a:lnTo>
                <a:lnTo>
                  <a:pt x="227778" y="22918"/>
                </a:lnTo>
                <a:lnTo>
                  <a:pt x="227477" y="22998"/>
                </a:lnTo>
                <a:lnTo>
                  <a:pt x="227179" y="23086"/>
                </a:lnTo>
                <a:lnTo>
                  <a:pt x="226883" y="23180"/>
                </a:lnTo>
                <a:lnTo>
                  <a:pt x="226591" y="23281"/>
                </a:lnTo>
                <a:lnTo>
                  <a:pt x="226302" y="23390"/>
                </a:lnTo>
                <a:lnTo>
                  <a:pt x="226016" y="23505"/>
                </a:lnTo>
                <a:lnTo>
                  <a:pt x="225732" y="23627"/>
                </a:lnTo>
                <a:lnTo>
                  <a:pt x="225452" y="23757"/>
                </a:lnTo>
                <a:lnTo>
                  <a:pt x="225175" y="23893"/>
                </a:lnTo>
                <a:lnTo>
                  <a:pt x="224900" y="24036"/>
                </a:lnTo>
                <a:lnTo>
                  <a:pt x="224629" y="24186"/>
                </a:lnTo>
                <a:lnTo>
                  <a:pt x="224360" y="24344"/>
                </a:lnTo>
                <a:lnTo>
                  <a:pt x="224095" y="24508"/>
                </a:lnTo>
                <a:lnTo>
                  <a:pt x="223830" y="24683"/>
                </a:lnTo>
                <a:lnTo>
                  <a:pt x="223562" y="24873"/>
                </a:lnTo>
                <a:lnTo>
                  <a:pt x="223291" y="25079"/>
                </a:lnTo>
                <a:lnTo>
                  <a:pt x="223017" y="25299"/>
                </a:lnTo>
                <a:lnTo>
                  <a:pt x="222741" y="25534"/>
                </a:lnTo>
                <a:lnTo>
                  <a:pt x="222462" y="25784"/>
                </a:lnTo>
                <a:lnTo>
                  <a:pt x="222180" y="26050"/>
                </a:lnTo>
                <a:lnTo>
                  <a:pt x="221895" y="26330"/>
                </a:lnTo>
                <a:lnTo>
                  <a:pt x="221607" y="26625"/>
                </a:lnTo>
                <a:lnTo>
                  <a:pt x="221317" y="26936"/>
                </a:lnTo>
                <a:lnTo>
                  <a:pt x="221024" y="27261"/>
                </a:lnTo>
                <a:lnTo>
                  <a:pt x="220728" y="27601"/>
                </a:lnTo>
                <a:lnTo>
                  <a:pt x="220430" y="27956"/>
                </a:lnTo>
                <a:lnTo>
                  <a:pt x="220128" y="28327"/>
                </a:lnTo>
                <a:lnTo>
                  <a:pt x="219824" y="28712"/>
                </a:lnTo>
                <a:lnTo>
                  <a:pt x="219517" y="29112"/>
                </a:lnTo>
                <a:lnTo>
                  <a:pt x="219207" y="29528"/>
                </a:lnTo>
                <a:lnTo>
                  <a:pt x="218895" y="29958"/>
                </a:lnTo>
                <a:lnTo>
                  <a:pt x="218580" y="30403"/>
                </a:lnTo>
                <a:lnTo>
                  <a:pt x="218262" y="30864"/>
                </a:lnTo>
                <a:lnTo>
                  <a:pt x="217941" y="31339"/>
                </a:lnTo>
                <a:lnTo>
                  <a:pt x="217617" y="31829"/>
                </a:lnTo>
                <a:lnTo>
                  <a:pt x="217291" y="32335"/>
                </a:lnTo>
                <a:lnTo>
                  <a:pt x="216962" y="32855"/>
                </a:lnTo>
                <a:lnTo>
                  <a:pt x="216962" y="23916"/>
                </a:lnTo>
                <a:lnTo>
                  <a:pt x="201511" y="23916"/>
                </a:lnTo>
                <a:lnTo>
                  <a:pt x="201511" y="86784"/>
                </a:lnTo>
                <a:lnTo>
                  <a:pt x="218146" y="86784"/>
                </a:lnTo>
                <a:lnTo>
                  <a:pt x="218146" y="67367"/>
                </a:lnTo>
                <a:lnTo>
                  <a:pt x="218148" y="66050"/>
                </a:lnTo>
                <a:lnTo>
                  <a:pt x="218155" y="64770"/>
                </a:lnTo>
                <a:lnTo>
                  <a:pt x="218167" y="63529"/>
                </a:lnTo>
                <a:close/>
                <a:moveTo>
                  <a:pt x="496526" y="24674"/>
                </a:moveTo>
                <a:lnTo>
                  <a:pt x="496080" y="24462"/>
                </a:lnTo>
                <a:lnTo>
                  <a:pt x="495633" y="24260"/>
                </a:lnTo>
                <a:lnTo>
                  <a:pt x="495185" y="24069"/>
                </a:lnTo>
                <a:lnTo>
                  <a:pt x="494735" y="23890"/>
                </a:lnTo>
                <a:lnTo>
                  <a:pt x="494283" y="23721"/>
                </a:lnTo>
                <a:lnTo>
                  <a:pt x="493831" y="23563"/>
                </a:lnTo>
                <a:lnTo>
                  <a:pt x="493377" y="23416"/>
                </a:lnTo>
                <a:lnTo>
                  <a:pt x="492921" y="23280"/>
                </a:lnTo>
                <a:lnTo>
                  <a:pt x="492464" y="23154"/>
                </a:lnTo>
                <a:lnTo>
                  <a:pt x="492005" y="23040"/>
                </a:lnTo>
                <a:lnTo>
                  <a:pt x="491546" y="22936"/>
                </a:lnTo>
                <a:lnTo>
                  <a:pt x="491084" y="22844"/>
                </a:lnTo>
                <a:lnTo>
                  <a:pt x="490621" y="22762"/>
                </a:lnTo>
                <a:lnTo>
                  <a:pt x="490157" y="22691"/>
                </a:lnTo>
                <a:lnTo>
                  <a:pt x="489692" y="22631"/>
                </a:lnTo>
                <a:lnTo>
                  <a:pt x="489224" y="22582"/>
                </a:lnTo>
                <a:lnTo>
                  <a:pt x="488756" y="22544"/>
                </a:lnTo>
                <a:lnTo>
                  <a:pt x="488286" y="22517"/>
                </a:lnTo>
                <a:lnTo>
                  <a:pt x="487814" y="22501"/>
                </a:lnTo>
                <a:lnTo>
                  <a:pt x="487342" y="22495"/>
                </a:lnTo>
                <a:lnTo>
                  <a:pt x="487008" y="22499"/>
                </a:lnTo>
                <a:lnTo>
                  <a:pt x="486677" y="22509"/>
                </a:lnTo>
                <a:lnTo>
                  <a:pt x="486349" y="22527"/>
                </a:lnTo>
                <a:lnTo>
                  <a:pt x="486024" y="22551"/>
                </a:lnTo>
                <a:lnTo>
                  <a:pt x="485702" y="22583"/>
                </a:lnTo>
                <a:lnTo>
                  <a:pt x="485383" y="22621"/>
                </a:lnTo>
                <a:lnTo>
                  <a:pt x="485066" y="22666"/>
                </a:lnTo>
                <a:lnTo>
                  <a:pt x="484753" y="22719"/>
                </a:lnTo>
                <a:lnTo>
                  <a:pt x="484443" y="22778"/>
                </a:lnTo>
                <a:lnTo>
                  <a:pt x="484136" y="22845"/>
                </a:lnTo>
                <a:lnTo>
                  <a:pt x="483832" y="22918"/>
                </a:lnTo>
                <a:lnTo>
                  <a:pt x="483531" y="22998"/>
                </a:lnTo>
                <a:lnTo>
                  <a:pt x="483233" y="23086"/>
                </a:lnTo>
                <a:lnTo>
                  <a:pt x="482937" y="23180"/>
                </a:lnTo>
                <a:lnTo>
                  <a:pt x="482645" y="23281"/>
                </a:lnTo>
                <a:lnTo>
                  <a:pt x="482356" y="23390"/>
                </a:lnTo>
                <a:lnTo>
                  <a:pt x="482070" y="23505"/>
                </a:lnTo>
                <a:lnTo>
                  <a:pt x="481786" y="23627"/>
                </a:lnTo>
                <a:lnTo>
                  <a:pt x="481506" y="23757"/>
                </a:lnTo>
                <a:lnTo>
                  <a:pt x="481229" y="23893"/>
                </a:lnTo>
                <a:lnTo>
                  <a:pt x="480954" y="24036"/>
                </a:lnTo>
                <a:lnTo>
                  <a:pt x="480683" y="24186"/>
                </a:lnTo>
                <a:lnTo>
                  <a:pt x="480414" y="24344"/>
                </a:lnTo>
                <a:lnTo>
                  <a:pt x="480149" y="24508"/>
                </a:lnTo>
                <a:lnTo>
                  <a:pt x="479884" y="24683"/>
                </a:lnTo>
                <a:lnTo>
                  <a:pt x="479616" y="24873"/>
                </a:lnTo>
                <a:lnTo>
                  <a:pt x="479345" y="25079"/>
                </a:lnTo>
                <a:lnTo>
                  <a:pt x="479071" y="25299"/>
                </a:lnTo>
                <a:lnTo>
                  <a:pt x="478795" y="25534"/>
                </a:lnTo>
                <a:lnTo>
                  <a:pt x="478516" y="25784"/>
                </a:lnTo>
                <a:lnTo>
                  <a:pt x="478234" y="26050"/>
                </a:lnTo>
                <a:lnTo>
                  <a:pt x="477949" y="26330"/>
                </a:lnTo>
                <a:lnTo>
                  <a:pt x="477661" y="26625"/>
                </a:lnTo>
                <a:lnTo>
                  <a:pt x="477371" y="26936"/>
                </a:lnTo>
                <a:lnTo>
                  <a:pt x="477078" y="27261"/>
                </a:lnTo>
                <a:lnTo>
                  <a:pt x="476782" y="27601"/>
                </a:lnTo>
                <a:lnTo>
                  <a:pt x="476484" y="27956"/>
                </a:lnTo>
                <a:lnTo>
                  <a:pt x="476182" y="28327"/>
                </a:lnTo>
                <a:lnTo>
                  <a:pt x="475878" y="28712"/>
                </a:lnTo>
                <a:lnTo>
                  <a:pt x="475571" y="29112"/>
                </a:lnTo>
                <a:lnTo>
                  <a:pt x="475261" y="29528"/>
                </a:lnTo>
                <a:lnTo>
                  <a:pt x="474949" y="29958"/>
                </a:lnTo>
                <a:lnTo>
                  <a:pt x="474634" y="30403"/>
                </a:lnTo>
                <a:lnTo>
                  <a:pt x="474316" y="30864"/>
                </a:lnTo>
                <a:lnTo>
                  <a:pt x="473995" y="31339"/>
                </a:lnTo>
                <a:lnTo>
                  <a:pt x="473671" y="31829"/>
                </a:lnTo>
                <a:lnTo>
                  <a:pt x="473345" y="32335"/>
                </a:lnTo>
                <a:lnTo>
                  <a:pt x="473016" y="32855"/>
                </a:lnTo>
                <a:lnTo>
                  <a:pt x="473016" y="23916"/>
                </a:lnTo>
                <a:lnTo>
                  <a:pt x="457565" y="23916"/>
                </a:lnTo>
                <a:lnTo>
                  <a:pt x="457565" y="86784"/>
                </a:lnTo>
                <a:lnTo>
                  <a:pt x="474200" y="86784"/>
                </a:lnTo>
                <a:lnTo>
                  <a:pt x="474200" y="67367"/>
                </a:lnTo>
                <a:lnTo>
                  <a:pt x="474202" y="66050"/>
                </a:lnTo>
                <a:lnTo>
                  <a:pt x="474209" y="64770"/>
                </a:lnTo>
                <a:lnTo>
                  <a:pt x="474221" y="63529"/>
                </a:lnTo>
                <a:lnTo>
                  <a:pt x="474238" y="62326"/>
                </a:lnTo>
                <a:lnTo>
                  <a:pt x="474260" y="61161"/>
                </a:lnTo>
                <a:lnTo>
                  <a:pt x="474287" y="60034"/>
                </a:lnTo>
                <a:lnTo>
                  <a:pt x="474318" y="58946"/>
                </a:lnTo>
                <a:lnTo>
                  <a:pt x="474354" y="57896"/>
                </a:lnTo>
                <a:lnTo>
                  <a:pt x="474395" y="56884"/>
                </a:lnTo>
                <a:lnTo>
                  <a:pt x="474441" y="55910"/>
                </a:lnTo>
                <a:lnTo>
                  <a:pt x="474492" y="54975"/>
                </a:lnTo>
                <a:lnTo>
                  <a:pt x="474547" y="54077"/>
                </a:lnTo>
                <a:lnTo>
                  <a:pt x="474608" y="53218"/>
                </a:lnTo>
                <a:lnTo>
                  <a:pt x="474673" y="52398"/>
                </a:lnTo>
                <a:lnTo>
                  <a:pt x="474743" y="51615"/>
                </a:lnTo>
                <a:lnTo>
                  <a:pt x="474818" y="50871"/>
                </a:lnTo>
                <a:lnTo>
                  <a:pt x="474898" y="50165"/>
                </a:lnTo>
                <a:lnTo>
                  <a:pt x="474982" y="49497"/>
                </a:lnTo>
                <a:lnTo>
                  <a:pt x="475072" y="48867"/>
                </a:lnTo>
                <a:lnTo>
                  <a:pt x="475166" y="48276"/>
                </a:lnTo>
                <a:lnTo>
                  <a:pt x="475265" y="47723"/>
                </a:lnTo>
                <a:lnTo>
                  <a:pt x="475369" y="47208"/>
                </a:lnTo>
                <a:lnTo>
                  <a:pt x="475477" y="46731"/>
                </a:lnTo>
                <a:lnTo>
                  <a:pt x="475591" y="46293"/>
                </a:lnTo>
                <a:lnTo>
                  <a:pt x="475709" y="45879"/>
                </a:lnTo>
                <a:lnTo>
                  <a:pt x="475830" y="45476"/>
                </a:lnTo>
                <a:lnTo>
                  <a:pt x="475955" y="45083"/>
                </a:lnTo>
                <a:lnTo>
                  <a:pt x="476083" y="44702"/>
                </a:lnTo>
                <a:lnTo>
                  <a:pt x="476215" y="44331"/>
                </a:lnTo>
                <a:lnTo>
                  <a:pt x="476351" y="43971"/>
                </a:lnTo>
                <a:lnTo>
                  <a:pt x="476490" y="43622"/>
                </a:lnTo>
                <a:lnTo>
                  <a:pt x="476633" y="43284"/>
                </a:lnTo>
                <a:lnTo>
                  <a:pt x="476780" y="42956"/>
                </a:lnTo>
                <a:lnTo>
                  <a:pt x="476930" y="42639"/>
                </a:lnTo>
                <a:lnTo>
                  <a:pt x="477084" y="42333"/>
                </a:lnTo>
                <a:lnTo>
                  <a:pt x="477241" y="42038"/>
                </a:lnTo>
                <a:lnTo>
                  <a:pt x="477402" y="41754"/>
                </a:lnTo>
                <a:lnTo>
                  <a:pt x="477566" y="41480"/>
                </a:lnTo>
                <a:lnTo>
                  <a:pt x="477734" y="41217"/>
                </a:lnTo>
                <a:lnTo>
                  <a:pt x="477906" y="40965"/>
                </a:lnTo>
                <a:lnTo>
                  <a:pt x="478081" y="40724"/>
                </a:lnTo>
                <a:lnTo>
                  <a:pt x="478260" y="40493"/>
                </a:lnTo>
                <a:lnTo>
                  <a:pt x="478443" y="40274"/>
                </a:lnTo>
                <a:lnTo>
                  <a:pt x="478629" y="40065"/>
                </a:lnTo>
                <a:lnTo>
                  <a:pt x="478818" y="39867"/>
                </a:lnTo>
                <a:lnTo>
                  <a:pt x="479012" y="39679"/>
                </a:lnTo>
                <a:lnTo>
                  <a:pt x="479209" y="39503"/>
                </a:lnTo>
                <a:lnTo>
                  <a:pt x="479409" y="39337"/>
                </a:lnTo>
                <a:lnTo>
                  <a:pt x="479613" y="39180"/>
                </a:lnTo>
                <a:lnTo>
                  <a:pt x="479821" y="39030"/>
                </a:lnTo>
                <a:lnTo>
                  <a:pt x="480032" y="38886"/>
                </a:lnTo>
                <a:lnTo>
                  <a:pt x="480248" y="38749"/>
                </a:lnTo>
                <a:lnTo>
                  <a:pt x="480467" y="38619"/>
                </a:lnTo>
                <a:lnTo>
                  <a:pt x="480689" y="38495"/>
                </a:lnTo>
                <a:lnTo>
                  <a:pt x="480916" y="38378"/>
                </a:lnTo>
                <a:lnTo>
                  <a:pt x="481146" y="38268"/>
                </a:lnTo>
                <a:lnTo>
                  <a:pt x="481379" y="38165"/>
                </a:lnTo>
                <a:lnTo>
                  <a:pt x="481617" y="38068"/>
                </a:lnTo>
                <a:lnTo>
                  <a:pt x="481858" y="37978"/>
                </a:lnTo>
                <a:lnTo>
                  <a:pt x="482103" y="37894"/>
                </a:lnTo>
                <a:lnTo>
                  <a:pt x="482351" y="37817"/>
                </a:lnTo>
                <a:lnTo>
                  <a:pt x="482603" y="37747"/>
                </a:lnTo>
                <a:lnTo>
                  <a:pt x="482859" y="37684"/>
                </a:lnTo>
                <a:lnTo>
                  <a:pt x="483119" y="37627"/>
                </a:lnTo>
                <a:lnTo>
                  <a:pt x="483382" y="37577"/>
                </a:lnTo>
                <a:lnTo>
                  <a:pt x="483649" y="37533"/>
                </a:lnTo>
                <a:lnTo>
                  <a:pt x="483920" y="37497"/>
                </a:lnTo>
                <a:lnTo>
                  <a:pt x="484194" y="37467"/>
                </a:lnTo>
                <a:lnTo>
                  <a:pt x="484472" y="37443"/>
                </a:lnTo>
                <a:lnTo>
                  <a:pt x="484754" y="37427"/>
                </a:lnTo>
                <a:lnTo>
                  <a:pt x="485040" y="37416"/>
                </a:lnTo>
                <a:lnTo>
                  <a:pt x="485329" y="37413"/>
                </a:lnTo>
                <a:lnTo>
                  <a:pt x="485631" y="37418"/>
                </a:lnTo>
                <a:lnTo>
                  <a:pt x="485935" y="37432"/>
                </a:lnTo>
                <a:lnTo>
                  <a:pt x="486241" y="37456"/>
                </a:lnTo>
                <a:lnTo>
                  <a:pt x="486549" y="37489"/>
                </a:lnTo>
                <a:lnTo>
                  <a:pt x="486859" y="37531"/>
                </a:lnTo>
                <a:lnTo>
                  <a:pt x="487171" y="37583"/>
                </a:lnTo>
                <a:lnTo>
                  <a:pt x="487486" y="37645"/>
                </a:lnTo>
                <a:lnTo>
                  <a:pt x="487802" y="37716"/>
                </a:lnTo>
                <a:lnTo>
                  <a:pt x="488120" y="37796"/>
                </a:lnTo>
                <a:lnTo>
                  <a:pt x="488441" y="37886"/>
                </a:lnTo>
                <a:lnTo>
                  <a:pt x="488763" y="37985"/>
                </a:lnTo>
                <a:lnTo>
                  <a:pt x="489088" y="38094"/>
                </a:lnTo>
                <a:lnTo>
                  <a:pt x="489415" y="38212"/>
                </a:lnTo>
                <a:lnTo>
                  <a:pt x="489743" y="38340"/>
                </a:lnTo>
                <a:lnTo>
                  <a:pt x="490074" y="38477"/>
                </a:lnTo>
                <a:lnTo>
                  <a:pt x="490407" y="38623"/>
                </a:lnTo>
                <a:lnTo>
                  <a:pt x="490742" y="38779"/>
                </a:lnTo>
                <a:lnTo>
                  <a:pt x="491078" y="38945"/>
                </a:lnTo>
                <a:lnTo>
                  <a:pt x="491417" y="39120"/>
                </a:lnTo>
                <a:lnTo>
                  <a:pt x="491758" y="39304"/>
                </a:lnTo>
                <a:lnTo>
                  <a:pt x="492101" y="39498"/>
                </a:lnTo>
                <a:lnTo>
                  <a:pt x="492447" y="39701"/>
                </a:lnTo>
                <a:lnTo>
                  <a:pt x="492794" y="39914"/>
                </a:lnTo>
                <a:lnTo>
                  <a:pt x="493143" y="40136"/>
                </a:lnTo>
                <a:lnTo>
                  <a:pt x="498192" y="25917"/>
                </a:lnTo>
                <a:lnTo>
                  <a:pt x="522723" y="86784"/>
                </a:lnTo>
                <a:lnTo>
                  <a:pt x="537700" y="86784"/>
                </a:lnTo>
                <a:lnTo>
                  <a:pt x="562681" y="23916"/>
                </a:lnTo>
                <a:lnTo>
                  <a:pt x="545573" y="23916"/>
                </a:lnTo>
                <a:lnTo>
                  <a:pt x="533615" y="56001"/>
                </a:lnTo>
                <a:lnTo>
                  <a:pt x="533537" y="56223"/>
                </a:lnTo>
                <a:lnTo>
                  <a:pt x="533458" y="56445"/>
                </a:lnTo>
                <a:lnTo>
                  <a:pt x="533380" y="56667"/>
                </a:lnTo>
                <a:lnTo>
                  <a:pt x="533303" y="56889"/>
                </a:lnTo>
                <a:lnTo>
                  <a:pt x="533226" y="57111"/>
                </a:lnTo>
                <a:lnTo>
                  <a:pt x="533149" y="57333"/>
                </a:lnTo>
                <a:lnTo>
                  <a:pt x="533073" y="57555"/>
                </a:lnTo>
                <a:lnTo>
                  <a:pt x="532997" y="57777"/>
                </a:lnTo>
                <a:lnTo>
                  <a:pt x="532922" y="57999"/>
                </a:lnTo>
                <a:lnTo>
                  <a:pt x="532846" y="58221"/>
                </a:lnTo>
                <a:lnTo>
                  <a:pt x="532772" y="58443"/>
                </a:lnTo>
                <a:lnTo>
                  <a:pt x="532698" y="58665"/>
                </a:lnTo>
                <a:lnTo>
                  <a:pt x="532624" y="58887"/>
                </a:lnTo>
                <a:lnTo>
                  <a:pt x="532550" y="59109"/>
                </a:lnTo>
                <a:lnTo>
                  <a:pt x="532478" y="59331"/>
                </a:lnTo>
                <a:lnTo>
                  <a:pt x="532405" y="59553"/>
                </a:lnTo>
                <a:lnTo>
                  <a:pt x="532333" y="59775"/>
                </a:lnTo>
                <a:lnTo>
                  <a:pt x="532261" y="59997"/>
                </a:lnTo>
                <a:lnTo>
                  <a:pt x="532190" y="60219"/>
                </a:lnTo>
                <a:lnTo>
                  <a:pt x="532119" y="60441"/>
                </a:lnTo>
                <a:lnTo>
                  <a:pt x="532048" y="60663"/>
                </a:lnTo>
                <a:lnTo>
                  <a:pt x="531978" y="60885"/>
                </a:lnTo>
                <a:lnTo>
                  <a:pt x="531909" y="61107"/>
                </a:lnTo>
                <a:lnTo>
                  <a:pt x="531839" y="61329"/>
                </a:lnTo>
                <a:lnTo>
                  <a:pt x="531808" y="61442"/>
                </a:lnTo>
                <a:lnTo>
                  <a:pt x="531773" y="61566"/>
                </a:lnTo>
                <a:lnTo>
                  <a:pt x="531735" y="61698"/>
                </a:lnTo>
                <a:lnTo>
                  <a:pt x="531693" y="61841"/>
                </a:lnTo>
                <a:lnTo>
                  <a:pt x="531648" y="61993"/>
                </a:lnTo>
                <a:lnTo>
                  <a:pt x="531599" y="62154"/>
                </a:lnTo>
                <a:lnTo>
                  <a:pt x="531546" y="62326"/>
                </a:lnTo>
                <a:lnTo>
                  <a:pt x="531491" y="62507"/>
                </a:lnTo>
                <a:lnTo>
                  <a:pt x="531431" y="62697"/>
                </a:lnTo>
                <a:lnTo>
                  <a:pt x="531369" y="62897"/>
                </a:lnTo>
                <a:lnTo>
                  <a:pt x="531302" y="63107"/>
                </a:lnTo>
                <a:lnTo>
                  <a:pt x="531233" y="63327"/>
                </a:lnTo>
                <a:lnTo>
                  <a:pt x="531159" y="63556"/>
                </a:lnTo>
                <a:lnTo>
                  <a:pt x="531082" y="63795"/>
                </a:lnTo>
                <a:lnTo>
                  <a:pt x="531002" y="64044"/>
                </a:lnTo>
                <a:lnTo>
                  <a:pt x="530918" y="64302"/>
                </a:lnTo>
                <a:lnTo>
                  <a:pt x="530831" y="64570"/>
                </a:lnTo>
                <a:lnTo>
                  <a:pt x="530740" y="64848"/>
                </a:lnTo>
                <a:lnTo>
                  <a:pt x="530646" y="65135"/>
                </a:lnTo>
                <a:lnTo>
                  <a:pt x="530548" y="65432"/>
                </a:lnTo>
                <a:lnTo>
                  <a:pt x="530447" y="65738"/>
                </a:lnTo>
                <a:lnTo>
                  <a:pt x="530342" y="66055"/>
                </a:lnTo>
                <a:lnTo>
                  <a:pt x="530234" y="66381"/>
                </a:lnTo>
                <a:lnTo>
                  <a:pt x="530123" y="66716"/>
                </a:lnTo>
                <a:lnTo>
                  <a:pt x="526689" y="56001"/>
                </a:lnTo>
                <a:lnTo>
                  <a:pt x="514849" y="23916"/>
                </a:lnTo>
                <a:lnTo>
                  <a:pt x="497386" y="23916"/>
                </a:lnTo>
                <a:lnTo>
                  <a:pt x="498012" y="25469"/>
                </a:lnTo>
                <a:lnTo>
                  <a:pt x="497853" y="25377"/>
                </a:lnTo>
                <a:lnTo>
                  <a:pt x="497412" y="25132"/>
                </a:lnTo>
                <a:lnTo>
                  <a:pt x="496970" y="24897"/>
                </a:lnTo>
                <a:lnTo>
                  <a:pt x="496526" y="24674"/>
                </a:lnTo>
                <a:close/>
                <a:moveTo>
                  <a:pt x="188538" y="39274"/>
                </a:moveTo>
                <a:lnTo>
                  <a:pt x="188232" y="38511"/>
                </a:lnTo>
                <a:lnTo>
                  <a:pt x="187912" y="37766"/>
                </a:lnTo>
                <a:lnTo>
                  <a:pt x="187579" y="37040"/>
                </a:lnTo>
                <a:lnTo>
                  <a:pt x="187233" y="36331"/>
                </a:lnTo>
                <a:lnTo>
                  <a:pt x="186874" y="35640"/>
                </a:lnTo>
                <a:lnTo>
                  <a:pt x="186501" y="34968"/>
                </a:lnTo>
                <a:lnTo>
                  <a:pt x="186115" y="34313"/>
                </a:lnTo>
                <a:lnTo>
                  <a:pt x="185716" y="33676"/>
                </a:lnTo>
                <a:lnTo>
                  <a:pt x="185304" y="33058"/>
                </a:lnTo>
                <a:lnTo>
                  <a:pt x="184878" y="32457"/>
                </a:lnTo>
                <a:lnTo>
                  <a:pt x="184439" y="31874"/>
                </a:lnTo>
                <a:lnTo>
                  <a:pt x="183987" y="31309"/>
                </a:lnTo>
                <a:lnTo>
                  <a:pt x="183522" y="30762"/>
                </a:lnTo>
                <a:lnTo>
                  <a:pt x="183043" y="30234"/>
                </a:lnTo>
                <a:lnTo>
                  <a:pt x="182551" y="29723"/>
                </a:lnTo>
                <a:lnTo>
                  <a:pt x="182046" y="29230"/>
                </a:lnTo>
                <a:lnTo>
                  <a:pt x="181527" y="28755"/>
                </a:lnTo>
                <a:lnTo>
                  <a:pt x="180996" y="28298"/>
                </a:lnTo>
                <a:lnTo>
                  <a:pt x="180451" y="27859"/>
                </a:lnTo>
                <a:lnTo>
                  <a:pt x="179893" y="27438"/>
                </a:lnTo>
                <a:lnTo>
                  <a:pt x="179319" y="27035"/>
                </a:lnTo>
                <a:lnTo>
                  <a:pt x="178730" y="26649"/>
                </a:lnTo>
                <a:lnTo>
                  <a:pt x="178124" y="26280"/>
                </a:lnTo>
                <a:lnTo>
                  <a:pt x="177502" y="25928"/>
                </a:lnTo>
                <a:lnTo>
                  <a:pt x="176864" y="25593"/>
                </a:lnTo>
                <a:lnTo>
                  <a:pt x="176209" y="25276"/>
                </a:lnTo>
                <a:lnTo>
                  <a:pt x="175538" y="24975"/>
                </a:lnTo>
                <a:lnTo>
                  <a:pt x="174851" y="24692"/>
                </a:lnTo>
                <a:lnTo>
                  <a:pt x="174147" y="24426"/>
                </a:lnTo>
                <a:lnTo>
                  <a:pt x="173427" y="24177"/>
                </a:lnTo>
                <a:lnTo>
                  <a:pt x="172691" y="23946"/>
                </a:lnTo>
                <a:lnTo>
                  <a:pt x="171938" y="23731"/>
                </a:lnTo>
                <a:lnTo>
                  <a:pt x="171169" y="23534"/>
                </a:lnTo>
                <a:lnTo>
                  <a:pt x="170383" y="23353"/>
                </a:lnTo>
                <a:lnTo>
                  <a:pt x="169581" y="23190"/>
                </a:lnTo>
                <a:lnTo>
                  <a:pt x="168763" y="23044"/>
                </a:lnTo>
                <a:lnTo>
                  <a:pt x="167929" y="22916"/>
                </a:lnTo>
                <a:lnTo>
                  <a:pt x="167078" y="22804"/>
                </a:lnTo>
                <a:lnTo>
                  <a:pt x="166211" y="22710"/>
                </a:lnTo>
                <a:lnTo>
                  <a:pt x="165327" y="22633"/>
                </a:lnTo>
                <a:lnTo>
                  <a:pt x="164427" y="22572"/>
                </a:lnTo>
                <a:lnTo>
                  <a:pt x="163511" y="22530"/>
                </a:lnTo>
                <a:lnTo>
                  <a:pt x="162579" y="22504"/>
                </a:lnTo>
                <a:lnTo>
                  <a:pt x="161630" y="22495"/>
                </a:lnTo>
                <a:lnTo>
                  <a:pt x="160471" y="22510"/>
                </a:lnTo>
                <a:lnTo>
                  <a:pt x="159332" y="22555"/>
                </a:lnTo>
                <a:lnTo>
                  <a:pt x="158213" y="22631"/>
                </a:lnTo>
                <a:lnTo>
                  <a:pt x="157114" y="22736"/>
                </a:lnTo>
                <a:lnTo>
                  <a:pt x="156036" y="22872"/>
                </a:lnTo>
                <a:lnTo>
                  <a:pt x="154978" y="23037"/>
                </a:lnTo>
                <a:lnTo>
                  <a:pt x="153939" y="23233"/>
                </a:lnTo>
                <a:lnTo>
                  <a:pt x="152921" y="23459"/>
                </a:lnTo>
                <a:lnTo>
                  <a:pt x="151923" y="23715"/>
                </a:lnTo>
                <a:lnTo>
                  <a:pt x="150946" y="24001"/>
                </a:lnTo>
                <a:lnTo>
                  <a:pt x="149988" y="24317"/>
                </a:lnTo>
                <a:lnTo>
                  <a:pt x="149050" y="24663"/>
                </a:lnTo>
                <a:lnTo>
                  <a:pt x="148133" y="25040"/>
                </a:lnTo>
                <a:lnTo>
                  <a:pt x="147236" y="25446"/>
                </a:lnTo>
                <a:lnTo>
                  <a:pt x="146359" y="25883"/>
                </a:lnTo>
                <a:lnTo>
                  <a:pt x="145502" y="26350"/>
                </a:lnTo>
                <a:lnTo>
                  <a:pt x="144665" y="26847"/>
                </a:lnTo>
                <a:lnTo>
                  <a:pt x="143848" y="27374"/>
                </a:lnTo>
                <a:lnTo>
                  <a:pt x="143052" y="27931"/>
                </a:lnTo>
                <a:lnTo>
                  <a:pt x="142275" y="28518"/>
                </a:lnTo>
                <a:lnTo>
                  <a:pt x="141519" y="29135"/>
                </a:lnTo>
                <a:lnTo>
                  <a:pt x="140783" y="29783"/>
                </a:lnTo>
                <a:lnTo>
                  <a:pt x="140067" y="30460"/>
                </a:lnTo>
                <a:lnTo>
                  <a:pt x="139371" y="31168"/>
                </a:lnTo>
                <a:lnTo>
                  <a:pt x="138700" y="31902"/>
                </a:lnTo>
                <a:lnTo>
                  <a:pt x="138057" y="32661"/>
                </a:lnTo>
                <a:lnTo>
                  <a:pt x="137443" y="33444"/>
                </a:lnTo>
                <a:lnTo>
                  <a:pt x="136857" y="34250"/>
                </a:lnTo>
                <a:lnTo>
                  <a:pt x="136300" y="35081"/>
                </a:lnTo>
                <a:lnTo>
                  <a:pt x="135771" y="35935"/>
                </a:lnTo>
                <a:lnTo>
                  <a:pt x="135272" y="36813"/>
                </a:lnTo>
                <a:lnTo>
                  <a:pt x="134800" y="37716"/>
                </a:lnTo>
                <a:lnTo>
                  <a:pt x="134357" y="38642"/>
                </a:lnTo>
                <a:lnTo>
                  <a:pt x="133943" y="39592"/>
                </a:lnTo>
                <a:lnTo>
                  <a:pt x="133557" y="40566"/>
                </a:lnTo>
                <a:lnTo>
                  <a:pt x="133200" y="41564"/>
                </a:lnTo>
                <a:lnTo>
                  <a:pt x="132872" y="42586"/>
                </a:lnTo>
                <a:lnTo>
                  <a:pt x="132572" y="43632"/>
                </a:lnTo>
                <a:lnTo>
                  <a:pt x="132300" y="44702"/>
                </a:lnTo>
                <a:lnTo>
                  <a:pt x="132057" y="45796"/>
                </a:lnTo>
                <a:lnTo>
                  <a:pt x="131843" y="46914"/>
                </a:lnTo>
                <a:lnTo>
                  <a:pt x="131657" y="48056"/>
                </a:lnTo>
                <a:lnTo>
                  <a:pt x="131500" y="49222"/>
                </a:lnTo>
                <a:lnTo>
                  <a:pt x="131372" y="50411"/>
                </a:lnTo>
                <a:lnTo>
                  <a:pt x="131272" y="51625"/>
                </a:lnTo>
                <a:lnTo>
                  <a:pt x="131200" y="52862"/>
                </a:lnTo>
                <a:lnTo>
                  <a:pt x="131157" y="54124"/>
                </a:lnTo>
                <a:lnTo>
                  <a:pt x="131143" y="55409"/>
                </a:lnTo>
                <a:lnTo>
                  <a:pt x="131157" y="56680"/>
                </a:lnTo>
                <a:lnTo>
                  <a:pt x="131200" y="57928"/>
                </a:lnTo>
                <a:lnTo>
                  <a:pt x="131271" y="59153"/>
                </a:lnTo>
                <a:lnTo>
                  <a:pt x="131371" y="60354"/>
                </a:lnTo>
                <a:lnTo>
                  <a:pt x="131499" y="61532"/>
                </a:lnTo>
                <a:lnTo>
                  <a:pt x="131655" y="62687"/>
                </a:lnTo>
                <a:lnTo>
                  <a:pt x="131840" y="63819"/>
                </a:lnTo>
                <a:lnTo>
                  <a:pt x="132054" y="64927"/>
                </a:lnTo>
                <a:lnTo>
                  <a:pt x="132296" y="66012"/>
                </a:lnTo>
                <a:lnTo>
                  <a:pt x="132566" y="67074"/>
                </a:lnTo>
                <a:lnTo>
                  <a:pt x="132865" y="68113"/>
                </a:lnTo>
                <a:lnTo>
                  <a:pt x="133193" y="69128"/>
                </a:lnTo>
                <a:lnTo>
                  <a:pt x="133549" y="70121"/>
                </a:lnTo>
                <a:lnTo>
                  <a:pt x="133933" y="71090"/>
                </a:lnTo>
                <a:lnTo>
                  <a:pt x="134346" y="72036"/>
                </a:lnTo>
                <a:lnTo>
                  <a:pt x="134787" y="72958"/>
                </a:lnTo>
                <a:lnTo>
                  <a:pt x="135257" y="73858"/>
                </a:lnTo>
                <a:lnTo>
                  <a:pt x="135755" y="74734"/>
                </a:lnTo>
                <a:lnTo>
                  <a:pt x="136282" y="75587"/>
                </a:lnTo>
                <a:lnTo>
                  <a:pt x="136837" y="76416"/>
                </a:lnTo>
                <a:lnTo>
                  <a:pt x="137420" y="77223"/>
                </a:lnTo>
                <a:lnTo>
                  <a:pt x="138032" y="78006"/>
                </a:lnTo>
                <a:lnTo>
                  <a:pt x="138673" y="78766"/>
                </a:lnTo>
                <a:lnTo>
                  <a:pt x="139342" y="79503"/>
                </a:lnTo>
                <a:lnTo>
                  <a:pt x="140035" y="80213"/>
                </a:lnTo>
                <a:lnTo>
                  <a:pt x="140747" y="80893"/>
                </a:lnTo>
                <a:lnTo>
                  <a:pt x="141479" y="81542"/>
                </a:lnTo>
                <a:lnTo>
                  <a:pt x="142230" y="82162"/>
                </a:lnTo>
                <a:lnTo>
                  <a:pt x="143001" y="82751"/>
                </a:lnTo>
                <a:lnTo>
                  <a:pt x="143791" y="83310"/>
                </a:lnTo>
                <a:lnTo>
                  <a:pt x="144600" y="83839"/>
                </a:lnTo>
                <a:lnTo>
                  <a:pt x="145429" y="84337"/>
                </a:lnTo>
                <a:lnTo>
                  <a:pt x="146278" y="84806"/>
                </a:lnTo>
                <a:lnTo>
                  <a:pt x="147146" y="85244"/>
                </a:lnTo>
                <a:lnTo>
                  <a:pt x="148033" y="85652"/>
                </a:lnTo>
                <a:lnTo>
                  <a:pt x="148939" y="86030"/>
                </a:lnTo>
                <a:lnTo>
                  <a:pt x="149865" y="86377"/>
                </a:lnTo>
                <a:lnTo>
                  <a:pt x="150811" y="86694"/>
                </a:lnTo>
                <a:lnTo>
                  <a:pt x="151776" y="86981"/>
                </a:lnTo>
                <a:lnTo>
                  <a:pt x="152760" y="87238"/>
                </a:lnTo>
                <a:lnTo>
                  <a:pt x="153764" y="87465"/>
                </a:lnTo>
                <a:lnTo>
                  <a:pt x="154787" y="87661"/>
                </a:lnTo>
                <a:lnTo>
                  <a:pt x="155830" y="87827"/>
                </a:lnTo>
                <a:lnTo>
                  <a:pt x="156892" y="87963"/>
                </a:lnTo>
                <a:lnTo>
                  <a:pt x="157973" y="88069"/>
                </a:lnTo>
                <a:lnTo>
                  <a:pt x="159074" y="88145"/>
                </a:lnTo>
                <a:lnTo>
                  <a:pt x="160194" y="88190"/>
                </a:lnTo>
                <a:lnTo>
                  <a:pt x="161334" y="88205"/>
                </a:lnTo>
                <a:lnTo>
                  <a:pt x="162337" y="88195"/>
                </a:lnTo>
                <a:lnTo>
                  <a:pt x="163322" y="88165"/>
                </a:lnTo>
                <a:lnTo>
                  <a:pt x="164291" y="88115"/>
                </a:lnTo>
                <a:lnTo>
                  <a:pt x="165243" y="88046"/>
                </a:lnTo>
                <a:lnTo>
                  <a:pt x="166177" y="87956"/>
                </a:lnTo>
                <a:lnTo>
                  <a:pt x="167095" y="87846"/>
                </a:lnTo>
                <a:lnTo>
                  <a:pt x="167995" y="87717"/>
                </a:lnTo>
                <a:lnTo>
                  <a:pt x="168878" y="87567"/>
                </a:lnTo>
                <a:lnTo>
                  <a:pt x="169745" y="87398"/>
                </a:lnTo>
                <a:lnTo>
                  <a:pt x="170594" y="87208"/>
                </a:lnTo>
                <a:lnTo>
                  <a:pt x="171426" y="86999"/>
                </a:lnTo>
                <a:lnTo>
                  <a:pt x="172241" y="86769"/>
                </a:lnTo>
                <a:lnTo>
                  <a:pt x="173039" y="86520"/>
                </a:lnTo>
                <a:lnTo>
                  <a:pt x="173820" y="86251"/>
                </a:lnTo>
                <a:lnTo>
                  <a:pt x="174584" y="85962"/>
                </a:lnTo>
                <a:lnTo>
                  <a:pt x="175331" y="85653"/>
                </a:lnTo>
                <a:lnTo>
                  <a:pt x="176061" y="85324"/>
                </a:lnTo>
                <a:lnTo>
                  <a:pt x="176774" y="84975"/>
                </a:lnTo>
                <a:lnTo>
                  <a:pt x="177469" y="84606"/>
                </a:lnTo>
                <a:lnTo>
                  <a:pt x="178148" y="84217"/>
                </a:lnTo>
                <a:lnTo>
                  <a:pt x="178809" y="83809"/>
                </a:lnTo>
                <a:lnTo>
                  <a:pt x="179454" y="83380"/>
                </a:lnTo>
                <a:lnTo>
                  <a:pt x="180081" y="82931"/>
                </a:lnTo>
                <a:lnTo>
                  <a:pt x="180692" y="82463"/>
                </a:lnTo>
                <a:lnTo>
                  <a:pt x="181285" y="81975"/>
                </a:lnTo>
                <a:lnTo>
                  <a:pt x="181863" y="81468"/>
                </a:lnTo>
                <a:lnTo>
                  <a:pt x="182424" y="80941"/>
                </a:lnTo>
                <a:lnTo>
                  <a:pt x="182969" y="80396"/>
                </a:lnTo>
                <a:lnTo>
                  <a:pt x="183498" y="79831"/>
                </a:lnTo>
                <a:lnTo>
                  <a:pt x="184010" y="79248"/>
                </a:lnTo>
                <a:lnTo>
                  <a:pt x="184507" y="78645"/>
                </a:lnTo>
                <a:lnTo>
                  <a:pt x="184987" y="78023"/>
                </a:lnTo>
                <a:lnTo>
                  <a:pt x="185451" y="77382"/>
                </a:lnTo>
                <a:lnTo>
                  <a:pt x="185898" y="76722"/>
                </a:lnTo>
                <a:lnTo>
                  <a:pt x="186330" y="76043"/>
                </a:lnTo>
                <a:lnTo>
                  <a:pt x="186745" y="75344"/>
                </a:lnTo>
                <a:lnTo>
                  <a:pt x="187144" y="74627"/>
                </a:lnTo>
                <a:lnTo>
                  <a:pt x="187526" y="73890"/>
                </a:lnTo>
                <a:lnTo>
                  <a:pt x="187893" y="73135"/>
                </a:lnTo>
                <a:lnTo>
                  <a:pt x="188243" y="72360"/>
                </a:lnTo>
                <a:lnTo>
                  <a:pt x="188577" y="71566"/>
                </a:lnTo>
                <a:lnTo>
                  <a:pt x="188894" y="70753"/>
                </a:lnTo>
                <a:lnTo>
                  <a:pt x="189196" y="69921"/>
                </a:lnTo>
                <a:lnTo>
                  <a:pt x="189481" y="69069"/>
                </a:lnTo>
                <a:lnTo>
                  <a:pt x="189750" y="68199"/>
                </a:lnTo>
                <a:lnTo>
                  <a:pt x="190003" y="67309"/>
                </a:lnTo>
                <a:lnTo>
                  <a:pt x="190239" y="66401"/>
                </a:lnTo>
                <a:lnTo>
                  <a:pt x="190459" y="65473"/>
                </a:lnTo>
                <a:lnTo>
                  <a:pt x="174121" y="62631"/>
                </a:lnTo>
                <a:lnTo>
                  <a:pt x="174014" y="63172"/>
                </a:lnTo>
                <a:lnTo>
                  <a:pt x="173901" y="63700"/>
                </a:lnTo>
                <a:lnTo>
                  <a:pt x="173782" y="64214"/>
                </a:lnTo>
                <a:lnTo>
                  <a:pt x="173657" y="64714"/>
                </a:lnTo>
                <a:lnTo>
                  <a:pt x="173526" y="65201"/>
                </a:lnTo>
                <a:lnTo>
                  <a:pt x="173388" y="65675"/>
                </a:lnTo>
                <a:lnTo>
                  <a:pt x="173244" y="66135"/>
                </a:lnTo>
                <a:lnTo>
                  <a:pt x="173095" y="66581"/>
                </a:lnTo>
                <a:lnTo>
                  <a:pt x="172939" y="67014"/>
                </a:lnTo>
                <a:lnTo>
                  <a:pt x="172776" y="67434"/>
                </a:lnTo>
                <a:lnTo>
                  <a:pt x="172608" y="67840"/>
                </a:lnTo>
                <a:lnTo>
                  <a:pt x="172434" y="68233"/>
                </a:lnTo>
                <a:lnTo>
                  <a:pt x="172253" y="68612"/>
                </a:lnTo>
                <a:lnTo>
                  <a:pt x="172066" y="68978"/>
                </a:lnTo>
                <a:lnTo>
                  <a:pt x="171873" y="69331"/>
                </a:lnTo>
                <a:lnTo>
                  <a:pt x="171674" y="69669"/>
                </a:lnTo>
                <a:lnTo>
                  <a:pt x="171469" y="69995"/>
                </a:lnTo>
                <a:lnTo>
                  <a:pt x="171257" y="70307"/>
                </a:lnTo>
                <a:lnTo>
                  <a:pt x="171039" y="70605"/>
                </a:lnTo>
                <a:lnTo>
                  <a:pt x="170815" y="70890"/>
                </a:lnTo>
                <a:lnTo>
                  <a:pt x="170585" y="71162"/>
                </a:lnTo>
                <a:lnTo>
                  <a:pt x="170349" y="71420"/>
                </a:lnTo>
                <a:lnTo>
                  <a:pt x="170107" y="71665"/>
                </a:lnTo>
                <a:lnTo>
                  <a:pt x="169858" y="71896"/>
                </a:lnTo>
                <a:lnTo>
                  <a:pt x="169604" y="72116"/>
                </a:lnTo>
                <a:lnTo>
                  <a:pt x="169343" y="72326"/>
                </a:lnTo>
                <a:lnTo>
                  <a:pt x="169077" y="72527"/>
                </a:lnTo>
                <a:lnTo>
                  <a:pt x="168804" y="72719"/>
                </a:lnTo>
                <a:lnTo>
                  <a:pt x="168526" y="72901"/>
                </a:lnTo>
                <a:lnTo>
                  <a:pt x="168242" y="73074"/>
                </a:lnTo>
                <a:lnTo>
                  <a:pt x="167951" y="73238"/>
                </a:lnTo>
                <a:lnTo>
                  <a:pt x="167655" y="73392"/>
                </a:lnTo>
                <a:lnTo>
                  <a:pt x="167353" y="73537"/>
                </a:lnTo>
                <a:lnTo>
                  <a:pt x="167044" y="73673"/>
                </a:lnTo>
                <a:lnTo>
                  <a:pt x="166730" y="73799"/>
                </a:lnTo>
                <a:lnTo>
                  <a:pt x="166410" y="73916"/>
                </a:lnTo>
                <a:lnTo>
                  <a:pt x="166084" y="74024"/>
                </a:lnTo>
                <a:lnTo>
                  <a:pt x="165752" y="74122"/>
                </a:lnTo>
                <a:lnTo>
                  <a:pt x="165414" y="74211"/>
                </a:lnTo>
                <a:lnTo>
                  <a:pt x="165070" y="74290"/>
                </a:lnTo>
                <a:lnTo>
                  <a:pt x="164720" y="74360"/>
                </a:lnTo>
                <a:lnTo>
                  <a:pt x="164364" y="74421"/>
                </a:lnTo>
                <a:lnTo>
                  <a:pt x="164002" y="74473"/>
                </a:lnTo>
                <a:lnTo>
                  <a:pt x="163634" y="74515"/>
                </a:lnTo>
                <a:lnTo>
                  <a:pt x="163261" y="74547"/>
                </a:lnTo>
                <a:lnTo>
                  <a:pt x="162881" y="74571"/>
                </a:lnTo>
                <a:lnTo>
                  <a:pt x="162495" y="74585"/>
                </a:lnTo>
                <a:lnTo>
                  <a:pt x="162104" y="74589"/>
                </a:lnTo>
                <a:lnTo>
                  <a:pt x="161580" y="74581"/>
                </a:lnTo>
                <a:lnTo>
                  <a:pt x="161066" y="74558"/>
                </a:lnTo>
                <a:lnTo>
                  <a:pt x="160560" y="74518"/>
                </a:lnTo>
                <a:lnTo>
                  <a:pt x="160064" y="74462"/>
                </a:lnTo>
                <a:lnTo>
                  <a:pt x="159576" y="74390"/>
                </a:lnTo>
                <a:lnTo>
                  <a:pt x="159097" y="74302"/>
                </a:lnTo>
                <a:lnTo>
                  <a:pt x="158628" y="74198"/>
                </a:lnTo>
                <a:lnTo>
                  <a:pt x="158167" y="74078"/>
                </a:lnTo>
                <a:lnTo>
                  <a:pt x="157715" y="73942"/>
                </a:lnTo>
                <a:lnTo>
                  <a:pt x="157272" y="73790"/>
                </a:lnTo>
                <a:lnTo>
                  <a:pt x="156838" y="73623"/>
                </a:lnTo>
                <a:lnTo>
                  <a:pt x="156413" y="73439"/>
                </a:lnTo>
                <a:lnTo>
                  <a:pt x="155997" y="73239"/>
                </a:lnTo>
                <a:lnTo>
                  <a:pt x="155590" y="73023"/>
                </a:lnTo>
                <a:lnTo>
                  <a:pt x="155192" y="72792"/>
                </a:lnTo>
                <a:lnTo>
                  <a:pt x="154802" y="72544"/>
                </a:lnTo>
                <a:lnTo>
                  <a:pt x="154422" y="72280"/>
                </a:lnTo>
                <a:lnTo>
                  <a:pt x="154051" y="72001"/>
                </a:lnTo>
                <a:lnTo>
                  <a:pt x="153688" y="71705"/>
                </a:lnTo>
                <a:lnTo>
                  <a:pt x="153335" y="71393"/>
                </a:lnTo>
                <a:lnTo>
                  <a:pt x="152990" y="71066"/>
                </a:lnTo>
                <a:lnTo>
                  <a:pt x="152655" y="70722"/>
                </a:lnTo>
                <a:lnTo>
                  <a:pt x="152328" y="70362"/>
                </a:lnTo>
                <a:lnTo>
                  <a:pt x="152010" y="69987"/>
                </a:lnTo>
                <a:lnTo>
                  <a:pt x="151704" y="69592"/>
                </a:lnTo>
                <a:lnTo>
                  <a:pt x="151410" y="69174"/>
                </a:lnTo>
                <a:lnTo>
                  <a:pt x="151129" y="68733"/>
                </a:lnTo>
                <a:lnTo>
                  <a:pt x="150862" y="68270"/>
                </a:lnTo>
                <a:lnTo>
                  <a:pt x="150607" y="67784"/>
                </a:lnTo>
                <a:lnTo>
                  <a:pt x="150366" y="67275"/>
                </a:lnTo>
                <a:lnTo>
                  <a:pt x="150137" y="66744"/>
                </a:lnTo>
                <a:lnTo>
                  <a:pt x="149922" y="66189"/>
                </a:lnTo>
                <a:lnTo>
                  <a:pt x="149720" y="65612"/>
                </a:lnTo>
                <a:lnTo>
                  <a:pt x="149530" y="65013"/>
                </a:lnTo>
                <a:lnTo>
                  <a:pt x="149354" y="64390"/>
                </a:lnTo>
                <a:lnTo>
                  <a:pt x="149191" y="63745"/>
                </a:lnTo>
                <a:lnTo>
                  <a:pt x="149041" y="63077"/>
                </a:lnTo>
                <a:lnTo>
                  <a:pt x="148904" y="62386"/>
                </a:lnTo>
                <a:lnTo>
                  <a:pt x="148780" y="61672"/>
                </a:lnTo>
                <a:lnTo>
                  <a:pt x="148669" y="60936"/>
                </a:lnTo>
                <a:lnTo>
                  <a:pt x="148571" y="60177"/>
                </a:lnTo>
                <a:lnTo>
                  <a:pt x="148486" y="59395"/>
                </a:lnTo>
                <a:lnTo>
                  <a:pt x="148414" y="58591"/>
                </a:lnTo>
                <a:lnTo>
                  <a:pt x="148356" y="57764"/>
                </a:lnTo>
                <a:lnTo>
                  <a:pt x="148310" y="56914"/>
                </a:lnTo>
                <a:lnTo>
                  <a:pt x="148277" y="56041"/>
                </a:lnTo>
                <a:lnTo>
                  <a:pt x="148258" y="55145"/>
                </a:lnTo>
                <a:lnTo>
                  <a:pt x="148251" y="54227"/>
                </a:lnTo>
                <a:lnTo>
                  <a:pt x="148258" y="53401"/>
                </a:lnTo>
                <a:lnTo>
                  <a:pt x="148277" y="52595"/>
                </a:lnTo>
                <a:lnTo>
                  <a:pt x="148309" y="51809"/>
                </a:lnTo>
                <a:lnTo>
                  <a:pt x="148354" y="51043"/>
                </a:lnTo>
                <a:lnTo>
                  <a:pt x="148412" y="50297"/>
                </a:lnTo>
                <a:lnTo>
                  <a:pt x="148482" y="49571"/>
                </a:lnTo>
                <a:lnTo>
                  <a:pt x="148566" y="48865"/>
                </a:lnTo>
                <a:lnTo>
                  <a:pt x="148662" y="48178"/>
                </a:lnTo>
                <a:lnTo>
                  <a:pt x="148771" y="47512"/>
                </a:lnTo>
                <a:lnTo>
                  <a:pt x="148894" y="46866"/>
                </a:lnTo>
                <a:lnTo>
                  <a:pt x="149028" y="46240"/>
                </a:lnTo>
                <a:lnTo>
                  <a:pt x="149176" y="45633"/>
                </a:lnTo>
                <a:lnTo>
                  <a:pt x="149337" y="45047"/>
                </a:lnTo>
                <a:lnTo>
                  <a:pt x="149510" y="44481"/>
                </a:lnTo>
                <a:lnTo>
                  <a:pt x="149696" y="43934"/>
                </a:lnTo>
                <a:lnTo>
                  <a:pt x="149896" y="43408"/>
                </a:lnTo>
                <a:lnTo>
                  <a:pt x="150108" y="42902"/>
                </a:lnTo>
                <a:lnTo>
                  <a:pt x="150332" y="42415"/>
                </a:lnTo>
                <a:lnTo>
                  <a:pt x="150570" y="41949"/>
                </a:lnTo>
                <a:lnTo>
                  <a:pt x="150821" y="41502"/>
                </a:lnTo>
                <a:lnTo>
                  <a:pt x="151084" y="41076"/>
                </a:lnTo>
                <a:lnTo>
                  <a:pt x="151360" y="40669"/>
                </a:lnTo>
                <a:lnTo>
                  <a:pt x="151649" y="40283"/>
                </a:lnTo>
                <a:lnTo>
                  <a:pt x="151951" y="39916"/>
                </a:lnTo>
                <a:lnTo>
                  <a:pt x="152264" y="39567"/>
                </a:lnTo>
                <a:lnTo>
                  <a:pt x="152585" y="39233"/>
                </a:lnTo>
                <a:lnTo>
                  <a:pt x="152915" y="38913"/>
                </a:lnTo>
                <a:lnTo>
                  <a:pt x="153254" y="38609"/>
                </a:lnTo>
                <a:lnTo>
                  <a:pt x="153602" y="38319"/>
                </a:lnTo>
                <a:lnTo>
                  <a:pt x="153958" y="38044"/>
                </a:lnTo>
                <a:lnTo>
                  <a:pt x="154323" y="37784"/>
                </a:lnTo>
                <a:lnTo>
                  <a:pt x="154697" y="37539"/>
                </a:lnTo>
                <a:lnTo>
                  <a:pt x="155080" y="37309"/>
                </a:lnTo>
                <a:lnTo>
                  <a:pt x="155471" y="37093"/>
                </a:lnTo>
                <a:lnTo>
                  <a:pt x="155871" y="36893"/>
                </a:lnTo>
                <a:lnTo>
                  <a:pt x="156280" y="36707"/>
                </a:lnTo>
                <a:lnTo>
                  <a:pt x="156697" y="36536"/>
                </a:lnTo>
                <a:lnTo>
                  <a:pt x="157124" y="36380"/>
                </a:lnTo>
                <a:lnTo>
                  <a:pt x="157559" y="36239"/>
                </a:lnTo>
                <a:lnTo>
                  <a:pt x="158002" y="36113"/>
                </a:lnTo>
                <a:lnTo>
                  <a:pt x="158455" y="36001"/>
                </a:lnTo>
                <a:lnTo>
                  <a:pt x="158916" y="35905"/>
                </a:lnTo>
                <a:lnTo>
                  <a:pt x="159386" y="35823"/>
                </a:lnTo>
                <a:lnTo>
                  <a:pt x="159865" y="35756"/>
                </a:lnTo>
                <a:lnTo>
                  <a:pt x="160352" y="35704"/>
                </a:lnTo>
                <a:lnTo>
                  <a:pt x="160848" y="35667"/>
                </a:lnTo>
                <a:lnTo>
                  <a:pt x="161353" y="35645"/>
                </a:lnTo>
                <a:lnTo>
                  <a:pt x="161867" y="35637"/>
                </a:lnTo>
                <a:lnTo>
                  <a:pt x="162253" y="35641"/>
                </a:lnTo>
                <a:lnTo>
                  <a:pt x="162634" y="35654"/>
                </a:lnTo>
                <a:lnTo>
                  <a:pt x="163009" y="35676"/>
                </a:lnTo>
                <a:lnTo>
                  <a:pt x="163377" y="35706"/>
                </a:lnTo>
                <a:lnTo>
                  <a:pt x="163740" y="35744"/>
                </a:lnTo>
                <a:lnTo>
                  <a:pt x="164096" y="35792"/>
                </a:lnTo>
                <a:lnTo>
                  <a:pt x="164446" y="35847"/>
                </a:lnTo>
                <a:lnTo>
                  <a:pt x="164790" y="35912"/>
                </a:lnTo>
                <a:lnTo>
                  <a:pt x="165129" y="35985"/>
                </a:lnTo>
                <a:lnTo>
                  <a:pt x="165461" y="36066"/>
                </a:lnTo>
                <a:lnTo>
                  <a:pt x="165787" y="36156"/>
                </a:lnTo>
                <a:lnTo>
                  <a:pt x="166107" y="36255"/>
                </a:lnTo>
                <a:lnTo>
                  <a:pt x="166421" y="36362"/>
                </a:lnTo>
                <a:lnTo>
                  <a:pt x="166729" y="36478"/>
                </a:lnTo>
                <a:lnTo>
                  <a:pt x="167030" y="36603"/>
                </a:lnTo>
                <a:lnTo>
                  <a:pt x="167326" y="36736"/>
                </a:lnTo>
                <a:lnTo>
                  <a:pt x="167616" y="36877"/>
                </a:lnTo>
                <a:lnTo>
                  <a:pt x="167899" y="37027"/>
                </a:lnTo>
                <a:lnTo>
                  <a:pt x="168177" y="37186"/>
                </a:lnTo>
                <a:lnTo>
                  <a:pt x="168448" y="37354"/>
                </a:lnTo>
                <a:lnTo>
                  <a:pt x="168714" y="37529"/>
                </a:lnTo>
                <a:lnTo>
                  <a:pt x="168973" y="37714"/>
                </a:lnTo>
                <a:lnTo>
                  <a:pt x="169226" y="37907"/>
                </a:lnTo>
                <a:lnTo>
                  <a:pt x="169474" y="38109"/>
                </a:lnTo>
                <a:lnTo>
                  <a:pt x="169714" y="38319"/>
                </a:lnTo>
                <a:lnTo>
                  <a:pt x="169947" y="38537"/>
                </a:lnTo>
                <a:lnTo>
                  <a:pt x="170173" y="38764"/>
                </a:lnTo>
                <a:lnTo>
                  <a:pt x="170392" y="39000"/>
                </a:lnTo>
                <a:lnTo>
                  <a:pt x="170603" y="39243"/>
                </a:lnTo>
                <a:lnTo>
                  <a:pt x="170807" y="39495"/>
                </a:lnTo>
                <a:lnTo>
                  <a:pt x="171004" y="39756"/>
                </a:lnTo>
                <a:lnTo>
                  <a:pt x="171194" y="40024"/>
                </a:lnTo>
                <a:lnTo>
                  <a:pt x="171376" y="40302"/>
                </a:lnTo>
                <a:lnTo>
                  <a:pt x="171551" y="40587"/>
                </a:lnTo>
                <a:lnTo>
                  <a:pt x="171718" y="40881"/>
                </a:lnTo>
                <a:lnTo>
                  <a:pt x="171879" y="41183"/>
                </a:lnTo>
                <a:lnTo>
                  <a:pt x="172032" y="41494"/>
                </a:lnTo>
                <a:lnTo>
                  <a:pt x="172177" y="41813"/>
                </a:lnTo>
                <a:lnTo>
                  <a:pt x="172316" y="42140"/>
                </a:lnTo>
                <a:lnTo>
                  <a:pt x="172447" y="42476"/>
                </a:lnTo>
                <a:lnTo>
                  <a:pt x="172571" y="42820"/>
                </a:lnTo>
                <a:lnTo>
                  <a:pt x="172687" y="43173"/>
                </a:lnTo>
                <a:lnTo>
                  <a:pt x="172796" y="43534"/>
                </a:lnTo>
                <a:lnTo>
                  <a:pt x="172898" y="43903"/>
                </a:lnTo>
                <a:lnTo>
                  <a:pt x="172993" y="44281"/>
                </a:lnTo>
                <a:lnTo>
                  <a:pt x="173080" y="44667"/>
                </a:lnTo>
                <a:lnTo>
                  <a:pt x="173160" y="45061"/>
                </a:lnTo>
                <a:lnTo>
                  <a:pt x="173233" y="45464"/>
                </a:lnTo>
                <a:lnTo>
                  <a:pt x="189631" y="42504"/>
                </a:lnTo>
                <a:lnTo>
                  <a:pt x="189377" y="41670"/>
                </a:lnTo>
                <a:lnTo>
                  <a:pt x="189111" y="40853"/>
                </a:lnTo>
                <a:lnTo>
                  <a:pt x="188831" y="40054"/>
                </a:lnTo>
                <a:lnTo>
                  <a:pt x="188538" y="39274"/>
                </a:lnTo>
                <a:close/>
                <a:moveTo>
                  <a:pt x="245649" y="57982"/>
                </a:moveTo>
                <a:lnTo>
                  <a:pt x="245712" y="58833"/>
                </a:lnTo>
                <a:lnTo>
                  <a:pt x="245790" y="59673"/>
                </a:lnTo>
                <a:lnTo>
                  <a:pt x="245883" y="60502"/>
                </a:lnTo>
                <a:lnTo>
                  <a:pt x="245989" y="61319"/>
                </a:lnTo>
                <a:lnTo>
                  <a:pt x="246110" y="62125"/>
                </a:lnTo>
                <a:lnTo>
                  <a:pt x="246244" y="62919"/>
                </a:lnTo>
                <a:lnTo>
                  <a:pt x="246393" y="63702"/>
                </a:lnTo>
                <a:lnTo>
                  <a:pt x="246556" y="64474"/>
                </a:lnTo>
                <a:lnTo>
                  <a:pt x="246734" y="65234"/>
                </a:lnTo>
                <a:lnTo>
                  <a:pt x="246925" y="65983"/>
                </a:lnTo>
                <a:lnTo>
                  <a:pt x="247131" y="66720"/>
                </a:lnTo>
                <a:lnTo>
                  <a:pt x="247351" y="67446"/>
                </a:lnTo>
                <a:lnTo>
                  <a:pt x="247585" y="68161"/>
                </a:lnTo>
                <a:lnTo>
                  <a:pt x="247833" y="68864"/>
                </a:lnTo>
                <a:lnTo>
                  <a:pt x="248095" y="69556"/>
                </a:lnTo>
                <a:lnTo>
                  <a:pt x="248372" y="70236"/>
                </a:lnTo>
                <a:lnTo>
                  <a:pt x="248662" y="70905"/>
                </a:lnTo>
                <a:lnTo>
                  <a:pt x="248967" y="71562"/>
                </a:lnTo>
                <a:lnTo>
                  <a:pt x="249286" y="72208"/>
                </a:lnTo>
                <a:lnTo>
                  <a:pt x="249620" y="72843"/>
                </a:lnTo>
                <a:lnTo>
                  <a:pt x="249967" y="73466"/>
                </a:lnTo>
                <a:lnTo>
                  <a:pt x="250327" y="74076"/>
                </a:lnTo>
                <a:lnTo>
                  <a:pt x="250700" y="74673"/>
                </a:lnTo>
                <a:lnTo>
                  <a:pt x="251086" y="75258"/>
                </a:lnTo>
                <a:lnTo>
                  <a:pt x="251485" y="75830"/>
                </a:lnTo>
                <a:lnTo>
                  <a:pt x="251897" y="76389"/>
                </a:lnTo>
                <a:lnTo>
                  <a:pt x="252322" y="76936"/>
                </a:lnTo>
                <a:lnTo>
                  <a:pt x="252761" y="77470"/>
                </a:lnTo>
                <a:lnTo>
                  <a:pt x="253212" y="77992"/>
                </a:lnTo>
                <a:lnTo>
                  <a:pt x="253676" y="78501"/>
                </a:lnTo>
                <a:lnTo>
                  <a:pt x="254154" y="78997"/>
                </a:lnTo>
                <a:lnTo>
                  <a:pt x="254644" y="79481"/>
                </a:lnTo>
                <a:lnTo>
                  <a:pt x="255148" y="79952"/>
                </a:lnTo>
                <a:lnTo>
                  <a:pt x="255664" y="80410"/>
                </a:lnTo>
                <a:lnTo>
                  <a:pt x="256194" y="80856"/>
                </a:lnTo>
                <a:lnTo>
                  <a:pt x="256737" y="81289"/>
                </a:lnTo>
                <a:lnTo>
                  <a:pt x="257292" y="81709"/>
                </a:lnTo>
                <a:lnTo>
                  <a:pt x="257861" y="82117"/>
                </a:lnTo>
                <a:lnTo>
                  <a:pt x="258443" y="82512"/>
                </a:lnTo>
                <a:lnTo>
                  <a:pt x="259038" y="82894"/>
                </a:lnTo>
                <a:lnTo>
                  <a:pt x="259646" y="83264"/>
                </a:lnTo>
                <a:lnTo>
                  <a:pt x="260267" y="83622"/>
                </a:lnTo>
                <a:lnTo>
                  <a:pt x="260901" y="83966"/>
                </a:lnTo>
                <a:lnTo>
                  <a:pt x="261548" y="84298"/>
                </a:lnTo>
                <a:lnTo>
                  <a:pt x="262203" y="84617"/>
                </a:lnTo>
                <a:lnTo>
                  <a:pt x="262861" y="84922"/>
                </a:lnTo>
                <a:lnTo>
                  <a:pt x="263522" y="85214"/>
                </a:lnTo>
                <a:lnTo>
                  <a:pt x="264185" y="85492"/>
                </a:lnTo>
                <a:lnTo>
                  <a:pt x="264851" y="85756"/>
                </a:lnTo>
                <a:lnTo>
                  <a:pt x="265520" y="86007"/>
                </a:lnTo>
                <a:lnTo>
                  <a:pt x="266192" y="86245"/>
                </a:lnTo>
                <a:lnTo>
                  <a:pt x="266866" y="86469"/>
                </a:lnTo>
                <a:lnTo>
                  <a:pt x="267543" y="86679"/>
                </a:lnTo>
                <a:lnTo>
                  <a:pt x="268223" y="86876"/>
                </a:lnTo>
                <a:lnTo>
                  <a:pt x="268906" y="87059"/>
                </a:lnTo>
                <a:lnTo>
                  <a:pt x="269592" y="87228"/>
                </a:lnTo>
                <a:lnTo>
                  <a:pt x="270280" y="87384"/>
                </a:lnTo>
                <a:lnTo>
                  <a:pt x="270971" y="87527"/>
                </a:lnTo>
                <a:lnTo>
                  <a:pt x="271665" y="87656"/>
                </a:lnTo>
                <a:lnTo>
                  <a:pt x="272362" y="87771"/>
                </a:lnTo>
                <a:lnTo>
                  <a:pt x="273061" y="87873"/>
                </a:lnTo>
                <a:lnTo>
                  <a:pt x="273763" y="87961"/>
                </a:lnTo>
                <a:lnTo>
                  <a:pt x="274468" y="88035"/>
                </a:lnTo>
                <a:lnTo>
                  <a:pt x="275176" y="88097"/>
                </a:lnTo>
                <a:lnTo>
                  <a:pt x="275887" y="88144"/>
                </a:lnTo>
                <a:lnTo>
                  <a:pt x="276600" y="88178"/>
                </a:lnTo>
                <a:lnTo>
                  <a:pt x="277316" y="88198"/>
                </a:lnTo>
                <a:lnTo>
                  <a:pt x="278035" y="88205"/>
                </a:lnTo>
                <a:lnTo>
                  <a:pt x="279191" y="88189"/>
                </a:lnTo>
                <a:lnTo>
                  <a:pt x="280330" y="88140"/>
                </a:lnTo>
                <a:lnTo>
                  <a:pt x="281453" y="88058"/>
                </a:lnTo>
                <a:lnTo>
                  <a:pt x="282559" y="87944"/>
                </a:lnTo>
                <a:lnTo>
                  <a:pt x="283649" y="87798"/>
                </a:lnTo>
                <a:lnTo>
                  <a:pt x="284722" y="87619"/>
                </a:lnTo>
                <a:lnTo>
                  <a:pt x="285779" y="87407"/>
                </a:lnTo>
                <a:lnTo>
                  <a:pt x="286819" y="87162"/>
                </a:lnTo>
                <a:lnTo>
                  <a:pt x="287843" y="86886"/>
                </a:lnTo>
                <a:lnTo>
                  <a:pt x="288850" y="86576"/>
                </a:lnTo>
                <a:lnTo>
                  <a:pt x="289840" y="86234"/>
                </a:lnTo>
                <a:lnTo>
                  <a:pt x="290814" y="85859"/>
                </a:lnTo>
                <a:lnTo>
                  <a:pt x="291772" y="85452"/>
                </a:lnTo>
                <a:lnTo>
                  <a:pt x="292712" y="85012"/>
                </a:lnTo>
                <a:lnTo>
                  <a:pt x="293637" y="84540"/>
                </a:lnTo>
                <a:lnTo>
                  <a:pt x="294544" y="84035"/>
                </a:lnTo>
                <a:lnTo>
                  <a:pt x="295436" y="83497"/>
                </a:lnTo>
                <a:lnTo>
                  <a:pt x="296310" y="82927"/>
                </a:lnTo>
                <a:lnTo>
                  <a:pt x="297168" y="82324"/>
                </a:lnTo>
                <a:lnTo>
                  <a:pt x="298010" y="81689"/>
                </a:lnTo>
                <a:lnTo>
                  <a:pt x="298835" y="81021"/>
                </a:lnTo>
                <a:lnTo>
                  <a:pt x="299644" y="80321"/>
                </a:lnTo>
                <a:lnTo>
                  <a:pt x="300435" y="79588"/>
                </a:lnTo>
                <a:lnTo>
                  <a:pt x="301211" y="78822"/>
                </a:lnTo>
                <a:lnTo>
                  <a:pt x="301962" y="78032"/>
                </a:lnTo>
                <a:lnTo>
                  <a:pt x="302681" y="77224"/>
                </a:lnTo>
                <a:lnTo>
                  <a:pt x="303368" y="76400"/>
                </a:lnTo>
                <a:lnTo>
                  <a:pt x="304024" y="75559"/>
                </a:lnTo>
                <a:lnTo>
                  <a:pt x="304647" y="74701"/>
                </a:lnTo>
                <a:lnTo>
                  <a:pt x="305238" y="73825"/>
                </a:lnTo>
                <a:lnTo>
                  <a:pt x="305798" y="72933"/>
                </a:lnTo>
                <a:lnTo>
                  <a:pt x="306325" y="72024"/>
                </a:lnTo>
                <a:lnTo>
                  <a:pt x="306820" y="71098"/>
                </a:lnTo>
                <a:lnTo>
                  <a:pt x="307284" y="70155"/>
                </a:lnTo>
                <a:lnTo>
                  <a:pt x="307715" y="69195"/>
                </a:lnTo>
                <a:lnTo>
                  <a:pt x="308115" y="68218"/>
                </a:lnTo>
                <a:lnTo>
                  <a:pt x="308482" y="67224"/>
                </a:lnTo>
                <a:lnTo>
                  <a:pt x="308818" y="66214"/>
                </a:lnTo>
                <a:lnTo>
                  <a:pt x="309122" y="65186"/>
                </a:lnTo>
                <a:lnTo>
                  <a:pt x="309393" y="64141"/>
                </a:lnTo>
                <a:lnTo>
                  <a:pt x="309633" y="63079"/>
                </a:lnTo>
                <a:lnTo>
                  <a:pt x="309841" y="62001"/>
                </a:lnTo>
                <a:lnTo>
                  <a:pt x="310017" y="60905"/>
                </a:lnTo>
                <a:lnTo>
                  <a:pt x="310160" y="59792"/>
                </a:lnTo>
                <a:lnTo>
                  <a:pt x="310272" y="58663"/>
                </a:lnTo>
                <a:lnTo>
                  <a:pt x="310352" y="57516"/>
                </a:lnTo>
                <a:lnTo>
                  <a:pt x="310400" y="56353"/>
                </a:lnTo>
                <a:lnTo>
                  <a:pt x="310416" y="55173"/>
                </a:lnTo>
                <a:lnTo>
                  <a:pt x="310400" y="54002"/>
                </a:lnTo>
                <a:lnTo>
                  <a:pt x="310353" y="52848"/>
                </a:lnTo>
                <a:lnTo>
                  <a:pt x="310274" y="51712"/>
                </a:lnTo>
                <a:lnTo>
                  <a:pt x="310163" y="50592"/>
                </a:lnTo>
                <a:lnTo>
                  <a:pt x="310020" y="49489"/>
                </a:lnTo>
                <a:lnTo>
                  <a:pt x="309846" y="48404"/>
                </a:lnTo>
                <a:lnTo>
                  <a:pt x="309641" y="47335"/>
                </a:lnTo>
                <a:lnTo>
                  <a:pt x="309403" y="46283"/>
                </a:lnTo>
                <a:lnTo>
                  <a:pt x="309134" y="45248"/>
                </a:lnTo>
                <a:lnTo>
                  <a:pt x="308833" y="44230"/>
                </a:lnTo>
                <a:lnTo>
                  <a:pt x="308501" y="43229"/>
                </a:lnTo>
                <a:lnTo>
                  <a:pt x="308137" y="42245"/>
                </a:lnTo>
                <a:lnTo>
                  <a:pt x="307741" y="41278"/>
                </a:lnTo>
                <a:lnTo>
                  <a:pt x="307314" y="40328"/>
                </a:lnTo>
                <a:lnTo>
                  <a:pt x="306855" y="39395"/>
                </a:lnTo>
                <a:lnTo>
                  <a:pt x="306364" y="38479"/>
                </a:lnTo>
                <a:lnTo>
                  <a:pt x="305842" y="37579"/>
                </a:lnTo>
                <a:lnTo>
                  <a:pt x="305288" y="36697"/>
                </a:lnTo>
                <a:lnTo>
                  <a:pt x="304702" y="35832"/>
                </a:lnTo>
                <a:lnTo>
                  <a:pt x="304085" y="34984"/>
                </a:lnTo>
                <a:lnTo>
                  <a:pt x="303436" y="34152"/>
                </a:lnTo>
                <a:lnTo>
                  <a:pt x="302756" y="33338"/>
                </a:lnTo>
                <a:lnTo>
                  <a:pt x="302044" y="32540"/>
                </a:lnTo>
                <a:lnTo>
                  <a:pt x="301300" y="31760"/>
                </a:lnTo>
                <a:lnTo>
                  <a:pt x="300531" y="31004"/>
                </a:lnTo>
                <a:lnTo>
                  <a:pt x="299744" y="30280"/>
                </a:lnTo>
                <a:lnTo>
                  <a:pt x="298940" y="29588"/>
                </a:lnTo>
                <a:lnTo>
                  <a:pt x="298118" y="28929"/>
                </a:lnTo>
                <a:lnTo>
                  <a:pt x="297278" y="28302"/>
                </a:lnTo>
                <a:lnTo>
                  <a:pt x="296419" y="27707"/>
                </a:lnTo>
                <a:lnTo>
                  <a:pt x="295544" y="27144"/>
                </a:lnTo>
                <a:lnTo>
                  <a:pt x="294650" y="26613"/>
                </a:lnTo>
                <a:lnTo>
                  <a:pt x="293738" y="26114"/>
                </a:lnTo>
                <a:lnTo>
                  <a:pt x="292808" y="25648"/>
                </a:lnTo>
                <a:lnTo>
                  <a:pt x="291861" y="25213"/>
                </a:lnTo>
                <a:lnTo>
                  <a:pt x="290896" y="24811"/>
                </a:lnTo>
                <a:lnTo>
                  <a:pt x="289912" y="24441"/>
                </a:lnTo>
                <a:lnTo>
                  <a:pt x="288911" y="24104"/>
                </a:lnTo>
                <a:lnTo>
                  <a:pt x="287892" y="23798"/>
                </a:lnTo>
                <a:lnTo>
                  <a:pt x="286855" y="23525"/>
                </a:lnTo>
                <a:lnTo>
                  <a:pt x="285801" y="23283"/>
                </a:lnTo>
                <a:lnTo>
                  <a:pt x="284728" y="23074"/>
                </a:lnTo>
                <a:lnTo>
                  <a:pt x="283637" y="22897"/>
                </a:lnTo>
                <a:lnTo>
                  <a:pt x="282529" y="22753"/>
                </a:lnTo>
                <a:lnTo>
                  <a:pt x="281403" y="22640"/>
                </a:lnTo>
                <a:lnTo>
                  <a:pt x="280258" y="22560"/>
                </a:lnTo>
                <a:lnTo>
                  <a:pt x="279096" y="22511"/>
                </a:lnTo>
                <a:lnTo>
                  <a:pt x="277916" y="22495"/>
                </a:lnTo>
                <a:lnTo>
                  <a:pt x="277150" y="22502"/>
                </a:lnTo>
                <a:lnTo>
                  <a:pt x="276389" y="22524"/>
                </a:lnTo>
                <a:lnTo>
                  <a:pt x="275635" y="22559"/>
                </a:lnTo>
                <a:lnTo>
                  <a:pt x="274887" y="22609"/>
                </a:lnTo>
                <a:lnTo>
                  <a:pt x="274144" y="22673"/>
                </a:lnTo>
                <a:lnTo>
                  <a:pt x="273408" y="22751"/>
                </a:lnTo>
                <a:lnTo>
                  <a:pt x="272678" y="22843"/>
                </a:lnTo>
                <a:lnTo>
                  <a:pt x="271954" y="22949"/>
                </a:lnTo>
                <a:lnTo>
                  <a:pt x="271236" y="23070"/>
                </a:lnTo>
                <a:lnTo>
                  <a:pt x="270524" y="23204"/>
                </a:lnTo>
                <a:lnTo>
                  <a:pt x="269818" y="23353"/>
                </a:lnTo>
                <a:lnTo>
                  <a:pt x="269118" y="23516"/>
                </a:lnTo>
                <a:lnTo>
                  <a:pt x="268424" y="23694"/>
                </a:lnTo>
                <a:lnTo>
                  <a:pt x="267737" y="23885"/>
                </a:lnTo>
                <a:lnTo>
                  <a:pt x="267055" y="24091"/>
                </a:lnTo>
                <a:lnTo>
                  <a:pt x="266379" y="24311"/>
                </a:lnTo>
                <a:lnTo>
                  <a:pt x="265710" y="24545"/>
                </a:lnTo>
                <a:lnTo>
                  <a:pt x="265046" y="24793"/>
                </a:lnTo>
                <a:lnTo>
                  <a:pt x="264389" y="25055"/>
                </a:lnTo>
                <a:lnTo>
                  <a:pt x="263738" y="25332"/>
                </a:lnTo>
                <a:lnTo>
                  <a:pt x="263092" y="25623"/>
                </a:lnTo>
                <a:lnTo>
                  <a:pt x="262453" y="25927"/>
                </a:lnTo>
                <a:lnTo>
                  <a:pt x="261820" y="26247"/>
                </a:lnTo>
                <a:lnTo>
                  <a:pt x="261193" y="26580"/>
                </a:lnTo>
                <a:lnTo>
                  <a:pt x="260575" y="26927"/>
                </a:lnTo>
                <a:lnTo>
                  <a:pt x="259969" y="27286"/>
                </a:lnTo>
                <a:lnTo>
                  <a:pt x="259374" y="27658"/>
                </a:lnTo>
                <a:lnTo>
                  <a:pt x="258791" y="28043"/>
                </a:lnTo>
                <a:lnTo>
                  <a:pt x="258220" y="28441"/>
                </a:lnTo>
                <a:lnTo>
                  <a:pt x="257661" y="28852"/>
                </a:lnTo>
                <a:lnTo>
                  <a:pt x="257114" y="29275"/>
                </a:lnTo>
                <a:lnTo>
                  <a:pt x="256579" y="29711"/>
                </a:lnTo>
                <a:lnTo>
                  <a:pt x="256055" y="30160"/>
                </a:lnTo>
                <a:lnTo>
                  <a:pt x="255543" y="30621"/>
                </a:lnTo>
                <a:lnTo>
                  <a:pt x="255044" y="31095"/>
                </a:lnTo>
                <a:lnTo>
                  <a:pt x="254555" y="31582"/>
                </a:lnTo>
                <a:lnTo>
                  <a:pt x="254079" y="32082"/>
                </a:lnTo>
                <a:lnTo>
                  <a:pt x="253615" y="32594"/>
                </a:lnTo>
                <a:lnTo>
                  <a:pt x="253162" y="33119"/>
                </a:lnTo>
                <a:lnTo>
                  <a:pt x="252721" y="33657"/>
                </a:lnTo>
                <a:lnTo>
                  <a:pt x="252292" y="34208"/>
                </a:lnTo>
                <a:lnTo>
                  <a:pt x="251875" y="34771"/>
                </a:lnTo>
                <a:lnTo>
                  <a:pt x="251469" y="35348"/>
                </a:lnTo>
                <a:lnTo>
                  <a:pt x="251076" y="35936"/>
                </a:lnTo>
                <a:lnTo>
                  <a:pt x="250694" y="36538"/>
                </a:lnTo>
                <a:lnTo>
                  <a:pt x="250324" y="37153"/>
                </a:lnTo>
                <a:lnTo>
                  <a:pt x="249966" y="37780"/>
                </a:lnTo>
                <a:lnTo>
                  <a:pt x="249620" y="38420"/>
                </a:lnTo>
                <a:lnTo>
                  <a:pt x="249286" y="39067"/>
                </a:lnTo>
                <a:lnTo>
                  <a:pt x="248967" y="39716"/>
                </a:lnTo>
                <a:lnTo>
                  <a:pt x="248662" y="40367"/>
                </a:lnTo>
                <a:lnTo>
                  <a:pt x="248372" y="41019"/>
                </a:lnTo>
                <a:lnTo>
                  <a:pt x="248095" y="41674"/>
                </a:lnTo>
                <a:lnTo>
                  <a:pt x="247833" y="42330"/>
                </a:lnTo>
                <a:lnTo>
                  <a:pt x="247585" y="42989"/>
                </a:lnTo>
                <a:lnTo>
                  <a:pt x="247351" y="43649"/>
                </a:lnTo>
                <a:lnTo>
                  <a:pt x="247131" y="44311"/>
                </a:lnTo>
                <a:lnTo>
                  <a:pt x="246925" y="44974"/>
                </a:lnTo>
                <a:lnTo>
                  <a:pt x="246734" y="45640"/>
                </a:lnTo>
                <a:lnTo>
                  <a:pt x="246556" y="46308"/>
                </a:lnTo>
                <a:lnTo>
                  <a:pt x="246393" y="46977"/>
                </a:lnTo>
                <a:lnTo>
                  <a:pt x="246244" y="47648"/>
                </a:lnTo>
                <a:lnTo>
                  <a:pt x="246110" y="48321"/>
                </a:lnTo>
                <a:lnTo>
                  <a:pt x="245989" y="48996"/>
                </a:lnTo>
                <a:lnTo>
                  <a:pt x="245883" y="49673"/>
                </a:lnTo>
                <a:lnTo>
                  <a:pt x="245790" y="50352"/>
                </a:lnTo>
                <a:lnTo>
                  <a:pt x="245712" y="51032"/>
                </a:lnTo>
                <a:lnTo>
                  <a:pt x="245649" y="51714"/>
                </a:lnTo>
                <a:lnTo>
                  <a:pt x="245599" y="52399"/>
                </a:lnTo>
                <a:lnTo>
                  <a:pt x="245563" y="53085"/>
                </a:lnTo>
                <a:lnTo>
                  <a:pt x="245542" y="53772"/>
                </a:lnTo>
                <a:lnTo>
                  <a:pt x="245535" y="54462"/>
                </a:lnTo>
                <a:lnTo>
                  <a:pt x="245542" y="55359"/>
                </a:lnTo>
                <a:lnTo>
                  <a:pt x="245563" y="56245"/>
                </a:lnTo>
                <a:lnTo>
                  <a:pt x="245599" y="57119"/>
                </a:lnTo>
                <a:lnTo>
                  <a:pt x="245649" y="57982"/>
                </a:lnTo>
                <a:close/>
                <a:moveTo>
                  <a:pt x="262707" y="52364"/>
                </a:moveTo>
                <a:lnTo>
                  <a:pt x="262777" y="51655"/>
                </a:lnTo>
                <a:lnTo>
                  <a:pt x="262862" y="50961"/>
                </a:lnTo>
                <a:lnTo>
                  <a:pt x="262962" y="50283"/>
                </a:lnTo>
                <a:lnTo>
                  <a:pt x="263077" y="49619"/>
                </a:lnTo>
                <a:lnTo>
                  <a:pt x="263208" y="48971"/>
                </a:lnTo>
                <a:lnTo>
                  <a:pt x="263355" y="48338"/>
                </a:lnTo>
                <a:lnTo>
                  <a:pt x="263517" y="47721"/>
                </a:lnTo>
                <a:lnTo>
                  <a:pt x="263694" y="47118"/>
                </a:lnTo>
                <a:lnTo>
                  <a:pt x="263887" y="46530"/>
                </a:lnTo>
                <a:lnTo>
                  <a:pt x="264095" y="45958"/>
                </a:lnTo>
                <a:lnTo>
                  <a:pt x="264318" y="45401"/>
                </a:lnTo>
                <a:lnTo>
                  <a:pt x="264557" y="44859"/>
                </a:lnTo>
                <a:lnTo>
                  <a:pt x="264812" y="44332"/>
                </a:lnTo>
                <a:lnTo>
                  <a:pt x="265082" y="43820"/>
                </a:lnTo>
                <a:lnTo>
                  <a:pt x="265367" y="43324"/>
                </a:lnTo>
                <a:lnTo>
                  <a:pt x="265667" y="42843"/>
                </a:lnTo>
                <a:lnTo>
                  <a:pt x="265983" y="42376"/>
                </a:lnTo>
                <a:lnTo>
                  <a:pt x="266315" y="41925"/>
                </a:lnTo>
                <a:lnTo>
                  <a:pt x="266662" y="41489"/>
                </a:lnTo>
                <a:lnTo>
                  <a:pt x="267024" y="41069"/>
                </a:lnTo>
                <a:lnTo>
                  <a:pt x="267398" y="40664"/>
                </a:lnTo>
                <a:lnTo>
                  <a:pt x="267778" y="40277"/>
                </a:lnTo>
                <a:lnTo>
                  <a:pt x="268166" y="39907"/>
                </a:lnTo>
                <a:lnTo>
                  <a:pt x="268561" y="39554"/>
                </a:lnTo>
                <a:lnTo>
                  <a:pt x="268964" y="39218"/>
                </a:lnTo>
                <a:lnTo>
                  <a:pt x="269373" y="38900"/>
                </a:lnTo>
                <a:lnTo>
                  <a:pt x="269790" y="38598"/>
                </a:lnTo>
                <a:lnTo>
                  <a:pt x="270214" y="38314"/>
                </a:lnTo>
                <a:lnTo>
                  <a:pt x="270645" y="38047"/>
                </a:lnTo>
                <a:lnTo>
                  <a:pt x="271084" y="37798"/>
                </a:lnTo>
                <a:lnTo>
                  <a:pt x="271529" y="37565"/>
                </a:lnTo>
                <a:lnTo>
                  <a:pt x="271982" y="37350"/>
                </a:lnTo>
                <a:lnTo>
                  <a:pt x="272442" y="37152"/>
                </a:lnTo>
                <a:lnTo>
                  <a:pt x="272909" y="36972"/>
                </a:lnTo>
                <a:lnTo>
                  <a:pt x="273383" y="36808"/>
                </a:lnTo>
                <a:lnTo>
                  <a:pt x="273865" y="36662"/>
                </a:lnTo>
                <a:lnTo>
                  <a:pt x="274353" y="36533"/>
                </a:lnTo>
                <a:lnTo>
                  <a:pt x="274849" y="36421"/>
                </a:lnTo>
                <a:lnTo>
                  <a:pt x="275352" y="36326"/>
                </a:lnTo>
                <a:lnTo>
                  <a:pt x="275863" y="36249"/>
                </a:lnTo>
                <a:lnTo>
                  <a:pt x="276380" y="36188"/>
                </a:lnTo>
                <a:lnTo>
                  <a:pt x="276905" y="36145"/>
                </a:lnTo>
                <a:lnTo>
                  <a:pt x="277437" y="36119"/>
                </a:lnTo>
                <a:lnTo>
                  <a:pt x="277976" y="36111"/>
                </a:lnTo>
                <a:lnTo>
                  <a:pt x="278515" y="36119"/>
                </a:lnTo>
                <a:lnTo>
                  <a:pt x="279046" y="36145"/>
                </a:lnTo>
                <a:lnTo>
                  <a:pt x="279571" y="36188"/>
                </a:lnTo>
                <a:lnTo>
                  <a:pt x="280088" y="36249"/>
                </a:lnTo>
                <a:lnTo>
                  <a:pt x="280598" y="36326"/>
                </a:lnTo>
                <a:lnTo>
                  <a:pt x="281100" y="36421"/>
                </a:lnTo>
                <a:lnTo>
                  <a:pt x="281595" y="36533"/>
                </a:lnTo>
                <a:lnTo>
                  <a:pt x="282083" y="36662"/>
                </a:lnTo>
                <a:lnTo>
                  <a:pt x="282564" y="36808"/>
                </a:lnTo>
                <a:lnTo>
                  <a:pt x="283037" y="36972"/>
                </a:lnTo>
                <a:lnTo>
                  <a:pt x="283503" y="37152"/>
                </a:lnTo>
                <a:lnTo>
                  <a:pt x="283962" y="37350"/>
                </a:lnTo>
                <a:lnTo>
                  <a:pt x="284413" y="37565"/>
                </a:lnTo>
                <a:lnTo>
                  <a:pt x="284858" y="37798"/>
                </a:lnTo>
                <a:lnTo>
                  <a:pt x="285294" y="38047"/>
                </a:lnTo>
                <a:lnTo>
                  <a:pt x="285724" y="38314"/>
                </a:lnTo>
                <a:lnTo>
                  <a:pt x="286146" y="38598"/>
                </a:lnTo>
                <a:lnTo>
                  <a:pt x="286561" y="38900"/>
                </a:lnTo>
                <a:lnTo>
                  <a:pt x="286969" y="39218"/>
                </a:lnTo>
                <a:lnTo>
                  <a:pt x="287369" y="39554"/>
                </a:lnTo>
                <a:lnTo>
                  <a:pt x="287762" y="39907"/>
                </a:lnTo>
                <a:lnTo>
                  <a:pt x="288148" y="40277"/>
                </a:lnTo>
                <a:lnTo>
                  <a:pt x="288526" y="40664"/>
                </a:lnTo>
                <a:lnTo>
                  <a:pt x="288898" y="41069"/>
                </a:lnTo>
                <a:lnTo>
                  <a:pt x="289258" y="41489"/>
                </a:lnTo>
                <a:lnTo>
                  <a:pt x="289602" y="41924"/>
                </a:lnTo>
                <a:lnTo>
                  <a:pt x="289931" y="42374"/>
                </a:lnTo>
                <a:lnTo>
                  <a:pt x="290245" y="42839"/>
                </a:lnTo>
                <a:lnTo>
                  <a:pt x="290544" y="43319"/>
                </a:lnTo>
                <a:lnTo>
                  <a:pt x="290827" y="43813"/>
                </a:lnTo>
                <a:lnTo>
                  <a:pt x="291095" y="44322"/>
                </a:lnTo>
                <a:lnTo>
                  <a:pt x="291348" y="44846"/>
                </a:lnTo>
                <a:lnTo>
                  <a:pt x="291585" y="45384"/>
                </a:lnTo>
                <a:lnTo>
                  <a:pt x="291807" y="45938"/>
                </a:lnTo>
                <a:lnTo>
                  <a:pt x="292014" y="46506"/>
                </a:lnTo>
                <a:lnTo>
                  <a:pt x="292205" y="47088"/>
                </a:lnTo>
                <a:lnTo>
                  <a:pt x="292381" y="47686"/>
                </a:lnTo>
                <a:lnTo>
                  <a:pt x="292542" y="48298"/>
                </a:lnTo>
                <a:lnTo>
                  <a:pt x="292688" y="48925"/>
                </a:lnTo>
                <a:lnTo>
                  <a:pt x="292818" y="49567"/>
                </a:lnTo>
                <a:lnTo>
                  <a:pt x="292933" y="50223"/>
                </a:lnTo>
                <a:lnTo>
                  <a:pt x="293032" y="50895"/>
                </a:lnTo>
                <a:lnTo>
                  <a:pt x="293116" y="51581"/>
                </a:lnTo>
                <a:lnTo>
                  <a:pt x="293185" y="52281"/>
                </a:lnTo>
                <a:lnTo>
                  <a:pt x="293239" y="52997"/>
                </a:lnTo>
                <a:lnTo>
                  <a:pt x="293277" y="53727"/>
                </a:lnTo>
                <a:lnTo>
                  <a:pt x="293300" y="54472"/>
                </a:lnTo>
                <a:lnTo>
                  <a:pt x="293308" y="55232"/>
                </a:lnTo>
                <a:lnTo>
                  <a:pt x="293300" y="56011"/>
                </a:lnTo>
                <a:lnTo>
                  <a:pt x="293277" y="56774"/>
                </a:lnTo>
                <a:lnTo>
                  <a:pt x="293239" y="57522"/>
                </a:lnTo>
                <a:lnTo>
                  <a:pt x="293185" y="58255"/>
                </a:lnTo>
                <a:lnTo>
                  <a:pt x="293116" y="58971"/>
                </a:lnTo>
                <a:lnTo>
                  <a:pt x="293032" y="59673"/>
                </a:lnTo>
                <a:lnTo>
                  <a:pt x="292933" y="60358"/>
                </a:lnTo>
                <a:lnTo>
                  <a:pt x="292818" y="61028"/>
                </a:lnTo>
                <a:lnTo>
                  <a:pt x="292688" y="61683"/>
                </a:lnTo>
                <a:lnTo>
                  <a:pt x="292542" y="62322"/>
                </a:lnTo>
                <a:lnTo>
                  <a:pt x="292381" y="62945"/>
                </a:lnTo>
                <a:lnTo>
                  <a:pt x="292205" y="63553"/>
                </a:lnTo>
                <a:lnTo>
                  <a:pt x="292014" y="64145"/>
                </a:lnTo>
                <a:lnTo>
                  <a:pt x="291807" y="64722"/>
                </a:lnTo>
                <a:lnTo>
                  <a:pt x="291585" y="65283"/>
                </a:lnTo>
                <a:lnTo>
                  <a:pt x="291348" y="65828"/>
                </a:lnTo>
                <a:lnTo>
                  <a:pt x="291095" y="66358"/>
                </a:lnTo>
                <a:lnTo>
                  <a:pt x="290827" y="66872"/>
                </a:lnTo>
                <a:lnTo>
                  <a:pt x="290544" y="67371"/>
                </a:lnTo>
                <a:lnTo>
                  <a:pt x="290245" y="67854"/>
                </a:lnTo>
                <a:lnTo>
                  <a:pt x="289931" y="68322"/>
                </a:lnTo>
                <a:lnTo>
                  <a:pt x="289602" y="68774"/>
                </a:lnTo>
                <a:lnTo>
                  <a:pt x="289258" y="69211"/>
                </a:lnTo>
                <a:lnTo>
                  <a:pt x="288898" y="69632"/>
                </a:lnTo>
                <a:lnTo>
                  <a:pt x="288526" y="70036"/>
                </a:lnTo>
                <a:lnTo>
                  <a:pt x="288148" y="70424"/>
                </a:lnTo>
                <a:lnTo>
                  <a:pt x="287762" y="70794"/>
                </a:lnTo>
                <a:lnTo>
                  <a:pt x="287369" y="71147"/>
                </a:lnTo>
                <a:lnTo>
                  <a:pt x="286969" y="71482"/>
                </a:lnTo>
                <a:lnTo>
                  <a:pt x="286561" y="71801"/>
                </a:lnTo>
                <a:lnTo>
                  <a:pt x="286146" y="72102"/>
                </a:lnTo>
                <a:lnTo>
                  <a:pt x="285724" y="72386"/>
                </a:lnTo>
                <a:lnTo>
                  <a:pt x="285294" y="72653"/>
                </a:lnTo>
                <a:lnTo>
                  <a:pt x="284858" y="72902"/>
                </a:lnTo>
                <a:lnTo>
                  <a:pt x="284413" y="73135"/>
                </a:lnTo>
                <a:lnTo>
                  <a:pt x="283962" y="73350"/>
                </a:lnTo>
                <a:lnTo>
                  <a:pt x="283503" y="73548"/>
                </a:lnTo>
                <a:lnTo>
                  <a:pt x="283037" y="73729"/>
                </a:lnTo>
                <a:lnTo>
                  <a:pt x="282564" y="73892"/>
                </a:lnTo>
                <a:lnTo>
                  <a:pt x="282083" y="74039"/>
                </a:lnTo>
                <a:lnTo>
                  <a:pt x="281595" y="74168"/>
                </a:lnTo>
                <a:lnTo>
                  <a:pt x="281100" y="74280"/>
                </a:lnTo>
                <a:lnTo>
                  <a:pt x="280598" y="74374"/>
                </a:lnTo>
                <a:lnTo>
                  <a:pt x="280088" y="74452"/>
                </a:lnTo>
                <a:lnTo>
                  <a:pt x="279571" y="74512"/>
                </a:lnTo>
                <a:lnTo>
                  <a:pt x="279046" y="74555"/>
                </a:lnTo>
                <a:lnTo>
                  <a:pt x="278515" y="74581"/>
                </a:lnTo>
                <a:lnTo>
                  <a:pt x="277976" y="74589"/>
                </a:lnTo>
                <a:lnTo>
                  <a:pt x="277437" y="74581"/>
                </a:lnTo>
                <a:lnTo>
                  <a:pt x="276905" y="74555"/>
                </a:lnTo>
                <a:lnTo>
                  <a:pt x="276380" y="74512"/>
                </a:lnTo>
                <a:lnTo>
                  <a:pt x="275863" y="74452"/>
                </a:lnTo>
                <a:lnTo>
                  <a:pt x="275352" y="74374"/>
                </a:lnTo>
                <a:lnTo>
                  <a:pt x="274849" y="74280"/>
                </a:lnTo>
                <a:lnTo>
                  <a:pt x="274353" y="74168"/>
                </a:lnTo>
                <a:lnTo>
                  <a:pt x="273865" y="74039"/>
                </a:lnTo>
                <a:lnTo>
                  <a:pt x="273383" y="73892"/>
                </a:lnTo>
                <a:lnTo>
                  <a:pt x="272909" y="73729"/>
                </a:lnTo>
                <a:lnTo>
                  <a:pt x="272442" y="73548"/>
                </a:lnTo>
                <a:lnTo>
                  <a:pt x="271982" y="73350"/>
                </a:lnTo>
                <a:lnTo>
                  <a:pt x="271529" y="73135"/>
                </a:lnTo>
                <a:lnTo>
                  <a:pt x="271084" y="72902"/>
                </a:lnTo>
                <a:lnTo>
                  <a:pt x="270645" y="72653"/>
                </a:lnTo>
                <a:lnTo>
                  <a:pt x="270214" y="72386"/>
                </a:lnTo>
                <a:lnTo>
                  <a:pt x="269790" y="72102"/>
                </a:lnTo>
                <a:lnTo>
                  <a:pt x="269373" y="71801"/>
                </a:lnTo>
                <a:lnTo>
                  <a:pt x="268964" y="71482"/>
                </a:lnTo>
                <a:lnTo>
                  <a:pt x="268561" y="71147"/>
                </a:lnTo>
                <a:lnTo>
                  <a:pt x="268166" y="70794"/>
                </a:lnTo>
                <a:lnTo>
                  <a:pt x="267778" y="70424"/>
                </a:lnTo>
                <a:lnTo>
                  <a:pt x="267398" y="70036"/>
                </a:lnTo>
                <a:lnTo>
                  <a:pt x="267024" y="69632"/>
                </a:lnTo>
                <a:lnTo>
                  <a:pt x="266662" y="69211"/>
                </a:lnTo>
                <a:lnTo>
                  <a:pt x="266315" y="68775"/>
                </a:lnTo>
                <a:lnTo>
                  <a:pt x="265983" y="68324"/>
                </a:lnTo>
                <a:lnTo>
                  <a:pt x="265667" y="67858"/>
                </a:lnTo>
                <a:lnTo>
                  <a:pt x="265367" y="67376"/>
                </a:lnTo>
                <a:lnTo>
                  <a:pt x="265082" y="66880"/>
                </a:lnTo>
                <a:lnTo>
                  <a:pt x="264812" y="66368"/>
                </a:lnTo>
                <a:lnTo>
                  <a:pt x="264557" y="65841"/>
                </a:lnTo>
                <a:lnTo>
                  <a:pt x="264318" y="65299"/>
                </a:lnTo>
                <a:lnTo>
                  <a:pt x="264095" y="64742"/>
                </a:lnTo>
                <a:lnTo>
                  <a:pt x="263887" y="64170"/>
                </a:lnTo>
                <a:lnTo>
                  <a:pt x="263694" y="63582"/>
                </a:lnTo>
                <a:lnTo>
                  <a:pt x="263517" y="62980"/>
                </a:lnTo>
                <a:lnTo>
                  <a:pt x="263355" y="62362"/>
                </a:lnTo>
                <a:lnTo>
                  <a:pt x="263208" y="61729"/>
                </a:lnTo>
                <a:lnTo>
                  <a:pt x="263077" y="61081"/>
                </a:lnTo>
                <a:lnTo>
                  <a:pt x="262962" y="60418"/>
                </a:lnTo>
                <a:lnTo>
                  <a:pt x="262862" y="59739"/>
                </a:lnTo>
                <a:lnTo>
                  <a:pt x="262777" y="59046"/>
                </a:lnTo>
                <a:lnTo>
                  <a:pt x="262707" y="58337"/>
                </a:lnTo>
                <a:lnTo>
                  <a:pt x="262654" y="57613"/>
                </a:lnTo>
                <a:lnTo>
                  <a:pt x="262615" y="56874"/>
                </a:lnTo>
                <a:lnTo>
                  <a:pt x="262592" y="56120"/>
                </a:lnTo>
                <a:lnTo>
                  <a:pt x="262584" y="55350"/>
                </a:lnTo>
                <a:lnTo>
                  <a:pt x="262592" y="54581"/>
                </a:lnTo>
                <a:lnTo>
                  <a:pt x="262615" y="53827"/>
                </a:lnTo>
                <a:lnTo>
                  <a:pt x="262654" y="53087"/>
                </a:lnTo>
                <a:lnTo>
                  <a:pt x="262707" y="52364"/>
                </a:lnTo>
                <a:close/>
                <a:moveTo>
                  <a:pt x="318512" y="71774"/>
                </a:moveTo>
                <a:lnTo>
                  <a:pt x="318785" y="72458"/>
                </a:lnTo>
                <a:lnTo>
                  <a:pt x="319076" y="73130"/>
                </a:lnTo>
                <a:lnTo>
                  <a:pt x="319386" y="73788"/>
                </a:lnTo>
                <a:lnTo>
                  <a:pt x="319713" y="74434"/>
                </a:lnTo>
                <a:lnTo>
                  <a:pt x="320058" y="75067"/>
                </a:lnTo>
                <a:lnTo>
                  <a:pt x="320421" y="75687"/>
                </a:lnTo>
                <a:lnTo>
                  <a:pt x="320803" y="76294"/>
                </a:lnTo>
                <a:lnTo>
                  <a:pt x="321202" y="76889"/>
                </a:lnTo>
                <a:lnTo>
                  <a:pt x="321619" y="77470"/>
                </a:lnTo>
                <a:lnTo>
                  <a:pt x="322054" y="78038"/>
                </a:lnTo>
                <a:lnTo>
                  <a:pt x="322507" y="78594"/>
                </a:lnTo>
                <a:lnTo>
                  <a:pt x="322979" y="79136"/>
                </a:lnTo>
                <a:lnTo>
                  <a:pt x="323468" y="79666"/>
                </a:lnTo>
                <a:lnTo>
                  <a:pt x="323975" y="80183"/>
                </a:lnTo>
                <a:lnTo>
                  <a:pt x="324500" y="80687"/>
                </a:lnTo>
                <a:lnTo>
                  <a:pt x="325043" y="81177"/>
                </a:lnTo>
                <a:lnTo>
                  <a:pt x="325604" y="81656"/>
                </a:lnTo>
                <a:lnTo>
                  <a:pt x="326183" y="82121"/>
                </a:lnTo>
                <a:lnTo>
                  <a:pt x="326780" y="82573"/>
                </a:lnTo>
                <a:lnTo>
                  <a:pt x="327395" y="83012"/>
                </a:lnTo>
                <a:lnTo>
                  <a:pt x="328029" y="83436"/>
                </a:lnTo>
                <a:lnTo>
                  <a:pt x="328681" y="83842"/>
                </a:lnTo>
                <a:lnTo>
                  <a:pt x="329351" y="84229"/>
                </a:lnTo>
                <a:lnTo>
                  <a:pt x="330040" y="84599"/>
                </a:lnTo>
                <a:lnTo>
                  <a:pt x="330748" y="84951"/>
                </a:lnTo>
                <a:lnTo>
                  <a:pt x="331475" y="85284"/>
                </a:lnTo>
                <a:lnTo>
                  <a:pt x="332220" y="85600"/>
                </a:lnTo>
                <a:lnTo>
                  <a:pt x="332983" y="85897"/>
                </a:lnTo>
                <a:lnTo>
                  <a:pt x="333765" y="86177"/>
                </a:lnTo>
                <a:lnTo>
                  <a:pt x="334566" y="86438"/>
                </a:lnTo>
                <a:lnTo>
                  <a:pt x="335385" y="86681"/>
                </a:lnTo>
                <a:lnTo>
                  <a:pt x="336223" y="86907"/>
                </a:lnTo>
                <a:lnTo>
                  <a:pt x="337080" y="87114"/>
                </a:lnTo>
                <a:lnTo>
                  <a:pt x="337955" y="87304"/>
                </a:lnTo>
                <a:lnTo>
                  <a:pt x="338849" y="87475"/>
                </a:lnTo>
                <a:lnTo>
                  <a:pt x="339761" y="87628"/>
                </a:lnTo>
                <a:lnTo>
                  <a:pt x="340692" y="87763"/>
                </a:lnTo>
                <a:lnTo>
                  <a:pt x="341642" y="87880"/>
                </a:lnTo>
                <a:lnTo>
                  <a:pt x="342610" y="87980"/>
                </a:lnTo>
                <a:lnTo>
                  <a:pt x="343597" y="88061"/>
                </a:lnTo>
                <a:lnTo>
                  <a:pt x="344602" y="88124"/>
                </a:lnTo>
                <a:lnTo>
                  <a:pt x="345626" y="88169"/>
                </a:lnTo>
                <a:lnTo>
                  <a:pt x="346669" y="88196"/>
                </a:lnTo>
                <a:lnTo>
                  <a:pt x="347730" y="88205"/>
                </a:lnTo>
                <a:lnTo>
                  <a:pt x="348897" y="88194"/>
                </a:lnTo>
                <a:lnTo>
                  <a:pt x="350040" y="88162"/>
                </a:lnTo>
                <a:lnTo>
                  <a:pt x="351159" y="88108"/>
                </a:lnTo>
                <a:lnTo>
                  <a:pt x="352254" y="88032"/>
                </a:lnTo>
                <a:lnTo>
                  <a:pt x="353325" y="87935"/>
                </a:lnTo>
                <a:lnTo>
                  <a:pt x="354371" y="87816"/>
                </a:lnTo>
                <a:lnTo>
                  <a:pt x="355394" y="87676"/>
                </a:lnTo>
                <a:lnTo>
                  <a:pt x="356393" y="87514"/>
                </a:lnTo>
                <a:lnTo>
                  <a:pt x="357367" y="87330"/>
                </a:lnTo>
                <a:lnTo>
                  <a:pt x="358318" y="87125"/>
                </a:lnTo>
                <a:lnTo>
                  <a:pt x="359244" y="86899"/>
                </a:lnTo>
                <a:lnTo>
                  <a:pt x="360147" y="86650"/>
                </a:lnTo>
                <a:lnTo>
                  <a:pt x="361025" y="86380"/>
                </a:lnTo>
                <a:lnTo>
                  <a:pt x="361880" y="86089"/>
                </a:lnTo>
                <a:lnTo>
                  <a:pt x="362710" y="85776"/>
                </a:lnTo>
                <a:lnTo>
                  <a:pt x="363516" y="85441"/>
                </a:lnTo>
                <a:lnTo>
                  <a:pt x="364298" y="85084"/>
                </a:lnTo>
                <a:lnTo>
                  <a:pt x="365057" y="84707"/>
                </a:lnTo>
                <a:lnTo>
                  <a:pt x="365791" y="84307"/>
                </a:lnTo>
                <a:lnTo>
                  <a:pt x="366501" y="83886"/>
                </a:lnTo>
                <a:lnTo>
                  <a:pt x="367187" y="83443"/>
                </a:lnTo>
                <a:lnTo>
                  <a:pt x="367849" y="82979"/>
                </a:lnTo>
                <a:lnTo>
                  <a:pt x="368487" y="82493"/>
                </a:lnTo>
                <a:lnTo>
                  <a:pt x="369100" y="81986"/>
                </a:lnTo>
                <a:lnTo>
                  <a:pt x="369690" y="81463"/>
                </a:lnTo>
                <a:lnTo>
                  <a:pt x="370254" y="80932"/>
                </a:lnTo>
                <a:lnTo>
                  <a:pt x="370793" y="80393"/>
                </a:lnTo>
                <a:lnTo>
                  <a:pt x="371307" y="79845"/>
                </a:lnTo>
                <a:lnTo>
                  <a:pt x="371796" y="79289"/>
                </a:lnTo>
                <a:lnTo>
                  <a:pt x="372260" y="78724"/>
                </a:lnTo>
                <a:lnTo>
                  <a:pt x="372699" y="78151"/>
                </a:lnTo>
                <a:lnTo>
                  <a:pt x="373113" y="77569"/>
                </a:lnTo>
                <a:lnTo>
                  <a:pt x="373501" y="76979"/>
                </a:lnTo>
                <a:lnTo>
                  <a:pt x="373865" y="76381"/>
                </a:lnTo>
                <a:lnTo>
                  <a:pt x="374204" y="75774"/>
                </a:lnTo>
                <a:lnTo>
                  <a:pt x="374517" y="75159"/>
                </a:lnTo>
                <a:lnTo>
                  <a:pt x="374805" y="74535"/>
                </a:lnTo>
                <a:lnTo>
                  <a:pt x="375069" y="73903"/>
                </a:lnTo>
                <a:lnTo>
                  <a:pt x="375307" y="73262"/>
                </a:lnTo>
                <a:lnTo>
                  <a:pt x="375520" y="72613"/>
                </a:lnTo>
                <a:lnTo>
                  <a:pt x="375708" y="71956"/>
                </a:lnTo>
                <a:lnTo>
                  <a:pt x="375871" y="71290"/>
                </a:lnTo>
                <a:lnTo>
                  <a:pt x="376009" y="70616"/>
                </a:lnTo>
                <a:lnTo>
                  <a:pt x="376122" y="69933"/>
                </a:lnTo>
                <a:lnTo>
                  <a:pt x="376210" y="69242"/>
                </a:lnTo>
                <a:lnTo>
                  <a:pt x="376272" y="68542"/>
                </a:lnTo>
                <a:lnTo>
                  <a:pt x="376310" y="67834"/>
                </a:lnTo>
                <a:lnTo>
                  <a:pt x="376323" y="67118"/>
                </a:lnTo>
                <a:lnTo>
                  <a:pt x="376314" y="66462"/>
                </a:lnTo>
                <a:lnTo>
                  <a:pt x="376286" y="65819"/>
                </a:lnTo>
                <a:lnTo>
                  <a:pt x="376241" y="65188"/>
                </a:lnTo>
                <a:lnTo>
                  <a:pt x="376178" y="64569"/>
                </a:lnTo>
                <a:lnTo>
                  <a:pt x="376097" y="63962"/>
                </a:lnTo>
                <a:lnTo>
                  <a:pt x="375997" y="63368"/>
                </a:lnTo>
                <a:lnTo>
                  <a:pt x="375879" y="62785"/>
                </a:lnTo>
                <a:lnTo>
                  <a:pt x="375744" y="62215"/>
                </a:lnTo>
                <a:lnTo>
                  <a:pt x="375590" y="61657"/>
                </a:lnTo>
                <a:lnTo>
                  <a:pt x="375418" y="61110"/>
                </a:lnTo>
                <a:lnTo>
                  <a:pt x="375228" y="60576"/>
                </a:lnTo>
                <a:lnTo>
                  <a:pt x="375020" y="60055"/>
                </a:lnTo>
                <a:lnTo>
                  <a:pt x="374794" y="59545"/>
                </a:lnTo>
                <a:lnTo>
                  <a:pt x="374550" y="59047"/>
                </a:lnTo>
                <a:lnTo>
                  <a:pt x="374288" y="58562"/>
                </a:lnTo>
                <a:lnTo>
                  <a:pt x="374007" y="58088"/>
                </a:lnTo>
                <a:lnTo>
                  <a:pt x="373709" y="57627"/>
                </a:lnTo>
                <a:lnTo>
                  <a:pt x="373392" y="57178"/>
                </a:lnTo>
                <a:lnTo>
                  <a:pt x="373058" y="56741"/>
                </a:lnTo>
                <a:lnTo>
                  <a:pt x="372705" y="56316"/>
                </a:lnTo>
                <a:lnTo>
                  <a:pt x="372334" y="55903"/>
                </a:lnTo>
                <a:lnTo>
                  <a:pt x="371945" y="55503"/>
                </a:lnTo>
                <a:lnTo>
                  <a:pt x="371538" y="55114"/>
                </a:lnTo>
                <a:lnTo>
                  <a:pt x="371113" y="54738"/>
                </a:lnTo>
                <a:lnTo>
                  <a:pt x="370660" y="54375"/>
                </a:lnTo>
                <a:lnTo>
                  <a:pt x="370179" y="54017"/>
                </a:lnTo>
                <a:lnTo>
                  <a:pt x="369671" y="53664"/>
                </a:lnTo>
                <a:lnTo>
                  <a:pt x="369134" y="53315"/>
                </a:lnTo>
                <a:lnTo>
                  <a:pt x="368570" y="52971"/>
                </a:lnTo>
                <a:lnTo>
                  <a:pt x="367978" y="52632"/>
                </a:lnTo>
                <a:lnTo>
                  <a:pt x="367357" y="52298"/>
                </a:lnTo>
                <a:lnTo>
                  <a:pt x="366710" y="51968"/>
                </a:lnTo>
                <a:lnTo>
                  <a:pt x="366034" y="51643"/>
                </a:lnTo>
                <a:lnTo>
                  <a:pt x="365330" y="51323"/>
                </a:lnTo>
                <a:lnTo>
                  <a:pt x="364599" y="51008"/>
                </a:lnTo>
                <a:lnTo>
                  <a:pt x="363839" y="50697"/>
                </a:lnTo>
                <a:lnTo>
                  <a:pt x="363052" y="50391"/>
                </a:lnTo>
                <a:lnTo>
                  <a:pt x="362237" y="50090"/>
                </a:lnTo>
                <a:lnTo>
                  <a:pt x="361394" y="49794"/>
                </a:lnTo>
                <a:lnTo>
                  <a:pt x="360523" y="49502"/>
                </a:lnTo>
                <a:lnTo>
                  <a:pt x="359625" y="49215"/>
                </a:lnTo>
                <a:lnTo>
                  <a:pt x="358698" y="48933"/>
                </a:lnTo>
                <a:lnTo>
                  <a:pt x="357744" y="48656"/>
                </a:lnTo>
                <a:lnTo>
                  <a:pt x="356762" y="48383"/>
                </a:lnTo>
                <a:lnTo>
                  <a:pt x="355752" y="48115"/>
                </a:lnTo>
                <a:lnTo>
                  <a:pt x="354714" y="47852"/>
                </a:lnTo>
                <a:lnTo>
                  <a:pt x="353648" y="47594"/>
                </a:lnTo>
                <a:lnTo>
                  <a:pt x="352555" y="47340"/>
                </a:lnTo>
                <a:lnTo>
                  <a:pt x="351466" y="47091"/>
                </a:lnTo>
                <a:lnTo>
                  <a:pt x="350416" y="46847"/>
                </a:lnTo>
                <a:lnTo>
                  <a:pt x="349405" y="46607"/>
                </a:lnTo>
                <a:lnTo>
                  <a:pt x="348431" y="46373"/>
                </a:lnTo>
                <a:lnTo>
                  <a:pt x="347496" y="46143"/>
                </a:lnTo>
                <a:lnTo>
                  <a:pt x="346600" y="45917"/>
                </a:lnTo>
                <a:lnTo>
                  <a:pt x="345741" y="45697"/>
                </a:lnTo>
                <a:lnTo>
                  <a:pt x="344921" y="45481"/>
                </a:lnTo>
                <a:lnTo>
                  <a:pt x="344140" y="45270"/>
                </a:lnTo>
                <a:lnTo>
                  <a:pt x="343396" y="45063"/>
                </a:lnTo>
                <a:lnTo>
                  <a:pt x="342691" y="44861"/>
                </a:lnTo>
                <a:lnTo>
                  <a:pt x="342025" y="44664"/>
                </a:lnTo>
                <a:lnTo>
                  <a:pt x="341396" y="44472"/>
                </a:lnTo>
                <a:lnTo>
                  <a:pt x="340806" y="44285"/>
                </a:lnTo>
                <a:lnTo>
                  <a:pt x="340255" y="44102"/>
                </a:lnTo>
                <a:lnTo>
                  <a:pt x="339742" y="43924"/>
                </a:lnTo>
                <a:lnTo>
                  <a:pt x="339267" y="43750"/>
                </a:lnTo>
                <a:lnTo>
                  <a:pt x="338830" y="43582"/>
                </a:lnTo>
                <a:lnTo>
                  <a:pt x="338432" y="43418"/>
                </a:lnTo>
                <a:lnTo>
                  <a:pt x="338072" y="43258"/>
                </a:lnTo>
                <a:lnTo>
                  <a:pt x="337750" y="43104"/>
                </a:lnTo>
                <a:lnTo>
                  <a:pt x="337467" y="42954"/>
                </a:lnTo>
                <a:lnTo>
                  <a:pt x="337222" y="42809"/>
                </a:lnTo>
                <a:lnTo>
                  <a:pt x="337015" y="42669"/>
                </a:lnTo>
                <a:lnTo>
                  <a:pt x="336880" y="42564"/>
                </a:lnTo>
                <a:lnTo>
                  <a:pt x="336750" y="42458"/>
                </a:lnTo>
                <a:lnTo>
                  <a:pt x="336627" y="42350"/>
                </a:lnTo>
                <a:lnTo>
                  <a:pt x="336509" y="42240"/>
                </a:lnTo>
                <a:lnTo>
                  <a:pt x="336396" y="42129"/>
                </a:lnTo>
                <a:lnTo>
                  <a:pt x="336290" y="42015"/>
                </a:lnTo>
                <a:lnTo>
                  <a:pt x="336189" y="41900"/>
                </a:lnTo>
                <a:lnTo>
                  <a:pt x="336094" y="41782"/>
                </a:lnTo>
                <a:lnTo>
                  <a:pt x="336005" y="41663"/>
                </a:lnTo>
                <a:lnTo>
                  <a:pt x="335922" y="41542"/>
                </a:lnTo>
                <a:lnTo>
                  <a:pt x="335844" y="41419"/>
                </a:lnTo>
                <a:lnTo>
                  <a:pt x="335772" y="41295"/>
                </a:lnTo>
                <a:lnTo>
                  <a:pt x="335706" y="41168"/>
                </a:lnTo>
                <a:lnTo>
                  <a:pt x="335645" y="41040"/>
                </a:lnTo>
                <a:lnTo>
                  <a:pt x="335591" y="40910"/>
                </a:lnTo>
                <a:lnTo>
                  <a:pt x="335542" y="40778"/>
                </a:lnTo>
                <a:lnTo>
                  <a:pt x="335499" y="40644"/>
                </a:lnTo>
                <a:lnTo>
                  <a:pt x="335461" y="40508"/>
                </a:lnTo>
                <a:lnTo>
                  <a:pt x="335430" y="40371"/>
                </a:lnTo>
                <a:lnTo>
                  <a:pt x="335404" y="40231"/>
                </a:lnTo>
                <a:lnTo>
                  <a:pt x="335384" y="40090"/>
                </a:lnTo>
                <a:lnTo>
                  <a:pt x="335369" y="39947"/>
                </a:lnTo>
                <a:lnTo>
                  <a:pt x="335360" y="39802"/>
                </a:lnTo>
                <a:lnTo>
                  <a:pt x="335358" y="39655"/>
                </a:lnTo>
                <a:lnTo>
                  <a:pt x="335361" y="39484"/>
                </a:lnTo>
                <a:lnTo>
                  <a:pt x="335371" y="39316"/>
                </a:lnTo>
                <a:lnTo>
                  <a:pt x="335387" y="39150"/>
                </a:lnTo>
                <a:lnTo>
                  <a:pt x="335410" y="38987"/>
                </a:lnTo>
                <a:lnTo>
                  <a:pt x="335440" y="38826"/>
                </a:lnTo>
                <a:lnTo>
                  <a:pt x="335476" y="38668"/>
                </a:lnTo>
                <a:lnTo>
                  <a:pt x="335519" y="38513"/>
                </a:lnTo>
                <a:lnTo>
                  <a:pt x="335568" y="38361"/>
                </a:lnTo>
                <a:lnTo>
                  <a:pt x="335624" y="38211"/>
                </a:lnTo>
                <a:lnTo>
                  <a:pt x="335686" y="38064"/>
                </a:lnTo>
                <a:lnTo>
                  <a:pt x="335756" y="37920"/>
                </a:lnTo>
                <a:lnTo>
                  <a:pt x="335831" y="37778"/>
                </a:lnTo>
                <a:lnTo>
                  <a:pt x="335913" y="37639"/>
                </a:lnTo>
                <a:lnTo>
                  <a:pt x="336002" y="37503"/>
                </a:lnTo>
                <a:lnTo>
                  <a:pt x="336098" y="37369"/>
                </a:lnTo>
                <a:lnTo>
                  <a:pt x="336200" y="37238"/>
                </a:lnTo>
                <a:lnTo>
                  <a:pt x="336308" y="37110"/>
                </a:lnTo>
                <a:lnTo>
                  <a:pt x="336423" y="36984"/>
                </a:lnTo>
                <a:lnTo>
                  <a:pt x="336545" y="36861"/>
                </a:lnTo>
                <a:lnTo>
                  <a:pt x="336673" y="36741"/>
                </a:lnTo>
                <a:lnTo>
                  <a:pt x="336808" y="36623"/>
                </a:lnTo>
                <a:lnTo>
                  <a:pt x="336949" y="36508"/>
                </a:lnTo>
                <a:lnTo>
                  <a:pt x="337097" y="36396"/>
                </a:lnTo>
                <a:lnTo>
                  <a:pt x="337252" y="36287"/>
                </a:lnTo>
                <a:lnTo>
                  <a:pt x="337495" y="36137"/>
                </a:lnTo>
                <a:lnTo>
                  <a:pt x="337751" y="35994"/>
                </a:lnTo>
                <a:lnTo>
                  <a:pt x="338021" y="35857"/>
                </a:lnTo>
                <a:lnTo>
                  <a:pt x="338303" y="35726"/>
                </a:lnTo>
                <a:lnTo>
                  <a:pt x="338598" y="35602"/>
                </a:lnTo>
                <a:lnTo>
                  <a:pt x="338906" y="35484"/>
                </a:lnTo>
                <a:lnTo>
                  <a:pt x="339227" y="35373"/>
                </a:lnTo>
                <a:lnTo>
                  <a:pt x="339561" y="35268"/>
                </a:lnTo>
                <a:lnTo>
                  <a:pt x="339908" y="35169"/>
                </a:lnTo>
                <a:lnTo>
                  <a:pt x="340267" y="35077"/>
                </a:lnTo>
                <a:lnTo>
                  <a:pt x="340640" y="34991"/>
                </a:lnTo>
                <a:lnTo>
                  <a:pt x="341026" y="34912"/>
                </a:lnTo>
                <a:lnTo>
                  <a:pt x="341424" y="34838"/>
                </a:lnTo>
                <a:lnTo>
                  <a:pt x="341836" y="34772"/>
                </a:lnTo>
                <a:lnTo>
                  <a:pt x="342261" y="34711"/>
                </a:lnTo>
                <a:lnTo>
                  <a:pt x="342698" y="34657"/>
                </a:lnTo>
                <a:lnTo>
                  <a:pt x="343149" y="34609"/>
                </a:lnTo>
                <a:lnTo>
                  <a:pt x="343612" y="34568"/>
                </a:lnTo>
                <a:lnTo>
                  <a:pt x="344088" y="34533"/>
                </a:lnTo>
                <a:lnTo>
                  <a:pt x="344578" y="34504"/>
                </a:lnTo>
                <a:lnTo>
                  <a:pt x="345080" y="34482"/>
                </a:lnTo>
                <a:lnTo>
                  <a:pt x="345595" y="34466"/>
                </a:lnTo>
                <a:lnTo>
                  <a:pt x="346123" y="34456"/>
                </a:lnTo>
                <a:lnTo>
                  <a:pt x="346664" y="34453"/>
                </a:lnTo>
                <a:lnTo>
                  <a:pt x="347094" y="34457"/>
                </a:lnTo>
                <a:lnTo>
                  <a:pt x="347516" y="34467"/>
                </a:lnTo>
                <a:lnTo>
                  <a:pt x="347929" y="34484"/>
                </a:lnTo>
                <a:lnTo>
                  <a:pt x="348334" y="34508"/>
                </a:lnTo>
                <a:lnTo>
                  <a:pt x="348731" y="34538"/>
                </a:lnTo>
                <a:lnTo>
                  <a:pt x="349119" y="34575"/>
                </a:lnTo>
                <a:lnTo>
                  <a:pt x="349499" y="34619"/>
                </a:lnTo>
                <a:lnTo>
                  <a:pt x="349871" y="34670"/>
                </a:lnTo>
                <a:lnTo>
                  <a:pt x="350234" y="34728"/>
                </a:lnTo>
                <a:lnTo>
                  <a:pt x="350589" y="34792"/>
                </a:lnTo>
                <a:lnTo>
                  <a:pt x="350936" y="34864"/>
                </a:lnTo>
                <a:lnTo>
                  <a:pt x="351274" y="34942"/>
                </a:lnTo>
                <a:lnTo>
                  <a:pt x="351605" y="35026"/>
                </a:lnTo>
                <a:lnTo>
                  <a:pt x="351926" y="35118"/>
                </a:lnTo>
                <a:lnTo>
                  <a:pt x="352240" y="35216"/>
                </a:lnTo>
                <a:lnTo>
                  <a:pt x="352545" y="35321"/>
                </a:lnTo>
                <a:lnTo>
                  <a:pt x="352842" y="35433"/>
                </a:lnTo>
                <a:lnTo>
                  <a:pt x="353130" y="35552"/>
                </a:lnTo>
                <a:lnTo>
                  <a:pt x="353410" y="35678"/>
                </a:lnTo>
                <a:lnTo>
                  <a:pt x="353682" y="35810"/>
                </a:lnTo>
                <a:lnTo>
                  <a:pt x="353945" y="35949"/>
                </a:lnTo>
                <a:lnTo>
                  <a:pt x="354200" y="36095"/>
                </a:lnTo>
                <a:lnTo>
                  <a:pt x="354447" y="36247"/>
                </a:lnTo>
                <a:lnTo>
                  <a:pt x="354686" y="36407"/>
                </a:lnTo>
                <a:lnTo>
                  <a:pt x="354917" y="36573"/>
                </a:lnTo>
                <a:lnTo>
                  <a:pt x="355142" y="36744"/>
                </a:lnTo>
                <a:lnTo>
                  <a:pt x="355361" y="36922"/>
                </a:lnTo>
                <a:lnTo>
                  <a:pt x="355573" y="37106"/>
                </a:lnTo>
                <a:lnTo>
                  <a:pt x="355779" y="37295"/>
                </a:lnTo>
                <a:lnTo>
                  <a:pt x="355979" y="37491"/>
                </a:lnTo>
                <a:lnTo>
                  <a:pt x="356172" y="37692"/>
                </a:lnTo>
                <a:lnTo>
                  <a:pt x="356360" y="37900"/>
                </a:lnTo>
                <a:lnTo>
                  <a:pt x="356541" y="38113"/>
                </a:lnTo>
                <a:lnTo>
                  <a:pt x="356716" y="38333"/>
                </a:lnTo>
                <a:lnTo>
                  <a:pt x="356884" y="38558"/>
                </a:lnTo>
                <a:lnTo>
                  <a:pt x="357046" y="38789"/>
                </a:lnTo>
                <a:lnTo>
                  <a:pt x="357202" y="39027"/>
                </a:lnTo>
                <a:lnTo>
                  <a:pt x="357352" y="39270"/>
                </a:lnTo>
                <a:lnTo>
                  <a:pt x="357495" y="39519"/>
                </a:lnTo>
                <a:lnTo>
                  <a:pt x="357633" y="39774"/>
                </a:lnTo>
                <a:lnTo>
                  <a:pt x="357763" y="40036"/>
                </a:lnTo>
                <a:lnTo>
                  <a:pt x="357888" y="40303"/>
                </a:lnTo>
                <a:lnTo>
                  <a:pt x="358006" y="40576"/>
                </a:lnTo>
                <a:lnTo>
                  <a:pt x="358118" y="40855"/>
                </a:lnTo>
                <a:lnTo>
                  <a:pt x="358224" y="41140"/>
                </a:lnTo>
                <a:lnTo>
                  <a:pt x="358324" y="41431"/>
                </a:lnTo>
                <a:lnTo>
                  <a:pt x="358417" y="41728"/>
                </a:lnTo>
                <a:lnTo>
                  <a:pt x="358504" y="42031"/>
                </a:lnTo>
                <a:lnTo>
                  <a:pt x="374192" y="39071"/>
                </a:lnTo>
                <a:lnTo>
                  <a:pt x="373987" y="38394"/>
                </a:lnTo>
                <a:lnTo>
                  <a:pt x="373770" y="37732"/>
                </a:lnTo>
                <a:lnTo>
                  <a:pt x="373538" y="37084"/>
                </a:lnTo>
                <a:lnTo>
                  <a:pt x="373294" y="36449"/>
                </a:lnTo>
                <a:lnTo>
                  <a:pt x="373035" y="35829"/>
                </a:lnTo>
                <a:lnTo>
                  <a:pt x="372763" y="35222"/>
                </a:lnTo>
                <a:lnTo>
                  <a:pt x="372478" y="34629"/>
                </a:lnTo>
                <a:lnTo>
                  <a:pt x="372179" y="34050"/>
                </a:lnTo>
                <a:lnTo>
                  <a:pt x="371866" y="33485"/>
                </a:lnTo>
                <a:lnTo>
                  <a:pt x="371540" y="32935"/>
                </a:lnTo>
                <a:lnTo>
                  <a:pt x="371200" y="32398"/>
                </a:lnTo>
                <a:lnTo>
                  <a:pt x="370847" y="31874"/>
                </a:lnTo>
                <a:lnTo>
                  <a:pt x="370480" y="31365"/>
                </a:lnTo>
                <a:lnTo>
                  <a:pt x="370099" y="30870"/>
                </a:lnTo>
                <a:lnTo>
                  <a:pt x="369705" y="30389"/>
                </a:lnTo>
                <a:lnTo>
                  <a:pt x="369298" y="29921"/>
                </a:lnTo>
                <a:lnTo>
                  <a:pt x="368877" y="29468"/>
                </a:lnTo>
                <a:lnTo>
                  <a:pt x="368442" y="29028"/>
                </a:lnTo>
                <a:lnTo>
                  <a:pt x="367994" y="28603"/>
                </a:lnTo>
                <a:lnTo>
                  <a:pt x="367532" y="28191"/>
                </a:lnTo>
                <a:lnTo>
                  <a:pt x="367056" y="27793"/>
                </a:lnTo>
                <a:lnTo>
                  <a:pt x="366567" y="27409"/>
                </a:lnTo>
                <a:lnTo>
                  <a:pt x="366065" y="27039"/>
                </a:lnTo>
                <a:lnTo>
                  <a:pt x="365549" y="26684"/>
                </a:lnTo>
                <a:lnTo>
                  <a:pt x="365014" y="26342"/>
                </a:lnTo>
                <a:lnTo>
                  <a:pt x="364457" y="26015"/>
                </a:lnTo>
                <a:lnTo>
                  <a:pt x="363876" y="25702"/>
                </a:lnTo>
                <a:lnTo>
                  <a:pt x="363273" y="25404"/>
                </a:lnTo>
                <a:lnTo>
                  <a:pt x="362646" y="25120"/>
                </a:lnTo>
                <a:lnTo>
                  <a:pt x="361997" y="24851"/>
                </a:lnTo>
                <a:lnTo>
                  <a:pt x="361324" y="24597"/>
                </a:lnTo>
                <a:lnTo>
                  <a:pt x="360629" y="24357"/>
                </a:lnTo>
                <a:lnTo>
                  <a:pt x="359910" y="24131"/>
                </a:lnTo>
                <a:lnTo>
                  <a:pt x="359168" y="23920"/>
                </a:lnTo>
                <a:lnTo>
                  <a:pt x="358404" y="23724"/>
                </a:lnTo>
                <a:lnTo>
                  <a:pt x="357616" y="23542"/>
                </a:lnTo>
                <a:lnTo>
                  <a:pt x="356805" y="23375"/>
                </a:lnTo>
                <a:lnTo>
                  <a:pt x="355972" y="23222"/>
                </a:lnTo>
                <a:lnTo>
                  <a:pt x="355115" y="23084"/>
                </a:lnTo>
                <a:lnTo>
                  <a:pt x="354235" y="22961"/>
                </a:lnTo>
                <a:lnTo>
                  <a:pt x="353332" y="22852"/>
                </a:lnTo>
                <a:lnTo>
                  <a:pt x="352407" y="22757"/>
                </a:lnTo>
                <a:lnTo>
                  <a:pt x="351458" y="22677"/>
                </a:lnTo>
                <a:lnTo>
                  <a:pt x="350486" y="22612"/>
                </a:lnTo>
                <a:lnTo>
                  <a:pt x="349491" y="22561"/>
                </a:lnTo>
                <a:lnTo>
                  <a:pt x="348473" y="22524"/>
                </a:lnTo>
                <a:lnTo>
                  <a:pt x="347432" y="22503"/>
                </a:lnTo>
                <a:lnTo>
                  <a:pt x="346368" y="22495"/>
                </a:lnTo>
                <a:lnTo>
                  <a:pt x="345251" y="22505"/>
                </a:lnTo>
                <a:lnTo>
                  <a:pt x="344158" y="22534"/>
                </a:lnTo>
                <a:lnTo>
                  <a:pt x="343090" y="22582"/>
                </a:lnTo>
                <a:lnTo>
                  <a:pt x="342047" y="22650"/>
                </a:lnTo>
                <a:lnTo>
                  <a:pt x="341028" y="22737"/>
                </a:lnTo>
                <a:lnTo>
                  <a:pt x="340034" y="22843"/>
                </a:lnTo>
                <a:lnTo>
                  <a:pt x="339065" y="22968"/>
                </a:lnTo>
                <a:lnTo>
                  <a:pt x="338120" y="23113"/>
                </a:lnTo>
                <a:lnTo>
                  <a:pt x="337200" y="23277"/>
                </a:lnTo>
                <a:lnTo>
                  <a:pt x="336305" y="23460"/>
                </a:lnTo>
                <a:lnTo>
                  <a:pt x="335434" y="23663"/>
                </a:lnTo>
                <a:lnTo>
                  <a:pt x="334588" y="23885"/>
                </a:lnTo>
                <a:lnTo>
                  <a:pt x="333767" y="24126"/>
                </a:lnTo>
                <a:lnTo>
                  <a:pt x="332970" y="24387"/>
                </a:lnTo>
                <a:lnTo>
                  <a:pt x="332198" y="24667"/>
                </a:lnTo>
                <a:lnTo>
                  <a:pt x="331451" y="24966"/>
                </a:lnTo>
                <a:lnTo>
                  <a:pt x="330728" y="25284"/>
                </a:lnTo>
                <a:lnTo>
                  <a:pt x="330030" y="25622"/>
                </a:lnTo>
                <a:lnTo>
                  <a:pt x="329356" y="25979"/>
                </a:lnTo>
                <a:lnTo>
                  <a:pt x="328708" y="26356"/>
                </a:lnTo>
                <a:lnTo>
                  <a:pt x="328084" y="26751"/>
                </a:lnTo>
                <a:lnTo>
                  <a:pt x="327484" y="27166"/>
                </a:lnTo>
                <a:lnTo>
                  <a:pt x="326910" y="27601"/>
                </a:lnTo>
                <a:lnTo>
                  <a:pt x="326360" y="28054"/>
                </a:lnTo>
                <a:lnTo>
                  <a:pt x="325833" y="28522"/>
                </a:lnTo>
                <a:lnTo>
                  <a:pt x="325329" y="28999"/>
                </a:lnTo>
                <a:lnTo>
                  <a:pt x="324847" y="29485"/>
                </a:lnTo>
                <a:lnTo>
                  <a:pt x="324388" y="29980"/>
                </a:lnTo>
                <a:lnTo>
                  <a:pt x="323951" y="30484"/>
                </a:lnTo>
                <a:lnTo>
                  <a:pt x="323537" y="30997"/>
                </a:lnTo>
                <a:lnTo>
                  <a:pt x="323144" y="31519"/>
                </a:lnTo>
                <a:lnTo>
                  <a:pt x="322775" y="32050"/>
                </a:lnTo>
                <a:lnTo>
                  <a:pt x="322427" y="32590"/>
                </a:lnTo>
                <a:lnTo>
                  <a:pt x="322103" y="33139"/>
                </a:lnTo>
                <a:lnTo>
                  <a:pt x="321800" y="33697"/>
                </a:lnTo>
                <a:lnTo>
                  <a:pt x="321520" y="34264"/>
                </a:lnTo>
                <a:lnTo>
                  <a:pt x="321262" y="34840"/>
                </a:lnTo>
                <a:lnTo>
                  <a:pt x="321027" y="35426"/>
                </a:lnTo>
                <a:lnTo>
                  <a:pt x="320814" y="36020"/>
                </a:lnTo>
                <a:lnTo>
                  <a:pt x="320624" y="36623"/>
                </a:lnTo>
                <a:lnTo>
                  <a:pt x="320456" y="37236"/>
                </a:lnTo>
                <a:lnTo>
                  <a:pt x="320310" y="37857"/>
                </a:lnTo>
                <a:lnTo>
                  <a:pt x="320187" y="38487"/>
                </a:lnTo>
                <a:lnTo>
                  <a:pt x="320086" y="39127"/>
                </a:lnTo>
                <a:lnTo>
                  <a:pt x="320008" y="39775"/>
                </a:lnTo>
                <a:lnTo>
                  <a:pt x="319952" y="40433"/>
                </a:lnTo>
                <a:lnTo>
                  <a:pt x="319918" y="41100"/>
                </a:lnTo>
                <a:lnTo>
                  <a:pt x="319907" y="41775"/>
                </a:lnTo>
                <a:lnTo>
                  <a:pt x="319920" y="42522"/>
                </a:lnTo>
                <a:lnTo>
                  <a:pt x="319959" y="43256"/>
                </a:lnTo>
                <a:lnTo>
                  <a:pt x="320023" y="43975"/>
                </a:lnTo>
                <a:lnTo>
                  <a:pt x="320114" y="44681"/>
                </a:lnTo>
                <a:lnTo>
                  <a:pt x="320231" y="45373"/>
                </a:lnTo>
                <a:lnTo>
                  <a:pt x="320373" y="46052"/>
                </a:lnTo>
                <a:lnTo>
                  <a:pt x="320541" y="46716"/>
                </a:lnTo>
                <a:lnTo>
                  <a:pt x="320736" y="47367"/>
                </a:lnTo>
                <a:lnTo>
                  <a:pt x="320956" y="48004"/>
                </a:lnTo>
                <a:lnTo>
                  <a:pt x="321202" y="48628"/>
                </a:lnTo>
                <a:lnTo>
                  <a:pt x="321474" y="49237"/>
                </a:lnTo>
                <a:lnTo>
                  <a:pt x="321772" y="49833"/>
                </a:lnTo>
                <a:lnTo>
                  <a:pt x="322095" y="50415"/>
                </a:lnTo>
                <a:lnTo>
                  <a:pt x="322445" y="50984"/>
                </a:lnTo>
                <a:lnTo>
                  <a:pt x="322821" y="51538"/>
                </a:lnTo>
                <a:lnTo>
                  <a:pt x="323222" y="52079"/>
                </a:lnTo>
                <a:lnTo>
                  <a:pt x="323649" y="52606"/>
                </a:lnTo>
                <a:lnTo>
                  <a:pt x="324103" y="53119"/>
                </a:lnTo>
                <a:lnTo>
                  <a:pt x="324582" y="53619"/>
                </a:lnTo>
                <a:lnTo>
                  <a:pt x="325087" y="54105"/>
                </a:lnTo>
                <a:lnTo>
                  <a:pt x="325618" y="54577"/>
                </a:lnTo>
                <a:lnTo>
                  <a:pt x="326175" y="55035"/>
                </a:lnTo>
                <a:lnTo>
                  <a:pt x="326757" y="55480"/>
                </a:lnTo>
                <a:lnTo>
                  <a:pt x="327366" y="55911"/>
                </a:lnTo>
                <a:lnTo>
                  <a:pt x="327840" y="56218"/>
                </a:lnTo>
                <a:lnTo>
                  <a:pt x="328366" y="56527"/>
                </a:lnTo>
                <a:lnTo>
                  <a:pt x="328943" y="56839"/>
                </a:lnTo>
                <a:lnTo>
                  <a:pt x="329571" y="57154"/>
                </a:lnTo>
                <a:lnTo>
                  <a:pt x="330250" y="57472"/>
                </a:lnTo>
                <a:lnTo>
                  <a:pt x="330981" y="57792"/>
                </a:lnTo>
                <a:lnTo>
                  <a:pt x="331762" y="58115"/>
                </a:lnTo>
                <a:lnTo>
                  <a:pt x="332595" y="58440"/>
                </a:lnTo>
                <a:lnTo>
                  <a:pt x="333479" y="58768"/>
                </a:lnTo>
                <a:lnTo>
                  <a:pt x="334414" y="59099"/>
                </a:lnTo>
                <a:lnTo>
                  <a:pt x="335400" y="59433"/>
                </a:lnTo>
                <a:lnTo>
                  <a:pt x="336438" y="59769"/>
                </a:lnTo>
                <a:lnTo>
                  <a:pt x="337527" y="60108"/>
                </a:lnTo>
                <a:lnTo>
                  <a:pt x="338667" y="60449"/>
                </a:lnTo>
                <a:lnTo>
                  <a:pt x="339858" y="60793"/>
                </a:lnTo>
                <a:lnTo>
                  <a:pt x="341100" y="61140"/>
                </a:lnTo>
                <a:lnTo>
                  <a:pt x="342393" y="61489"/>
                </a:lnTo>
                <a:lnTo>
                  <a:pt x="343738" y="61841"/>
                </a:lnTo>
                <a:lnTo>
                  <a:pt x="345134" y="62196"/>
                </a:lnTo>
                <a:lnTo>
                  <a:pt x="346581" y="62553"/>
                </a:lnTo>
                <a:lnTo>
                  <a:pt x="348079" y="62914"/>
                </a:lnTo>
                <a:lnTo>
                  <a:pt x="349628" y="63276"/>
                </a:lnTo>
                <a:lnTo>
                  <a:pt x="351229" y="63642"/>
                </a:lnTo>
                <a:lnTo>
                  <a:pt x="352880" y="64010"/>
                </a:lnTo>
                <a:lnTo>
                  <a:pt x="353235" y="64094"/>
                </a:lnTo>
                <a:lnTo>
                  <a:pt x="353579" y="64178"/>
                </a:lnTo>
                <a:lnTo>
                  <a:pt x="353912" y="64264"/>
                </a:lnTo>
                <a:lnTo>
                  <a:pt x="354235" y="64349"/>
                </a:lnTo>
                <a:lnTo>
                  <a:pt x="354547" y="64436"/>
                </a:lnTo>
                <a:lnTo>
                  <a:pt x="354849" y="64523"/>
                </a:lnTo>
                <a:lnTo>
                  <a:pt x="355139" y="64611"/>
                </a:lnTo>
                <a:lnTo>
                  <a:pt x="355419" y="64699"/>
                </a:lnTo>
                <a:lnTo>
                  <a:pt x="355688" y="64788"/>
                </a:lnTo>
                <a:lnTo>
                  <a:pt x="355947" y="64878"/>
                </a:lnTo>
                <a:lnTo>
                  <a:pt x="356195" y="64968"/>
                </a:lnTo>
                <a:lnTo>
                  <a:pt x="356432" y="65059"/>
                </a:lnTo>
                <a:lnTo>
                  <a:pt x="356659" y="65150"/>
                </a:lnTo>
                <a:lnTo>
                  <a:pt x="356874" y="65242"/>
                </a:lnTo>
                <a:lnTo>
                  <a:pt x="357080" y="65335"/>
                </a:lnTo>
                <a:lnTo>
                  <a:pt x="357274" y="65428"/>
                </a:lnTo>
                <a:lnTo>
                  <a:pt x="357458" y="65522"/>
                </a:lnTo>
                <a:lnTo>
                  <a:pt x="357631" y="65616"/>
                </a:lnTo>
                <a:lnTo>
                  <a:pt x="357793" y="65711"/>
                </a:lnTo>
                <a:lnTo>
                  <a:pt x="357945" y="65807"/>
                </a:lnTo>
                <a:lnTo>
                  <a:pt x="358086" y="65904"/>
                </a:lnTo>
                <a:lnTo>
                  <a:pt x="358216" y="66001"/>
                </a:lnTo>
                <a:lnTo>
                  <a:pt x="358336" y="66098"/>
                </a:lnTo>
                <a:lnTo>
                  <a:pt x="358445" y="66196"/>
                </a:lnTo>
                <a:lnTo>
                  <a:pt x="358541" y="66301"/>
                </a:lnTo>
                <a:lnTo>
                  <a:pt x="358634" y="66408"/>
                </a:lnTo>
                <a:lnTo>
                  <a:pt x="358722" y="66517"/>
                </a:lnTo>
                <a:lnTo>
                  <a:pt x="358807" y="66628"/>
                </a:lnTo>
                <a:lnTo>
                  <a:pt x="358887" y="66742"/>
                </a:lnTo>
                <a:lnTo>
                  <a:pt x="358963" y="66858"/>
                </a:lnTo>
                <a:lnTo>
                  <a:pt x="359035" y="66976"/>
                </a:lnTo>
                <a:lnTo>
                  <a:pt x="359103" y="67096"/>
                </a:lnTo>
                <a:lnTo>
                  <a:pt x="359166" y="67219"/>
                </a:lnTo>
                <a:lnTo>
                  <a:pt x="359226" y="67344"/>
                </a:lnTo>
                <a:lnTo>
                  <a:pt x="359281" y="67471"/>
                </a:lnTo>
                <a:lnTo>
                  <a:pt x="359333" y="67600"/>
                </a:lnTo>
                <a:lnTo>
                  <a:pt x="359380" y="67732"/>
                </a:lnTo>
                <a:lnTo>
                  <a:pt x="359423" y="67866"/>
                </a:lnTo>
                <a:lnTo>
                  <a:pt x="359462" y="68002"/>
                </a:lnTo>
                <a:lnTo>
                  <a:pt x="359497" y="68141"/>
                </a:lnTo>
                <a:lnTo>
                  <a:pt x="359528" y="68282"/>
                </a:lnTo>
                <a:lnTo>
                  <a:pt x="359555" y="68425"/>
                </a:lnTo>
                <a:lnTo>
                  <a:pt x="359577" y="68570"/>
                </a:lnTo>
                <a:lnTo>
                  <a:pt x="359596" y="68717"/>
                </a:lnTo>
                <a:lnTo>
                  <a:pt x="359610" y="68867"/>
                </a:lnTo>
                <a:lnTo>
                  <a:pt x="359621" y="69019"/>
                </a:lnTo>
                <a:lnTo>
                  <a:pt x="359627" y="69174"/>
                </a:lnTo>
                <a:lnTo>
                  <a:pt x="359629" y="69330"/>
                </a:lnTo>
                <a:lnTo>
                  <a:pt x="359625" y="69560"/>
                </a:lnTo>
                <a:lnTo>
                  <a:pt x="359614" y="69785"/>
                </a:lnTo>
                <a:lnTo>
                  <a:pt x="359595" y="70007"/>
                </a:lnTo>
                <a:lnTo>
                  <a:pt x="359568" y="70225"/>
                </a:lnTo>
                <a:lnTo>
                  <a:pt x="359534" y="70439"/>
                </a:lnTo>
                <a:lnTo>
                  <a:pt x="359492" y="70649"/>
                </a:lnTo>
                <a:lnTo>
                  <a:pt x="359442" y="70855"/>
                </a:lnTo>
                <a:lnTo>
                  <a:pt x="359385" y="71058"/>
                </a:lnTo>
                <a:lnTo>
                  <a:pt x="359321" y="71256"/>
                </a:lnTo>
                <a:lnTo>
                  <a:pt x="359249" y="71451"/>
                </a:lnTo>
                <a:lnTo>
                  <a:pt x="359169" y="71641"/>
                </a:lnTo>
                <a:lnTo>
                  <a:pt x="359081" y="71828"/>
                </a:lnTo>
                <a:lnTo>
                  <a:pt x="358986" y="72011"/>
                </a:lnTo>
                <a:lnTo>
                  <a:pt x="358883" y="72190"/>
                </a:lnTo>
                <a:lnTo>
                  <a:pt x="358773" y="72365"/>
                </a:lnTo>
                <a:lnTo>
                  <a:pt x="358655" y="72536"/>
                </a:lnTo>
                <a:lnTo>
                  <a:pt x="358530" y="72703"/>
                </a:lnTo>
                <a:lnTo>
                  <a:pt x="358397" y="72866"/>
                </a:lnTo>
                <a:lnTo>
                  <a:pt x="358256" y="73026"/>
                </a:lnTo>
                <a:lnTo>
                  <a:pt x="358108" y="73181"/>
                </a:lnTo>
                <a:lnTo>
                  <a:pt x="357952" y="73333"/>
                </a:lnTo>
                <a:lnTo>
                  <a:pt x="357788" y="73481"/>
                </a:lnTo>
                <a:lnTo>
                  <a:pt x="357617" y="73624"/>
                </a:lnTo>
                <a:lnTo>
                  <a:pt x="357438" y="73764"/>
                </a:lnTo>
                <a:lnTo>
                  <a:pt x="357162" y="73957"/>
                </a:lnTo>
                <a:lnTo>
                  <a:pt x="356874" y="74142"/>
                </a:lnTo>
                <a:lnTo>
                  <a:pt x="356575" y="74319"/>
                </a:lnTo>
                <a:lnTo>
                  <a:pt x="356264" y="74487"/>
                </a:lnTo>
                <a:lnTo>
                  <a:pt x="355943" y="74647"/>
                </a:lnTo>
                <a:lnTo>
                  <a:pt x="355611" y="74799"/>
                </a:lnTo>
                <a:lnTo>
                  <a:pt x="355267" y="74942"/>
                </a:lnTo>
                <a:lnTo>
                  <a:pt x="354913" y="75078"/>
                </a:lnTo>
                <a:lnTo>
                  <a:pt x="354547" y="75205"/>
                </a:lnTo>
                <a:lnTo>
                  <a:pt x="354170" y="75324"/>
                </a:lnTo>
                <a:lnTo>
                  <a:pt x="353782" y="75435"/>
                </a:lnTo>
                <a:lnTo>
                  <a:pt x="353383" y="75538"/>
                </a:lnTo>
                <a:lnTo>
                  <a:pt x="352973" y="75632"/>
                </a:lnTo>
                <a:lnTo>
                  <a:pt x="352552" y="75718"/>
                </a:lnTo>
                <a:lnTo>
                  <a:pt x="352120" y="75796"/>
                </a:lnTo>
                <a:lnTo>
                  <a:pt x="351677" y="75866"/>
                </a:lnTo>
                <a:lnTo>
                  <a:pt x="351222" y="75928"/>
                </a:lnTo>
                <a:lnTo>
                  <a:pt x="350756" y="75981"/>
                </a:lnTo>
                <a:lnTo>
                  <a:pt x="350280" y="76026"/>
                </a:lnTo>
                <a:lnTo>
                  <a:pt x="349792" y="76063"/>
                </a:lnTo>
                <a:lnTo>
                  <a:pt x="349293" y="76092"/>
                </a:lnTo>
                <a:lnTo>
                  <a:pt x="348783" y="76112"/>
                </a:lnTo>
                <a:lnTo>
                  <a:pt x="348262" y="76125"/>
                </a:lnTo>
                <a:lnTo>
                  <a:pt x="347730" y="76129"/>
                </a:lnTo>
                <a:lnTo>
                  <a:pt x="347246" y="76124"/>
                </a:lnTo>
                <a:lnTo>
                  <a:pt x="346771" y="76111"/>
                </a:lnTo>
                <a:lnTo>
                  <a:pt x="346306" y="76090"/>
                </a:lnTo>
                <a:lnTo>
                  <a:pt x="345849" y="76059"/>
                </a:lnTo>
                <a:lnTo>
                  <a:pt x="345401" y="76020"/>
                </a:lnTo>
                <a:lnTo>
                  <a:pt x="344962" y="75972"/>
                </a:lnTo>
                <a:lnTo>
                  <a:pt x="344533" y="75916"/>
                </a:lnTo>
                <a:lnTo>
                  <a:pt x="344112" y="75851"/>
                </a:lnTo>
                <a:lnTo>
                  <a:pt x="343701" y="75777"/>
                </a:lnTo>
                <a:lnTo>
                  <a:pt x="343298" y="75694"/>
                </a:lnTo>
                <a:lnTo>
                  <a:pt x="342905" y="75603"/>
                </a:lnTo>
                <a:lnTo>
                  <a:pt x="342521" y="75503"/>
                </a:lnTo>
                <a:lnTo>
                  <a:pt x="342145" y="75395"/>
                </a:lnTo>
                <a:lnTo>
                  <a:pt x="341779" y="75278"/>
                </a:lnTo>
                <a:lnTo>
                  <a:pt x="341422" y="75152"/>
                </a:lnTo>
                <a:lnTo>
                  <a:pt x="341074" y="75017"/>
                </a:lnTo>
                <a:lnTo>
                  <a:pt x="340734" y="74874"/>
                </a:lnTo>
                <a:lnTo>
                  <a:pt x="340404" y="74722"/>
                </a:lnTo>
                <a:lnTo>
                  <a:pt x="340083" y="74561"/>
                </a:lnTo>
                <a:lnTo>
                  <a:pt x="339771" y="74392"/>
                </a:lnTo>
                <a:lnTo>
                  <a:pt x="339468" y="74214"/>
                </a:lnTo>
                <a:lnTo>
                  <a:pt x="339174" y="74027"/>
                </a:lnTo>
                <a:lnTo>
                  <a:pt x="338889" y="73832"/>
                </a:lnTo>
                <a:lnTo>
                  <a:pt x="338613" y="73628"/>
                </a:lnTo>
                <a:lnTo>
                  <a:pt x="338346" y="73415"/>
                </a:lnTo>
                <a:lnTo>
                  <a:pt x="338086" y="73195"/>
                </a:lnTo>
                <a:lnTo>
                  <a:pt x="337834" y="72966"/>
                </a:lnTo>
                <a:lnTo>
                  <a:pt x="337589" y="72729"/>
                </a:lnTo>
                <a:lnTo>
                  <a:pt x="337352" y="72485"/>
                </a:lnTo>
                <a:lnTo>
                  <a:pt x="337122" y="72232"/>
                </a:lnTo>
                <a:lnTo>
                  <a:pt x="336901" y="71971"/>
                </a:lnTo>
                <a:lnTo>
                  <a:pt x="336686" y="71702"/>
                </a:lnTo>
                <a:lnTo>
                  <a:pt x="336480" y="71425"/>
                </a:lnTo>
                <a:lnTo>
                  <a:pt x="336281" y="71140"/>
                </a:lnTo>
                <a:lnTo>
                  <a:pt x="336089" y="70847"/>
                </a:lnTo>
                <a:lnTo>
                  <a:pt x="335905" y="70546"/>
                </a:lnTo>
                <a:lnTo>
                  <a:pt x="335729" y="70236"/>
                </a:lnTo>
                <a:lnTo>
                  <a:pt x="335560" y="69919"/>
                </a:lnTo>
                <a:lnTo>
                  <a:pt x="335399" y="69594"/>
                </a:lnTo>
                <a:lnTo>
                  <a:pt x="335246" y="69260"/>
                </a:lnTo>
                <a:lnTo>
                  <a:pt x="335100" y="68918"/>
                </a:lnTo>
                <a:lnTo>
                  <a:pt x="334962" y="68569"/>
                </a:lnTo>
                <a:lnTo>
                  <a:pt x="334831" y="68211"/>
                </a:lnTo>
                <a:lnTo>
                  <a:pt x="334708" y="67845"/>
                </a:lnTo>
                <a:lnTo>
                  <a:pt x="334593" y="67472"/>
                </a:lnTo>
                <a:lnTo>
                  <a:pt x="334485" y="67090"/>
                </a:lnTo>
                <a:lnTo>
                  <a:pt x="334385" y="66700"/>
                </a:lnTo>
                <a:lnTo>
                  <a:pt x="334292" y="66302"/>
                </a:lnTo>
                <a:lnTo>
                  <a:pt x="317598" y="68906"/>
                </a:lnTo>
                <a:lnTo>
                  <a:pt x="317800" y="69643"/>
                </a:lnTo>
                <a:lnTo>
                  <a:pt x="318019" y="70366"/>
                </a:lnTo>
                <a:lnTo>
                  <a:pt x="318256" y="71076"/>
                </a:lnTo>
                <a:lnTo>
                  <a:pt x="318512" y="71774"/>
                </a:lnTo>
                <a:close/>
                <a:moveTo>
                  <a:pt x="426784" y="68282"/>
                </a:moveTo>
                <a:lnTo>
                  <a:pt x="426650" y="68636"/>
                </a:lnTo>
                <a:lnTo>
                  <a:pt x="426512" y="68980"/>
                </a:lnTo>
                <a:lnTo>
                  <a:pt x="426369" y="69316"/>
                </a:lnTo>
                <a:lnTo>
                  <a:pt x="426222" y="69643"/>
                </a:lnTo>
                <a:lnTo>
                  <a:pt x="426070" y="69961"/>
                </a:lnTo>
                <a:lnTo>
                  <a:pt x="425913" y="70270"/>
                </a:lnTo>
                <a:lnTo>
                  <a:pt x="425752" y="70569"/>
                </a:lnTo>
                <a:lnTo>
                  <a:pt x="425587" y="70860"/>
                </a:lnTo>
                <a:lnTo>
                  <a:pt x="425417" y="71142"/>
                </a:lnTo>
                <a:lnTo>
                  <a:pt x="425242" y="71414"/>
                </a:lnTo>
                <a:lnTo>
                  <a:pt x="425063" y="71678"/>
                </a:lnTo>
                <a:lnTo>
                  <a:pt x="424880" y="71932"/>
                </a:lnTo>
                <a:lnTo>
                  <a:pt x="424692" y="72178"/>
                </a:lnTo>
                <a:lnTo>
                  <a:pt x="424499" y="72414"/>
                </a:lnTo>
                <a:lnTo>
                  <a:pt x="424302" y="72641"/>
                </a:lnTo>
                <a:lnTo>
                  <a:pt x="424100" y="72860"/>
                </a:lnTo>
                <a:lnTo>
                  <a:pt x="423894" y="73069"/>
                </a:lnTo>
                <a:lnTo>
                  <a:pt x="423683" y="73269"/>
                </a:lnTo>
                <a:lnTo>
                  <a:pt x="423468" y="73460"/>
                </a:lnTo>
                <a:lnTo>
                  <a:pt x="423249" y="73642"/>
                </a:lnTo>
                <a:lnTo>
                  <a:pt x="423024" y="73816"/>
                </a:lnTo>
                <a:lnTo>
                  <a:pt x="422796" y="73983"/>
                </a:lnTo>
                <a:lnTo>
                  <a:pt x="422563" y="74142"/>
                </a:lnTo>
                <a:lnTo>
                  <a:pt x="422326" y="74294"/>
                </a:lnTo>
                <a:lnTo>
                  <a:pt x="422085" y="74438"/>
                </a:lnTo>
                <a:lnTo>
                  <a:pt x="421839" y="74575"/>
                </a:lnTo>
                <a:lnTo>
                  <a:pt x="421589" y="74704"/>
                </a:lnTo>
                <a:lnTo>
                  <a:pt x="421334" y="74826"/>
                </a:lnTo>
                <a:lnTo>
                  <a:pt x="421076" y="74941"/>
                </a:lnTo>
                <a:lnTo>
                  <a:pt x="420813" y="75048"/>
                </a:lnTo>
                <a:lnTo>
                  <a:pt x="420545" y="75148"/>
                </a:lnTo>
                <a:lnTo>
                  <a:pt x="420274" y="75241"/>
                </a:lnTo>
                <a:lnTo>
                  <a:pt x="419998" y="75326"/>
                </a:lnTo>
                <a:lnTo>
                  <a:pt x="419718" y="75403"/>
                </a:lnTo>
                <a:lnTo>
                  <a:pt x="419433" y="75474"/>
                </a:lnTo>
                <a:lnTo>
                  <a:pt x="419144" y="75537"/>
                </a:lnTo>
                <a:lnTo>
                  <a:pt x="418851" y="75592"/>
                </a:lnTo>
                <a:lnTo>
                  <a:pt x="418553" y="75640"/>
                </a:lnTo>
                <a:lnTo>
                  <a:pt x="418252" y="75681"/>
                </a:lnTo>
                <a:lnTo>
                  <a:pt x="417945" y="75714"/>
                </a:lnTo>
                <a:lnTo>
                  <a:pt x="417635" y="75740"/>
                </a:lnTo>
                <a:lnTo>
                  <a:pt x="417320" y="75759"/>
                </a:lnTo>
                <a:lnTo>
                  <a:pt x="417001" y="75770"/>
                </a:lnTo>
                <a:lnTo>
                  <a:pt x="416678" y="75773"/>
                </a:lnTo>
                <a:lnTo>
                  <a:pt x="416202" y="75766"/>
                </a:lnTo>
                <a:lnTo>
                  <a:pt x="415734" y="75745"/>
                </a:lnTo>
                <a:lnTo>
                  <a:pt x="415272" y="75709"/>
                </a:lnTo>
                <a:lnTo>
                  <a:pt x="414816" y="75659"/>
                </a:lnTo>
                <a:lnTo>
                  <a:pt x="414367" y="75595"/>
                </a:lnTo>
                <a:lnTo>
                  <a:pt x="413925" y="75516"/>
                </a:lnTo>
                <a:lnTo>
                  <a:pt x="413489" y="75423"/>
                </a:lnTo>
                <a:lnTo>
                  <a:pt x="413060" y="75316"/>
                </a:lnTo>
                <a:lnTo>
                  <a:pt x="412637" y="75195"/>
                </a:lnTo>
                <a:lnTo>
                  <a:pt x="412221" y="75059"/>
                </a:lnTo>
                <a:lnTo>
                  <a:pt x="411812" y="74909"/>
                </a:lnTo>
                <a:lnTo>
                  <a:pt x="411409" y="74745"/>
                </a:lnTo>
                <a:lnTo>
                  <a:pt x="411013" y="74566"/>
                </a:lnTo>
                <a:lnTo>
                  <a:pt x="410623" y="74373"/>
                </a:lnTo>
                <a:lnTo>
                  <a:pt x="410240" y="74166"/>
                </a:lnTo>
                <a:lnTo>
                  <a:pt x="409863" y="73945"/>
                </a:lnTo>
                <a:lnTo>
                  <a:pt x="409493" y="73709"/>
                </a:lnTo>
                <a:lnTo>
                  <a:pt x="409130" y="73459"/>
                </a:lnTo>
                <a:lnTo>
                  <a:pt x="408773" y="73195"/>
                </a:lnTo>
                <a:lnTo>
                  <a:pt x="408423" y="72916"/>
                </a:lnTo>
                <a:lnTo>
                  <a:pt x="408079" y="72623"/>
                </a:lnTo>
                <a:lnTo>
                  <a:pt x="407742" y="72316"/>
                </a:lnTo>
                <a:lnTo>
                  <a:pt x="407411" y="71995"/>
                </a:lnTo>
                <a:lnTo>
                  <a:pt x="407087" y="71659"/>
                </a:lnTo>
                <a:lnTo>
                  <a:pt x="406773" y="71311"/>
                </a:lnTo>
                <a:lnTo>
                  <a:pt x="406472" y="70951"/>
                </a:lnTo>
                <a:lnTo>
                  <a:pt x="406183" y="70579"/>
                </a:lnTo>
                <a:lnTo>
                  <a:pt x="405907" y="70197"/>
                </a:lnTo>
                <a:lnTo>
                  <a:pt x="405644" y="69802"/>
                </a:lnTo>
                <a:lnTo>
                  <a:pt x="405393" y="69397"/>
                </a:lnTo>
                <a:lnTo>
                  <a:pt x="405155" y="68980"/>
                </a:lnTo>
                <a:lnTo>
                  <a:pt x="404930" y="68551"/>
                </a:lnTo>
                <a:lnTo>
                  <a:pt x="404718" y="68111"/>
                </a:lnTo>
                <a:lnTo>
                  <a:pt x="404518" y="67660"/>
                </a:lnTo>
                <a:lnTo>
                  <a:pt x="404331" y="67198"/>
                </a:lnTo>
                <a:lnTo>
                  <a:pt x="404157" y="66724"/>
                </a:lnTo>
                <a:lnTo>
                  <a:pt x="403996" y="66238"/>
                </a:lnTo>
                <a:lnTo>
                  <a:pt x="403847" y="65741"/>
                </a:lnTo>
                <a:lnTo>
                  <a:pt x="403711" y="65233"/>
                </a:lnTo>
                <a:lnTo>
                  <a:pt x="403588" y="64713"/>
                </a:lnTo>
                <a:lnTo>
                  <a:pt x="403478" y="64182"/>
                </a:lnTo>
                <a:lnTo>
                  <a:pt x="403380" y="63640"/>
                </a:lnTo>
                <a:lnTo>
                  <a:pt x="403295" y="63086"/>
                </a:lnTo>
                <a:lnTo>
                  <a:pt x="403223" y="62520"/>
                </a:lnTo>
                <a:lnTo>
                  <a:pt x="403164" y="61944"/>
                </a:lnTo>
                <a:lnTo>
                  <a:pt x="403117" y="61356"/>
                </a:lnTo>
                <a:lnTo>
                  <a:pt x="403083" y="60756"/>
                </a:lnTo>
                <a:lnTo>
                  <a:pt x="403062" y="60145"/>
                </a:lnTo>
                <a:lnTo>
                  <a:pt x="444737" y="60145"/>
                </a:lnTo>
                <a:lnTo>
                  <a:pt x="444752" y="58569"/>
                </a:lnTo>
                <a:lnTo>
                  <a:pt x="444738" y="57027"/>
                </a:lnTo>
                <a:lnTo>
                  <a:pt x="444694" y="55519"/>
                </a:lnTo>
                <a:lnTo>
                  <a:pt x="444621" y="54045"/>
                </a:lnTo>
                <a:lnTo>
                  <a:pt x="444518" y="52606"/>
                </a:lnTo>
                <a:lnTo>
                  <a:pt x="444386" y="51201"/>
                </a:lnTo>
                <a:lnTo>
                  <a:pt x="444224" y="49830"/>
                </a:lnTo>
                <a:lnTo>
                  <a:pt x="444034" y="48493"/>
                </a:lnTo>
                <a:lnTo>
                  <a:pt x="443813" y="47191"/>
                </a:lnTo>
                <a:lnTo>
                  <a:pt x="443564" y="45922"/>
                </a:lnTo>
                <a:lnTo>
                  <a:pt x="443285" y="44688"/>
                </a:lnTo>
                <a:lnTo>
                  <a:pt x="442976" y="43488"/>
                </a:lnTo>
                <a:lnTo>
                  <a:pt x="442638" y="42323"/>
                </a:lnTo>
                <a:lnTo>
                  <a:pt x="442271" y="41191"/>
                </a:lnTo>
                <a:lnTo>
                  <a:pt x="441875" y="40094"/>
                </a:lnTo>
                <a:lnTo>
                  <a:pt x="441449" y="39031"/>
                </a:lnTo>
                <a:lnTo>
                  <a:pt x="440993" y="38002"/>
                </a:lnTo>
                <a:lnTo>
                  <a:pt x="440508" y="37008"/>
                </a:lnTo>
                <a:lnTo>
                  <a:pt x="439994" y="36048"/>
                </a:lnTo>
                <a:lnTo>
                  <a:pt x="439451" y="35122"/>
                </a:lnTo>
                <a:lnTo>
                  <a:pt x="438878" y="34230"/>
                </a:lnTo>
                <a:lnTo>
                  <a:pt x="438275" y="33372"/>
                </a:lnTo>
                <a:lnTo>
                  <a:pt x="437644" y="32549"/>
                </a:lnTo>
                <a:lnTo>
                  <a:pt x="436982" y="31760"/>
                </a:lnTo>
                <a:lnTo>
                  <a:pt x="436296" y="31004"/>
                </a:lnTo>
                <a:lnTo>
                  <a:pt x="435590" y="30280"/>
                </a:lnTo>
                <a:lnTo>
                  <a:pt x="434862" y="29588"/>
                </a:lnTo>
                <a:lnTo>
                  <a:pt x="434115" y="28929"/>
                </a:lnTo>
                <a:lnTo>
                  <a:pt x="433346" y="28302"/>
                </a:lnTo>
                <a:lnTo>
                  <a:pt x="432557" y="27707"/>
                </a:lnTo>
                <a:lnTo>
                  <a:pt x="431748" y="27144"/>
                </a:lnTo>
                <a:lnTo>
                  <a:pt x="430918" y="26613"/>
                </a:lnTo>
                <a:lnTo>
                  <a:pt x="430067" y="26114"/>
                </a:lnTo>
                <a:lnTo>
                  <a:pt x="429196" y="25648"/>
                </a:lnTo>
                <a:lnTo>
                  <a:pt x="428305" y="25213"/>
                </a:lnTo>
                <a:lnTo>
                  <a:pt x="427392" y="24811"/>
                </a:lnTo>
                <a:lnTo>
                  <a:pt x="426460" y="24441"/>
                </a:lnTo>
                <a:lnTo>
                  <a:pt x="425506" y="24104"/>
                </a:lnTo>
                <a:lnTo>
                  <a:pt x="424532" y="23798"/>
                </a:lnTo>
                <a:lnTo>
                  <a:pt x="423538" y="23525"/>
                </a:lnTo>
                <a:lnTo>
                  <a:pt x="422523" y="23283"/>
                </a:lnTo>
                <a:lnTo>
                  <a:pt x="421487" y="23074"/>
                </a:lnTo>
                <a:lnTo>
                  <a:pt x="420431" y="22897"/>
                </a:lnTo>
                <a:lnTo>
                  <a:pt x="419355" y="22753"/>
                </a:lnTo>
                <a:lnTo>
                  <a:pt x="418257" y="22640"/>
                </a:lnTo>
                <a:lnTo>
                  <a:pt x="417140" y="22560"/>
                </a:lnTo>
                <a:lnTo>
                  <a:pt x="416001" y="22511"/>
                </a:lnTo>
                <a:lnTo>
                  <a:pt x="414842" y="22495"/>
                </a:lnTo>
                <a:lnTo>
                  <a:pt x="413809" y="22511"/>
                </a:lnTo>
                <a:lnTo>
                  <a:pt x="412791" y="22557"/>
                </a:lnTo>
                <a:lnTo>
                  <a:pt x="411787" y="22634"/>
                </a:lnTo>
                <a:lnTo>
                  <a:pt x="410799" y="22741"/>
                </a:lnTo>
                <a:lnTo>
                  <a:pt x="409826" y="22879"/>
                </a:lnTo>
                <a:lnTo>
                  <a:pt x="408867" y="23048"/>
                </a:lnTo>
                <a:lnTo>
                  <a:pt x="407924" y="23248"/>
                </a:lnTo>
                <a:lnTo>
                  <a:pt x="406995" y="23479"/>
                </a:lnTo>
                <a:lnTo>
                  <a:pt x="406082" y="23740"/>
                </a:lnTo>
                <a:lnTo>
                  <a:pt x="405184" y="24032"/>
                </a:lnTo>
                <a:lnTo>
                  <a:pt x="404300" y="24354"/>
                </a:lnTo>
                <a:lnTo>
                  <a:pt x="403432" y="24708"/>
                </a:lnTo>
                <a:lnTo>
                  <a:pt x="402579" y="25092"/>
                </a:lnTo>
                <a:lnTo>
                  <a:pt x="401740" y="25507"/>
                </a:lnTo>
                <a:lnTo>
                  <a:pt x="400917" y="25952"/>
                </a:lnTo>
                <a:lnTo>
                  <a:pt x="400109" y="26429"/>
                </a:lnTo>
                <a:lnTo>
                  <a:pt x="399315" y="26936"/>
                </a:lnTo>
                <a:lnTo>
                  <a:pt x="398537" y="27473"/>
                </a:lnTo>
                <a:lnTo>
                  <a:pt x="397774" y="28042"/>
                </a:lnTo>
                <a:lnTo>
                  <a:pt x="397025" y="28641"/>
                </a:lnTo>
                <a:lnTo>
                  <a:pt x="396292" y="29271"/>
                </a:lnTo>
                <a:lnTo>
                  <a:pt x="395574" y="29932"/>
                </a:lnTo>
                <a:lnTo>
                  <a:pt x="394871" y="30623"/>
                </a:lnTo>
                <a:lnTo>
                  <a:pt x="394182" y="31345"/>
                </a:lnTo>
                <a:lnTo>
                  <a:pt x="393516" y="32095"/>
                </a:lnTo>
                <a:lnTo>
                  <a:pt x="392877" y="32867"/>
                </a:lnTo>
                <a:lnTo>
                  <a:pt x="392268" y="33664"/>
                </a:lnTo>
                <a:lnTo>
                  <a:pt x="391686" y="34484"/>
                </a:lnTo>
                <a:lnTo>
                  <a:pt x="391133" y="35327"/>
                </a:lnTo>
                <a:lnTo>
                  <a:pt x="390608" y="36194"/>
                </a:lnTo>
                <a:lnTo>
                  <a:pt x="390112" y="37085"/>
                </a:lnTo>
                <a:lnTo>
                  <a:pt x="389644" y="37999"/>
                </a:lnTo>
                <a:lnTo>
                  <a:pt x="389204" y="38936"/>
                </a:lnTo>
                <a:lnTo>
                  <a:pt x="388793" y="39897"/>
                </a:lnTo>
                <a:lnTo>
                  <a:pt x="388410" y="40882"/>
                </a:lnTo>
                <a:lnTo>
                  <a:pt x="388055" y="41890"/>
                </a:lnTo>
                <a:lnTo>
                  <a:pt x="387729" y="42922"/>
                </a:lnTo>
                <a:lnTo>
                  <a:pt x="387431" y="43977"/>
                </a:lnTo>
                <a:lnTo>
                  <a:pt x="387162" y="45056"/>
                </a:lnTo>
                <a:lnTo>
                  <a:pt x="386921" y="46158"/>
                </a:lnTo>
                <a:lnTo>
                  <a:pt x="386708" y="47284"/>
                </a:lnTo>
                <a:lnTo>
                  <a:pt x="386524" y="48433"/>
                </a:lnTo>
                <a:lnTo>
                  <a:pt x="386368" y="49606"/>
                </a:lnTo>
                <a:lnTo>
                  <a:pt x="386240" y="50803"/>
                </a:lnTo>
                <a:lnTo>
                  <a:pt x="386141" y="52023"/>
                </a:lnTo>
                <a:lnTo>
                  <a:pt x="386070" y="53266"/>
                </a:lnTo>
                <a:lnTo>
                  <a:pt x="386027" y="54533"/>
                </a:lnTo>
                <a:lnTo>
                  <a:pt x="386013" y="55824"/>
                </a:lnTo>
                <a:lnTo>
                  <a:pt x="386024" y="56906"/>
                </a:lnTo>
                <a:lnTo>
                  <a:pt x="386056" y="57973"/>
                </a:lnTo>
                <a:lnTo>
                  <a:pt x="386110" y="59024"/>
                </a:lnTo>
                <a:lnTo>
                  <a:pt x="386186" y="60060"/>
                </a:lnTo>
                <a:lnTo>
                  <a:pt x="386283" y="61080"/>
                </a:lnTo>
                <a:lnTo>
                  <a:pt x="386401" y="62084"/>
                </a:lnTo>
                <a:lnTo>
                  <a:pt x="386542" y="63073"/>
                </a:lnTo>
                <a:lnTo>
                  <a:pt x="386704" y="64046"/>
                </a:lnTo>
                <a:lnTo>
                  <a:pt x="386887" y="65003"/>
                </a:lnTo>
                <a:lnTo>
                  <a:pt x="387092" y="65945"/>
                </a:lnTo>
                <a:lnTo>
                  <a:pt x="387319" y="66871"/>
                </a:lnTo>
                <a:lnTo>
                  <a:pt x="387567" y="67782"/>
                </a:lnTo>
                <a:lnTo>
                  <a:pt x="387837" y="68677"/>
                </a:lnTo>
                <a:lnTo>
                  <a:pt x="388128" y="69556"/>
                </a:lnTo>
                <a:lnTo>
                  <a:pt x="388441" y="70420"/>
                </a:lnTo>
                <a:lnTo>
                  <a:pt x="388776" y="71268"/>
                </a:lnTo>
                <a:lnTo>
                  <a:pt x="389132" y="72100"/>
                </a:lnTo>
                <a:lnTo>
                  <a:pt x="389509" y="72917"/>
                </a:lnTo>
                <a:lnTo>
                  <a:pt x="389909" y="73718"/>
                </a:lnTo>
                <a:lnTo>
                  <a:pt x="390330" y="74504"/>
                </a:lnTo>
                <a:lnTo>
                  <a:pt x="390772" y="75274"/>
                </a:lnTo>
                <a:lnTo>
                  <a:pt x="391236" y="76028"/>
                </a:lnTo>
                <a:lnTo>
                  <a:pt x="391722" y="76767"/>
                </a:lnTo>
                <a:lnTo>
                  <a:pt x="392229" y="77490"/>
                </a:lnTo>
                <a:lnTo>
                  <a:pt x="392900" y="78364"/>
                </a:lnTo>
                <a:lnTo>
                  <a:pt x="393600" y="79202"/>
                </a:lnTo>
                <a:lnTo>
                  <a:pt x="394330" y="80001"/>
                </a:lnTo>
                <a:lnTo>
                  <a:pt x="395090" y="80764"/>
                </a:lnTo>
                <a:lnTo>
                  <a:pt x="395879" y="81490"/>
                </a:lnTo>
                <a:lnTo>
                  <a:pt x="396698" y="82178"/>
                </a:lnTo>
                <a:lnTo>
                  <a:pt x="397547" y="82829"/>
                </a:lnTo>
                <a:lnTo>
                  <a:pt x="398425" y="83443"/>
                </a:lnTo>
                <a:lnTo>
                  <a:pt x="399333" y="84020"/>
                </a:lnTo>
                <a:lnTo>
                  <a:pt x="400270" y="84559"/>
                </a:lnTo>
                <a:lnTo>
                  <a:pt x="401237" y="85061"/>
                </a:lnTo>
                <a:lnTo>
                  <a:pt x="402233" y="85526"/>
                </a:lnTo>
                <a:lnTo>
                  <a:pt x="403259" y="85954"/>
                </a:lnTo>
                <a:lnTo>
                  <a:pt x="404315" y="86345"/>
                </a:lnTo>
                <a:lnTo>
                  <a:pt x="405400" y="86698"/>
                </a:lnTo>
                <a:lnTo>
                  <a:pt x="406515" y="87014"/>
                </a:lnTo>
                <a:lnTo>
                  <a:pt x="407660" y="87294"/>
                </a:lnTo>
                <a:lnTo>
                  <a:pt x="408834" y="87535"/>
                </a:lnTo>
                <a:lnTo>
                  <a:pt x="410038" y="87740"/>
                </a:lnTo>
                <a:lnTo>
                  <a:pt x="411271" y="87907"/>
                </a:lnTo>
                <a:lnTo>
                  <a:pt x="412534" y="88038"/>
                </a:lnTo>
                <a:lnTo>
                  <a:pt x="413826" y="88131"/>
                </a:lnTo>
                <a:lnTo>
                  <a:pt x="415148" y="88186"/>
                </a:lnTo>
                <a:lnTo>
                  <a:pt x="416500" y="88205"/>
                </a:lnTo>
                <a:lnTo>
                  <a:pt x="417357" y="88197"/>
                </a:lnTo>
                <a:lnTo>
                  <a:pt x="418203" y="88172"/>
                </a:lnTo>
                <a:lnTo>
                  <a:pt x="419036" y="88131"/>
                </a:lnTo>
                <a:lnTo>
                  <a:pt x="419857" y="88073"/>
                </a:lnTo>
                <a:lnTo>
                  <a:pt x="420666" y="87999"/>
                </a:lnTo>
                <a:lnTo>
                  <a:pt x="421463" y="87908"/>
                </a:lnTo>
                <a:lnTo>
                  <a:pt x="422249" y="87801"/>
                </a:lnTo>
                <a:lnTo>
                  <a:pt x="423022" y="87677"/>
                </a:lnTo>
                <a:lnTo>
                  <a:pt x="423783" y="87537"/>
                </a:lnTo>
                <a:lnTo>
                  <a:pt x="424532" y="87380"/>
                </a:lnTo>
                <a:lnTo>
                  <a:pt x="425269" y="87207"/>
                </a:lnTo>
                <a:lnTo>
                  <a:pt x="425994" y="87017"/>
                </a:lnTo>
                <a:lnTo>
                  <a:pt x="426707" y="86811"/>
                </a:lnTo>
                <a:lnTo>
                  <a:pt x="427408" y="86588"/>
                </a:lnTo>
                <a:lnTo>
                  <a:pt x="428097" y="86349"/>
                </a:lnTo>
                <a:lnTo>
                  <a:pt x="428774" y="86094"/>
                </a:lnTo>
                <a:lnTo>
                  <a:pt x="429439" y="85821"/>
                </a:lnTo>
                <a:lnTo>
                  <a:pt x="430091" y="85533"/>
                </a:lnTo>
                <a:lnTo>
                  <a:pt x="430732" y="85228"/>
                </a:lnTo>
                <a:lnTo>
                  <a:pt x="431361" y="84906"/>
                </a:lnTo>
                <a:lnTo>
                  <a:pt x="431978" y="84568"/>
                </a:lnTo>
                <a:lnTo>
                  <a:pt x="432583" y="84213"/>
                </a:lnTo>
                <a:lnTo>
                  <a:pt x="433175" y="83842"/>
                </a:lnTo>
                <a:lnTo>
                  <a:pt x="433756" y="83454"/>
                </a:lnTo>
                <a:lnTo>
                  <a:pt x="434324" y="83051"/>
                </a:lnTo>
                <a:lnTo>
                  <a:pt x="434880" y="82633"/>
                </a:lnTo>
                <a:lnTo>
                  <a:pt x="435423" y="82199"/>
                </a:lnTo>
                <a:lnTo>
                  <a:pt x="435952" y="81750"/>
                </a:lnTo>
                <a:lnTo>
                  <a:pt x="436469" y="81287"/>
                </a:lnTo>
                <a:lnTo>
                  <a:pt x="436973" y="80808"/>
                </a:lnTo>
                <a:lnTo>
                  <a:pt x="437464" y="80314"/>
                </a:lnTo>
                <a:lnTo>
                  <a:pt x="437943" y="79805"/>
                </a:lnTo>
                <a:lnTo>
                  <a:pt x="438408" y="79282"/>
                </a:lnTo>
                <a:lnTo>
                  <a:pt x="438861" y="78743"/>
                </a:lnTo>
                <a:lnTo>
                  <a:pt x="439301" y="78189"/>
                </a:lnTo>
                <a:lnTo>
                  <a:pt x="439728" y="77620"/>
                </a:lnTo>
                <a:lnTo>
                  <a:pt x="440142" y="77036"/>
                </a:lnTo>
                <a:lnTo>
                  <a:pt x="440543" y="76436"/>
                </a:lnTo>
                <a:lnTo>
                  <a:pt x="440932" y="75822"/>
                </a:lnTo>
                <a:lnTo>
                  <a:pt x="441307" y="75193"/>
                </a:lnTo>
                <a:lnTo>
                  <a:pt x="441670" y="74549"/>
                </a:lnTo>
                <a:lnTo>
                  <a:pt x="442020" y="73889"/>
                </a:lnTo>
                <a:lnTo>
                  <a:pt x="442357" y="73215"/>
                </a:lnTo>
                <a:lnTo>
                  <a:pt x="442681" y="72525"/>
                </a:lnTo>
                <a:lnTo>
                  <a:pt x="442992" y="71821"/>
                </a:lnTo>
                <a:lnTo>
                  <a:pt x="443291" y="71101"/>
                </a:lnTo>
                <a:lnTo>
                  <a:pt x="443577" y="70367"/>
                </a:lnTo>
                <a:lnTo>
                  <a:pt x="443849" y="69617"/>
                </a:lnTo>
                <a:lnTo>
                  <a:pt x="427274" y="66775"/>
                </a:lnTo>
                <a:lnTo>
                  <a:pt x="427158" y="67165"/>
                </a:lnTo>
                <a:lnTo>
                  <a:pt x="427038" y="67547"/>
                </a:lnTo>
                <a:lnTo>
                  <a:pt x="426913" y="67919"/>
                </a:lnTo>
                <a:lnTo>
                  <a:pt x="426784" y="68282"/>
                </a:lnTo>
                <a:close/>
                <a:moveTo>
                  <a:pt x="403400" y="48312"/>
                </a:moveTo>
                <a:lnTo>
                  <a:pt x="403439" y="47782"/>
                </a:lnTo>
                <a:lnTo>
                  <a:pt x="403490" y="47261"/>
                </a:lnTo>
                <a:lnTo>
                  <a:pt x="403554" y="46750"/>
                </a:lnTo>
                <a:lnTo>
                  <a:pt x="403631" y="46249"/>
                </a:lnTo>
                <a:lnTo>
                  <a:pt x="403720" y="45757"/>
                </a:lnTo>
                <a:lnTo>
                  <a:pt x="403821" y="45276"/>
                </a:lnTo>
                <a:lnTo>
                  <a:pt x="403936" y="44804"/>
                </a:lnTo>
                <a:lnTo>
                  <a:pt x="404062" y="44342"/>
                </a:lnTo>
                <a:lnTo>
                  <a:pt x="404202" y="43890"/>
                </a:lnTo>
                <a:lnTo>
                  <a:pt x="404353" y="43448"/>
                </a:lnTo>
                <a:lnTo>
                  <a:pt x="404518" y="43016"/>
                </a:lnTo>
                <a:lnTo>
                  <a:pt x="404695" y="42593"/>
                </a:lnTo>
                <a:lnTo>
                  <a:pt x="404884" y="42180"/>
                </a:lnTo>
                <a:lnTo>
                  <a:pt x="405086" y="41777"/>
                </a:lnTo>
                <a:lnTo>
                  <a:pt x="405300" y="41384"/>
                </a:lnTo>
                <a:lnTo>
                  <a:pt x="405527" y="41001"/>
                </a:lnTo>
                <a:lnTo>
                  <a:pt x="405767" y="40627"/>
                </a:lnTo>
                <a:lnTo>
                  <a:pt x="406019" y="40264"/>
                </a:lnTo>
                <a:lnTo>
                  <a:pt x="406284" y="39910"/>
                </a:lnTo>
                <a:lnTo>
                  <a:pt x="406561" y="39566"/>
                </a:lnTo>
                <a:lnTo>
                  <a:pt x="406851" y="39232"/>
                </a:lnTo>
                <a:lnTo>
                  <a:pt x="407150" y="38909"/>
                </a:lnTo>
                <a:lnTo>
                  <a:pt x="407456" y="38601"/>
                </a:lnTo>
                <a:lnTo>
                  <a:pt x="407768" y="38306"/>
                </a:lnTo>
                <a:lnTo>
                  <a:pt x="408087" y="38025"/>
                </a:lnTo>
                <a:lnTo>
                  <a:pt x="408413" y="37757"/>
                </a:lnTo>
                <a:lnTo>
                  <a:pt x="408745" y="37504"/>
                </a:lnTo>
                <a:lnTo>
                  <a:pt x="409084" y="37264"/>
                </a:lnTo>
                <a:lnTo>
                  <a:pt x="409429" y="37037"/>
                </a:lnTo>
                <a:lnTo>
                  <a:pt x="409781" y="36825"/>
                </a:lnTo>
                <a:lnTo>
                  <a:pt x="410139" y="36626"/>
                </a:lnTo>
                <a:lnTo>
                  <a:pt x="410505" y="36441"/>
                </a:lnTo>
                <a:lnTo>
                  <a:pt x="410876" y="36269"/>
                </a:lnTo>
                <a:lnTo>
                  <a:pt x="411254" y="36112"/>
                </a:lnTo>
                <a:lnTo>
                  <a:pt x="411639" y="35968"/>
                </a:lnTo>
                <a:lnTo>
                  <a:pt x="412031" y="35837"/>
                </a:lnTo>
                <a:lnTo>
                  <a:pt x="412428" y="35721"/>
                </a:lnTo>
                <a:lnTo>
                  <a:pt x="412833" y="35618"/>
                </a:lnTo>
                <a:lnTo>
                  <a:pt x="413244" y="35529"/>
                </a:lnTo>
                <a:lnTo>
                  <a:pt x="413662" y="35453"/>
                </a:lnTo>
                <a:lnTo>
                  <a:pt x="414086" y="35392"/>
                </a:lnTo>
                <a:lnTo>
                  <a:pt x="414517" y="35344"/>
                </a:lnTo>
                <a:lnTo>
                  <a:pt x="414954" y="35309"/>
                </a:lnTo>
                <a:lnTo>
                  <a:pt x="415398" y="35289"/>
                </a:lnTo>
                <a:lnTo>
                  <a:pt x="415849" y="35282"/>
                </a:lnTo>
                <a:lnTo>
                  <a:pt x="416270" y="35289"/>
                </a:lnTo>
                <a:lnTo>
                  <a:pt x="416687" y="35308"/>
                </a:lnTo>
                <a:lnTo>
                  <a:pt x="417098" y="35341"/>
                </a:lnTo>
                <a:lnTo>
                  <a:pt x="417503" y="35386"/>
                </a:lnTo>
                <a:lnTo>
                  <a:pt x="417903" y="35445"/>
                </a:lnTo>
                <a:lnTo>
                  <a:pt x="418298" y="35516"/>
                </a:lnTo>
                <a:lnTo>
                  <a:pt x="418688" y="35601"/>
                </a:lnTo>
                <a:lnTo>
                  <a:pt x="419072" y="35698"/>
                </a:lnTo>
                <a:lnTo>
                  <a:pt x="419451" y="35809"/>
                </a:lnTo>
                <a:lnTo>
                  <a:pt x="419824" y="35932"/>
                </a:lnTo>
                <a:lnTo>
                  <a:pt x="420192" y="36069"/>
                </a:lnTo>
                <a:lnTo>
                  <a:pt x="420555" y="36218"/>
                </a:lnTo>
                <a:lnTo>
                  <a:pt x="420912" y="36381"/>
                </a:lnTo>
                <a:lnTo>
                  <a:pt x="421265" y="36556"/>
                </a:lnTo>
                <a:lnTo>
                  <a:pt x="421611" y="36745"/>
                </a:lnTo>
                <a:lnTo>
                  <a:pt x="421953" y="36946"/>
                </a:lnTo>
                <a:lnTo>
                  <a:pt x="422289" y="37161"/>
                </a:lnTo>
                <a:lnTo>
                  <a:pt x="422620" y="37388"/>
                </a:lnTo>
                <a:lnTo>
                  <a:pt x="422945" y="37629"/>
                </a:lnTo>
                <a:lnTo>
                  <a:pt x="423265" y="37882"/>
                </a:lnTo>
                <a:lnTo>
                  <a:pt x="423580" y="38149"/>
                </a:lnTo>
                <a:lnTo>
                  <a:pt x="423889" y="38428"/>
                </a:lnTo>
                <a:lnTo>
                  <a:pt x="424193" y="38721"/>
                </a:lnTo>
                <a:lnTo>
                  <a:pt x="424492" y="39026"/>
                </a:lnTo>
                <a:lnTo>
                  <a:pt x="424782" y="39344"/>
                </a:lnTo>
                <a:lnTo>
                  <a:pt x="425060" y="39674"/>
                </a:lnTo>
                <a:lnTo>
                  <a:pt x="425327" y="40016"/>
                </a:lnTo>
                <a:lnTo>
                  <a:pt x="425582" y="40370"/>
                </a:lnTo>
                <a:lnTo>
                  <a:pt x="425825" y="40736"/>
                </a:lnTo>
                <a:lnTo>
                  <a:pt x="426057" y="41114"/>
                </a:lnTo>
                <a:lnTo>
                  <a:pt x="426277" y="41504"/>
                </a:lnTo>
                <a:lnTo>
                  <a:pt x="426485" y="41906"/>
                </a:lnTo>
                <a:lnTo>
                  <a:pt x="426681" y="42319"/>
                </a:lnTo>
                <a:lnTo>
                  <a:pt x="426866" y="42745"/>
                </a:lnTo>
                <a:lnTo>
                  <a:pt x="427039" y="43183"/>
                </a:lnTo>
                <a:lnTo>
                  <a:pt x="427200" y="43633"/>
                </a:lnTo>
                <a:lnTo>
                  <a:pt x="427350" y="44094"/>
                </a:lnTo>
                <a:lnTo>
                  <a:pt x="427487" y="44568"/>
                </a:lnTo>
                <a:lnTo>
                  <a:pt x="427613" y="45054"/>
                </a:lnTo>
                <a:lnTo>
                  <a:pt x="427728" y="45551"/>
                </a:lnTo>
                <a:lnTo>
                  <a:pt x="427831" y="46061"/>
                </a:lnTo>
                <a:lnTo>
                  <a:pt x="427921" y="46582"/>
                </a:lnTo>
                <a:lnTo>
                  <a:pt x="428001" y="47116"/>
                </a:lnTo>
                <a:lnTo>
                  <a:pt x="428068" y="47661"/>
                </a:lnTo>
                <a:lnTo>
                  <a:pt x="428124" y="48219"/>
                </a:lnTo>
                <a:lnTo>
                  <a:pt x="428168" y="48788"/>
                </a:lnTo>
                <a:lnTo>
                  <a:pt x="428201" y="49370"/>
                </a:lnTo>
                <a:lnTo>
                  <a:pt x="428221" y="49963"/>
                </a:lnTo>
                <a:lnTo>
                  <a:pt x="403358" y="49963"/>
                </a:lnTo>
                <a:lnTo>
                  <a:pt x="403359" y="49403"/>
                </a:lnTo>
                <a:lnTo>
                  <a:pt x="403373" y="48853"/>
                </a:lnTo>
                <a:lnTo>
                  <a:pt x="403400" y="48312"/>
                </a:lnTo>
                <a:close/>
                <a:moveTo>
                  <a:pt x="101109" y="86784"/>
                </a:moveTo>
                <a:lnTo>
                  <a:pt x="117744" y="86784"/>
                </a:lnTo>
                <a:lnTo>
                  <a:pt x="117744" y="23916"/>
                </a:lnTo>
                <a:lnTo>
                  <a:pt x="101109" y="23916"/>
                </a:lnTo>
                <a:lnTo>
                  <a:pt x="101109" y="86784"/>
                </a:lnTo>
                <a:close/>
                <a:moveTo>
                  <a:pt x="572845" y="15391"/>
                </a:moveTo>
                <a:lnTo>
                  <a:pt x="589480" y="15391"/>
                </a:lnTo>
                <a:lnTo>
                  <a:pt x="589480" y="0"/>
                </a:lnTo>
                <a:lnTo>
                  <a:pt x="572845" y="0"/>
                </a:lnTo>
                <a:lnTo>
                  <a:pt x="572845" y="15391"/>
                </a:lnTo>
                <a:close/>
                <a:moveTo>
                  <a:pt x="841198" y="86762"/>
                </a:moveTo>
                <a:lnTo>
                  <a:pt x="842486" y="86749"/>
                </a:lnTo>
                <a:lnTo>
                  <a:pt x="843732" y="86735"/>
                </a:lnTo>
                <a:lnTo>
                  <a:pt x="844935" y="86720"/>
                </a:lnTo>
                <a:lnTo>
                  <a:pt x="846095" y="86703"/>
                </a:lnTo>
                <a:lnTo>
                  <a:pt x="847212" y="86685"/>
                </a:lnTo>
                <a:lnTo>
                  <a:pt x="848285" y="86666"/>
                </a:lnTo>
                <a:lnTo>
                  <a:pt x="849316" y="86646"/>
                </a:lnTo>
                <a:lnTo>
                  <a:pt x="850304" y="86624"/>
                </a:lnTo>
                <a:lnTo>
                  <a:pt x="851249" y="86601"/>
                </a:lnTo>
                <a:lnTo>
                  <a:pt x="852151" y="86577"/>
                </a:lnTo>
                <a:lnTo>
                  <a:pt x="853010" y="86552"/>
                </a:lnTo>
                <a:lnTo>
                  <a:pt x="853827" y="86525"/>
                </a:lnTo>
                <a:lnTo>
                  <a:pt x="854600" y="86498"/>
                </a:lnTo>
                <a:lnTo>
                  <a:pt x="855330" y="86469"/>
                </a:lnTo>
                <a:lnTo>
                  <a:pt x="856017" y="86438"/>
                </a:lnTo>
                <a:lnTo>
                  <a:pt x="856662" y="86407"/>
                </a:lnTo>
                <a:lnTo>
                  <a:pt x="857263" y="86374"/>
                </a:lnTo>
                <a:lnTo>
                  <a:pt x="857821" y="86340"/>
                </a:lnTo>
                <a:lnTo>
                  <a:pt x="858337" y="86305"/>
                </a:lnTo>
                <a:lnTo>
                  <a:pt x="858809" y="86269"/>
                </a:lnTo>
                <a:lnTo>
                  <a:pt x="859239" y="86231"/>
                </a:lnTo>
                <a:lnTo>
                  <a:pt x="859625" y="86192"/>
                </a:lnTo>
                <a:lnTo>
                  <a:pt x="860203" y="86124"/>
                </a:lnTo>
                <a:lnTo>
                  <a:pt x="860774" y="86046"/>
                </a:lnTo>
                <a:lnTo>
                  <a:pt x="861337" y="85959"/>
                </a:lnTo>
                <a:lnTo>
                  <a:pt x="861892" y="85864"/>
                </a:lnTo>
                <a:lnTo>
                  <a:pt x="862439" y="85759"/>
                </a:lnTo>
                <a:lnTo>
                  <a:pt x="862979" y="85646"/>
                </a:lnTo>
                <a:lnTo>
                  <a:pt x="863511" y="85523"/>
                </a:lnTo>
                <a:lnTo>
                  <a:pt x="864035" y="85392"/>
                </a:lnTo>
                <a:lnTo>
                  <a:pt x="864552" y="85251"/>
                </a:lnTo>
                <a:lnTo>
                  <a:pt x="865061" y="85102"/>
                </a:lnTo>
                <a:lnTo>
                  <a:pt x="865562" y="84944"/>
                </a:lnTo>
                <a:lnTo>
                  <a:pt x="866056" y="84777"/>
                </a:lnTo>
                <a:lnTo>
                  <a:pt x="866541" y="84601"/>
                </a:lnTo>
                <a:lnTo>
                  <a:pt x="867019" y="84415"/>
                </a:lnTo>
                <a:lnTo>
                  <a:pt x="867490" y="84221"/>
                </a:lnTo>
                <a:lnTo>
                  <a:pt x="867952" y="84018"/>
                </a:lnTo>
                <a:lnTo>
                  <a:pt x="868407" y="83806"/>
                </a:lnTo>
                <a:lnTo>
                  <a:pt x="868854" y="83586"/>
                </a:lnTo>
                <a:lnTo>
                  <a:pt x="869294" y="83356"/>
                </a:lnTo>
                <a:lnTo>
                  <a:pt x="869726" y="83117"/>
                </a:lnTo>
                <a:lnTo>
                  <a:pt x="870150" y="82869"/>
                </a:lnTo>
                <a:lnTo>
                  <a:pt x="870566" y="82613"/>
                </a:lnTo>
                <a:lnTo>
                  <a:pt x="870975" y="82347"/>
                </a:lnTo>
                <a:lnTo>
                  <a:pt x="871376" y="82072"/>
                </a:lnTo>
                <a:lnTo>
                  <a:pt x="871770" y="81789"/>
                </a:lnTo>
                <a:lnTo>
                  <a:pt x="872156" y="81498"/>
                </a:lnTo>
                <a:lnTo>
                  <a:pt x="872536" y="81200"/>
                </a:lnTo>
                <a:lnTo>
                  <a:pt x="872909" y="80893"/>
                </a:lnTo>
                <a:lnTo>
                  <a:pt x="873274" y="80579"/>
                </a:lnTo>
                <a:lnTo>
                  <a:pt x="873633" y="80257"/>
                </a:lnTo>
                <a:lnTo>
                  <a:pt x="873985" y="79927"/>
                </a:lnTo>
                <a:lnTo>
                  <a:pt x="874329" y="79589"/>
                </a:lnTo>
                <a:lnTo>
                  <a:pt x="874667" y="79243"/>
                </a:lnTo>
                <a:lnTo>
                  <a:pt x="874998" y="78890"/>
                </a:lnTo>
                <a:lnTo>
                  <a:pt x="875321" y="78529"/>
                </a:lnTo>
                <a:lnTo>
                  <a:pt x="875638" y="78160"/>
                </a:lnTo>
                <a:lnTo>
                  <a:pt x="875948" y="77783"/>
                </a:lnTo>
                <a:lnTo>
                  <a:pt x="876251" y="77398"/>
                </a:lnTo>
                <a:lnTo>
                  <a:pt x="876547" y="77006"/>
                </a:lnTo>
                <a:lnTo>
                  <a:pt x="876835" y="76606"/>
                </a:lnTo>
                <a:lnTo>
                  <a:pt x="877117" y="76198"/>
                </a:lnTo>
                <a:lnTo>
                  <a:pt x="877392" y="75782"/>
                </a:lnTo>
                <a:lnTo>
                  <a:pt x="877660" y="75358"/>
                </a:lnTo>
                <a:lnTo>
                  <a:pt x="877921" y="74927"/>
                </a:lnTo>
                <a:lnTo>
                  <a:pt x="878174" y="74487"/>
                </a:lnTo>
                <a:lnTo>
                  <a:pt x="878421" y="74040"/>
                </a:lnTo>
                <a:lnTo>
                  <a:pt x="878661" y="73585"/>
                </a:lnTo>
                <a:lnTo>
                  <a:pt x="878894" y="73122"/>
                </a:lnTo>
                <a:lnTo>
                  <a:pt x="879119" y="72655"/>
                </a:lnTo>
                <a:lnTo>
                  <a:pt x="879334" y="72187"/>
                </a:lnTo>
                <a:lnTo>
                  <a:pt x="879539" y="71717"/>
                </a:lnTo>
                <a:lnTo>
                  <a:pt x="879735" y="71246"/>
                </a:lnTo>
                <a:lnTo>
                  <a:pt x="879922" y="70774"/>
                </a:lnTo>
                <a:lnTo>
                  <a:pt x="880098" y="70301"/>
                </a:lnTo>
                <a:lnTo>
                  <a:pt x="880266" y="69827"/>
                </a:lnTo>
                <a:lnTo>
                  <a:pt x="880423" y="69352"/>
                </a:lnTo>
                <a:lnTo>
                  <a:pt x="880572" y="68875"/>
                </a:lnTo>
                <a:lnTo>
                  <a:pt x="880710" y="68398"/>
                </a:lnTo>
                <a:lnTo>
                  <a:pt x="880839" y="67919"/>
                </a:lnTo>
                <a:lnTo>
                  <a:pt x="880959" y="67439"/>
                </a:lnTo>
                <a:lnTo>
                  <a:pt x="881069" y="66959"/>
                </a:lnTo>
                <a:lnTo>
                  <a:pt x="881169" y="66476"/>
                </a:lnTo>
                <a:lnTo>
                  <a:pt x="881260" y="65993"/>
                </a:lnTo>
                <a:lnTo>
                  <a:pt x="881341" y="65509"/>
                </a:lnTo>
                <a:lnTo>
                  <a:pt x="881413" y="65024"/>
                </a:lnTo>
                <a:lnTo>
                  <a:pt x="881475" y="64537"/>
                </a:lnTo>
                <a:lnTo>
                  <a:pt x="881527" y="64049"/>
                </a:lnTo>
                <a:lnTo>
                  <a:pt x="881570" y="63560"/>
                </a:lnTo>
                <a:lnTo>
                  <a:pt x="881604" y="63070"/>
                </a:lnTo>
                <a:lnTo>
                  <a:pt x="881628" y="62579"/>
                </a:lnTo>
                <a:lnTo>
                  <a:pt x="881642" y="62087"/>
                </a:lnTo>
                <a:lnTo>
                  <a:pt x="881647" y="61594"/>
                </a:lnTo>
                <a:lnTo>
                  <a:pt x="881639" y="60970"/>
                </a:lnTo>
                <a:lnTo>
                  <a:pt x="881617" y="60352"/>
                </a:lnTo>
                <a:lnTo>
                  <a:pt x="881580" y="59742"/>
                </a:lnTo>
                <a:lnTo>
                  <a:pt x="881528" y="59138"/>
                </a:lnTo>
                <a:lnTo>
                  <a:pt x="881462" y="58542"/>
                </a:lnTo>
                <a:lnTo>
                  <a:pt x="881380" y="57951"/>
                </a:lnTo>
                <a:lnTo>
                  <a:pt x="881284" y="57368"/>
                </a:lnTo>
                <a:lnTo>
                  <a:pt x="881173" y="56792"/>
                </a:lnTo>
                <a:lnTo>
                  <a:pt x="881047" y="56222"/>
                </a:lnTo>
                <a:lnTo>
                  <a:pt x="880907" y="55659"/>
                </a:lnTo>
                <a:lnTo>
                  <a:pt x="880751" y="55103"/>
                </a:lnTo>
                <a:lnTo>
                  <a:pt x="880581" y="54554"/>
                </a:lnTo>
                <a:lnTo>
                  <a:pt x="880396" y="54012"/>
                </a:lnTo>
                <a:lnTo>
                  <a:pt x="880196" y="53476"/>
                </a:lnTo>
                <a:lnTo>
                  <a:pt x="879982" y="52947"/>
                </a:lnTo>
                <a:lnTo>
                  <a:pt x="879752" y="52425"/>
                </a:lnTo>
                <a:lnTo>
                  <a:pt x="879508" y="51910"/>
                </a:lnTo>
                <a:lnTo>
                  <a:pt x="879249" y="51402"/>
                </a:lnTo>
                <a:lnTo>
                  <a:pt x="878975" y="50900"/>
                </a:lnTo>
                <a:lnTo>
                  <a:pt x="878687" y="50405"/>
                </a:lnTo>
                <a:lnTo>
                  <a:pt x="878383" y="49917"/>
                </a:lnTo>
                <a:lnTo>
                  <a:pt x="878065" y="49436"/>
                </a:lnTo>
                <a:lnTo>
                  <a:pt x="877732" y="48962"/>
                </a:lnTo>
                <a:lnTo>
                  <a:pt x="877385" y="48494"/>
                </a:lnTo>
                <a:lnTo>
                  <a:pt x="877023" y="48036"/>
                </a:lnTo>
                <a:lnTo>
                  <a:pt x="876649" y="47588"/>
                </a:lnTo>
                <a:lnTo>
                  <a:pt x="876262" y="47152"/>
                </a:lnTo>
                <a:lnTo>
                  <a:pt x="875862" y="46727"/>
                </a:lnTo>
                <a:lnTo>
                  <a:pt x="875449" y="46314"/>
                </a:lnTo>
                <a:lnTo>
                  <a:pt x="875024" y="45912"/>
                </a:lnTo>
                <a:lnTo>
                  <a:pt x="874586" y="45521"/>
                </a:lnTo>
                <a:lnTo>
                  <a:pt x="874135" y="45142"/>
                </a:lnTo>
                <a:lnTo>
                  <a:pt x="873672" y="44774"/>
                </a:lnTo>
                <a:lnTo>
                  <a:pt x="873195" y="44417"/>
                </a:lnTo>
                <a:lnTo>
                  <a:pt x="872706" y="44071"/>
                </a:lnTo>
                <a:lnTo>
                  <a:pt x="872205" y="43737"/>
                </a:lnTo>
                <a:lnTo>
                  <a:pt x="871690" y="43414"/>
                </a:lnTo>
                <a:lnTo>
                  <a:pt x="871163" y="43103"/>
                </a:lnTo>
                <a:lnTo>
                  <a:pt x="870623" y="42803"/>
                </a:lnTo>
                <a:lnTo>
                  <a:pt x="870070" y="42514"/>
                </a:lnTo>
                <a:lnTo>
                  <a:pt x="869505" y="42236"/>
                </a:lnTo>
                <a:lnTo>
                  <a:pt x="868927" y="41970"/>
                </a:lnTo>
                <a:lnTo>
                  <a:pt x="868336" y="41715"/>
                </a:lnTo>
                <a:lnTo>
                  <a:pt x="867732" y="41471"/>
                </a:lnTo>
                <a:lnTo>
                  <a:pt x="867116" y="41239"/>
                </a:lnTo>
                <a:lnTo>
                  <a:pt x="866486" y="41018"/>
                </a:lnTo>
                <a:lnTo>
                  <a:pt x="865844" y="40808"/>
                </a:lnTo>
                <a:lnTo>
                  <a:pt x="865190" y="40610"/>
                </a:lnTo>
                <a:lnTo>
                  <a:pt x="865654" y="40394"/>
                </a:lnTo>
                <a:lnTo>
                  <a:pt x="866111" y="40169"/>
                </a:lnTo>
                <a:lnTo>
                  <a:pt x="866559" y="39935"/>
                </a:lnTo>
                <a:lnTo>
                  <a:pt x="866999" y="39692"/>
                </a:lnTo>
                <a:lnTo>
                  <a:pt x="867432" y="39440"/>
                </a:lnTo>
                <a:lnTo>
                  <a:pt x="867856" y="39180"/>
                </a:lnTo>
                <a:lnTo>
                  <a:pt x="868271" y="38911"/>
                </a:lnTo>
                <a:lnTo>
                  <a:pt x="868679" y="38633"/>
                </a:lnTo>
                <a:lnTo>
                  <a:pt x="869079" y="38346"/>
                </a:lnTo>
                <a:lnTo>
                  <a:pt x="869470" y="38050"/>
                </a:lnTo>
                <a:lnTo>
                  <a:pt x="869854" y="37746"/>
                </a:lnTo>
                <a:lnTo>
                  <a:pt x="870229" y="37433"/>
                </a:lnTo>
                <a:lnTo>
                  <a:pt x="870596" y="37110"/>
                </a:lnTo>
                <a:lnTo>
                  <a:pt x="870955" y="36779"/>
                </a:lnTo>
                <a:lnTo>
                  <a:pt x="871306" y="36440"/>
                </a:lnTo>
                <a:lnTo>
                  <a:pt x="871649" y="36091"/>
                </a:lnTo>
                <a:lnTo>
                  <a:pt x="871984" y="35734"/>
                </a:lnTo>
                <a:lnTo>
                  <a:pt x="872310" y="35367"/>
                </a:lnTo>
                <a:lnTo>
                  <a:pt x="872629" y="34992"/>
                </a:lnTo>
                <a:lnTo>
                  <a:pt x="872939" y="34608"/>
                </a:lnTo>
                <a:lnTo>
                  <a:pt x="873241" y="34216"/>
                </a:lnTo>
                <a:lnTo>
                  <a:pt x="873535" y="33814"/>
                </a:lnTo>
                <a:lnTo>
                  <a:pt x="873821" y="33404"/>
                </a:lnTo>
                <a:lnTo>
                  <a:pt x="874099" y="32984"/>
                </a:lnTo>
                <a:lnTo>
                  <a:pt x="874367" y="32559"/>
                </a:lnTo>
                <a:lnTo>
                  <a:pt x="874624" y="32130"/>
                </a:lnTo>
                <a:lnTo>
                  <a:pt x="874869" y="31698"/>
                </a:lnTo>
                <a:lnTo>
                  <a:pt x="875103" y="31262"/>
                </a:lnTo>
                <a:lnTo>
                  <a:pt x="875325" y="30823"/>
                </a:lnTo>
                <a:lnTo>
                  <a:pt x="875536" y="30380"/>
                </a:lnTo>
                <a:lnTo>
                  <a:pt x="875736" y="29933"/>
                </a:lnTo>
                <a:lnTo>
                  <a:pt x="875924" y="29484"/>
                </a:lnTo>
                <a:lnTo>
                  <a:pt x="876101" y="29030"/>
                </a:lnTo>
                <a:lnTo>
                  <a:pt x="876267" y="28574"/>
                </a:lnTo>
                <a:lnTo>
                  <a:pt x="876421" y="28113"/>
                </a:lnTo>
                <a:lnTo>
                  <a:pt x="876563" y="27650"/>
                </a:lnTo>
                <a:lnTo>
                  <a:pt x="876694" y="27182"/>
                </a:lnTo>
                <a:lnTo>
                  <a:pt x="876814" y="26712"/>
                </a:lnTo>
                <a:lnTo>
                  <a:pt x="876923" y="26237"/>
                </a:lnTo>
                <a:lnTo>
                  <a:pt x="877019" y="25760"/>
                </a:lnTo>
                <a:lnTo>
                  <a:pt x="877105" y="25279"/>
                </a:lnTo>
                <a:lnTo>
                  <a:pt x="877179" y="24794"/>
                </a:lnTo>
                <a:lnTo>
                  <a:pt x="877242" y="24306"/>
                </a:lnTo>
                <a:lnTo>
                  <a:pt x="877293" y="23814"/>
                </a:lnTo>
                <a:lnTo>
                  <a:pt x="877333" y="23319"/>
                </a:lnTo>
                <a:lnTo>
                  <a:pt x="877362" y="22820"/>
                </a:lnTo>
                <a:lnTo>
                  <a:pt x="877379" y="22318"/>
                </a:lnTo>
                <a:lnTo>
                  <a:pt x="877385" y="21813"/>
                </a:lnTo>
                <a:lnTo>
                  <a:pt x="877380" y="21346"/>
                </a:lnTo>
                <a:lnTo>
                  <a:pt x="877366" y="20884"/>
                </a:lnTo>
                <a:lnTo>
                  <a:pt x="877343" y="20426"/>
                </a:lnTo>
                <a:lnTo>
                  <a:pt x="877311" y="19971"/>
                </a:lnTo>
                <a:lnTo>
                  <a:pt x="877269" y="19520"/>
                </a:lnTo>
                <a:lnTo>
                  <a:pt x="877218" y="19073"/>
                </a:lnTo>
                <a:lnTo>
                  <a:pt x="877158" y="18630"/>
                </a:lnTo>
                <a:lnTo>
                  <a:pt x="877089" y="18190"/>
                </a:lnTo>
                <a:lnTo>
                  <a:pt x="877010" y="17754"/>
                </a:lnTo>
                <a:lnTo>
                  <a:pt x="876922" y="17322"/>
                </a:lnTo>
                <a:lnTo>
                  <a:pt x="876825" y="16894"/>
                </a:lnTo>
                <a:lnTo>
                  <a:pt x="876719" y="16470"/>
                </a:lnTo>
                <a:lnTo>
                  <a:pt x="876603" y="16049"/>
                </a:lnTo>
                <a:lnTo>
                  <a:pt x="876478" y="15633"/>
                </a:lnTo>
                <a:lnTo>
                  <a:pt x="876344" y="15220"/>
                </a:lnTo>
                <a:lnTo>
                  <a:pt x="876201" y="14811"/>
                </a:lnTo>
                <a:lnTo>
                  <a:pt x="876048" y="14406"/>
                </a:lnTo>
                <a:lnTo>
                  <a:pt x="875886" y="14004"/>
                </a:lnTo>
                <a:lnTo>
                  <a:pt x="875715" y="13606"/>
                </a:lnTo>
                <a:lnTo>
                  <a:pt x="875535" y="13212"/>
                </a:lnTo>
                <a:lnTo>
                  <a:pt x="875345" y="12822"/>
                </a:lnTo>
                <a:lnTo>
                  <a:pt x="875146" y="12436"/>
                </a:lnTo>
                <a:lnTo>
                  <a:pt x="874938" y="12054"/>
                </a:lnTo>
                <a:lnTo>
                  <a:pt x="874721" y="11675"/>
                </a:lnTo>
                <a:lnTo>
                  <a:pt x="874496" y="11301"/>
                </a:lnTo>
                <a:lnTo>
                  <a:pt x="874267" y="10934"/>
                </a:lnTo>
                <a:lnTo>
                  <a:pt x="874034" y="10572"/>
                </a:lnTo>
                <a:lnTo>
                  <a:pt x="873796" y="10217"/>
                </a:lnTo>
                <a:lnTo>
                  <a:pt x="873553" y="9869"/>
                </a:lnTo>
                <a:lnTo>
                  <a:pt x="873305" y="9526"/>
                </a:lnTo>
                <a:lnTo>
                  <a:pt x="873053" y="9190"/>
                </a:lnTo>
                <a:lnTo>
                  <a:pt x="872797" y="8860"/>
                </a:lnTo>
                <a:lnTo>
                  <a:pt x="872535" y="8537"/>
                </a:lnTo>
                <a:lnTo>
                  <a:pt x="872269" y="8219"/>
                </a:lnTo>
                <a:lnTo>
                  <a:pt x="871999" y="7908"/>
                </a:lnTo>
                <a:lnTo>
                  <a:pt x="871724" y="7603"/>
                </a:lnTo>
                <a:lnTo>
                  <a:pt x="871444" y="7305"/>
                </a:lnTo>
                <a:lnTo>
                  <a:pt x="871159" y="7012"/>
                </a:lnTo>
                <a:lnTo>
                  <a:pt x="870870" y="6726"/>
                </a:lnTo>
                <a:lnTo>
                  <a:pt x="870577" y="6447"/>
                </a:lnTo>
                <a:lnTo>
                  <a:pt x="870278" y="6173"/>
                </a:lnTo>
                <a:lnTo>
                  <a:pt x="869976" y="5906"/>
                </a:lnTo>
                <a:lnTo>
                  <a:pt x="869668" y="5645"/>
                </a:lnTo>
                <a:lnTo>
                  <a:pt x="869356" y="5390"/>
                </a:lnTo>
                <a:lnTo>
                  <a:pt x="869039" y="5142"/>
                </a:lnTo>
                <a:lnTo>
                  <a:pt x="868718" y="4900"/>
                </a:lnTo>
                <a:lnTo>
                  <a:pt x="868392" y="4664"/>
                </a:lnTo>
                <a:lnTo>
                  <a:pt x="868061" y="4434"/>
                </a:lnTo>
                <a:lnTo>
                  <a:pt x="867726" y="4211"/>
                </a:lnTo>
                <a:lnTo>
                  <a:pt x="867387" y="3994"/>
                </a:lnTo>
                <a:lnTo>
                  <a:pt x="867045" y="3784"/>
                </a:lnTo>
                <a:lnTo>
                  <a:pt x="866699" y="3580"/>
                </a:lnTo>
                <a:lnTo>
                  <a:pt x="866350" y="3382"/>
                </a:lnTo>
                <a:lnTo>
                  <a:pt x="865996" y="3191"/>
                </a:lnTo>
                <a:lnTo>
                  <a:pt x="865639" y="3006"/>
                </a:lnTo>
                <a:lnTo>
                  <a:pt x="865279" y="2828"/>
                </a:lnTo>
                <a:lnTo>
                  <a:pt x="864914" y="2657"/>
                </a:lnTo>
                <a:lnTo>
                  <a:pt x="864546" y="2492"/>
                </a:lnTo>
                <a:lnTo>
                  <a:pt x="864174" y="2333"/>
                </a:lnTo>
                <a:lnTo>
                  <a:pt x="863799" y="2181"/>
                </a:lnTo>
                <a:lnTo>
                  <a:pt x="863419" y="2035"/>
                </a:lnTo>
                <a:lnTo>
                  <a:pt x="863036" y="1896"/>
                </a:lnTo>
                <a:lnTo>
                  <a:pt x="862650" y="1763"/>
                </a:lnTo>
                <a:lnTo>
                  <a:pt x="862259" y="1636"/>
                </a:lnTo>
                <a:lnTo>
                  <a:pt x="861865" y="1516"/>
                </a:lnTo>
                <a:lnTo>
                  <a:pt x="861468" y="1403"/>
                </a:lnTo>
                <a:lnTo>
                  <a:pt x="861066" y="1296"/>
                </a:lnTo>
                <a:lnTo>
                  <a:pt x="860661" y="1196"/>
                </a:lnTo>
                <a:lnTo>
                  <a:pt x="860252" y="1102"/>
                </a:lnTo>
                <a:lnTo>
                  <a:pt x="859840" y="1014"/>
                </a:lnTo>
                <a:lnTo>
                  <a:pt x="859423" y="933"/>
                </a:lnTo>
                <a:lnTo>
                  <a:pt x="859004" y="858"/>
                </a:lnTo>
                <a:lnTo>
                  <a:pt x="858573" y="788"/>
                </a:lnTo>
                <a:lnTo>
                  <a:pt x="858124" y="721"/>
                </a:lnTo>
                <a:lnTo>
                  <a:pt x="857656" y="657"/>
                </a:lnTo>
                <a:lnTo>
                  <a:pt x="857171" y="596"/>
                </a:lnTo>
                <a:lnTo>
                  <a:pt x="856667" y="538"/>
                </a:lnTo>
                <a:lnTo>
                  <a:pt x="856145" y="483"/>
                </a:lnTo>
                <a:lnTo>
                  <a:pt x="855605" y="431"/>
                </a:lnTo>
                <a:lnTo>
                  <a:pt x="855047" y="381"/>
                </a:lnTo>
                <a:lnTo>
                  <a:pt x="854471" y="335"/>
                </a:lnTo>
                <a:lnTo>
                  <a:pt x="853876" y="292"/>
                </a:lnTo>
                <a:lnTo>
                  <a:pt x="853263" y="252"/>
                </a:lnTo>
                <a:lnTo>
                  <a:pt x="852632" y="215"/>
                </a:lnTo>
                <a:lnTo>
                  <a:pt x="851983" y="180"/>
                </a:lnTo>
                <a:lnTo>
                  <a:pt x="851316" y="149"/>
                </a:lnTo>
                <a:lnTo>
                  <a:pt x="850630" y="121"/>
                </a:lnTo>
                <a:lnTo>
                  <a:pt x="849927" y="95"/>
                </a:lnTo>
                <a:lnTo>
                  <a:pt x="849205" y="73"/>
                </a:lnTo>
                <a:lnTo>
                  <a:pt x="848464" y="54"/>
                </a:lnTo>
                <a:lnTo>
                  <a:pt x="847706" y="37"/>
                </a:lnTo>
                <a:lnTo>
                  <a:pt x="846930" y="24"/>
                </a:lnTo>
                <a:lnTo>
                  <a:pt x="846135" y="13"/>
                </a:lnTo>
                <a:lnTo>
                  <a:pt x="845322" y="6"/>
                </a:lnTo>
                <a:lnTo>
                  <a:pt x="844491" y="1"/>
                </a:lnTo>
                <a:lnTo>
                  <a:pt x="843642" y="0"/>
                </a:lnTo>
                <a:lnTo>
                  <a:pt x="808952" y="0"/>
                </a:lnTo>
                <a:lnTo>
                  <a:pt x="808952" y="86784"/>
                </a:lnTo>
                <a:lnTo>
                  <a:pt x="838491" y="86784"/>
                </a:lnTo>
                <a:lnTo>
                  <a:pt x="839866" y="86774"/>
                </a:lnTo>
                <a:lnTo>
                  <a:pt x="841198" y="86762"/>
                </a:lnTo>
                <a:close/>
                <a:moveTo>
                  <a:pt x="839478" y="14449"/>
                </a:moveTo>
                <a:lnTo>
                  <a:pt x="840391" y="14453"/>
                </a:lnTo>
                <a:lnTo>
                  <a:pt x="841269" y="14457"/>
                </a:lnTo>
                <a:lnTo>
                  <a:pt x="842114" y="14463"/>
                </a:lnTo>
                <a:lnTo>
                  <a:pt x="842924" y="14469"/>
                </a:lnTo>
                <a:lnTo>
                  <a:pt x="843701" y="14477"/>
                </a:lnTo>
                <a:lnTo>
                  <a:pt x="844444" y="14486"/>
                </a:lnTo>
                <a:lnTo>
                  <a:pt x="845152" y="14496"/>
                </a:lnTo>
                <a:lnTo>
                  <a:pt x="845827" y="14506"/>
                </a:lnTo>
                <a:lnTo>
                  <a:pt x="846468" y="14518"/>
                </a:lnTo>
                <a:lnTo>
                  <a:pt x="847075" y="14531"/>
                </a:lnTo>
                <a:lnTo>
                  <a:pt x="847649" y="14545"/>
                </a:lnTo>
                <a:lnTo>
                  <a:pt x="848188" y="14560"/>
                </a:lnTo>
                <a:lnTo>
                  <a:pt x="848693" y="14576"/>
                </a:lnTo>
                <a:lnTo>
                  <a:pt x="849165" y="14593"/>
                </a:lnTo>
                <a:lnTo>
                  <a:pt x="849602" y="14611"/>
                </a:lnTo>
                <a:lnTo>
                  <a:pt x="850006" y="14630"/>
                </a:lnTo>
                <a:lnTo>
                  <a:pt x="850375" y="14650"/>
                </a:lnTo>
                <a:lnTo>
                  <a:pt x="850711" y="14671"/>
                </a:lnTo>
                <a:lnTo>
                  <a:pt x="851013" y="14693"/>
                </a:lnTo>
                <a:lnTo>
                  <a:pt x="851281" y="14716"/>
                </a:lnTo>
                <a:lnTo>
                  <a:pt x="851515" y="14740"/>
                </a:lnTo>
                <a:lnTo>
                  <a:pt x="851876" y="14788"/>
                </a:lnTo>
                <a:lnTo>
                  <a:pt x="852230" y="14843"/>
                </a:lnTo>
                <a:lnTo>
                  <a:pt x="852576" y="14904"/>
                </a:lnTo>
                <a:lnTo>
                  <a:pt x="852915" y="14972"/>
                </a:lnTo>
                <a:lnTo>
                  <a:pt x="853246" y="15047"/>
                </a:lnTo>
                <a:lnTo>
                  <a:pt x="853570" y="15129"/>
                </a:lnTo>
                <a:lnTo>
                  <a:pt x="853887" y="15218"/>
                </a:lnTo>
                <a:lnTo>
                  <a:pt x="854195" y="15314"/>
                </a:lnTo>
                <a:lnTo>
                  <a:pt x="854497" y="15417"/>
                </a:lnTo>
                <a:lnTo>
                  <a:pt x="854790" y="15526"/>
                </a:lnTo>
                <a:lnTo>
                  <a:pt x="855077" y="15642"/>
                </a:lnTo>
                <a:lnTo>
                  <a:pt x="855355" y="15766"/>
                </a:lnTo>
                <a:lnTo>
                  <a:pt x="855627" y="15896"/>
                </a:lnTo>
                <a:lnTo>
                  <a:pt x="855891" y="16033"/>
                </a:lnTo>
                <a:lnTo>
                  <a:pt x="856147" y="16176"/>
                </a:lnTo>
                <a:lnTo>
                  <a:pt x="856396" y="16327"/>
                </a:lnTo>
                <a:lnTo>
                  <a:pt x="856637" y="16485"/>
                </a:lnTo>
                <a:lnTo>
                  <a:pt x="856871" y="16649"/>
                </a:lnTo>
                <a:lnTo>
                  <a:pt x="857097" y="16820"/>
                </a:lnTo>
                <a:lnTo>
                  <a:pt x="857316" y="16999"/>
                </a:lnTo>
                <a:lnTo>
                  <a:pt x="857527" y="17184"/>
                </a:lnTo>
                <a:lnTo>
                  <a:pt x="857731" y="17375"/>
                </a:lnTo>
                <a:lnTo>
                  <a:pt x="857927" y="17574"/>
                </a:lnTo>
                <a:lnTo>
                  <a:pt x="858116" y="17780"/>
                </a:lnTo>
                <a:lnTo>
                  <a:pt x="858297" y="17991"/>
                </a:lnTo>
                <a:lnTo>
                  <a:pt x="858470" y="18208"/>
                </a:lnTo>
                <a:lnTo>
                  <a:pt x="858636" y="18430"/>
                </a:lnTo>
                <a:lnTo>
                  <a:pt x="858794" y="18658"/>
                </a:lnTo>
                <a:lnTo>
                  <a:pt x="858944" y="18890"/>
                </a:lnTo>
                <a:lnTo>
                  <a:pt x="859087" y="19128"/>
                </a:lnTo>
                <a:lnTo>
                  <a:pt x="859222" y="19371"/>
                </a:lnTo>
                <a:lnTo>
                  <a:pt x="859349" y="19619"/>
                </a:lnTo>
                <a:lnTo>
                  <a:pt x="859468" y="19873"/>
                </a:lnTo>
                <a:lnTo>
                  <a:pt x="859580" y="20131"/>
                </a:lnTo>
                <a:lnTo>
                  <a:pt x="859684" y="20395"/>
                </a:lnTo>
                <a:lnTo>
                  <a:pt x="859781" y="20664"/>
                </a:lnTo>
                <a:lnTo>
                  <a:pt x="859869" y="20939"/>
                </a:lnTo>
                <a:lnTo>
                  <a:pt x="859950" y="21218"/>
                </a:lnTo>
                <a:lnTo>
                  <a:pt x="860023" y="21503"/>
                </a:lnTo>
                <a:lnTo>
                  <a:pt x="860089" y="21793"/>
                </a:lnTo>
                <a:lnTo>
                  <a:pt x="860147" y="22088"/>
                </a:lnTo>
                <a:lnTo>
                  <a:pt x="860197" y="22389"/>
                </a:lnTo>
                <a:lnTo>
                  <a:pt x="860239" y="22694"/>
                </a:lnTo>
                <a:lnTo>
                  <a:pt x="860274" y="23005"/>
                </a:lnTo>
                <a:lnTo>
                  <a:pt x="860301" y="23321"/>
                </a:lnTo>
                <a:lnTo>
                  <a:pt x="860320" y="23642"/>
                </a:lnTo>
                <a:lnTo>
                  <a:pt x="860332" y="23969"/>
                </a:lnTo>
                <a:lnTo>
                  <a:pt x="860336" y="24301"/>
                </a:lnTo>
                <a:lnTo>
                  <a:pt x="860331" y="24647"/>
                </a:lnTo>
                <a:lnTo>
                  <a:pt x="860318" y="24988"/>
                </a:lnTo>
                <a:lnTo>
                  <a:pt x="860295" y="25323"/>
                </a:lnTo>
                <a:lnTo>
                  <a:pt x="860264" y="25653"/>
                </a:lnTo>
                <a:lnTo>
                  <a:pt x="860224" y="25977"/>
                </a:lnTo>
                <a:lnTo>
                  <a:pt x="860175" y="26295"/>
                </a:lnTo>
                <a:lnTo>
                  <a:pt x="860116" y="26608"/>
                </a:lnTo>
                <a:lnTo>
                  <a:pt x="860049" y="26915"/>
                </a:lnTo>
                <a:lnTo>
                  <a:pt x="859973" y="27216"/>
                </a:lnTo>
                <a:lnTo>
                  <a:pt x="859888" y="27512"/>
                </a:lnTo>
                <a:lnTo>
                  <a:pt x="859795" y="27802"/>
                </a:lnTo>
                <a:lnTo>
                  <a:pt x="859692" y="28087"/>
                </a:lnTo>
                <a:lnTo>
                  <a:pt x="859580" y="28366"/>
                </a:lnTo>
                <a:lnTo>
                  <a:pt x="859459" y="28639"/>
                </a:lnTo>
                <a:lnTo>
                  <a:pt x="859330" y="28906"/>
                </a:lnTo>
                <a:lnTo>
                  <a:pt x="859191" y="29168"/>
                </a:lnTo>
                <a:lnTo>
                  <a:pt x="859043" y="29424"/>
                </a:lnTo>
                <a:lnTo>
                  <a:pt x="858887" y="29675"/>
                </a:lnTo>
                <a:lnTo>
                  <a:pt x="858722" y="29920"/>
                </a:lnTo>
                <a:lnTo>
                  <a:pt x="858547" y="30159"/>
                </a:lnTo>
                <a:lnTo>
                  <a:pt x="858364" y="30393"/>
                </a:lnTo>
                <a:lnTo>
                  <a:pt x="858172" y="30621"/>
                </a:lnTo>
                <a:lnTo>
                  <a:pt x="857971" y="30844"/>
                </a:lnTo>
                <a:lnTo>
                  <a:pt x="857760" y="31060"/>
                </a:lnTo>
                <a:lnTo>
                  <a:pt x="857542" y="31271"/>
                </a:lnTo>
                <a:lnTo>
                  <a:pt x="857318" y="31474"/>
                </a:lnTo>
                <a:lnTo>
                  <a:pt x="857087" y="31670"/>
                </a:lnTo>
                <a:lnTo>
                  <a:pt x="856849" y="31859"/>
                </a:lnTo>
                <a:lnTo>
                  <a:pt x="856604" y="32041"/>
                </a:lnTo>
                <a:lnTo>
                  <a:pt x="856353" y="32216"/>
                </a:lnTo>
                <a:lnTo>
                  <a:pt x="856095" y="32384"/>
                </a:lnTo>
                <a:lnTo>
                  <a:pt x="855830" y="32545"/>
                </a:lnTo>
                <a:lnTo>
                  <a:pt x="855559" y="32699"/>
                </a:lnTo>
                <a:lnTo>
                  <a:pt x="855280" y="32845"/>
                </a:lnTo>
                <a:lnTo>
                  <a:pt x="854996" y="32985"/>
                </a:lnTo>
                <a:lnTo>
                  <a:pt x="854704" y="33118"/>
                </a:lnTo>
                <a:lnTo>
                  <a:pt x="854406" y="33243"/>
                </a:lnTo>
                <a:lnTo>
                  <a:pt x="854101" y="33362"/>
                </a:lnTo>
                <a:lnTo>
                  <a:pt x="853790" y="33473"/>
                </a:lnTo>
                <a:lnTo>
                  <a:pt x="853472" y="33577"/>
                </a:lnTo>
                <a:lnTo>
                  <a:pt x="853147" y="33674"/>
                </a:lnTo>
                <a:lnTo>
                  <a:pt x="852816" y="33765"/>
                </a:lnTo>
                <a:lnTo>
                  <a:pt x="852477" y="33848"/>
                </a:lnTo>
                <a:lnTo>
                  <a:pt x="852132" y="33924"/>
                </a:lnTo>
                <a:lnTo>
                  <a:pt x="851781" y="33993"/>
                </a:lnTo>
                <a:lnTo>
                  <a:pt x="851423" y="34055"/>
                </a:lnTo>
                <a:lnTo>
                  <a:pt x="851058" y="34109"/>
                </a:lnTo>
                <a:lnTo>
                  <a:pt x="850686" y="34157"/>
                </a:lnTo>
                <a:lnTo>
                  <a:pt x="850466" y="34181"/>
                </a:lnTo>
                <a:lnTo>
                  <a:pt x="850218" y="34205"/>
                </a:lnTo>
                <a:lnTo>
                  <a:pt x="849943" y="34227"/>
                </a:lnTo>
                <a:lnTo>
                  <a:pt x="849642" y="34248"/>
                </a:lnTo>
                <a:lnTo>
                  <a:pt x="849314" y="34268"/>
                </a:lnTo>
                <a:lnTo>
                  <a:pt x="848958" y="34287"/>
                </a:lnTo>
                <a:lnTo>
                  <a:pt x="848576" y="34305"/>
                </a:lnTo>
                <a:lnTo>
                  <a:pt x="848167" y="34322"/>
                </a:lnTo>
                <a:lnTo>
                  <a:pt x="847731" y="34338"/>
                </a:lnTo>
                <a:lnTo>
                  <a:pt x="847268" y="34353"/>
                </a:lnTo>
                <a:lnTo>
                  <a:pt x="846778" y="34366"/>
                </a:lnTo>
                <a:lnTo>
                  <a:pt x="846261" y="34379"/>
                </a:lnTo>
                <a:lnTo>
                  <a:pt x="845717" y="34391"/>
                </a:lnTo>
                <a:lnTo>
                  <a:pt x="845147" y="34402"/>
                </a:lnTo>
                <a:lnTo>
                  <a:pt x="844549" y="34412"/>
                </a:lnTo>
                <a:lnTo>
                  <a:pt x="843924" y="34420"/>
                </a:lnTo>
                <a:lnTo>
                  <a:pt x="843273" y="34428"/>
                </a:lnTo>
                <a:lnTo>
                  <a:pt x="842595" y="34435"/>
                </a:lnTo>
                <a:lnTo>
                  <a:pt x="841889" y="34440"/>
                </a:lnTo>
                <a:lnTo>
                  <a:pt x="841157" y="34445"/>
                </a:lnTo>
                <a:lnTo>
                  <a:pt x="840398" y="34449"/>
                </a:lnTo>
                <a:lnTo>
                  <a:pt x="839612" y="34451"/>
                </a:lnTo>
                <a:lnTo>
                  <a:pt x="838799" y="34453"/>
                </a:lnTo>
                <a:lnTo>
                  <a:pt x="837959" y="34453"/>
                </a:lnTo>
                <a:lnTo>
                  <a:pt x="826474" y="34453"/>
                </a:lnTo>
                <a:lnTo>
                  <a:pt x="826474" y="14444"/>
                </a:lnTo>
                <a:lnTo>
                  <a:pt x="836538" y="14444"/>
                </a:lnTo>
                <a:lnTo>
                  <a:pt x="837552" y="14445"/>
                </a:lnTo>
                <a:lnTo>
                  <a:pt x="838532" y="14446"/>
                </a:lnTo>
                <a:lnTo>
                  <a:pt x="839478" y="14449"/>
                </a:lnTo>
                <a:close/>
                <a:moveTo>
                  <a:pt x="843481" y="48917"/>
                </a:moveTo>
                <a:lnTo>
                  <a:pt x="844376" y="48932"/>
                </a:lnTo>
                <a:lnTo>
                  <a:pt x="845242" y="48952"/>
                </a:lnTo>
                <a:lnTo>
                  <a:pt x="846078" y="48975"/>
                </a:lnTo>
                <a:lnTo>
                  <a:pt x="846885" y="49003"/>
                </a:lnTo>
                <a:lnTo>
                  <a:pt x="847664" y="49036"/>
                </a:lnTo>
                <a:lnTo>
                  <a:pt x="848413" y="49072"/>
                </a:lnTo>
                <a:lnTo>
                  <a:pt x="849133" y="49113"/>
                </a:lnTo>
                <a:lnTo>
                  <a:pt x="849824" y="49159"/>
                </a:lnTo>
                <a:lnTo>
                  <a:pt x="850486" y="49208"/>
                </a:lnTo>
                <a:lnTo>
                  <a:pt x="851119" y="49262"/>
                </a:lnTo>
                <a:lnTo>
                  <a:pt x="851723" y="49321"/>
                </a:lnTo>
                <a:lnTo>
                  <a:pt x="852298" y="49383"/>
                </a:lnTo>
                <a:lnTo>
                  <a:pt x="852844" y="49450"/>
                </a:lnTo>
                <a:lnTo>
                  <a:pt x="853360" y="49521"/>
                </a:lnTo>
                <a:lnTo>
                  <a:pt x="853848" y="49597"/>
                </a:lnTo>
                <a:lnTo>
                  <a:pt x="854306" y="49677"/>
                </a:lnTo>
                <a:lnTo>
                  <a:pt x="854736" y="49761"/>
                </a:lnTo>
                <a:lnTo>
                  <a:pt x="855136" y="49849"/>
                </a:lnTo>
                <a:lnTo>
                  <a:pt x="855507" y="49942"/>
                </a:lnTo>
                <a:lnTo>
                  <a:pt x="855849" y="50039"/>
                </a:lnTo>
                <a:lnTo>
                  <a:pt x="856162" y="50141"/>
                </a:lnTo>
                <a:lnTo>
                  <a:pt x="856458" y="50247"/>
                </a:lnTo>
                <a:lnTo>
                  <a:pt x="856747" y="50358"/>
                </a:lnTo>
                <a:lnTo>
                  <a:pt x="857031" y="50475"/>
                </a:lnTo>
                <a:lnTo>
                  <a:pt x="857309" y="50596"/>
                </a:lnTo>
                <a:lnTo>
                  <a:pt x="857581" y="50723"/>
                </a:lnTo>
                <a:lnTo>
                  <a:pt x="857847" y="50855"/>
                </a:lnTo>
                <a:lnTo>
                  <a:pt x="858108" y="50992"/>
                </a:lnTo>
                <a:lnTo>
                  <a:pt x="858362" y="51134"/>
                </a:lnTo>
                <a:lnTo>
                  <a:pt x="858611" y="51281"/>
                </a:lnTo>
                <a:lnTo>
                  <a:pt x="858854" y="51434"/>
                </a:lnTo>
                <a:lnTo>
                  <a:pt x="859091" y="51591"/>
                </a:lnTo>
                <a:lnTo>
                  <a:pt x="859322" y="51754"/>
                </a:lnTo>
                <a:lnTo>
                  <a:pt x="859547" y="51922"/>
                </a:lnTo>
                <a:lnTo>
                  <a:pt x="859766" y="52095"/>
                </a:lnTo>
                <a:lnTo>
                  <a:pt x="859980" y="52273"/>
                </a:lnTo>
                <a:lnTo>
                  <a:pt x="860188" y="52456"/>
                </a:lnTo>
                <a:lnTo>
                  <a:pt x="860389" y="52644"/>
                </a:lnTo>
                <a:lnTo>
                  <a:pt x="860585" y="52838"/>
                </a:lnTo>
                <a:lnTo>
                  <a:pt x="860775" y="53037"/>
                </a:lnTo>
                <a:lnTo>
                  <a:pt x="860960" y="53240"/>
                </a:lnTo>
                <a:lnTo>
                  <a:pt x="861138" y="53449"/>
                </a:lnTo>
                <a:lnTo>
                  <a:pt x="861310" y="53663"/>
                </a:lnTo>
                <a:lnTo>
                  <a:pt x="861477" y="53883"/>
                </a:lnTo>
                <a:lnTo>
                  <a:pt x="861638" y="54107"/>
                </a:lnTo>
                <a:lnTo>
                  <a:pt x="861792" y="54336"/>
                </a:lnTo>
                <a:lnTo>
                  <a:pt x="861940" y="54569"/>
                </a:lnTo>
                <a:lnTo>
                  <a:pt x="862082" y="54806"/>
                </a:lnTo>
                <a:lnTo>
                  <a:pt x="862217" y="55048"/>
                </a:lnTo>
                <a:lnTo>
                  <a:pt x="862345" y="55293"/>
                </a:lnTo>
                <a:lnTo>
                  <a:pt x="862467" y="55543"/>
                </a:lnTo>
                <a:lnTo>
                  <a:pt x="862582" y="55796"/>
                </a:lnTo>
                <a:lnTo>
                  <a:pt x="862690" y="56054"/>
                </a:lnTo>
                <a:lnTo>
                  <a:pt x="862792" y="56316"/>
                </a:lnTo>
                <a:lnTo>
                  <a:pt x="862888" y="56582"/>
                </a:lnTo>
                <a:lnTo>
                  <a:pt x="862976" y="56852"/>
                </a:lnTo>
                <a:lnTo>
                  <a:pt x="863059" y="57126"/>
                </a:lnTo>
                <a:lnTo>
                  <a:pt x="863134" y="57404"/>
                </a:lnTo>
                <a:lnTo>
                  <a:pt x="863203" y="57687"/>
                </a:lnTo>
                <a:lnTo>
                  <a:pt x="863266" y="57973"/>
                </a:lnTo>
                <a:lnTo>
                  <a:pt x="863322" y="58264"/>
                </a:lnTo>
                <a:lnTo>
                  <a:pt x="863371" y="58559"/>
                </a:lnTo>
                <a:lnTo>
                  <a:pt x="863414" y="58858"/>
                </a:lnTo>
                <a:lnTo>
                  <a:pt x="863450" y="59161"/>
                </a:lnTo>
                <a:lnTo>
                  <a:pt x="863480" y="59468"/>
                </a:lnTo>
                <a:lnTo>
                  <a:pt x="863503" y="59779"/>
                </a:lnTo>
                <a:lnTo>
                  <a:pt x="863519" y="60094"/>
                </a:lnTo>
                <a:lnTo>
                  <a:pt x="863529" y="60414"/>
                </a:lnTo>
                <a:lnTo>
                  <a:pt x="863532" y="60737"/>
                </a:lnTo>
                <a:lnTo>
                  <a:pt x="863528" y="61119"/>
                </a:lnTo>
                <a:lnTo>
                  <a:pt x="863515" y="61494"/>
                </a:lnTo>
                <a:lnTo>
                  <a:pt x="863494" y="61862"/>
                </a:lnTo>
                <a:lnTo>
                  <a:pt x="863464" y="62225"/>
                </a:lnTo>
                <a:lnTo>
                  <a:pt x="863426" y="62580"/>
                </a:lnTo>
                <a:lnTo>
                  <a:pt x="863379" y="62929"/>
                </a:lnTo>
                <a:lnTo>
                  <a:pt x="863323" y="63272"/>
                </a:lnTo>
                <a:lnTo>
                  <a:pt x="863259" y="63608"/>
                </a:lnTo>
                <a:lnTo>
                  <a:pt x="863187" y="63938"/>
                </a:lnTo>
                <a:lnTo>
                  <a:pt x="863106" y="64261"/>
                </a:lnTo>
                <a:lnTo>
                  <a:pt x="863016" y="64578"/>
                </a:lnTo>
                <a:lnTo>
                  <a:pt x="862918" y="64888"/>
                </a:lnTo>
                <a:lnTo>
                  <a:pt x="862811" y="65192"/>
                </a:lnTo>
                <a:lnTo>
                  <a:pt x="862696" y="65490"/>
                </a:lnTo>
                <a:lnTo>
                  <a:pt x="862573" y="65781"/>
                </a:lnTo>
                <a:lnTo>
                  <a:pt x="862440" y="66065"/>
                </a:lnTo>
                <a:lnTo>
                  <a:pt x="862300" y="66343"/>
                </a:lnTo>
                <a:lnTo>
                  <a:pt x="862150" y="66614"/>
                </a:lnTo>
                <a:lnTo>
                  <a:pt x="861992" y="66879"/>
                </a:lnTo>
                <a:lnTo>
                  <a:pt x="861826" y="67138"/>
                </a:lnTo>
                <a:lnTo>
                  <a:pt x="861651" y="67390"/>
                </a:lnTo>
                <a:lnTo>
                  <a:pt x="861468" y="67636"/>
                </a:lnTo>
                <a:lnTo>
                  <a:pt x="861276" y="67875"/>
                </a:lnTo>
                <a:lnTo>
                  <a:pt x="861075" y="68107"/>
                </a:lnTo>
                <a:lnTo>
                  <a:pt x="860868" y="68333"/>
                </a:lnTo>
                <a:lnTo>
                  <a:pt x="860656" y="68552"/>
                </a:lnTo>
                <a:lnTo>
                  <a:pt x="860439" y="68764"/>
                </a:lnTo>
                <a:lnTo>
                  <a:pt x="860216" y="68968"/>
                </a:lnTo>
                <a:lnTo>
                  <a:pt x="859989" y="69166"/>
                </a:lnTo>
                <a:lnTo>
                  <a:pt x="859756" y="69356"/>
                </a:lnTo>
                <a:lnTo>
                  <a:pt x="859519" y="69539"/>
                </a:lnTo>
                <a:lnTo>
                  <a:pt x="859277" y="69716"/>
                </a:lnTo>
                <a:lnTo>
                  <a:pt x="859029" y="69885"/>
                </a:lnTo>
                <a:lnTo>
                  <a:pt x="858776" y="70047"/>
                </a:lnTo>
                <a:lnTo>
                  <a:pt x="858519" y="70202"/>
                </a:lnTo>
                <a:lnTo>
                  <a:pt x="858256" y="70349"/>
                </a:lnTo>
                <a:lnTo>
                  <a:pt x="857988" y="70490"/>
                </a:lnTo>
                <a:lnTo>
                  <a:pt x="857716" y="70624"/>
                </a:lnTo>
                <a:lnTo>
                  <a:pt x="857438" y="70750"/>
                </a:lnTo>
                <a:lnTo>
                  <a:pt x="857155" y="70870"/>
                </a:lnTo>
                <a:lnTo>
                  <a:pt x="856867" y="70982"/>
                </a:lnTo>
                <a:lnTo>
                  <a:pt x="856575" y="71088"/>
                </a:lnTo>
                <a:lnTo>
                  <a:pt x="856277" y="71186"/>
                </a:lnTo>
                <a:lnTo>
                  <a:pt x="855974" y="71277"/>
                </a:lnTo>
                <a:lnTo>
                  <a:pt x="855666" y="71361"/>
                </a:lnTo>
                <a:lnTo>
                  <a:pt x="855353" y="71438"/>
                </a:lnTo>
                <a:lnTo>
                  <a:pt x="855035" y="71508"/>
                </a:lnTo>
                <a:lnTo>
                  <a:pt x="854712" y="71570"/>
                </a:lnTo>
                <a:lnTo>
                  <a:pt x="854488" y="71614"/>
                </a:lnTo>
                <a:lnTo>
                  <a:pt x="854239" y="71655"/>
                </a:lnTo>
                <a:lnTo>
                  <a:pt x="853967" y="71695"/>
                </a:lnTo>
                <a:lnTo>
                  <a:pt x="853671" y="71733"/>
                </a:lnTo>
                <a:lnTo>
                  <a:pt x="853350" y="71769"/>
                </a:lnTo>
                <a:lnTo>
                  <a:pt x="853006" y="71803"/>
                </a:lnTo>
                <a:lnTo>
                  <a:pt x="852638" y="71836"/>
                </a:lnTo>
                <a:lnTo>
                  <a:pt x="852245" y="71866"/>
                </a:lnTo>
                <a:lnTo>
                  <a:pt x="851829" y="71895"/>
                </a:lnTo>
                <a:lnTo>
                  <a:pt x="851388" y="71922"/>
                </a:lnTo>
                <a:lnTo>
                  <a:pt x="850923" y="71947"/>
                </a:lnTo>
                <a:lnTo>
                  <a:pt x="850435" y="71970"/>
                </a:lnTo>
                <a:lnTo>
                  <a:pt x="849922" y="71991"/>
                </a:lnTo>
                <a:lnTo>
                  <a:pt x="849385" y="72011"/>
                </a:lnTo>
                <a:lnTo>
                  <a:pt x="848824" y="72028"/>
                </a:lnTo>
                <a:lnTo>
                  <a:pt x="848239" y="72044"/>
                </a:lnTo>
                <a:lnTo>
                  <a:pt x="847630" y="72058"/>
                </a:lnTo>
                <a:lnTo>
                  <a:pt x="846997" y="72070"/>
                </a:lnTo>
                <a:lnTo>
                  <a:pt x="846340" y="72080"/>
                </a:lnTo>
                <a:lnTo>
                  <a:pt x="845659" y="72088"/>
                </a:lnTo>
                <a:lnTo>
                  <a:pt x="844954" y="72095"/>
                </a:lnTo>
                <a:lnTo>
                  <a:pt x="844225" y="72099"/>
                </a:lnTo>
                <a:lnTo>
                  <a:pt x="843472" y="72102"/>
                </a:lnTo>
                <a:lnTo>
                  <a:pt x="842694" y="72103"/>
                </a:lnTo>
                <a:lnTo>
                  <a:pt x="826474" y="72103"/>
                </a:lnTo>
                <a:lnTo>
                  <a:pt x="826474" y="48898"/>
                </a:lnTo>
                <a:lnTo>
                  <a:pt x="840623" y="48898"/>
                </a:lnTo>
                <a:lnTo>
                  <a:pt x="841605" y="48900"/>
                </a:lnTo>
                <a:lnTo>
                  <a:pt x="842557" y="48906"/>
                </a:lnTo>
                <a:lnTo>
                  <a:pt x="843481" y="48917"/>
                </a:lnTo>
                <a:close/>
                <a:moveTo>
                  <a:pt x="660274" y="39274"/>
                </a:moveTo>
                <a:lnTo>
                  <a:pt x="659967" y="38511"/>
                </a:lnTo>
                <a:lnTo>
                  <a:pt x="659648" y="37766"/>
                </a:lnTo>
                <a:lnTo>
                  <a:pt x="659315" y="37040"/>
                </a:lnTo>
                <a:lnTo>
                  <a:pt x="658969" y="36331"/>
                </a:lnTo>
                <a:lnTo>
                  <a:pt x="658610" y="35640"/>
                </a:lnTo>
                <a:lnTo>
                  <a:pt x="658237" y="34968"/>
                </a:lnTo>
                <a:lnTo>
                  <a:pt x="657851" y="34313"/>
                </a:lnTo>
                <a:lnTo>
                  <a:pt x="657452" y="33676"/>
                </a:lnTo>
                <a:lnTo>
                  <a:pt x="657040" y="33058"/>
                </a:lnTo>
                <a:lnTo>
                  <a:pt x="656614" y="32457"/>
                </a:lnTo>
                <a:lnTo>
                  <a:pt x="656175" y="31874"/>
                </a:lnTo>
                <a:lnTo>
                  <a:pt x="655723" y="31309"/>
                </a:lnTo>
                <a:lnTo>
                  <a:pt x="655257" y="30762"/>
                </a:lnTo>
                <a:lnTo>
                  <a:pt x="654779" y="30234"/>
                </a:lnTo>
                <a:lnTo>
                  <a:pt x="654287" y="29723"/>
                </a:lnTo>
                <a:lnTo>
                  <a:pt x="653782" y="29230"/>
                </a:lnTo>
                <a:lnTo>
                  <a:pt x="653263" y="28755"/>
                </a:lnTo>
                <a:lnTo>
                  <a:pt x="652732" y="28298"/>
                </a:lnTo>
                <a:lnTo>
                  <a:pt x="652187" y="27859"/>
                </a:lnTo>
                <a:lnTo>
                  <a:pt x="651628" y="27438"/>
                </a:lnTo>
                <a:lnTo>
                  <a:pt x="651055" y="27035"/>
                </a:lnTo>
                <a:lnTo>
                  <a:pt x="650466" y="26649"/>
                </a:lnTo>
                <a:lnTo>
                  <a:pt x="649860" y="26280"/>
                </a:lnTo>
                <a:lnTo>
                  <a:pt x="649238" y="25928"/>
                </a:lnTo>
                <a:lnTo>
                  <a:pt x="648600" y="25593"/>
                </a:lnTo>
                <a:lnTo>
                  <a:pt x="647945" y="25276"/>
                </a:lnTo>
                <a:lnTo>
                  <a:pt x="647274" y="24975"/>
                </a:lnTo>
                <a:lnTo>
                  <a:pt x="646587" y="24692"/>
                </a:lnTo>
                <a:lnTo>
                  <a:pt x="645883" y="24426"/>
                </a:lnTo>
                <a:lnTo>
                  <a:pt x="645163" y="24177"/>
                </a:lnTo>
                <a:lnTo>
                  <a:pt x="644426" y="23946"/>
                </a:lnTo>
                <a:lnTo>
                  <a:pt x="643674" y="23731"/>
                </a:lnTo>
                <a:lnTo>
                  <a:pt x="642904" y="23534"/>
                </a:lnTo>
                <a:lnTo>
                  <a:pt x="642119" y="23353"/>
                </a:lnTo>
                <a:lnTo>
                  <a:pt x="641317" y="23190"/>
                </a:lnTo>
                <a:lnTo>
                  <a:pt x="640499" y="23044"/>
                </a:lnTo>
                <a:lnTo>
                  <a:pt x="639665" y="22916"/>
                </a:lnTo>
                <a:lnTo>
                  <a:pt x="638814" y="22804"/>
                </a:lnTo>
                <a:lnTo>
                  <a:pt x="637947" y="22710"/>
                </a:lnTo>
                <a:lnTo>
                  <a:pt x="637063" y="22633"/>
                </a:lnTo>
                <a:lnTo>
                  <a:pt x="636163" y="22572"/>
                </a:lnTo>
                <a:lnTo>
                  <a:pt x="635247" y="22530"/>
                </a:lnTo>
                <a:lnTo>
                  <a:pt x="634315" y="22504"/>
                </a:lnTo>
                <a:lnTo>
                  <a:pt x="633366" y="22495"/>
                </a:lnTo>
                <a:lnTo>
                  <a:pt x="632207" y="22510"/>
                </a:lnTo>
                <a:lnTo>
                  <a:pt x="631068" y="22555"/>
                </a:lnTo>
                <a:lnTo>
                  <a:pt x="629949" y="22631"/>
                </a:lnTo>
                <a:lnTo>
                  <a:pt x="628850" y="22736"/>
                </a:lnTo>
                <a:lnTo>
                  <a:pt x="627772" y="22872"/>
                </a:lnTo>
                <a:lnTo>
                  <a:pt x="626713" y="23037"/>
                </a:lnTo>
                <a:lnTo>
                  <a:pt x="625675" y="23233"/>
                </a:lnTo>
                <a:lnTo>
                  <a:pt x="624657" y="23459"/>
                </a:lnTo>
                <a:lnTo>
                  <a:pt x="623659" y="23715"/>
                </a:lnTo>
                <a:lnTo>
                  <a:pt x="622681" y="24001"/>
                </a:lnTo>
                <a:lnTo>
                  <a:pt x="621724" y="24317"/>
                </a:lnTo>
                <a:lnTo>
                  <a:pt x="620786" y="24663"/>
                </a:lnTo>
                <a:lnTo>
                  <a:pt x="619869" y="25040"/>
                </a:lnTo>
                <a:lnTo>
                  <a:pt x="618972" y="25446"/>
                </a:lnTo>
                <a:lnTo>
                  <a:pt x="618095" y="25883"/>
                </a:lnTo>
                <a:lnTo>
                  <a:pt x="617238" y="26350"/>
                </a:lnTo>
                <a:lnTo>
                  <a:pt x="616401" y="26847"/>
                </a:lnTo>
                <a:lnTo>
                  <a:pt x="615584" y="27374"/>
                </a:lnTo>
                <a:lnTo>
                  <a:pt x="614788" y="27931"/>
                </a:lnTo>
                <a:lnTo>
                  <a:pt x="614011" y="28518"/>
                </a:lnTo>
                <a:lnTo>
                  <a:pt x="613255" y="29135"/>
                </a:lnTo>
                <a:lnTo>
                  <a:pt x="612519" y="29783"/>
                </a:lnTo>
                <a:lnTo>
                  <a:pt x="611803" y="30460"/>
                </a:lnTo>
                <a:lnTo>
                  <a:pt x="611107" y="31168"/>
                </a:lnTo>
                <a:lnTo>
                  <a:pt x="610436" y="31902"/>
                </a:lnTo>
                <a:lnTo>
                  <a:pt x="609793" y="32661"/>
                </a:lnTo>
                <a:lnTo>
                  <a:pt x="609179" y="33444"/>
                </a:lnTo>
                <a:lnTo>
                  <a:pt x="608593" y="34250"/>
                </a:lnTo>
                <a:lnTo>
                  <a:pt x="608036" y="35081"/>
                </a:lnTo>
                <a:lnTo>
                  <a:pt x="607507" y="35935"/>
                </a:lnTo>
                <a:lnTo>
                  <a:pt x="607007" y="36813"/>
                </a:lnTo>
                <a:lnTo>
                  <a:pt x="606536" y="37716"/>
                </a:lnTo>
                <a:lnTo>
                  <a:pt x="606093" y="38642"/>
                </a:lnTo>
                <a:lnTo>
                  <a:pt x="605679" y="39592"/>
                </a:lnTo>
                <a:lnTo>
                  <a:pt x="605293" y="40566"/>
                </a:lnTo>
                <a:lnTo>
                  <a:pt x="604936" y="41564"/>
                </a:lnTo>
                <a:lnTo>
                  <a:pt x="604607" y="42586"/>
                </a:lnTo>
                <a:lnTo>
                  <a:pt x="604307" y="43632"/>
                </a:lnTo>
                <a:lnTo>
                  <a:pt x="604036" y="44702"/>
                </a:lnTo>
                <a:lnTo>
                  <a:pt x="603793" y="45796"/>
                </a:lnTo>
                <a:lnTo>
                  <a:pt x="603579" y="46914"/>
                </a:lnTo>
                <a:lnTo>
                  <a:pt x="603393" y="48056"/>
                </a:lnTo>
                <a:lnTo>
                  <a:pt x="603236" y="49222"/>
                </a:lnTo>
                <a:lnTo>
                  <a:pt x="603107" y="50411"/>
                </a:lnTo>
                <a:lnTo>
                  <a:pt x="603007" y="51625"/>
                </a:lnTo>
                <a:lnTo>
                  <a:pt x="602936" y="52862"/>
                </a:lnTo>
                <a:lnTo>
                  <a:pt x="602893" y="54124"/>
                </a:lnTo>
                <a:lnTo>
                  <a:pt x="602879" y="55409"/>
                </a:lnTo>
                <a:lnTo>
                  <a:pt x="602893" y="56680"/>
                </a:lnTo>
                <a:lnTo>
                  <a:pt x="602936" y="57928"/>
                </a:lnTo>
                <a:lnTo>
                  <a:pt x="603007" y="59153"/>
                </a:lnTo>
                <a:lnTo>
                  <a:pt x="603107" y="60354"/>
                </a:lnTo>
                <a:lnTo>
                  <a:pt x="603235" y="61532"/>
                </a:lnTo>
                <a:lnTo>
                  <a:pt x="603391" y="62687"/>
                </a:lnTo>
                <a:lnTo>
                  <a:pt x="603576" y="63819"/>
                </a:lnTo>
                <a:lnTo>
                  <a:pt x="603790" y="64927"/>
                </a:lnTo>
                <a:lnTo>
                  <a:pt x="604032" y="66012"/>
                </a:lnTo>
                <a:lnTo>
                  <a:pt x="604302" y="67074"/>
                </a:lnTo>
                <a:lnTo>
                  <a:pt x="604601" y="68113"/>
                </a:lnTo>
                <a:lnTo>
                  <a:pt x="604929" y="69128"/>
                </a:lnTo>
                <a:lnTo>
                  <a:pt x="605284" y="70121"/>
                </a:lnTo>
                <a:lnTo>
                  <a:pt x="605669" y="71090"/>
                </a:lnTo>
                <a:lnTo>
                  <a:pt x="606081" y="72036"/>
                </a:lnTo>
                <a:lnTo>
                  <a:pt x="606523" y="72958"/>
                </a:lnTo>
                <a:lnTo>
                  <a:pt x="606992" y="73858"/>
                </a:lnTo>
                <a:lnTo>
                  <a:pt x="607491" y="74734"/>
                </a:lnTo>
                <a:lnTo>
                  <a:pt x="608017" y="75587"/>
                </a:lnTo>
                <a:lnTo>
                  <a:pt x="608572" y="76416"/>
                </a:lnTo>
                <a:lnTo>
                  <a:pt x="609156" y="77223"/>
                </a:lnTo>
                <a:lnTo>
                  <a:pt x="609768" y="78006"/>
                </a:lnTo>
                <a:lnTo>
                  <a:pt x="610409" y="78766"/>
                </a:lnTo>
                <a:lnTo>
                  <a:pt x="611078" y="79503"/>
                </a:lnTo>
                <a:lnTo>
                  <a:pt x="611771" y="80213"/>
                </a:lnTo>
                <a:lnTo>
                  <a:pt x="612483" y="80893"/>
                </a:lnTo>
                <a:lnTo>
                  <a:pt x="613215" y="81542"/>
                </a:lnTo>
                <a:lnTo>
                  <a:pt x="613966" y="82162"/>
                </a:lnTo>
                <a:lnTo>
                  <a:pt x="614737" y="82751"/>
                </a:lnTo>
                <a:lnTo>
                  <a:pt x="615527" y="83310"/>
                </a:lnTo>
                <a:lnTo>
                  <a:pt x="616336" y="83839"/>
                </a:lnTo>
                <a:lnTo>
                  <a:pt x="617165" y="84337"/>
                </a:lnTo>
                <a:lnTo>
                  <a:pt x="618014" y="84806"/>
                </a:lnTo>
                <a:lnTo>
                  <a:pt x="618881" y="85244"/>
                </a:lnTo>
                <a:lnTo>
                  <a:pt x="619769" y="85652"/>
                </a:lnTo>
                <a:lnTo>
                  <a:pt x="620675" y="86030"/>
                </a:lnTo>
                <a:lnTo>
                  <a:pt x="621601" y="86377"/>
                </a:lnTo>
                <a:lnTo>
                  <a:pt x="622547" y="86694"/>
                </a:lnTo>
                <a:lnTo>
                  <a:pt x="623512" y="86981"/>
                </a:lnTo>
                <a:lnTo>
                  <a:pt x="624496" y="87238"/>
                </a:lnTo>
                <a:lnTo>
                  <a:pt x="625500" y="87465"/>
                </a:lnTo>
                <a:lnTo>
                  <a:pt x="626523" y="87661"/>
                </a:lnTo>
                <a:lnTo>
                  <a:pt x="627565" y="87827"/>
                </a:lnTo>
                <a:lnTo>
                  <a:pt x="628627" y="87963"/>
                </a:lnTo>
                <a:lnTo>
                  <a:pt x="629709" y="88069"/>
                </a:lnTo>
                <a:lnTo>
                  <a:pt x="630810" y="88145"/>
                </a:lnTo>
                <a:lnTo>
                  <a:pt x="631930" y="88190"/>
                </a:lnTo>
                <a:lnTo>
                  <a:pt x="633070" y="88205"/>
                </a:lnTo>
                <a:lnTo>
                  <a:pt x="634073" y="88195"/>
                </a:lnTo>
                <a:lnTo>
                  <a:pt x="635058" y="88165"/>
                </a:lnTo>
                <a:lnTo>
                  <a:pt x="636027" y="88115"/>
                </a:lnTo>
                <a:lnTo>
                  <a:pt x="636978" y="88046"/>
                </a:lnTo>
                <a:lnTo>
                  <a:pt x="637913" y="87956"/>
                </a:lnTo>
                <a:lnTo>
                  <a:pt x="638830" y="87846"/>
                </a:lnTo>
                <a:lnTo>
                  <a:pt x="639731" y="87717"/>
                </a:lnTo>
                <a:lnTo>
                  <a:pt x="640614" y="87567"/>
                </a:lnTo>
                <a:lnTo>
                  <a:pt x="641480" y="87398"/>
                </a:lnTo>
                <a:lnTo>
                  <a:pt x="642330" y="87208"/>
                </a:lnTo>
                <a:lnTo>
                  <a:pt x="643162" y="86999"/>
                </a:lnTo>
                <a:lnTo>
                  <a:pt x="643977" y="86769"/>
                </a:lnTo>
                <a:lnTo>
                  <a:pt x="644775" y="86520"/>
                </a:lnTo>
                <a:lnTo>
                  <a:pt x="645556" y="86251"/>
                </a:lnTo>
                <a:lnTo>
                  <a:pt x="646320" y="85962"/>
                </a:lnTo>
                <a:lnTo>
                  <a:pt x="647067" y="85653"/>
                </a:lnTo>
                <a:lnTo>
                  <a:pt x="647797" y="85324"/>
                </a:lnTo>
                <a:lnTo>
                  <a:pt x="648509" y="84975"/>
                </a:lnTo>
                <a:lnTo>
                  <a:pt x="649205" y="84606"/>
                </a:lnTo>
                <a:lnTo>
                  <a:pt x="649884" y="84217"/>
                </a:lnTo>
                <a:lnTo>
                  <a:pt x="650545" y="83809"/>
                </a:lnTo>
                <a:lnTo>
                  <a:pt x="651190" y="83380"/>
                </a:lnTo>
                <a:lnTo>
                  <a:pt x="651817" y="82931"/>
                </a:lnTo>
                <a:lnTo>
                  <a:pt x="652428" y="82463"/>
                </a:lnTo>
                <a:lnTo>
                  <a:pt x="653021" y="81975"/>
                </a:lnTo>
                <a:lnTo>
                  <a:pt x="653599" y="81468"/>
                </a:lnTo>
                <a:lnTo>
                  <a:pt x="654160" y="80941"/>
                </a:lnTo>
                <a:lnTo>
                  <a:pt x="654705" y="80396"/>
                </a:lnTo>
                <a:lnTo>
                  <a:pt x="655234" y="79831"/>
                </a:lnTo>
                <a:lnTo>
                  <a:pt x="655746" y="79248"/>
                </a:lnTo>
                <a:lnTo>
                  <a:pt x="656243" y="78645"/>
                </a:lnTo>
                <a:lnTo>
                  <a:pt x="656723" y="78023"/>
                </a:lnTo>
                <a:lnTo>
                  <a:pt x="657186" y="77382"/>
                </a:lnTo>
                <a:lnTo>
                  <a:pt x="657634" y="76722"/>
                </a:lnTo>
                <a:lnTo>
                  <a:pt x="658065" y="76043"/>
                </a:lnTo>
                <a:lnTo>
                  <a:pt x="658481" y="75344"/>
                </a:lnTo>
                <a:lnTo>
                  <a:pt x="658879" y="74627"/>
                </a:lnTo>
                <a:lnTo>
                  <a:pt x="659262" y="73890"/>
                </a:lnTo>
                <a:lnTo>
                  <a:pt x="659628" y="73135"/>
                </a:lnTo>
                <a:lnTo>
                  <a:pt x="659979" y="72360"/>
                </a:lnTo>
                <a:lnTo>
                  <a:pt x="660312" y="71566"/>
                </a:lnTo>
                <a:lnTo>
                  <a:pt x="660630" y="70753"/>
                </a:lnTo>
                <a:lnTo>
                  <a:pt x="660932" y="69921"/>
                </a:lnTo>
                <a:lnTo>
                  <a:pt x="661217" y="69069"/>
                </a:lnTo>
                <a:lnTo>
                  <a:pt x="661486" y="68199"/>
                </a:lnTo>
                <a:lnTo>
                  <a:pt x="661738" y="67309"/>
                </a:lnTo>
                <a:lnTo>
                  <a:pt x="661975" y="66401"/>
                </a:lnTo>
                <a:lnTo>
                  <a:pt x="662195" y="65473"/>
                </a:lnTo>
                <a:lnTo>
                  <a:pt x="645857" y="62631"/>
                </a:lnTo>
                <a:lnTo>
                  <a:pt x="645750" y="63172"/>
                </a:lnTo>
                <a:lnTo>
                  <a:pt x="645637" y="63700"/>
                </a:lnTo>
                <a:lnTo>
                  <a:pt x="645518" y="64214"/>
                </a:lnTo>
                <a:lnTo>
                  <a:pt x="645393" y="64714"/>
                </a:lnTo>
                <a:lnTo>
                  <a:pt x="645261" y="65201"/>
                </a:lnTo>
                <a:lnTo>
                  <a:pt x="645124" y="65675"/>
                </a:lnTo>
                <a:lnTo>
                  <a:pt x="644980" y="66135"/>
                </a:lnTo>
                <a:lnTo>
                  <a:pt x="644830" y="66581"/>
                </a:lnTo>
                <a:lnTo>
                  <a:pt x="644674" y="67014"/>
                </a:lnTo>
                <a:lnTo>
                  <a:pt x="644512" y="67434"/>
                </a:lnTo>
                <a:lnTo>
                  <a:pt x="644344" y="67840"/>
                </a:lnTo>
                <a:lnTo>
                  <a:pt x="644169" y="68233"/>
                </a:lnTo>
                <a:lnTo>
                  <a:pt x="643989" y="68612"/>
                </a:lnTo>
                <a:lnTo>
                  <a:pt x="643802" y="68978"/>
                </a:lnTo>
                <a:lnTo>
                  <a:pt x="643609" y="69331"/>
                </a:lnTo>
                <a:lnTo>
                  <a:pt x="643410" y="69669"/>
                </a:lnTo>
                <a:lnTo>
                  <a:pt x="643204" y="69995"/>
                </a:lnTo>
                <a:lnTo>
                  <a:pt x="642993" y="70307"/>
                </a:lnTo>
                <a:lnTo>
                  <a:pt x="642775" y="70605"/>
                </a:lnTo>
                <a:lnTo>
                  <a:pt x="642551" y="70890"/>
                </a:lnTo>
                <a:lnTo>
                  <a:pt x="642321" y="71162"/>
                </a:lnTo>
                <a:lnTo>
                  <a:pt x="642085" y="71420"/>
                </a:lnTo>
                <a:lnTo>
                  <a:pt x="641843" y="71665"/>
                </a:lnTo>
                <a:lnTo>
                  <a:pt x="641594" y="71896"/>
                </a:lnTo>
                <a:lnTo>
                  <a:pt x="641340" y="72116"/>
                </a:lnTo>
                <a:lnTo>
                  <a:pt x="641079" y="72326"/>
                </a:lnTo>
                <a:lnTo>
                  <a:pt x="640813" y="72527"/>
                </a:lnTo>
                <a:lnTo>
                  <a:pt x="640540" y="72719"/>
                </a:lnTo>
                <a:lnTo>
                  <a:pt x="640262" y="72901"/>
                </a:lnTo>
                <a:lnTo>
                  <a:pt x="639977" y="73074"/>
                </a:lnTo>
                <a:lnTo>
                  <a:pt x="639687" y="73238"/>
                </a:lnTo>
                <a:lnTo>
                  <a:pt x="639391" y="73392"/>
                </a:lnTo>
                <a:lnTo>
                  <a:pt x="639089" y="73537"/>
                </a:lnTo>
                <a:lnTo>
                  <a:pt x="638780" y="73673"/>
                </a:lnTo>
                <a:lnTo>
                  <a:pt x="638466" y="73799"/>
                </a:lnTo>
                <a:lnTo>
                  <a:pt x="638146" y="73916"/>
                </a:lnTo>
                <a:lnTo>
                  <a:pt x="637820" y="74024"/>
                </a:lnTo>
                <a:lnTo>
                  <a:pt x="637488" y="74122"/>
                </a:lnTo>
                <a:lnTo>
                  <a:pt x="637150" y="74211"/>
                </a:lnTo>
                <a:lnTo>
                  <a:pt x="636806" y="74290"/>
                </a:lnTo>
                <a:lnTo>
                  <a:pt x="636456" y="74360"/>
                </a:lnTo>
                <a:lnTo>
                  <a:pt x="636100" y="74421"/>
                </a:lnTo>
                <a:lnTo>
                  <a:pt x="635738" y="74473"/>
                </a:lnTo>
                <a:lnTo>
                  <a:pt x="635370" y="74515"/>
                </a:lnTo>
                <a:lnTo>
                  <a:pt x="634996" y="74547"/>
                </a:lnTo>
                <a:lnTo>
                  <a:pt x="634617" y="74571"/>
                </a:lnTo>
                <a:lnTo>
                  <a:pt x="634231" y="74585"/>
                </a:lnTo>
                <a:lnTo>
                  <a:pt x="633839" y="74589"/>
                </a:lnTo>
                <a:lnTo>
                  <a:pt x="633316" y="74581"/>
                </a:lnTo>
                <a:lnTo>
                  <a:pt x="632802" y="74558"/>
                </a:lnTo>
                <a:lnTo>
                  <a:pt x="632296" y="74518"/>
                </a:lnTo>
                <a:lnTo>
                  <a:pt x="631799" y="74462"/>
                </a:lnTo>
                <a:lnTo>
                  <a:pt x="631312" y="74390"/>
                </a:lnTo>
                <a:lnTo>
                  <a:pt x="630833" y="74302"/>
                </a:lnTo>
                <a:lnTo>
                  <a:pt x="630363" y="74198"/>
                </a:lnTo>
                <a:lnTo>
                  <a:pt x="629903" y="74078"/>
                </a:lnTo>
                <a:lnTo>
                  <a:pt x="629451" y="73942"/>
                </a:lnTo>
                <a:lnTo>
                  <a:pt x="629008" y="73790"/>
                </a:lnTo>
                <a:lnTo>
                  <a:pt x="628574" y="73623"/>
                </a:lnTo>
                <a:lnTo>
                  <a:pt x="628149" y="73439"/>
                </a:lnTo>
                <a:lnTo>
                  <a:pt x="627733" y="73239"/>
                </a:lnTo>
                <a:lnTo>
                  <a:pt x="627326" y="73023"/>
                </a:lnTo>
                <a:lnTo>
                  <a:pt x="626928" y="72792"/>
                </a:lnTo>
                <a:lnTo>
                  <a:pt x="626538" y="72544"/>
                </a:lnTo>
                <a:lnTo>
                  <a:pt x="626158" y="72280"/>
                </a:lnTo>
                <a:lnTo>
                  <a:pt x="625787" y="72001"/>
                </a:lnTo>
                <a:lnTo>
                  <a:pt x="625424" y="71705"/>
                </a:lnTo>
                <a:lnTo>
                  <a:pt x="625071" y="71393"/>
                </a:lnTo>
                <a:lnTo>
                  <a:pt x="624726" y="71066"/>
                </a:lnTo>
                <a:lnTo>
                  <a:pt x="624390" y="70722"/>
                </a:lnTo>
                <a:lnTo>
                  <a:pt x="624064" y="70362"/>
                </a:lnTo>
                <a:lnTo>
                  <a:pt x="623746" y="69987"/>
                </a:lnTo>
                <a:lnTo>
                  <a:pt x="623439" y="69592"/>
                </a:lnTo>
                <a:lnTo>
                  <a:pt x="623146" y="69174"/>
                </a:lnTo>
                <a:lnTo>
                  <a:pt x="622865" y="68733"/>
                </a:lnTo>
                <a:lnTo>
                  <a:pt x="622597" y="68270"/>
                </a:lnTo>
                <a:lnTo>
                  <a:pt x="622343" y="67784"/>
                </a:lnTo>
                <a:lnTo>
                  <a:pt x="622101" y="67275"/>
                </a:lnTo>
                <a:lnTo>
                  <a:pt x="621873" y="66744"/>
                </a:lnTo>
                <a:lnTo>
                  <a:pt x="621658" y="66189"/>
                </a:lnTo>
                <a:lnTo>
                  <a:pt x="621455" y="65612"/>
                </a:lnTo>
                <a:lnTo>
                  <a:pt x="621266" y="65013"/>
                </a:lnTo>
                <a:lnTo>
                  <a:pt x="621090" y="64390"/>
                </a:lnTo>
                <a:lnTo>
                  <a:pt x="620927" y="63745"/>
                </a:lnTo>
                <a:lnTo>
                  <a:pt x="620777" y="63077"/>
                </a:lnTo>
                <a:lnTo>
                  <a:pt x="620640" y="62386"/>
                </a:lnTo>
                <a:lnTo>
                  <a:pt x="620516" y="61672"/>
                </a:lnTo>
                <a:lnTo>
                  <a:pt x="620405" y="60936"/>
                </a:lnTo>
                <a:lnTo>
                  <a:pt x="620307" y="60177"/>
                </a:lnTo>
                <a:lnTo>
                  <a:pt x="620222" y="59395"/>
                </a:lnTo>
                <a:lnTo>
                  <a:pt x="620150" y="58591"/>
                </a:lnTo>
                <a:lnTo>
                  <a:pt x="620091" y="57764"/>
                </a:lnTo>
                <a:lnTo>
                  <a:pt x="620046" y="56914"/>
                </a:lnTo>
                <a:lnTo>
                  <a:pt x="620013" y="56041"/>
                </a:lnTo>
                <a:lnTo>
                  <a:pt x="619994" y="55145"/>
                </a:lnTo>
                <a:lnTo>
                  <a:pt x="619987" y="54227"/>
                </a:lnTo>
                <a:lnTo>
                  <a:pt x="619993" y="53401"/>
                </a:lnTo>
                <a:lnTo>
                  <a:pt x="620013" y="52595"/>
                </a:lnTo>
                <a:lnTo>
                  <a:pt x="620045" y="51809"/>
                </a:lnTo>
                <a:lnTo>
                  <a:pt x="620090" y="51043"/>
                </a:lnTo>
                <a:lnTo>
                  <a:pt x="620148" y="50297"/>
                </a:lnTo>
                <a:lnTo>
                  <a:pt x="620218" y="49571"/>
                </a:lnTo>
                <a:lnTo>
                  <a:pt x="620302" y="48865"/>
                </a:lnTo>
                <a:lnTo>
                  <a:pt x="620398" y="48178"/>
                </a:lnTo>
                <a:lnTo>
                  <a:pt x="620507" y="47512"/>
                </a:lnTo>
                <a:lnTo>
                  <a:pt x="620629" y="46866"/>
                </a:lnTo>
                <a:lnTo>
                  <a:pt x="620764" y="46240"/>
                </a:lnTo>
                <a:lnTo>
                  <a:pt x="620912" y="45633"/>
                </a:lnTo>
                <a:lnTo>
                  <a:pt x="621073" y="45047"/>
                </a:lnTo>
                <a:lnTo>
                  <a:pt x="621246" y="44481"/>
                </a:lnTo>
                <a:lnTo>
                  <a:pt x="621432" y="43934"/>
                </a:lnTo>
                <a:lnTo>
                  <a:pt x="621631" y="43408"/>
                </a:lnTo>
                <a:lnTo>
                  <a:pt x="621843" y="42902"/>
                </a:lnTo>
                <a:lnTo>
                  <a:pt x="622068" y="42415"/>
                </a:lnTo>
                <a:lnTo>
                  <a:pt x="622306" y="41949"/>
                </a:lnTo>
                <a:lnTo>
                  <a:pt x="622556" y="41502"/>
                </a:lnTo>
                <a:lnTo>
                  <a:pt x="622820" y="41076"/>
                </a:lnTo>
                <a:lnTo>
                  <a:pt x="623096" y="40669"/>
                </a:lnTo>
                <a:lnTo>
                  <a:pt x="623385" y="40283"/>
                </a:lnTo>
                <a:lnTo>
                  <a:pt x="623687" y="39916"/>
                </a:lnTo>
                <a:lnTo>
                  <a:pt x="624000" y="39567"/>
                </a:lnTo>
                <a:lnTo>
                  <a:pt x="624321" y="39233"/>
                </a:lnTo>
                <a:lnTo>
                  <a:pt x="624651" y="38913"/>
                </a:lnTo>
                <a:lnTo>
                  <a:pt x="624990" y="38609"/>
                </a:lnTo>
                <a:lnTo>
                  <a:pt x="625338" y="38319"/>
                </a:lnTo>
                <a:lnTo>
                  <a:pt x="625694" y="38044"/>
                </a:lnTo>
                <a:lnTo>
                  <a:pt x="626059" y="37784"/>
                </a:lnTo>
                <a:lnTo>
                  <a:pt x="626433" y="37539"/>
                </a:lnTo>
                <a:lnTo>
                  <a:pt x="626816" y="37309"/>
                </a:lnTo>
                <a:lnTo>
                  <a:pt x="627207" y="37093"/>
                </a:lnTo>
                <a:lnTo>
                  <a:pt x="627607" y="36893"/>
                </a:lnTo>
                <a:lnTo>
                  <a:pt x="628016" y="36707"/>
                </a:lnTo>
                <a:lnTo>
                  <a:pt x="628433" y="36536"/>
                </a:lnTo>
                <a:lnTo>
                  <a:pt x="628860" y="36380"/>
                </a:lnTo>
                <a:lnTo>
                  <a:pt x="629294" y="36239"/>
                </a:lnTo>
                <a:lnTo>
                  <a:pt x="629738" y="36113"/>
                </a:lnTo>
                <a:lnTo>
                  <a:pt x="630191" y="36001"/>
                </a:lnTo>
                <a:lnTo>
                  <a:pt x="630652" y="35905"/>
                </a:lnTo>
                <a:lnTo>
                  <a:pt x="631122" y="35823"/>
                </a:lnTo>
                <a:lnTo>
                  <a:pt x="631600" y="35756"/>
                </a:lnTo>
                <a:lnTo>
                  <a:pt x="632088" y="35704"/>
                </a:lnTo>
                <a:lnTo>
                  <a:pt x="632584" y="35667"/>
                </a:lnTo>
                <a:lnTo>
                  <a:pt x="633089" y="35645"/>
                </a:lnTo>
                <a:lnTo>
                  <a:pt x="633603" y="35637"/>
                </a:lnTo>
                <a:lnTo>
                  <a:pt x="633989" y="35641"/>
                </a:lnTo>
                <a:lnTo>
                  <a:pt x="634370" y="35654"/>
                </a:lnTo>
                <a:lnTo>
                  <a:pt x="634744" y="35676"/>
                </a:lnTo>
                <a:lnTo>
                  <a:pt x="635113" y="35706"/>
                </a:lnTo>
                <a:lnTo>
                  <a:pt x="635475" y="35744"/>
                </a:lnTo>
                <a:lnTo>
                  <a:pt x="635832" y="35792"/>
                </a:lnTo>
                <a:lnTo>
                  <a:pt x="636182" y="35847"/>
                </a:lnTo>
                <a:lnTo>
                  <a:pt x="636526" y="35912"/>
                </a:lnTo>
                <a:lnTo>
                  <a:pt x="636864" y="35985"/>
                </a:lnTo>
                <a:lnTo>
                  <a:pt x="637197" y="36066"/>
                </a:lnTo>
                <a:lnTo>
                  <a:pt x="637523" y="36156"/>
                </a:lnTo>
                <a:lnTo>
                  <a:pt x="637843" y="36255"/>
                </a:lnTo>
                <a:lnTo>
                  <a:pt x="638157" y="36362"/>
                </a:lnTo>
                <a:lnTo>
                  <a:pt x="638464" y="36478"/>
                </a:lnTo>
                <a:lnTo>
                  <a:pt x="638766" y="36603"/>
                </a:lnTo>
                <a:lnTo>
                  <a:pt x="639062" y="36736"/>
                </a:lnTo>
                <a:lnTo>
                  <a:pt x="639352" y="36877"/>
                </a:lnTo>
                <a:lnTo>
                  <a:pt x="639635" y="37027"/>
                </a:lnTo>
                <a:lnTo>
                  <a:pt x="639913" y="37186"/>
                </a:lnTo>
                <a:lnTo>
                  <a:pt x="640184" y="37354"/>
                </a:lnTo>
                <a:lnTo>
                  <a:pt x="640450" y="37529"/>
                </a:lnTo>
                <a:lnTo>
                  <a:pt x="640709" y="37714"/>
                </a:lnTo>
                <a:lnTo>
                  <a:pt x="640962" y="37907"/>
                </a:lnTo>
                <a:lnTo>
                  <a:pt x="641209" y="38109"/>
                </a:lnTo>
                <a:lnTo>
                  <a:pt x="641450" y="38319"/>
                </a:lnTo>
                <a:lnTo>
                  <a:pt x="641683" y="38537"/>
                </a:lnTo>
                <a:lnTo>
                  <a:pt x="641909" y="38764"/>
                </a:lnTo>
                <a:lnTo>
                  <a:pt x="642128" y="39000"/>
                </a:lnTo>
                <a:lnTo>
                  <a:pt x="642339" y="39243"/>
                </a:lnTo>
                <a:lnTo>
                  <a:pt x="642543" y="39495"/>
                </a:lnTo>
                <a:lnTo>
                  <a:pt x="642740" y="39756"/>
                </a:lnTo>
                <a:lnTo>
                  <a:pt x="642930" y="40024"/>
                </a:lnTo>
                <a:lnTo>
                  <a:pt x="643112" y="40302"/>
                </a:lnTo>
                <a:lnTo>
                  <a:pt x="643287" y="40587"/>
                </a:lnTo>
                <a:lnTo>
                  <a:pt x="643454" y="40881"/>
                </a:lnTo>
                <a:lnTo>
                  <a:pt x="643614" y="41183"/>
                </a:lnTo>
                <a:lnTo>
                  <a:pt x="643767" y="41494"/>
                </a:lnTo>
                <a:lnTo>
                  <a:pt x="643913" y="41813"/>
                </a:lnTo>
                <a:lnTo>
                  <a:pt x="644051" y="42140"/>
                </a:lnTo>
                <a:lnTo>
                  <a:pt x="644183" y="42476"/>
                </a:lnTo>
                <a:lnTo>
                  <a:pt x="644306" y="42820"/>
                </a:lnTo>
                <a:lnTo>
                  <a:pt x="644423" y="43173"/>
                </a:lnTo>
                <a:lnTo>
                  <a:pt x="644532" y="43534"/>
                </a:lnTo>
                <a:lnTo>
                  <a:pt x="644634" y="43903"/>
                </a:lnTo>
                <a:lnTo>
                  <a:pt x="644729" y="44281"/>
                </a:lnTo>
                <a:lnTo>
                  <a:pt x="644816" y="44667"/>
                </a:lnTo>
                <a:lnTo>
                  <a:pt x="644896" y="45061"/>
                </a:lnTo>
                <a:lnTo>
                  <a:pt x="644969" y="45464"/>
                </a:lnTo>
                <a:lnTo>
                  <a:pt x="661366" y="42504"/>
                </a:lnTo>
                <a:lnTo>
                  <a:pt x="661113" y="41670"/>
                </a:lnTo>
                <a:lnTo>
                  <a:pt x="660847" y="40853"/>
                </a:lnTo>
                <a:lnTo>
                  <a:pt x="660567" y="40054"/>
                </a:lnTo>
                <a:lnTo>
                  <a:pt x="660274" y="39274"/>
                </a:lnTo>
                <a:close/>
                <a:moveTo>
                  <a:pt x="709874" y="68282"/>
                </a:moveTo>
                <a:lnTo>
                  <a:pt x="709740" y="68636"/>
                </a:lnTo>
                <a:lnTo>
                  <a:pt x="709602" y="68980"/>
                </a:lnTo>
                <a:lnTo>
                  <a:pt x="709459" y="69316"/>
                </a:lnTo>
                <a:lnTo>
                  <a:pt x="709312" y="69643"/>
                </a:lnTo>
                <a:lnTo>
                  <a:pt x="709160" y="69961"/>
                </a:lnTo>
                <a:lnTo>
                  <a:pt x="709003" y="70270"/>
                </a:lnTo>
                <a:lnTo>
                  <a:pt x="708842" y="70569"/>
                </a:lnTo>
                <a:lnTo>
                  <a:pt x="708677" y="70860"/>
                </a:lnTo>
                <a:lnTo>
                  <a:pt x="708507" y="71142"/>
                </a:lnTo>
                <a:lnTo>
                  <a:pt x="708332" y="71414"/>
                </a:lnTo>
                <a:lnTo>
                  <a:pt x="708153" y="71678"/>
                </a:lnTo>
                <a:lnTo>
                  <a:pt x="707970" y="71932"/>
                </a:lnTo>
                <a:lnTo>
                  <a:pt x="707782" y="72178"/>
                </a:lnTo>
                <a:lnTo>
                  <a:pt x="707589" y="72414"/>
                </a:lnTo>
                <a:lnTo>
                  <a:pt x="707392" y="72641"/>
                </a:lnTo>
                <a:lnTo>
                  <a:pt x="707190" y="72860"/>
                </a:lnTo>
                <a:lnTo>
                  <a:pt x="706984" y="73069"/>
                </a:lnTo>
                <a:lnTo>
                  <a:pt x="706773" y="73269"/>
                </a:lnTo>
                <a:lnTo>
                  <a:pt x="706558" y="73460"/>
                </a:lnTo>
                <a:lnTo>
                  <a:pt x="706338" y="73642"/>
                </a:lnTo>
                <a:lnTo>
                  <a:pt x="706114" y="73816"/>
                </a:lnTo>
                <a:lnTo>
                  <a:pt x="705886" y="73983"/>
                </a:lnTo>
                <a:lnTo>
                  <a:pt x="705653" y="74142"/>
                </a:lnTo>
                <a:lnTo>
                  <a:pt x="705416" y="74294"/>
                </a:lnTo>
                <a:lnTo>
                  <a:pt x="705175" y="74438"/>
                </a:lnTo>
                <a:lnTo>
                  <a:pt x="704929" y="74575"/>
                </a:lnTo>
                <a:lnTo>
                  <a:pt x="704679" y="74704"/>
                </a:lnTo>
                <a:lnTo>
                  <a:pt x="704424" y="74826"/>
                </a:lnTo>
                <a:lnTo>
                  <a:pt x="704166" y="74941"/>
                </a:lnTo>
                <a:lnTo>
                  <a:pt x="703903" y="75048"/>
                </a:lnTo>
                <a:lnTo>
                  <a:pt x="703635" y="75148"/>
                </a:lnTo>
                <a:lnTo>
                  <a:pt x="703364" y="75241"/>
                </a:lnTo>
                <a:lnTo>
                  <a:pt x="703088" y="75326"/>
                </a:lnTo>
                <a:lnTo>
                  <a:pt x="702808" y="75403"/>
                </a:lnTo>
                <a:lnTo>
                  <a:pt x="702523" y="75474"/>
                </a:lnTo>
                <a:lnTo>
                  <a:pt x="702234" y="75537"/>
                </a:lnTo>
                <a:lnTo>
                  <a:pt x="701941" y="75592"/>
                </a:lnTo>
                <a:lnTo>
                  <a:pt x="701643" y="75640"/>
                </a:lnTo>
                <a:lnTo>
                  <a:pt x="701342" y="75681"/>
                </a:lnTo>
                <a:lnTo>
                  <a:pt x="701035" y="75714"/>
                </a:lnTo>
                <a:lnTo>
                  <a:pt x="700725" y="75740"/>
                </a:lnTo>
                <a:lnTo>
                  <a:pt x="700410" y="75759"/>
                </a:lnTo>
                <a:lnTo>
                  <a:pt x="700091" y="75770"/>
                </a:lnTo>
                <a:lnTo>
                  <a:pt x="699768" y="75773"/>
                </a:lnTo>
                <a:lnTo>
                  <a:pt x="699292" y="75766"/>
                </a:lnTo>
                <a:lnTo>
                  <a:pt x="698824" y="75745"/>
                </a:lnTo>
                <a:lnTo>
                  <a:pt x="698362" y="75709"/>
                </a:lnTo>
                <a:lnTo>
                  <a:pt x="697906" y="75659"/>
                </a:lnTo>
                <a:lnTo>
                  <a:pt x="697457" y="75595"/>
                </a:lnTo>
                <a:lnTo>
                  <a:pt x="697015" y="75516"/>
                </a:lnTo>
                <a:lnTo>
                  <a:pt x="696579" y="75423"/>
                </a:lnTo>
                <a:lnTo>
                  <a:pt x="696150" y="75316"/>
                </a:lnTo>
                <a:lnTo>
                  <a:pt x="695727" y="75195"/>
                </a:lnTo>
                <a:lnTo>
                  <a:pt x="695311" y="75059"/>
                </a:lnTo>
                <a:lnTo>
                  <a:pt x="694902" y="74909"/>
                </a:lnTo>
                <a:lnTo>
                  <a:pt x="694499" y="74745"/>
                </a:lnTo>
                <a:lnTo>
                  <a:pt x="694103" y="74566"/>
                </a:lnTo>
                <a:lnTo>
                  <a:pt x="693713" y="74373"/>
                </a:lnTo>
                <a:lnTo>
                  <a:pt x="693330" y="74166"/>
                </a:lnTo>
                <a:lnTo>
                  <a:pt x="692953" y="73945"/>
                </a:lnTo>
                <a:lnTo>
                  <a:pt x="692583" y="73709"/>
                </a:lnTo>
                <a:lnTo>
                  <a:pt x="692220" y="73459"/>
                </a:lnTo>
                <a:lnTo>
                  <a:pt x="691863" y="73195"/>
                </a:lnTo>
                <a:lnTo>
                  <a:pt x="691513" y="72916"/>
                </a:lnTo>
                <a:lnTo>
                  <a:pt x="691169" y="72623"/>
                </a:lnTo>
                <a:lnTo>
                  <a:pt x="690832" y="72316"/>
                </a:lnTo>
                <a:lnTo>
                  <a:pt x="690501" y="71995"/>
                </a:lnTo>
                <a:lnTo>
                  <a:pt x="690177" y="71659"/>
                </a:lnTo>
                <a:lnTo>
                  <a:pt x="689863" y="71311"/>
                </a:lnTo>
                <a:lnTo>
                  <a:pt x="689562" y="70951"/>
                </a:lnTo>
                <a:lnTo>
                  <a:pt x="689273" y="70579"/>
                </a:lnTo>
                <a:lnTo>
                  <a:pt x="688997" y="70197"/>
                </a:lnTo>
                <a:lnTo>
                  <a:pt x="688733" y="69802"/>
                </a:lnTo>
                <a:lnTo>
                  <a:pt x="688483" y="69397"/>
                </a:lnTo>
                <a:lnTo>
                  <a:pt x="688245" y="68980"/>
                </a:lnTo>
                <a:lnTo>
                  <a:pt x="688020" y="68551"/>
                </a:lnTo>
                <a:lnTo>
                  <a:pt x="687808" y="68111"/>
                </a:lnTo>
                <a:lnTo>
                  <a:pt x="687608" y="67660"/>
                </a:lnTo>
                <a:lnTo>
                  <a:pt x="687421" y="67198"/>
                </a:lnTo>
                <a:lnTo>
                  <a:pt x="687247" y="66724"/>
                </a:lnTo>
                <a:lnTo>
                  <a:pt x="687086" y="66238"/>
                </a:lnTo>
                <a:lnTo>
                  <a:pt x="686937" y="65741"/>
                </a:lnTo>
                <a:lnTo>
                  <a:pt x="686801" y="65233"/>
                </a:lnTo>
                <a:lnTo>
                  <a:pt x="686678" y="64713"/>
                </a:lnTo>
                <a:lnTo>
                  <a:pt x="686568" y="64182"/>
                </a:lnTo>
                <a:lnTo>
                  <a:pt x="686470" y="63640"/>
                </a:lnTo>
                <a:lnTo>
                  <a:pt x="686385" y="63086"/>
                </a:lnTo>
                <a:lnTo>
                  <a:pt x="686313" y="62520"/>
                </a:lnTo>
                <a:lnTo>
                  <a:pt x="686254" y="61944"/>
                </a:lnTo>
                <a:lnTo>
                  <a:pt x="686207" y="61356"/>
                </a:lnTo>
                <a:lnTo>
                  <a:pt x="686173" y="60756"/>
                </a:lnTo>
                <a:lnTo>
                  <a:pt x="686152" y="60145"/>
                </a:lnTo>
                <a:lnTo>
                  <a:pt x="727827" y="60145"/>
                </a:lnTo>
                <a:lnTo>
                  <a:pt x="727842" y="58569"/>
                </a:lnTo>
                <a:lnTo>
                  <a:pt x="727828" y="57027"/>
                </a:lnTo>
                <a:lnTo>
                  <a:pt x="727784" y="55519"/>
                </a:lnTo>
                <a:lnTo>
                  <a:pt x="727711" y="54045"/>
                </a:lnTo>
                <a:lnTo>
                  <a:pt x="727608" y="52606"/>
                </a:lnTo>
                <a:lnTo>
                  <a:pt x="727476" y="51201"/>
                </a:lnTo>
                <a:lnTo>
                  <a:pt x="727314" y="49830"/>
                </a:lnTo>
                <a:lnTo>
                  <a:pt x="727124" y="48493"/>
                </a:lnTo>
                <a:lnTo>
                  <a:pt x="726903" y="47191"/>
                </a:lnTo>
                <a:lnTo>
                  <a:pt x="726654" y="45922"/>
                </a:lnTo>
                <a:lnTo>
                  <a:pt x="726375" y="44688"/>
                </a:lnTo>
                <a:lnTo>
                  <a:pt x="726066" y="43488"/>
                </a:lnTo>
                <a:lnTo>
                  <a:pt x="725728" y="42323"/>
                </a:lnTo>
                <a:lnTo>
                  <a:pt x="725361" y="41191"/>
                </a:lnTo>
                <a:lnTo>
                  <a:pt x="724965" y="40094"/>
                </a:lnTo>
                <a:lnTo>
                  <a:pt x="724539" y="39031"/>
                </a:lnTo>
                <a:lnTo>
                  <a:pt x="724083" y="38002"/>
                </a:lnTo>
                <a:lnTo>
                  <a:pt x="723598" y="37008"/>
                </a:lnTo>
                <a:lnTo>
                  <a:pt x="723084" y="36048"/>
                </a:lnTo>
                <a:lnTo>
                  <a:pt x="722541" y="35122"/>
                </a:lnTo>
                <a:lnTo>
                  <a:pt x="721968" y="34230"/>
                </a:lnTo>
                <a:lnTo>
                  <a:pt x="721365" y="33372"/>
                </a:lnTo>
                <a:lnTo>
                  <a:pt x="720734" y="32549"/>
                </a:lnTo>
                <a:lnTo>
                  <a:pt x="720072" y="31760"/>
                </a:lnTo>
                <a:lnTo>
                  <a:pt x="719386" y="31004"/>
                </a:lnTo>
                <a:lnTo>
                  <a:pt x="718680" y="30280"/>
                </a:lnTo>
                <a:lnTo>
                  <a:pt x="717952" y="29588"/>
                </a:lnTo>
                <a:lnTo>
                  <a:pt x="717205" y="28929"/>
                </a:lnTo>
                <a:lnTo>
                  <a:pt x="716436" y="28302"/>
                </a:lnTo>
                <a:lnTo>
                  <a:pt x="715647" y="27707"/>
                </a:lnTo>
                <a:lnTo>
                  <a:pt x="714838" y="27144"/>
                </a:lnTo>
                <a:lnTo>
                  <a:pt x="714008" y="26613"/>
                </a:lnTo>
                <a:lnTo>
                  <a:pt x="713157" y="26114"/>
                </a:lnTo>
                <a:lnTo>
                  <a:pt x="712286" y="25648"/>
                </a:lnTo>
                <a:lnTo>
                  <a:pt x="711395" y="25213"/>
                </a:lnTo>
                <a:lnTo>
                  <a:pt x="710482" y="24811"/>
                </a:lnTo>
                <a:lnTo>
                  <a:pt x="709550" y="24441"/>
                </a:lnTo>
                <a:lnTo>
                  <a:pt x="708596" y="24104"/>
                </a:lnTo>
                <a:lnTo>
                  <a:pt x="707622" y="23798"/>
                </a:lnTo>
                <a:lnTo>
                  <a:pt x="706628" y="23525"/>
                </a:lnTo>
                <a:lnTo>
                  <a:pt x="705613" y="23283"/>
                </a:lnTo>
                <a:lnTo>
                  <a:pt x="704577" y="23074"/>
                </a:lnTo>
                <a:lnTo>
                  <a:pt x="703521" y="22897"/>
                </a:lnTo>
                <a:lnTo>
                  <a:pt x="702445" y="22753"/>
                </a:lnTo>
                <a:lnTo>
                  <a:pt x="701347" y="22640"/>
                </a:lnTo>
                <a:lnTo>
                  <a:pt x="700230" y="22560"/>
                </a:lnTo>
                <a:lnTo>
                  <a:pt x="699091" y="22511"/>
                </a:lnTo>
                <a:lnTo>
                  <a:pt x="697932" y="22495"/>
                </a:lnTo>
                <a:lnTo>
                  <a:pt x="696899" y="22511"/>
                </a:lnTo>
                <a:lnTo>
                  <a:pt x="695881" y="22557"/>
                </a:lnTo>
                <a:lnTo>
                  <a:pt x="694877" y="22634"/>
                </a:lnTo>
                <a:lnTo>
                  <a:pt x="693889" y="22741"/>
                </a:lnTo>
                <a:lnTo>
                  <a:pt x="692915" y="22879"/>
                </a:lnTo>
                <a:lnTo>
                  <a:pt x="691957" y="23048"/>
                </a:lnTo>
                <a:lnTo>
                  <a:pt x="691014" y="23248"/>
                </a:lnTo>
                <a:lnTo>
                  <a:pt x="690085" y="23479"/>
                </a:lnTo>
                <a:lnTo>
                  <a:pt x="689172" y="23740"/>
                </a:lnTo>
                <a:lnTo>
                  <a:pt x="688274" y="24032"/>
                </a:lnTo>
                <a:lnTo>
                  <a:pt x="687390" y="24354"/>
                </a:lnTo>
                <a:lnTo>
                  <a:pt x="686522" y="24708"/>
                </a:lnTo>
                <a:lnTo>
                  <a:pt x="685669" y="25092"/>
                </a:lnTo>
                <a:lnTo>
                  <a:pt x="684830" y="25507"/>
                </a:lnTo>
                <a:lnTo>
                  <a:pt x="684007" y="25952"/>
                </a:lnTo>
                <a:lnTo>
                  <a:pt x="683199" y="26429"/>
                </a:lnTo>
                <a:lnTo>
                  <a:pt x="682405" y="26936"/>
                </a:lnTo>
                <a:lnTo>
                  <a:pt x="681627" y="27473"/>
                </a:lnTo>
                <a:lnTo>
                  <a:pt x="680864" y="28042"/>
                </a:lnTo>
                <a:lnTo>
                  <a:pt x="680115" y="28641"/>
                </a:lnTo>
                <a:lnTo>
                  <a:pt x="679382" y="29271"/>
                </a:lnTo>
                <a:lnTo>
                  <a:pt x="678664" y="29932"/>
                </a:lnTo>
                <a:lnTo>
                  <a:pt x="677961" y="30623"/>
                </a:lnTo>
                <a:lnTo>
                  <a:pt x="677272" y="31345"/>
                </a:lnTo>
                <a:lnTo>
                  <a:pt x="676606" y="32095"/>
                </a:lnTo>
                <a:lnTo>
                  <a:pt x="675967" y="32867"/>
                </a:lnTo>
                <a:lnTo>
                  <a:pt x="675358" y="33664"/>
                </a:lnTo>
                <a:lnTo>
                  <a:pt x="674776" y="34484"/>
                </a:lnTo>
                <a:lnTo>
                  <a:pt x="674223" y="35327"/>
                </a:lnTo>
                <a:lnTo>
                  <a:pt x="673698" y="36194"/>
                </a:lnTo>
                <a:lnTo>
                  <a:pt x="673202" y="37085"/>
                </a:lnTo>
                <a:lnTo>
                  <a:pt x="672734" y="37999"/>
                </a:lnTo>
                <a:lnTo>
                  <a:pt x="672294" y="38936"/>
                </a:lnTo>
                <a:lnTo>
                  <a:pt x="671883" y="39897"/>
                </a:lnTo>
                <a:lnTo>
                  <a:pt x="671500" y="40882"/>
                </a:lnTo>
                <a:lnTo>
                  <a:pt x="671145" y="41890"/>
                </a:lnTo>
                <a:lnTo>
                  <a:pt x="670819" y="42922"/>
                </a:lnTo>
                <a:lnTo>
                  <a:pt x="670521" y="43977"/>
                </a:lnTo>
                <a:lnTo>
                  <a:pt x="670252" y="45056"/>
                </a:lnTo>
                <a:lnTo>
                  <a:pt x="670011" y="46158"/>
                </a:lnTo>
                <a:lnTo>
                  <a:pt x="669798" y="47284"/>
                </a:lnTo>
                <a:lnTo>
                  <a:pt x="669614" y="48433"/>
                </a:lnTo>
                <a:lnTo>
                  <a:pt x="669458" y="49606"/>
                </a:lnTo>
                <a:lnTo>
                  <a:pt x="669330" y="50803"/>
                </a:lnTo>
                <a:lnTo>
                  <a:pt x="669231" y="52023"/>
                </a:lnTo>
                <a:lnTo>
                  <a:pt x="669160" y="53266"/>
                </a:lnTo>
                <a:lnTo>
                  <a:pt x="669117" y="54533"/>
                </a:lnTo>
                <a:lnTo>
                  <a:pt x="669103" y="55824"/>
                </a:lnTo>
                <a:lnTo>
                  <a:pt x="669114" y="56906"/>
                </a:lnTo>
                <a:lnTo>
                  <a:pt x="669146" y="57973"/>
                </a:lnTo>
                <a:lnTo>
                  <a:pt x="669200" y="59024"/>
                </a:lnTo>
                <a:lnTo>
                  <a:pt x="669276" y="60060"/>
                </a:lnTo>
                <a:lnTo>
                  <a:pt x="669373" y="61080"/>
                </a:lnTo>
                <a:lnTo>
                  <a:pt x="669491" y="62084"/>
                </a:lnTo>
                <a:lnTo>
                  <a:pt x="669632" y="63073"/>
                </a:lnTo>
                <a:lnTo>
                  <a:pt x="669794" y="64046"/>
                </a:lnTo>
                <a:lnTo>
                  <a:pt x="669977" y="65003"/>
                </a:lnTo>
                <a:lnTo>
                  <a:pt x="670182" y="65945"/>
                </a:lnTo>
                <a:lnTo>
                  <a:pt x="670409" y="66871"/>
                </a:lnTo>
                <a:lnTo>
                  <a:pt x="670657" y="67782"/>
                </a:lnTo>
                <a:lnTo>
                  <a:pt x="670927" y="68677"/>
                </a:lnTo>
                <a:lnTo>
                  <a:pt x="671218" y="69556"/>
                </a:lnTo>
                <a:lnTo>
                  <a:pt x="671531" y="70420"/>
                </a:lnTo>
                <a:lnTo>
                  <a:pt x="671866" y="71268"/>
                </a:lnTo>
                <a:lnTo>
                  <a:pt x="672222" y="72100"/>
                </a:lnTo>
                <a:lnTo>
                  <a:pt x="672599" y="72917"/>
                </a:lnTo>
                <a:lnTo>
                  <a:pt x="672999" y="73718"/>
                </a:lnTo>
                <a:lnTo>
                  <a:pt x="673419" y="74504"/>
                </a:lnTo>
                <a:lnTo>
                  <a:pt x="673862" y="75274"/>
                </a:lnTo>
                <a:lnTo>
                  <a:pt x="674326" y="76028"/>
                </a:lnTo>
                <a:lnTo>
                  <a:pt x="674812" y="76767"/>
                </a:lnTo>
                <a:lnTo>
                  <a:pt x="675319" y="77490"/>
                </a:lnTo>
                <a:lnTo>
                  <a:pt x="675990" y="78364"/>
                </a:lnTo>
                <a:lnTo>
                  <a:pt x="676690" y="79202"/>
                </a:lnTo>
                <a:lnTo>
                  <a:pt x="677420" y="80001"/>
                </a:lnTo>
                <a:lnTo>
                  <a:pt x="678180" y="80764"/>
                </a:lnTo>
                <a:lnTo>
                  <a:pt x="678969" y="81490"/>
                </a:lnTo>
                <a:lnTo>
                  <a:pt x="679788" y="82178"/>
                </a:lnTo>
                <a:lnTo>
                  <a:pt x="680637" y="82829"/>
                </a:lnTo>
                <a:lnTo>
                  <a:pt x="681515" y="83443"/>
                </a:lnTo>
                <a:lnTo>
                  <a:pt x="682423" y="84020"/>
                </a:lnTo>
                <a:lnTo>
                  <a:pt x="683360" y="84559"/>
                </a:lnTo>
                <a:lnTo>
                  <a:pt x="684327" y="85061"/>
                </a:lnTo>
                <a:lnTo>
                  <a:pt x="685323" y="85526"/>
                </a:lnTo>
                <a:lnTo>
                  <a:pt x="686349" y="85954"/>
                </a:lnTo>
                <a:lnTo>
                  <a:pt x="687405" y="86345"/>
                </a:lnTo>
                <a:lnTo>
                  <a:pt x="688490" y="86698"/>
                </a:lnTo>
                <a:lnTo>
                  <a:pt x="689605" y="87014"/>
                </a:lnTo>
                <a:lnTo>
                  <a:pt x="690750" y="87294"/>
                </a:lnTo>
                <a:lnTo>
                  <a:pt x="691924" y="87535"/>
                </a:lnTo>
                <a:lnTo>
                  <a:pt x="693127" y="87740"/>
                </a:lnTo>
                <a:lnTo>
                  <a:pt x="694361" y="87907"/>
                </a:lnTo>
                <a:lnTo>
                  <a:pt x="695624" y="88038"/>
                </a:lnTo>
                <a:lnTo>
                  <a:pt x="696916" y="88131"/>
                </a:lnTo>
                <a:lnTo>
                  <a:pt x="698238" y="88186"/>
                </a:lnTo>
                <a:lnTo>
                  <a:pt x="699590" y="88205"/>
                </a:lnTo>
                <a:lnTo>
                  <a:pt x="700447" y="88197"/>
                </a:lnTo>
                <a:lnTo>
                  <a:pt x="701292" y="88172"/>
                </a:lnTo>
                <a:lnTo>
                  <a:pt x="702126" y="88131"/>
                </a:lnTo>
                <a:lnTo>
                  <a:pt x="702947" y="88073"/>
                </a:lnTo>
                <a:lnTo>
                  <a:pt x="703756" y="87999"/>
                </a:lnTo>
                <a:lnTo>
                  <a:pt x="704553" y="87908"/>
                </a:lnTo>
                <a:lnTo>
                  <a:pt x="705338" y="87801"/>
                </a:lnTo>
                <a:lnTo>
                  <a:pt x="706112" y="87677"/>
                </a:lnTo>
                <a:lnTo>
                  <a:pt x="706873" y="87537"/>
                </a:lnTo>
                <a:lnTo>
                  <a:pt x="707622" y="87380"/>
                </a:lnTo>
                <a:lnTo>
                  <a:pt x="708359" y="87207"/>
                </a:lnTo>
                <a:lnTo>
                  <a:pt x="709084" y="87017"/>
                </a:lnTo>
                <a:lnTo>
                  <a:pt x="709797" y="86811"/>
                </a:lnTo>
                <a:lnTo>
                  <a:pt x="710498" y="86588"/>
                </a:lnTo>
                <a:lnTo>
                  <a:pt x="711187" y="86349"/>
                </a:lnTo>
                <a:lnTo>
                  <a:pt x="711864" y="86094"/>
                </a:lnTo>
                <a:lnTo>
                  <a:pt x="712529" y="85821"/>
                </a:lnTo>
                <a:lnTo>
                  <a:pt x="713181" y="85533"/>
                </a:lnTo>
                <a:lnTo>
                  <a:pt x="713822" y="85228"/>
                </a:lnTo>
                <a:lnTo>
                  <a:pt x="714451" y="84906"/>
                </a:lnTo>
                <a:lnTo>
                  <a:pt x="715068" y="84568"/>
                </a:lnTo>
                <a:lnTo>
                  <a:pt x="715673" y="84213"/>
                </a:lnTo>
                <a:lnTo>
                  <a:pt x="716265" y="83842"/>
                </a:lnTo>
                <a:lnTo>
                  <a:pt x="716846" y="83454"/>
                </a:lnTo>
                <a:lnTo>
                  <a:pt x="717414" y="83051"/>
                </a:lnTo>
                <a:lnTo>
                  <a:pt x="717970" y="82633"/>
                </a:lnTo>
                <a:lnTo>
                  <a:pt x="718512" y="82199"/>
                </a:lnTo>
                <a:lnTo>
                  <a:pt x="719042" y="81750"/>
                </a:lnTo>
                <a:lnTo>
                  <a:pt x="719559" y="81287"/>
                </a:lnTo>
                <a:lnTo>
                  <a:pt x="720063" y="80808"/>
                </a:lnTo>
                <a:lnTo>
                  <a:pt x="720554" y="80314"/>
                </a:lnTo>
                <a:lnTo>
                  <a:pt x="721033" y="79805"/>
                </a:lnTo>
                <a:lnTo>
                  <a:pt x="721498" y="79282"/>
                </a:lnTo>
                <a:lnTo>
                  <a:pt x="721951" y="78743"/>
                </a:lnTo>
                <a:lnTo>
                  <a:pt x="722391" y="78189"/>
                </a:lnTo>
                <a:lnTo>
                  <a:pt x="722818" y="77620"/>
                </a:lnTo>
                <a:lnTo>
                  <a:pt x="723232" y="77036"/>
                </a:lnTo>
                <a:lnTo>
                  <a:pt x="723633" y="76436"/>
                </a:lnTo>
                <a:lnTo>
                  <a:pt x="724022" y="75822"/>
                </a:lnTo>
                <a:lnTo>
                  <a:pt x="724397" y="75193"/>
                </a:lnTo>
                <a:lnTo>
                  <a:pt x="724760" y="74549"/>
                </a:lnTo>
                <a:lnTo>
                  <a:pt x="725110" y="73889"/>
                </a:lnTo>
                <a:lnTo>
                  <a:pt x="725447" y="73215"/>
                </a:lnTo>
                <a:lnTo>
                  <a:pt x="725771" y="72525"/>
                </a:lnTo>
                <a:lnTo>
                  <a:pt x="726082" y="71821"/>
                </a:lnTo>
                <a:lnTo>
                  <a:pt x="726381" y="71101"/>
                </a:lnTo>
                <a:lnTo>
                  <a:pt x="726667" y="70367"/>
                </a:lnTo>
                <a:lnTo>
                  <a:pt x="726939" y="69617"/>
                </a:lnTo>
                <a:lnTo>
                  <a:pt x="710364" y="66775"/>
                </a:lnTo>
                <a:lnTo>
                  <a:pt x="710248" y="67165"/>
                </a:lnTo>
                <a:lnTo>
                  <a:pt x="710128" y="67547"/>
                </a:lnTo>
                <a:lnTo>
                  <a:pt x="710003" y="67919"/>
                </a:lnTo>
                <a:lnTo>
                  <a:pt x="709874" y="68282"/>
                </a:lnTo>
                <a:close/>
                <a:moveTo>
                  <a:pt x="686490" y="48312"/>
                </a:moveTo>
                <a:lnTo>
                  <a:pt x="686529" y="47782"/>
                </a:lnTo>
                <a:lnTo>
                  <a:pt x="686580" y="47261"/>
                </a:lnTo>
                <a:lnTo>
                  <a:pt x="686644" y="46750"/>
                </a:lnTo>
                <a:lnTo>
                  <a:pt x="686721" y="46249"/>
                </a:lnTo>
                <a:lnTo>
                  <a:pt x="686810" y="45757"/>
                </a:lnTo>
                <a:lnTo>
                  <a:pt x="686911" y="45276"/>
                </a:lnTo>
                <a:lnTo>
                  <a:pt x="687026" y="44804"/>
                </a:lnTo>
                <a:lnTo>
                  <a:pt x="687152" y="44342"/>
                </a:lnTo>
                <a:lnTo>
                  <a:pt x="687292" y="43890"/>
                </a:lnTo>
                <a:lnTo>
                  <a:pt x="687443" y="43448"/>
                </a:lnTo>
                <a:lnTo>
                  <a:pt x="687608" y="43016"/>
                </a:lnTo>
                <a:lnTo>
                  <a:pt x="687785" y="42593"/>
                </a:lnTo>
                <a:lnTo>
                  <a:pt x="687974" y="42180"/>
                </a:lnTo>
                <a:lnTo>
                  <a:pt x="688176" y="41777"/>
                </a:lnTo>
                <a:lnTo>
                  <a:pt x="688390" y="41384"/>
                </a:lnTo>
                <a:lnTo>
                  <a:pt x="688617" y="41001"/>
                </a:lnTo>
                <a:lnTo>
                  <a:pt x="688857" y="40627"/>
                </a:lnTo>
                <a:lnTo>
                  <a:pt x="689109" y="40264"/>
                </a:lnTo>
                <a:lnTo>
                  <a:pt x="689374" y="39910"/>
                </a:lnTo>
                <a:lnTo>
                  <a:pt x="689651" y="39566"/>
                </a:lnTo>
                <a:lnTo>
                  <a:pt x="689941" y="39232"/>
                </a:lnTo>
                <a:lnTo>
                  <a:pt x="690240" y="38909"/>
                </a:lnTo>
                <a:lnTo>
                  <a:pt x="690546" y="38601"/>
                </a:lnTo>
                <a:lnTo>
                  <a:pt x="690858" y="38306"/>
                </a:lnTo>
                <a:lnTo>
                  <a:pt x="691177" y="38025"/>
                </a:lnTo>
                <a:lnTo>
                  <a:pt x="691503" y="37757"/>
                </a:lnTo>
                <a:lnTo>
                  <a:pt x="691835" y="37504"/>
                </a:lnTo>
                <a:lnTo>
                  <a:pt x="692174" y="37264"/>
                </a:lnTo>
                <a:lnTo>
                  <a:pt x="692519" y="37037"/>
                </a:lnTo>
                <a:lnTo>
                  <a:pt x="692871" y="36825"/>
                </a:lnTo>
                <a:lnTo>
                  <a:pt x="693229" y="36626"/>
                </a:lnTo>
                <a:lnTo>
                  <a:pt x="693594" y="36441"/>
                </a:lnTo>
                <a:lnTo>
                  <a:pt x="693966" y="36269"/>
                </a:lnTo>
                <a:lnTo>
                  <a:pt x="694344" y="36112"/>
                </a:lnTo>
                <a:lnTo>
                  <a:pt x="694729" y="35968"/>
                </a:lnTo>
                <a:lnTo>
                  <a:pt x="695120" y="35837"/>
                </a:lnTo>
                <a:lnTo>
                  <a:pt x="695518" y="35721"/>
                </a:lnTo>
                <a:lnTo>
                  <a:pt x="695923" y="35618"/>
                </a:lnTo>
                <a:lnTo>
                  <a:pt x="696334" y="35529"/>
                </a:lnTo>
                <a:lnTo>
                  <a:pt x="696752" y="35453"/>
                </a:lnTo>
                <a:lnTo>
                  <a:pt x="697176" y="35392"/>
                </a:lnTo>
                <a:lnTo>
                  <a:pt x="697607" y="35344"/>
                </a:lnTo>
                <a:lnTo>
                  <a:pt x="698044" y="35309"/>
                </a:lnTo>
                <a:lnTo>
                  <a:pt x="698488" y="35289"/>
                </a:lnTo>
                <a:lnTo>
                  <a:pt x="698939" y="35282"/>
                </a:lnTo>
                <a:lnTo>
                  <a:pt x="699360" y="35289"/>
                </a:lnTo>
                <a:lnTo>
                  <a:pt x="699777" y="35308"/>
                </a:lnTo>
                <a:lnTo>
                  <a:pt x="700187" y="35341"/>
                </a:lnTo>
                <a:lnTo>
                  <a:pt x="700593" y="35386"/>
                </a:lnTo>
                <a:lnTo>
                  <a:pt x="700993" y="35445"/>
                </a:lnTo>
                <a:lnTo>
                  <a:pt x="701388" y="35516"/>
                </a:lnTo>
                <a:lnTo>
                  <a:pt x="701778" y="35601"/>
                </a:lnTo>
                <a:lnTo>
                  <a:pt x="702162" y="35698"/>
                </a:lnTo>
                <a:lnTo>
                  <a:pt x="702541" y="35809"/>
                </a:lnTo>
                <a:lnTo>
                  <a:pt x="702914" y="35932"/>
                </a:lnTo>
                <a:lnTo>
                  <a:pt x="703282" y="36069"/>
                </a:lnTo>
                <a:lnTo>
                  <a:pt x="703645" y="36218"/>
                </a:lnTo>
                <a:lnTo>
                  <a:pt x="704002" y="36381"/>
                </a:lnTo>
                <a:lnTo>
                  <a:pt x="704355" y="36556"/>
                </a:lnTo>
                <a:lnTo>
                  <a:pt x="704701" y="36745"/>
                </a:lnTo>
                <a:lnTo>
                  <a:pt x="705043" y="36946"/>
                </a:lnTo>
                <a:lnTo>
                  <a:pt x="705379" y="37161"/>
                </a:lnTo>
                <a:lnTo>
                  <a:pt x="705710" y="37388"/>
                </a:lnTo>
                <a:lnTo>
                  <a:pt x="706035" y="37629"/>
                </a:lnTo>
                <a:lnTo>
                  <a:pt x="706355" y="37882"/>
                </a:lnTo>
                <a:lnTo>
                  <a:pt x="706670" y="38149"/>
                </a:lnTo>
                <a:lnTo>
                  <a:pt x="706979" y="38428"/>
                </a:lnTo>
                <a:lnTo>
                  <a:pt x="707283" y="38721"/>
                </a:lnTo>
                <a:lnTo>
                  <a:pt x="707582" y="39026"/>
                </a:lnTo>
                <a:lnTo>
                  <a:pt x="707872" y="39344"/>
                </a:lnTo>
                <a:lnTo>
                  <a:pt x="708150" y="39674"/>
                </a:lnTo>
                <a:lnTo>
                  <a:pt x="708417" y="40016"/>
                </a:lnTo>
                <a:lnTo>
                  <a:pt x="708672" y="40370"/>
                </a:lnTo>
                <a:lnTo>
                  <a:pt x="708915" y="40736"/>
                </a:lnTo>
                <a:lnTo>
                  <a:pt x="709147" y="41114"/>
                </a:lnTo>
                <a:lnTo>
                  <a:pt x="709367" y="41504"/>
                </a:lnTo>
                <a:lnTo>
                  <a:pt x="709575" y="41906"/>
                </a:lnTo>
                <a:lnTo>
                  <a:pt x="709771" y="42319"/>
                </a:lnTo>
                <a:lnTo>
                  <a:pt x="709956" y="42745"/>
                </a:lnTo>
                <a:lnTo>
                  <a:pt x="710129" y="43183"/>
                </a:lnTo>
                <a:lnTo>
                  <a:pt x="710290" y="43633"/>
                </a:lnTo>
                <a:lnTo>
                  <a:pt x="710440" y="44094"/>
                </a:lnTo>
                <a:lnTo>
                  <a:pt x="710577" y="44568"/>
                </a:lnTo>
                <a:lnTo>
                  <a:pt x="710703" y="45054"/>
                </a:lnTo>
                <a:lnTo>
                  <a:pt x="710818" y="45551"/>
                </a:lnTo>
                <a:lnTo>
                  <a:pt x="710920" y="46061"/>
                </a:lnTo>
                <a:lnTo>
                  <a:pt x="711011" y="46582"/>
                </a:lnTo>
                <a:lnTo>
                  <a:pt x="711091" y="47116"/>
                </a:lnTo>
                <a:lnTo>
                  <a:pt x="711158" y="47661"/>
                </a:lnTo>
                <a:lnTo>
                  <a:pt x="711214" y="48219"/>
                </a:lnTo>
                <a:lnTo>
                  <a:pt x="711258" y="48788"/>
                </a:lnTo>
                <a:lnTo>
                  <a:pt x="711290" y="49370"/>
                </a:lnTo>
                <a:lnTo>
                  <a:pt x="711311" y="49963"/>
                </a:lnTo>
                <a:lnTo>
                  <a:pt x="686448" y="49963"/>
                </a:lnTo>
                <a:lnTo>
                  <a:pt x="686449" y="49403"/>
                </a:lnTo>
                <a:lnTo>
                  <a:pt x="686463" y="48853"/>
                </a:lnTo>
                <a:lnTo>
                  <a:pt x="686490" y="48312"/>
                </a:lnTo>
                <a:close/>
                <a:moveTo>
                  <a:pt x="589480" y="86784"/>
                </a:moveTo>
                <a:lnTo>
                  <a:pt x="589480" y="23916"/>
                </a:lnTo>
                <a:lnTo>
                  <a:pt x="572845" y="23916"/>
                </a:lnTo>
                <a:lnTo>
                  <a:pt x="572845" y="86784"/>
                </a:lnTo>
                <a:lnTo>
                  <a:pt x="589480" y="86784"/>
                </a:lnTo>
                <a:close/>
                <a:moveTo>
                  <a:pt x="800683" y="110819"/>
                </a:moveTo>
                <a:lnTo>
                  <a:pt x="800683" y="99926"/>
                </a:lnTo>
                <a:lnTo>
                  <a:pt x="731539" y="99926"/>
                </a:lnTo>
                <a:lnTo>
                  <a:pt x="731539" y="110819"/>
                </a:lnTo>
                <a:lnTo>
                  <a:pt x="800683" y="1108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0d3e1126a4b8e"/>
          <a:stretch xmlns:a="http://schemas.openxmlformats.org/drawingml/2006/main"/>
        </p:blipFill>
        <p:spPr>
          <a:xfrm xmlns:a="http://schemas.openxmlformats.org/drawingml/2006/main">
            <a:off x="833062" y="7664100"/>
            <a:ext cx="4598863" cy="565765"/>
          </a:xfrm>
          <a:prstGeom xmlns:a="http://schemas.openxmlformats.org/drawingml/2006/main" prst="rect">
            <a:avLst/>
          </a:prstGeom>
        </p:spPr>
      </p:pic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CE819-54EC-45FB-9549-C33149A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89" y="8755233"/>
            <a:ext cx="1067294" cy="690084"/>
          </a:xfrm>
          <a:custGeom xmlns:a="http://schemas.openxmlformats.org/drawingml/2006/main">
            <a:pathLst>
              <a:path w="1067294" h="690084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1" y="423440"/>
                  <a:pt x="1049389" y="434389"/>
                  <a:pt x="1044316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50" y="555199"/>
                  <a:pt x="946162" y="563934"/>
                </a:cubicBezTo>
                <a:cubicBezTo>
                  <a:pt x="935074" y="572670"/>
                  <a:pt x="923351" y="581033"/>
                  <a:pt x="910993" y="589023"/>
                </a:cubicBezTo>
                <a:cubicBezTo>
                  <a:pt x="898634" y="597014"/>
                  <a:pt x="885700" y="604594"/>
                  <a:pt x="872189" y="611763"/>
                </a:cubicBezTo>
                <a:cubicBezTo>
                  <a:pt x="858679" y="618932"/>
                  <a:pt x="844658" y="625656"/>
                  <a:pt x="830126" y="631934"/>
                </a:cubicBezTo>
                <a:cubicBezTo>
                  <a:pt x="815594" y="638212"/>
                  <a:pt x="800620" y="644015"/>
                  <a:pt x="785207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7"/>
                </a:cubicBezTo>
                <a:cubicBezTo>
                  <a:pt x="671832" y="678507"/>
                  <a:pt x="654898" y="681249"/>
                  <a:pt x="637756" y="683454"/>
                </a:cubicBezTo>
                <a:cubicBezTo>
                  <a:pt x="620615" y="685659"/>
                  <a:pt x="603347" y="687315"/>
                  <a:pt x="585954" y="688423"/>
                </a:cubicBezTo>
                <a:cubicBezTo>
                  <a:pt x="568560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3" y="678507"/>
                  <a:pt x="378738" y="675227"/>
                </a:cubicBezTo>
                <a:cubicBezTo>
                  <a:pt x="362013" y="671946"/>
                  <a:pt x="345576" y="668144"/>
                  <a:pt x="329429" y="663819"/>
                </a:cubicBezTo>
                <a:cubicBezTo>
                  <a:pt x="313282" y="659495"/>
                  <a:pt x="297502" y="654669"/>
                  <a:pt x="282088" y="649342"/>
                </a:cubicBezTo>
                <a:cubicBezTo>
                  <a:pt x="266674" y="644015"/>
                  <a:pt x="251701" y="638212"/>
                  <a:pt x="237169" y="631934"/>
                </a:cubicBezTo>
                <a:cubicBezTo>
                  <a:pt x="222637" y="625656"/>
                  <a:pt x="208615" y="618932"/>
                  <a:pt x="195105" y="611763"/>
                </a:cubicBezTo>
                <a:cubicBezTo>
                  <a:pt x="181595" y="604594"/>
                  <a:pt x="168660" y="597014"/>
                  <a:pt x="156302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5" y="555199"/>
                  <a:pt x="99646" y="546133"/>
                  <a:pt x="89936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9" y="445202"/>
                </a:cubicBezTo>
                <a:cubicBezTo>
                  <a:pt x="17905" y="434389"/>
                  <a:pt x="13664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4" y="266644"/>
                  <a:pt x="17905" y="255695"/>
                  <a:pt x="22979" y="244882"/>
                </a:cubicBezTo>
                <a:cubicBezTo>
                  <a:pt x="28052" y="234068"/>
                  <a:pt x="33933" y="223440"/>
                  <a:pt x="40621" y="213000"/>
                </a:cubicBezTo>
                <a:cubicBezTo>
                  <a:pt x="47310" y="202560"/>
                  <a:pt x="54773" y="192356"/>
                  <a:pt x="63012" y="182390"/>
                </a:cubicBezTo>
                <a:cubicBezTo>
                  <a:pt x="71251" y="172424"/>
                  <a:pt x="80226" y="162743"/>
                  <a:pt x="89936" y="153347"/>
                </a:cubicBezTo>
                <a:cubicBezTo>
                  <a:pt x="99646" y="143951"/>
                  <a:pt x="110045" y="134885"/>
                  <a:pt x="121132" y="126150"/>
                </a:cubicBezTo>
                <a:cubicBezTo>
                  <a:pt x="132220" y="117414"/>
                  <a:pt x="143943" y="109051"/>
                  <a:pt x="156302" y="101060"/>
                </a:cubicBezTo>
                <a:cubicBezTo>
                  <a:pt x="168660" y="93070"/>
                  <a:pt x="181595" y="85490"/>
                  <a:pt x="195105" y="78321"/>
                </a:cubicBezTo>
                <a:cubicBezTo>
                  <a:pt x="208615" y="71152"/>
                  <a:pt x="222637" y="64428"/>
                  <a:pt x="237169" y="58150"/>
                </a:cubicBezTo>
                <a:cubicBezTo>
                  <a:pt x="251701" y="51872"/>
                  <a:pt x="266674" y="46069"/>
                  <a:pt x="282088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3" y="18138"/>
                  <a:pt x="378738" y="14857"/>
                </a:cubicBezTo>
                <a:cubicBezTo>
                  <a:pt x="395463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0" y="554"/>
                  <a:pt x="585954" y="1662"/>
                </a:cubicBezTo>
                <a:cubicBezTo>
                  <a:pt x="603347" y="2769"/>
                  <a:pt x="620615" y="4425"/>
                  <a:pt x="637756" y="6630"/>
                </a:cubicBezTo>
                <a:cubicBezTo>
                  <a:pt x="654898" y="8835"/>
                  <a:pt x="671832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7" y="40742"/>
                </a:cubicBezTo>
                <a:cubicBezTo>
                  <a:pt x="800620" y="46069"/>
                  <a:pt x="815593" y="51872"/>
                  <a:pt x="830126" y="58150"/>
                </a:cubicBezTo>
                <a:cubicBezTo>
                  <a:pt x="844658" y="64428"/>
                  <a:pt x="858679" y="71152"/>
                  <a:pt x="872189" y="78321"/>
                </a:cubicBezTo>
                <a:cubicBezTo>
                  <a:pt x="885700" y="85490"/>
                  <a:pt x="898634" y="93070"/>
                  <a:pt x="910993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50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6"/>
                  <a:pt x="1019984" y="202560"/>
                  <a:pt x="1026673" y="213000"/>
                </a:cubicBezTo>
                <a:cubicBezTo>
                  <a:pt x="1033361" y="223440"/>
                  <a:pt x="1039242" y="234068"/>
                  <a:pt x="1044316" y="244882"/>
                </a:cubicBezTo>
                <a:cubicBezTo>
                  <a:pt x="1049389" y="255695"/>
                  <a:pt x="1053631" y="266644"/>
                  <a:pt x="1057040" y="277728"/>
                </a:cubicBezTo>
                <a:cubicBezTo>
                  <a:pt x="1060450" y="288811"/>
                  <a:pt x="1063012" y="299976"/>
                  <a:pt x="1064725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46361-9EDA-48C7-ACF0-9475A8E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89" y="8755233"/>
            <a:ext cx="1067294" cy="690084"/>
          </a:xfrm>
          <a:custGeom xmlns:a="http://schemas.openxmlformats.org/drawingml/2006/main">
            <a:pathLst>
              <a:path w="1067294" h="690084" fill="none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1" y="423440"/>
                  <a:pt x="1049389" y="434389"/>
                  <a:pt x="1044316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50" y="555199"/>
                  <a:pt x="946162" y="563934"/>
                </a:cubicBezTo>
                <a:cubicBezTo>
                  <a:pt x="935074" y="572670"/>
                  <a:pt x="923351" y="581033"/>
                  <a:pt x="910993" y="589023"/>
                </a:cubicBezTo>
                <a:cubicBezTo>
                  <a:pt x="898634" y="597014"/>
                  <a:pt x="885700" y="604594"/>
                  <a:pt x="872189" y="611763"/>
                </a:cubicBezTo>
                <a:cubicBezTo>
                  <a:pt x="858679" y="618932"/>
                  <a:pt x="844658" y="625656"/>
                  <a:pt x="830126" y="631934"/>
                </a:cubicBezTo>
                <a:cubicBezTo>
                  <a:pt x="815594" y="638212"/>
                  <a:pt x="800620" y="644015"/>
                  <a:pt x="785207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7"/>
                </a:cubicBezTo>
                <a:cubicBezTo>
                  <a:pt x="671832" y="678507"/>
                  <a:pt x="654898" y="681249"/>
                  <a:pt x="637756" y="683454"/>
                </a:cubicBezTo>
                <a:cubicBezTo>
                  <a:pt x="620615" y="685659"/>
                  <a:pt x="603347" y="687315"/>
                  <a:pt x="585954" y="688423"/>
                </a:cubicBezTo>
                <a:cubicBezTo>
                  <a:pt x="568560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8" y="683454"/>
                </a:cubicBezTo>
                <a:cubicBezTo>
                  <a:pt x="412396" y="681249"/>
                  <a:pt x="395463" y="678507"/>
                  <a:pt x="378738" y="675227"/>
                </a:cubicBezTo>
                <a:cubicBezTo>
                  <a:pt x="362013" y="671946"/>
                  <a:pt x="345576" y="668144"/>
                  <a:pt x="329429" y="663819"/>
                </a:cubicBezTo>
                <a:cubicBezTo>
                  <a:pt x="313282" y="659495"/>
                  <a:pt x="297502" y="654669"/>
                  <a:pt x="282088" y="649342"/>
                </a:cubicBezTo>
                <a:cubicBezTo>
                  <a:pt x="266674" y="644015"/>
                  <a:pt x="251701" y="638212"/>
                  <a:pt x="237169" y="631934"/>
                </a:cubicBezTo>
                <a:cubicBezTo>
                  <a:pt x="222637" y="625656"/>
                  <a:pt x="208615" y="618932"/>
                  <a:pt x="195105" y="611763"/>
                </a:cubicBezTo>
                <a:cubicBezTo>
                  <a:pt x="181595" y="604594"/>
                  <a:pt x="168660" y="597014"/>
                  <a:pt x="156302" y="589024"/>
                </a:cubicBezTo>
                <a:cubicBezTo>
                  <a:pt x="143943" y="581033"/>
                  <a:pt x="132220" y="572670"/>
                  <a:pt x="121132" y="563934"/>
                </a:cubicBezTo>
                <a:cubicBezTo>
                  <a:pt x="110045" y="555199"/>
                  <a:pt x="99646" y="546133"/>
                  <a:pt x="89936" y="536737"/>
                </a:cubicBezTo>
                <a:cubicBezTo>
                  <a:pt x="80226" y="527341"/>
                  <a:pt x="71251" y="517660"/>
                  <a:pt x="63012" y="507694"/>
                </a:cubicBezTo>
                <a:cubicBezTo>
                  <a:pt x="54773" y="497727"/>
                  <a:pt x="47310" y="487524"/>
                  <a:pt x="40621" y="477084"/>
                </a:cubicBezTo>
                <a:cubicBezTo>
                  <a:pt x="33933" y="466643"/>
                  <a:pt x="28052" y="456016"/>
                  <a:pt x="22979" y="445202"/>
                </a:cubicBezTo>
                <a:cubicBezTo>
                  <a:pt x="17905" y="434389"/>
                  <a:pt x="13664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4" y="266644"/>
                  <a:pt x="17905" y="255695"/>
                  <a:pt x="22979" y="244882"/>
                </a:cubicBezTo>
                <a:cubicBezTo>
                  <a:pt x="28052" y="234068"/>
                  <a:pt x="33933" y="223440"/>
                  <a:pt x="40621" y="213000"/>
                </a:cubicBezTo>
                <a:cubicBezTo>
                  <a:pt x="47310" y="202560"/>
                  <a:pt x="54773" y="192356"/>
                  <a:pt x="63012" y="182390"/>
                </a:cubicBezTo>
                <a:cubicBezTo>
                  <a:pt x="71251" y="172424"/>
                  <a:pt x="80226" y="162743"/>
                  <a:pt x="89936" y="153347"/>
                </a:cubicBezTo>
                <a:cubicBezTo>
                  <a:pt x="99646" y="143951"/>
                  <a:pt x="110045" y="134885"/>
                  <a:pt x="121132" y="126150"/>
                </a:cubicBezTo>
                <a:cubicBezTo>
                  <a:pt x="132220" y="117414"/>
                  <a:pt x="143943" y="109051"/>
                  <a:pt x="156302" y="101060"/>
                </a:cubicBezTo>
                <a:cubicBezTo>
                  <a:pt x="168660" y="93070"/>
                  <a:pt x="181595" y="85490"/>
                  <a:pt x="195105" y="78321"/>
                </a:cubicBezTo>
                <a:cubicBezTo>
                  <a:pt x="208615" y="71152"/>
                  <a:pt x="222637" y="64428"/>
                  <a:pt x="237169" y="58150"/>
                </a:cubicBezTo>
                <a:cubicBezTo>
                  <a:pt x="251701" y="51872"/>
                  <a:pt x="266674" y="46069"/>
                  <a:pt x="282088" y="40742"/>
                </a:cubicBezTo>
                <a:cubicBezTo>
                  <a:pt x="297501" y="35415"/>
                  <a:pt x="313282" y="30589"/>
                  <a:pt x="329429" y="26265"/>
                </a:cubicBezTo>
                <a:cubicBezTo>
                  <a:pt x="345576" y="21940"/>
                  <a:pt x="362013" y="18138"/>
                  <a:pt x="378738" y="14857"/>
                </a:cubicBezTo>
                <a:cubicBezTo>
                  <a:pt x="395463" y="11577"/>
                  <a:pt x="412396" y="8835"/>
                  <a:pt x="429538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0" y="554"/>
                  <a:pt x="585954" y="1662"/>
                </a:cubicBezTo>
                <a:cubicBezTo>
                  <a:pt x="603347" y="2769"/>
                  <a:pt x="620615" y="4425"/>
                  <a:pt x="637756" y="6630"/>
                </a:cubicBezTo>
                <a:cubicBezTo>
                  <a:pt x="654898" y="8835"/>
                  <a:pt x="671832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7" y="40742"/>
                </a:cubicBezTo>
                <a:cubicBezTo>
                  <a:pt x="800620" y="46069"/>
                  <a:pt x="815593" y="51872"/>
                  <a:pt x="830126" y="58150"/>
                </a:cubicBezTo>
                <a:cubicBezTo>
                  <a:pt x="844658" y="64428"/>
                  <a:pt x="858679" y="71152"/>
                  <a:pt x="872189" y="78321"/>
                </a:cubicBezTo>
                <a:cubicBezTo>
                  <a:pt x="885700" y="85490"/>
                  <a:pt x="898634" y="93070"/>
                  <a:pt x="910993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50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6"/>
                  <a:pt x="1019984" y="202560"/>
                  <a:pt x="1026673" y="213000"/>
                </a:cubicBezTo>
                <a:cubicBezTo>
                  <a:pt x="1033361" y="223440"/>
                  <a:pt x="1039242" y="234068"/>
                  <a:pt x="1044316" y="244882"/>
                </a:cubicBezTo>
                <a:cubicBezTo>
                  <a:pt x="1049389" y="255695"/>
                  <a:pt x="1053631" y="266644"/>
                  <a:pt x="1057040" y="277728"/>
                </a:cubicBezTo>
                <a:cubicBezTo>
                  <a:pt x="1060450" y="288811"/>
                  <a:pt x="1063012" y="299976"/>
                  <a:pt x="1064725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27" name="Text {throughput">
            <a:extLst xmlns:a="http://schemas.openxmlformats.org/drawingml/2006/main">
              <a:ext uri="{FF2B5EF4-FFF2-40B4-BE49-F238E27FC236}">
                <a16:creationId xmlns:a16="http://schemas.microsoft.com/office/drawing/2014/main" id="{A66F4C44-9AA3-427D-83F4-B98FA93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44" y="8986288"/>
            <a:ext cx="615847" cy="113779"/>
          </a:xfrm>
          <a:custGeom xmlns:a="http://schemas.openxmlformats.org/drawingml/2006/main">
            <a:pathLst>
              <a:path w="615847" h="113779">
                <a:moveTo>
                  <a:pt x="0" y="51976"/>
                </a:moveTo>
                <a:cubicBezTo>
                  <a:pt x="3039" y="51897"/>
                  <a:pt x="5515" y="51079"/>
                  <a:pt x="7429" y="49523"/>
                </a:cubicBezTo>
                <a:cubicBezTo>
                  <a:pt x="9343" y="47965"/>
                  <a:pt x="10616" y="45827"/>
                  <a:pt x="11248" y="43107"/>
                </a:cubicBezTo>
                <a:cubicBezTo>
                  <a:pt x="11879" y="40387"/>
                  <a:pt x="12215" y="35735"/>
                  <a:pt x="12254" y="29151"/>
                </a:cubicBezTo>
                <a:cubicBezTo>
                  <a:pt x="12293" y="22568"/>
                  <a:pt x="12412" y="18232"/>
                  <a:pt x="12609" y="16143"/>
                </a:cubicBezTo>
                <a:cubicBezTo>
                  <a:pt x="12964" y="12831"/>
                  <a:pt x="13625" y="10170"/>
                  <a:pt x="14592" y="8160"/>
                </a:cubicBezTo>
                <a:cubicBezTo>
                  <a:pt x="15559" y="6150"/>
                  <a:pt x="16753" y="4543"/>
                  <a:pt x="18174" y="3341"/>
                </a:cubicBezTo>
                <a:cubicBezTo>
                  <a:pt x="19595" y="2139"/>
                  <a:pt x="21410" y="1222"/>
                  <a:pt x="23620" y="592"/>
                </a:cubicBezTo>
                <a:cubicBezTo>
                  <a:pt x="25120" y="197"/>
                  <a:pt x="27567" y="0"/>
                  <a:pt x="30961" y="0"/>
                </a:cubicBezTo>
                <a:lnTo>
                  <a:pt x="34276" y="0"/>
                </a:lnTo>
                <a:lnTo>
                  <a:pt x="34276" y="9353"/>
                </a:lnTo>
                <a:lnTo>
                  <a:pt x="32441" y="9353"/>
                </a:lnTo>
                <a:cubicBezTo>
                  <a:pt x="28336" y="9353"/>
                  <a:pt x="25613" y="10092"/>
                  <a:pt x="24271" y="11570"/>
                </a:cubicBezTo>
                <a:cubicBezTo>
                  <a:pt x="22929" y="13047"/>
                  <a:pt x="22258" y="16346"/>
                  <a:pt x="22258" y="21467"/>
                </a:cubicBezTo>
                <a:cubicBezTo>
                  <a:pt x="22258" y="31787"/>
                  <a:pt x="22041" y="38306"/>
                  <a:pt x="21607" y="41024"/>
                </a:cubicBezTo>
                <a:cubicBezTo>
                  <a:pt x="20897" y="45240"/>
                  <a:pt x="19683" y="48490"/>
                  <a:pt x="17967" y="50775"/>
                </a:cubicBezTo>
                <a:cubicBezTo>
                  <a:pt x="16250" y="53059"/>
                  <a:pt x="13556" y="55087"/>
                  <a:pt x="9886" y="56860"/>
                </a:cubicBezTo>
                <a:cubicBezTo>
                  <a:pt x="14227" y="58674"/>
                  <a:pt x="17375" y="61444"/>
                  <a:pt x="19328" y="65171"/>
                </a:cubicBezTo>
                <a:cubicBezTo>
                  <a:pt x="21282" y="68898"/>
                  <a:pt x="22258" y="75002"/>
                  <a:pt x="22258" y="83482"/>
                </a:cubicBezTo>
                <a:cubicBezTo>
                  <a:pt x="22258" y="91173"/>
                  <a:pt x="22337" y="95748"/>
                  <a:pt x="22495" y="97207"/>
                </a:cubicBezTo>
                <a:cubicBezTo>
                  <a:pt x="22811" y="99889"/>
                  <a:pt x="23610" y="101763"/>
                  <a:pt x="24893" y="102827"/>
                </a:cubicBezTo>
                <a:cubicBezTo>
                  <a:pt x="26175" y="103893"/>
                  <a:pt x="28691" y="104425"/>
                  <a:pt x="32441" y="104425"/>
                </a:cubicBezTo>
                <a:lnTo>
                  <a:pt x="34276" y="104425"/>
                </a:lnTo>
                <a:lnTo>
                  <a:pt x="34276" y="113779"/>
                </a:lnTo>
                <a:lnTo>
                  <a:pt x="30961" y="113779"/>
                </a:lnTo>
                <a:cubicBezTo>
                  <a:pt x="27093" y="113779"/>
                  <a:pt x="24291" y="113463"/>
                  <a:pt x="22554" y="112831"/>
                </a:cubicBezTo>
                <a:cubicBezTo>
                  <a:pt x="20029" y="111924"/>
                  <a:pt x="17937" y="110454"/>
                  <a:pt x="16279" y="108421"/>
                </a:cubicBezTo>
                <a:cubicBezTo>
                  <a:pt x="14622" y="106389"/>
                  <a:pt x="13546" y="103814"/>
                  <a:pt x="13053" y="100696"/>
                </a:cubicBezTo>
                <a:cubicBezTo>
                  <a:pt x="12560" y="97578"/>
                  <a:pt x="12293" y="92467"/>
                  <a:pt x="12254" y="85364"/>
                </a:cubicBezTo>
                <a:cubicBezTo>
                  <a:pt x="12215" y="78260"/>
                  <a:pt x="11879" y="73346"/>
                  <a:pt x="11248" y="70623"/>
                </a:cubicBezTo>
                <a:cubicBezTo>
                  <a:pt x="10616" y="67900"/>
                  <a:pt x="9343" y="65749"/>
                  <a:pt x="7429" y="64171"/>
                </a:cubicBezTo>
                <a:cubicBezTo>
                  <a:pt x="5515" y="62592"/>
                  <a:pt x="3039" y="61763"/>
                  <a:pt x="0" y="61684"/>
                </a:cubicBezTo>
                <a:lnTo>
                  <a:pt x="0" y="51976"/>
                </a:lnTo>
                <a:close/>
                <a:moveTo>
                  <a:pt x="68376" y="78793"/>
                </a:moveTo>
                <a:lnTo>
                  <a:pt x="69915" y="88205"/>
                </a:lnTo>
                <a:cubicBezTo>
                  <a:pt x="66915" y="88758"/>
                  <a:pt x="64232" y="89034"/>
                  <a:pt x="61864" y="89034"/>
                </a:cubicBezTo>
                <a:cubicBezTo>
                  <a:pt x="57996" y="89034"/>
                  <a:pt x="54997" y="88422"/>
                  <a:pt x="52866" y="87199"/>
                </a:cubicBezTo>
                <a:cubicBezTo>
                  <a:pt x="50735" y="85975"/>
                  <a:pt x="49235" y="84367"/>
                  <a:pt x="48367" y="82374"/>
                </a:cubicBezTo>
                <a:cubicBezTo>
                  <a:pt x="47498" y="80381"/>
                  <a:pt x="47064" y="76188"/>
                  <a:pt x="47064" y="69794"/>
                </a:cubicBezTo>
                <a:lnTo>
                  <a:pt x="47064" y="33624"/>
                </a:lnTo>
                <a:lnTo>
                  <a:pt x="39250" y="33624"/>
                </a:lnTo>
                <a:lnTo>
                  <a:pt x="39250" y="25337"/>
                </a:lnTo>
                <a:lnTo>
                  <a:pt x="47064" y="25337"/>
                </a:lnTo>
                <a:lnTo>
                  <a:pt x="47064" y="9725"/>
                </a:lnTo>
                <a:lnTo>
                  <a:pt x="57661" y="3315"/>
                </a:lnTo>
                <a:lnTo>
                  <a:pt x="57661" y="25337"/>
                </a:lnTo>
                <a:lnTo>
                  <a:pt x="68376" y="25337"/>
                </a:lnTo>
                <a:lnTo>
                  <a:pt x="68376" y="33624"/>
                </a:lnTo>
                <a:lnTo>
                  <a:pt x="57661" y="33624"/>
                </a:lnTo>
                <a:lnTo>
                  <a:pt x="57661" y="70386"/>
                </a:lnTo>
                <a:cubicBezTo>
                  <a:pt x="57661" y="73425"/>
                  <a:pt x="57848" y="75379"/>
                  <a:pt x="58223" y="76247"/>
                </a:cubicBezTo>
                <a:cubicBezTo>
                  <a:pt x="58598" y="77115"/>
                  <a:pt x="59210" y="77806"/>
                  <a:pt x="60058" y="78319"/>
                </a:cubicBezTo>
                <a:cubicBezTo>
                  <a:pt x="60907" y="78832"/>
                  <a:pt x="62120" y="79089"/>
                  <a:pt x="63699" y="79089"/>
                </a:cubicBezTo>
                <a:cubicBezTo>
                  <a:pt x="64883" y="79089"/>
                  <a:pt x="66442" y="78990"/>
                  <a:pt x="68376" y="78793"/>
                </a:cubicBezTo>
                <a:close/>
                <a:moveTo>
                  <a:pt x="78815" y="88205"/>
                </a:moveTo>
                <a:lnTo>
                  <a:pt x="78815" y="1421"/>
                </a:lnTo>
                <a:lnTo>
                  <a:pt x="89470" y="1421"/>
                </a:lnTo>
                <a:lnTo>
                  <a:pt x="89470" y="32559"/>
                </a:lnTo>
                <a:cubicBezTo>
                  <a:pt x="94443" y="26797"/>
                  <a:pt x="100718" y="23916"/>
                  <a:pt x="108295" y="23916"/>
                </a:cubicBezTo>
                <a:cubicBezTo>
                  <a:pt x="112952" y="23916"/>
                  <a:pt x="116997" y="24834"/>
                  <a:pt x="120431" y="26669"/>
                </a:cubicBezTo>
                <a:cubicBezTo>
                  <a:pt x="123864" y="28504"/>
                  <a:pt x="126321" y="31039"/>
                  <a:pt x="127801" y="34276"/>
                </a:cubicBezTo>
                <a:cubicBezTo>
                  <a:pt x="129281" y="37512"/>
                  <a:pt x="130021" y="42208"/>
                  <a:pt x="130021" y="48365"/>
                </a:cubicBezTo>
                <a:lnTo>
                  <a:pt x="130021" y="88205"/>
                </a:lnTo>
                <a:lnTo>
                  <a:pt x="119365" y="88205"/>
                </a:lnTo>
                <a:lnTo>
                  <a:pt x="119365" y="48365"/>
                </a:lnTo>
                <a:cubicBezTo>
                  <a:pt x="119365" y="43037"/>
                  <a:pt x="118211" y="39159"/>
                  <a:pt x="115902" y="36732"/>
                </a:cubicBezTo>
                <a:cubicBezTo>
                  <a:pt x="113594" y="34305"/>
                  <a:pt x="110328" y="33092"/>
                  <a:pt x="106105" y="33092"/>
                </a:cubicBezTo>
                <a:cubicBezTo>
                  <a:pt x="102948" y="33092"/>
                  <a:pt x="99978" y="33911"/>
                  <a:pt x="97196" y="35548"/>
                </a:cubicBezTo>
                <a:cubicBezTo>
                  <a:pt x="94413" y="37186"/>
                  <a:pt x="92430" y="39406"/>
                  <a:pt x="91246" y="42208"/>
                </a:cubicBezTo>
                <a:cubicBezTo>
                  <a:pt x="90062" y="45010"/>
                  <a:pt x="89470" y="48878"/>
                  <a:pt x="89470" y="53811"/>
                </a:cubicBezTo>
                <a:lnTo>
                  <a:pt x="89470" y="88205"/>
                </a:lnTo>
                <a:lnTo>
                  <a:pt x="78815" y="88205"/>
                </a:lnTo>
                <a:close/>
                <a:moveTo>
                  <a:pt x="146104" y="88205"/>
                </a:moveTo>
                <a:lnTo>
                  <a:pt x="146104" y="25337"/>
                </a:lnTo>
                <a:lnTo>
                  <a:pt x="155694" y="25337"/>
                </a:lnTo>
                <a:lnTo>
                  <a:pt x="155694" y="34808"/>
                </a:lnTo>
                <a:cubicBezTo>
                  <a:pt x="158141" y="30374"/>
                  <a:pt x="160401" y="27449"/>
                  <a:pt x="162473" y="26036"/>
                </a:cubicBezTo>
                <a:cubicBezTo>
                  <a:pt x="164545" y="24623"/>
                  <a:pt x="166824" y="23916"/>
                  <a:pt x="169310" y="23916"/>
                </a:cubicBezTo>
                <a:cubicBezTo>
                  <a:pt x="172901" y="23916"/>
                  <a:pt x="176552" y="25056"/>
                  <a:pt x="180262" y="27335"/>
                </a:cubicBezTo>
                <a:lnTo>
                  <a:pt x="176591" y="37176"/>
                </a:lnTo>
                <a:cubicBezTo>
                  <a:pt x="173987" y="35637"/>
                  <a:pt x="171382" y="34868"/>
                  <a:pt x="168777" y="34868"/>
                </a:cubicBezTo>
                <a:cubicBezTo>
                  <a:pt x="166449" y="34868"/>
                  <a:pt x="164357" y="35569"/>
                  <a:pt x="162502" y="36973"/>
                </a:cubicBezTo>
                <a:cubicBezTo>
                  <a:pt x="160647" y="38375"/>
                  <a:pt x="159325" y="40321"/>
                  <a:pt x="158536" y="42809"/>
                </a:cubicBezTo>
                <a:cubicBezTo>
                  <a:pt x="157352" y="46602"/>
                  <a:pt x="156760" y="50750"/>
                  <a:pt x="156760" y="55254"/>
                </a:cubicBezTo>
                <a:lnTo>
                  <a:pt x="156760" y="88205"/>
                </a:lnTo>
                <a:lnTo>
                  <a:pt x="146104" y="88205"/>
                </a:lnTo>
                <a:close/>
                <a:moveTo>
                  <a:pt x="182629" y="56771"/>
                </a:moveTo>
                <a:cubicBezTo>
                  <a:pt x="182629" y="45129"/>
                  <a:pt x="185865" y="36505"/>
                  <a:pt x="192337" y="30901"/>
                </a:cubicBezTo>
                <a:cubicBezTo>
                  <a:pt x="197744" y="26244"/>
                  <a:pt x="204335" y="23916"/>
                  <a:pt x="212109" y="23916"/>
                </a:cubicBezTo>
                <a:cubicBezTo>
                  <a:pt x="220752" y="23916"/>
                  <a:pt x="227816" y="26748"/>
                  <a:pt x="233302" y="32411"/>
                </a:cubicBezTo>
                <a:cubicBezTo>
                  <a:pt x="238788" y="38074"/>
                  <a:pt x="241531" y="45898"/>
                  <a:pt x="241531" y="55883"/>
                </a:cubicBezTo>
                <a:cubicBezTo>
                  <a:pt x="241531" y="63973"/>
                  <a:pt x="240317" y="70337"/>
                  <a:pt x="237890" y="74974"/>
                </a:cubicBezTo>
                <a:cubicBezTo>
                  <a:pt x="235463" y="79611"/>
                  <a:pt x="231931" y="83213"/>
                  <a:pt x="227294" y="85778"/>
                </a:cubicBezTo>
                <a:cubicBezTo>
                  <a:pt x="222656" y="88343"/>
                  <a:pt x="217595" y="89626"/>
                  <a:pt x="212109" y="89626"/>
                </a:cubicBezTo>
                <a:cubicBezTo>
                  <a:pt x="203309" y="89626"/>
                  <a:pt x="196195" y="86804"/>
                  <a:pt x="190768" y="81160"/>
                </a:cubicBezTo>
                <a:cubicBezTo>
                  <a:pt x="185342" y="75517"/>
                  <a:pt x="182629" y="67387"/>
                  <a:pt x="182629" y="56771"/>
                </a:cubicBezTo>
                <a:moveTo>
                  <a:pt x="193580" y="56741"/>
                </a:moveTo>
                <a:cubicBezTo>
                  <a:pt x="193580" y="64763"/>
                  <a:pt x="195337" y="70769"/>
                  <a:pt x="198849" y="74760"/>
                </a:cubicBezTo>
                <a:cubicBezTo>
                  <a:pt x="202361" y="78751"/>
                  <a:pt x="206781" y="80746"/>
                  <a:pt x="212109" y="80746"/>
                </a:cubicBezTo>
                <a:cubicBezTo>
                  <a:pt x="217398" y="80746"/>
                  <a:pt x="221798" y="78741"/>
                  <a:pt x="225310" y="74730"/>
                </a:cubicBezTo>
                <a:cubicBezTo>
                  <a:pt x="228823" y="70719"/>
                  <a:pt x="230579" y="64605"/>
                  <a:pt x="230579" y="56388"/>
                </a:cubicBezTo>
                <a:cubicBezTo>
                  <a:pt x="230579" y="48642"/>
                  <a:pt x="228813" y="42773"/>
                  <a:pt x="225281" y="38782"/>
                </a:cubicBezTo>
                <a:cubicBezTo>
                  <a:pt x="221749" y="34791"/>
                  <a:pt x="217358" y="32796"/>
                  <a:pt x="212109" y="32796"/>
                </a:cubicBezTo>
                <a:cubicBezTo>
                  <a:pt x="206781" y="32796"/>
                  <a:pt x="202361" y="34781"/>
                  <a:pt x="198849" y="38752"/>
                </a:cubicBezTo>
                <a:cubicBezTo>
                  <a:pt x="195337" y="42724"/>
                  <a:pt x="193580" y="48720"/>
                  <a:pt x="193580" y="56741"/>
                </a:cubicBezTo>
                <a:close/>
                <a:moveTo>
                  <a:pt x="295205" y="88205"/>
                </a:moveTo>
                <a:lnTo>
                  <a:pt x="295205" y="78970"/>
                </a:lnTo>
                <a:cubicBezTo>
                  <a:pt x="290311" y="86074"/>
                  <a:pt x="283661" y="89626"/>
                  <a:pt x="275255" y="89626"/>
                </a:cubicBezTo>
                <a:cubicBezTo>
                  <a:pt x="271545" y="89626"/>
                  <a:pt x="268082" y="88915"/>
                  <a:pt x="264866" y="87495"/>
                </a:cubicBezTo>
                <a:cubicBezTo>
                  <a:pt x="261649" y="86074"/>
                  <a:pt x="259262" y="84288"/>
                  <a:pt x="257703" y="82137"/>
                </a:cubicBezTo>
                <a:cubicBezTo>
                  <a:pt x="256144" y="79986"/>
                  <a:pt x="255049" y="77352"/>
                  <a:pt x="254417" y="74234"/>
                </a:cubicBezTo>
                <a:cubicBezTo>
                  <a:pt x="253983" y="72143"/>
                  <a:pt x="253766" y="68828"/>
                  <a:pt x="253766" y="64289"/>
                </a:cubicBezTo>
                <a:lnTo>
                  <a:pt x="253766" y="25337"/>
                </a:lnTo>
                <a:lnTo>
                  <a:pt x="264422" y="25337"/>
                </a:lnTo>
                <a:lnTo>
                  <a:pt x="264422" y="60204"/>
                </a:lnTo>
                <a:cubicBezTo>
                  <a:pt x="264422" y="65769"/>
                  <a:pt x="264639" y="69518"/>
                  <a:pt x="265073" y="71452"/>
                </a:cubicBezTo>
                <a:cubicBezTo>
                  <a:pt x="265744" y="74254"/>
                  <a:pt x="267165" y="76454"/>
                  <a:pt x="269335" y="78053"/>
                </a:cubicBezTo>
                <a:cubicBezTo>
                  <a:pt x="271506" y="79651"/>
                  <a:pt x="274190" y="80450"/>
                  <a:pt x="277386" y="80450"/>
                </a:cubicBezTo>
                <a:cubicBezTo>
                  <a:pt x="280583" y="80450"/>
                  <a:pt x="283582" y="79631"/>
                  <a:pt x="286384" y="77993"/>
                </a:cubicBezTo>
                <a:cubicBezTo>
                  <a:pt x="289186" y="76356"/>
                  <a:pt x="291169" y="74126"/>
                  <a:pt x="292334" y="71304"/>
                </a:cubicBezTo>
                <a:cubicBezTo>
                  <a:pt x="293498" y="68482"/>
                  <a:pt x="294080" y="64388"/>
                  <a:pt x="294080" y="59020"/>
                </a:cubicBezTo>
                <a:lnTo>
                  <a:pt x="294080" y="25337"/>
                </a:lnTo>
                <a:lnTo>
                  <a:pt x="304736" y="25337"/>
                </a:lnTo>
                <a:lnTo>
                  <a:pt x="304736" y="88205"/>
                </a:lnTo>
                <a:lnTo>
                  <a:pt x="295205" y="88205"/>
                </a:lnTo>
                <a:close/>
                <a:moveTo>
                  <a:pt x="319458" y="93414"/>
                </a:moveTo>
                <a:lnTo>
                  <a:pt x="329817" y="94954"/>
                </a:lnTo>
                <a:cubicBezTo>
                  <a:pt x="330251" y="98150"/>
                  <a:pt x="331455" y="100479"/>
                  <a:pt x="333428" y="101939"/>
                </a:cubicBezTo>
                <a:cubicBezTo>
                  <a:pt x="336072" y="103912"/>
                  <a:pt x="339683" y="104899"/>
                  <a:pt x="344261" y="104899"/>
                </a:cubicBezTo>
                <a:cubicBezTo>
                  <a:pt x="349195" y="104899"/>
                  <a:pt x="353003" y="103910"/>
                  <a:pt x="355687" y="101932"/>
                </a:cubicBezTo>
                <a:cubicBezTo>
                  <a:pt x="358370" y="99955"/>
                  <a:pt x="360186" y="97186"/>
                  <a:pt x="361133" y="93625"/>
                </a:cubicBezTo>
                <a:cubicBezTo>
                  <a:pt x="361685" y="91451"/>
                  <a:pt x="361942" y="86883"/>
                  <a:pt x="361902" y="79921"/>
                </a:cubicBezTo>
                <a:cubicBezTo>
                  <a:pt x="357246" y="85444"/>
                  <a:pt x="351444" y="88205"/>
                  <a:pt x="344498" y="88205"/>
                </a:cubicBezTo>
                <a:cubicBezTo>
                  <a:pt x="335855" y="88205"/>
                  <a:pt x="329166" y="85087"/>
                  <a:pt x="324430" y="78852"/>
                </a:cubicBezTo>
                <a:cubicBezTo>
                  <a:pt x="319694" y="72616"/>
                  <a:pt x="317326" y="65138"/>
                  <a:pt x="317326" y="56416"/>
                </a:cubicBezTo>
                <a:cubicBezTo>
                  <a:pt x="317326" y="50417"/>
                  <a:pt x="318412" y="44882"/>
                  <a:pt x="320582" y="39811"/>
                </a:cubicBezTo>
                <a:cubicBezTo>
                  <a:pt x="322753" y="34739"/>
                  <a:pt x="325900" y="30822"/>
                  <a:pt x="330024" y="28060"/>
                </a:cubicBezTo>
                <a:cubicBezTo>
                  <a:pt x="334148" y="25297"/>
                  <a:pt x="338993" y="23916"/>
                  <a:pt x="344557" y="23916"/>
                </a:cubicBezTo>
                <a:cubicBezTo>
                  <a:pt x="351977" y="23916"/>
                  <a:pt x="358094" y="26935"/>
                  <a:pt x="362909" y="32973"/>
                </a:cubicBezTo>
                <a:lnTo>
                  <a:pt x="362909" y="25337"/>
                </a:lnTo>
                <a:lnTo>
                  <a:pt x="372736" y="25337"/>
                </a:lnTo>
                <a:lnTo>
                  <a:pt x="372736" y="79718"/>
                </a:lnTo>
                <a:cubicBezTo>
                  <a:pt x="372736" y="89511"/>
                  <a:pt x="371739" y="96451"/>
                  <a:pt x="369746" y="100539"/>
                </a:cubicBezTo>
                <a:cubicBezTo>
                  <a:pt x="367753" y="104626"/>
                  <a:pt x="364596" y="107854"/>
                  <a:pt x="360275" y="110223"/>
                </a:cubicBezTo>
                <a:cubicBezTo>
                  <a:pt x="355953" y="112593"/>
                  <a:pt x="350635" y="113779"/>
                  <a:pt x="344321" y="113779"/>
                </a:cubicBezTo>
                <a:cubicBezTo>
                  <a:pt x="336822" y="113779"/>
                  <a:pt x="330764" y="112087"/>
                  <a:pt x="326147" y="108702"/>
                </a:cubicBezTo>
                <a:cubicBezTo>
                  <a:pt x="321529" y="105318"/>
                  <a:pt x="319300" y="100222"/>
                  <a:pt x="319458" y="93414"/>
                </a:cubicBezTo>
                <a:moveTo>
                  <a:pt x="328278" y="55648"/>
                </a:moveTo>
                <a:cubicBezTo>
                  <a:pt x="328278" y="63875"/>
                  <a:pt x="329916" y="69878"/>
                  <a:pt x="333191" y="73657"/>
                </a:cubicBezTo>
                <a:cubicBezTo>
                  <a:pt x="336467" y="77436"/>
                  <a:pt x="340571" y="79325"/>
                  <a:pt x="345505" y="79325"/>
                </a:cubicBezTo>
                <a:cubicBezTo>
                  <a:pt x="350398" y="79325"/>
                  <a:pt x="354503" y="77446"/>
                  <a:pt x="357818" y="73687"/>
                </a:cubicBezTo>
                <a:cubicBezTo>
                  <a:pt x="361133" y="69928"/>
                  <a:pt x="362790" y="64033"/>
                  <a:pt x="362790" y="56001"/>
                </a:cubicBezTo>
                <a:cubicBezTo>
                  <a:pt x="362790" y="48325"/>
                  <a:pt x="361084" y="42539"/>
                  <a:pt x="357670" y="38642"/>
                </a:cubicBezTo>
                <a:cubicBezTo>
                  <a:pt x="354256" y="34744"/>
                  <a:pt x="350142" y="32796"/>
                  <a:pt x="345327" y="32796"/>
                </a:cubicBezTo>
                <a:cubicBezTo>
                  <a:pt x="340591" y="32796"/>
                  <a:pt x="336566" y="34715"/>
                  <a:pt x="333251" y="38553"/>
                </a:cubicBezTo>
                <a:cubicBezTo>
                  <a:pt x="329936" y="42391"/>
                  <a:pt x="328278" y="48089"/>
                  <a:pt x="328278" y="55648"/>
                </a:cubicBezTo>
                <a:close/>
                <a:moveTo>
                  <a:pt x="388819" y="88205"/>
                </a:moveTo>
                <a:lnTo>
                  <a:pt x="388819" y="1421"/>
                </a:lnTo>
                <a:lnTo>
                  <a:pt x="399475" y="1421"/>
                </a:lnTo>
                <a:lnTo>
                  <a:pt x="399475" y="32559"/>
                </a:lnTo>
                <a:cubicBezTo>
                  <a:pt x="404447" y="26797"/>
                  <a:pt x="410722" y="23916"/>
                  <a:pt x="418300" y="23916"/>
                </a:cubicBezTo>
                <a:cubicBezTo>
                  <a:pt x="422957" y="23916"/>
                  <a:pt x="427002" y="24834"/>
                  <a:pt x="430435" y="26669"/>
                </a:cubicBezTo>
                <a:cubicBezTo>
                  <a:pt x="433869" y="28504"/>
                  <a:pt x="436326" y="31039"/>
                  <a:pt x="437806" y="34276"/>
                </a:cubicBezTo>
                <a:cubicBezTo>
                  <a:pt x="439285" y="37512"/>
                  <a:pt x="440025" y="42208"/>
                  <a:pt x="440025" y="48365"/>
                </a:cubicBezTo>
                <a:lnTo>
                  <a:pt x="440025" y="88205"/>
                </a:lnTo>
                <a:lnTo>
                  <a:pt x="429370" y="88205"/>
                </a:lnTo>
                <a:lnTo>
                  <a:pt x="429370" y="48365"/>
                </a:lnTo>
                <a:cubicBezTo>
                  <a:pt x="429370" y="43037"/>
                  <a:pt x="428215" y="39159"/>
                  <a:pt x="425907" y="36732"/>
                </a:cubicBezTo>
                <a:cubicBezTo>
                  <a:pt x="423598" y="34305"/>
                  <a:pt x="420332" y="33092"/>
                  <a:pt x="416109" y="33092"/>
                </a:cubicBezTo>
                <a:cubicBezTo>
                  <a:pt x="412952" y="33092"/>
                  <a:pt x="409982" y="33911"/>
                  <a:pt x="407200" y="35548"/>
                </a:cubicBezTo>
                <a:cubicBezTo>
                  <a:pt x="404418" y="37186"/>
                  <a:pt x="402435" y="39406"/>
                  <a:pt x="401251" y="42208"/>
                </a:cubicBezTo>
                <a:cubicBezTo>
                  <a:pt x="400067" y="45010"/>
                  <a:pt x="399475" y="48878"/>
                  <a:pt x="399475" y="53811"/>
                </a:cubicBezTo>
                <a:lnTo>
                  <a:pt x="399475" y="88205"/>
                </a:lnTo>
                <a:lnTo>
                  <a:pt x="388819" y="88205"/>
                </a:lnTo>
                <a:close/>
                <a:moveTo>
                  <a:pt x="456227" y="112358"/>
                </a:moveTo>
                <a:lnTo>
                  <a:pt x="456227" y="25337"/>
                </a:lnTo>
                <a:lnTo>
                  <a:pt x="465936" y="25337"/>
                </a:lnTo>
                <a:lnTo>
                  <a:pt x="465936" y="33447"/>
                </a:lnTo>
                <a:cubicBezTo>
                  <a:pt x="468225" y="30270"/>
                  <a:pt x="470810" y="27887"/>
                  <a:pt x="473691" y="26299"/>
                </a:cubicBezTo>
                <a:cubicBezTo>
                  <a:pt x="476572" y="24710"/>
                  <a:pt x="480064" y="23916"/>
                  <a:pt x="484169" y="23916"/>
                </a:cubicBezTo>
                <a:cubicBezTo>
                  <a:pt x="489536" y="23916"/>
                  <a:pt x="494272" y="25297"/>
                  <a:pt x="498376" y="28060"/>
                </a:cubicBezTo>
                <a:cubicBezTo>
                  <a:pt x="502481" y="30822"/>
                  <a:pt x="505579" y="34720"/>
                  <a:pt x="507670" y="39751"/>
                </a:cubicBezTo>
                <a:cubicBezTo>
                  <a:pt x="509762" y="44783"/>
                  <a:pt x="510808" y="50299"/>
                  <a:pt x="510808" y="56297"/>
                </a:cubicBezTo>
                <a:cubicBezTo>
                  <a:pt x="510808" y="62730"/>
                  <a:pt x="509654" y="68522"/>
                  <a:pt x="507345" y="73672"/>
                </a:cubicBezTo>
                <a:cubicBezTo>
                  <a:pt x="505036" y="78822"/>
                  <a:pt x="501682" y="82769"/>
                  <a:pt x="497281" y="85512"/>
                </a:cubicBezTo>
                <a:cubicBezTo>
                  <a:pt x="492881" y="88254"/>
                  <a:pt x="488253" y="89626"/>
                  <a:pt x="483399" y="89626"/>
                </a:cubicBezTo>
                <a:cubicBezTo>
                  <a:pt x="479847" y="89626"/>
                  <a:pt x="476660" y="88866"/>
                  <a:pt x="473839" y="87347"/>
                </a:cubicBezTo>
                <a:cubicBezTo>
                  <a:pt x="471017" y="85826"/>
                  <a:pt x="468698" y="83906"/>
                  <a:pt x="466883" y="81586"/>
                </a:cubicBezTo>
                <a:lnTo>
                  <a:pt x="466883" y="112358"/>
                </a:lnTo>
                <a:lnTo>
                  <a:pt x="456227" y="112358"/>
                </a:lnTo>
                <a:moveTo>
                  <a:pt x="465877" y="57037"/>
                </a:moveTo>
                <a:cubicBezTo>
                  <a:pt x="465877" y="65118"/>
                  <a:pt x="467514" y="71089"/>
                  <a:pt x="470790" y="74952"/>
                </a:cubicBezTo>
                <a:cubicBezTo>
                  <a:pt x="474066" y="78815"/>
                  <a:pt x="478032" y="80746"/>
                  <a:pt x="482689" y="80746"/>
                </a:cubicBezTo>
                <a:cubicBezTo>
                  <a:pt x="487425" y="80746"/>
                  <a:pt x="491480" y="78746"/>
                  <a:pt x="494854" y="74745"/>
                </a:cubicBezTo>
                <a:cubicBezTo>
                  <a:pt x="498228" y="70744"/>
                  <a:pt x="499915" y="64546"/>
                  <a:pt x="499915" y="56149"/>
                </a:cubicBezTo>
                <a:cubicBezTo>
                  <a:pt x="499915" y="48148"/>
                  <a:pt x="498268" y="42156"/>
                  <a:pt x="494972" y="38175"/>
                </a:cubicBezTo>
                <a:cubicBezTo>
                  <a:pt x="491677" y="34194"/>
                  <a:pt x="487740" y="32204"/>
                  <a:pt x="483162" y="32204"/>
                </a:cubicBezTo>
                <a:cubicBezTo>
                  <a:pt x="478624" y="32204"/>
                  <a:pt x="474608" y="34323"/>
                  <a:pt x="471116" y="38560"/>
                </a:cubicBezTo>
                <a:cubicBezTo>
                  <a:pt x="467623" y="42798"/>
                  <a:pt x="465877" y="48957"/>
                  <a:pt x="465877" y="57037"/>
                </a:cubicBezTo>
                <a:close/>
                <a:moveTo>
                  <a:pt x="564837" y="88205"/>
                </a:moveTo>
                <a:lnTo>
                  <a:pt x="564837" y="78970"/>
                </a:lnTo>
                <a:cubicBezTo>
                  <a:pt x="559943" y="86074"/>
                  <a:pt x="553294" y="89626"/>
                  <a:pt x="544887" y="89626"/>
                </a:cubicBezTo>
                <a:cubicBezTo>
                  <a:pt x="541178" y="89626"/>
                  <a:pt x="537715" y="88915"/>
                  <a:pt x="534498" y="87495"/>
                </a:cubicBezTo>
                <a:cubicBezTo>
                  <a:pt x="531282" y="86074"/>
                  <a:pt x="528894" y="84288"/>
                  <a:pt x="527335" y="82137"/>
                </a:cubicBezTo>
                <a:cubicBezTo>
                  <a:pt x="525776" y="79986"/>
                  <a:pt x="524681" y="77352"/>
                  <a:pt x="524050" y="74234"/>
                </a:cubicBezTo>
                <a:cubicBezTo>
                  <a:pt x="523616" y="72143"/>
                  <a:pt x="523399" y="68828"/>
                  <a:pt x="523399" y="64289"/>
                </a:cubicBezTo>
                <a:lnTo>
                  <a:pt x="523399" y="25337"/>
                </a:lnTo>
                <a:lnTo>
                  <a:pt x="534054" y="25337"/>
                </a:lnTo>
                <a:lnTo>
                  <a:pt x="534054" y="60204"/>
                </a:lnTo>
                <a:cubicBezTo>
                  <a:pt x="534054" y="65769"/>
                  <a:pt x="534271" y="69518"/>
                  <a:pt x="534705" y="71452"/>
                </a:cubicBezTo>
                <a:cubicBezTo>
                  <a:pt x="535376" y="74254"/>
                  <a:pt x="536797" y="76454"/>
                  <a:pt x="538968" y="78053"/>
                </a:cubicBezTo>
                <a:cubicBezTo>
                  <a:pt x="541138" y="79651"/>
                  <a:pt x="543822" y="80450"/>
                  <a:pt x="547019" y="80450"/>
                </a:cubicBezTo>
                <a:cubicBezTo>
                  <a:pt x="550215" y="80450"/>
                  <a:pt x="553215" y="79631"/>
                  <a:pt x="556017" y="77993"/>
                </a:cubicBezTo>
                <a:cubicBezTo>
                  <a:pt x="558819" y="76356"/>
                  <a:pt x="560802" y="74126"/>
                  <a:pt x="561966" y="71304"/>
                </a:cubicBezTo>
                <a:cubicBezTo>
                  <a:pt x="563130" y="68482"/>
                  <a:pt x="563712" y="64388"/>
                  <a:pt x="563712" y="59020"/>
                </a:cubicBezTo>
                <a:lnTo>
                  <a:pt x="563712" y="25337"/>
                </a:lnTo>
                <a:lnTo>
                  <a:pt x="574368" y="25337"/>
                </a:lnTo>
                <a:lnTo>
                  <a:pt x="574368" y="88205"/>
                </a:lnTo>
                <a:lnTo>
                  <a:pt x="564837" y="88205"/>
                </a:lnTo>
                <a:close/>
                <a:moveTo>
                  <a:pt x="614308" y="78793"/>
                </a:moveTo>
                <a:lnTo>
                  <a:pt x="615847" y="88205"/>
                </a:lnTo>
                <a:cubicBezTo>
                  <a:pt x="612848" y="88758"/>
                  <a:pt x="610164" y="89034"/>
                  <a:pt x="607796" y="89034"/>
                </a:cubicBezTo>
                <a:cubicBezTo>
                  <a:pt x="603929" y="89034"/>
                  <a:pt x="600930" y="88422"/>
                  <a:pt x="598798" y="87199"/>
                </a:cubicBezTo>
                <a:cubicBezTo>
                  <a:pt x="596667" y="85975"/>
                  <a:pt x="595168" y="84367"/>
                  <a:pt x="594299" y="82374"/>
                </a:cubicBezTo>
                <a:cubicBezTo>
                  <a:pt x="593431" y="80381"/>
                  <a:pt x="592997" y="76188"/>
                  <a:pt x="592997" y="69794"/>
                </a:cubicBezTo>
                <a:lnTo>
                  <a:pt x="592997" y="33624"/>
                </a:lnTo>
                <a:lnTo>
                  <a:pt x="585183" y="33624"/>
                </a:lnTo>
                <a:lnTo>
                  <a:pt x="585183" y="25337"/>
                </a:lnTo>
                <a:lnTo>
                  <a:pt x="592997" y="25337"/>
                </a:lnTo>
                <a:lnTo>
                  <a:pt x="592997" y="9725"/>
                </a:lnTo>
                <a:lnTo>
                  <a:pt x="603593" y="3315"/>
                </a:lnTo>
                <a:lnTo>
                  <a:pt x="603593" y="25337"/>
                </a:lnTo>
                <a:lnTo>
                  <a:pt x="614308" y="25337"/>
                </a:lnTo>
                <a:lnTo>
                  <a:pt x="614308" y="33624"/>
                </a:lnTo>
                <a:lnTo>
                  <a:pt x="603593" y="33624"/>
                </a:lnTo>
                <a:lnTo>
                  <a:pt x="603593" y="70386"/>
                </a:lnTo>
                <a:cubicBezTo>
                  <a:pt x="603593" y="73425"/>
                  <a:pt x="603781" y="75379"/>
                  <a:pt x="604156" y="76247"/>
                </a:cubicBezTo>
                <a:cubicBezTo>
                  <a:pt x="604531" y="77115"/>
                  <a:pt x="605142" y="77806"/>
                  <a:pt x="605991" y="78319"/>
                </a:cubicBezTo>
                <a:cubicBezTo>
                  <a:pt x="606839" y="78832"/>
                  <a:pt x="608053" y="79089"/>
                  <a:pt x="609632" y="79089"/>
                </a:cubicBezTo>
                <a:cubicBezTo>
                  <a:pt x="610816" y="79089"/>
                  <a:pt x="612374" y="78990"/>
                  <a:pt x="614308" y="787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=(320,req/sec)}">
            <a:extLst xmlns:a="http://schemas.openxmlformats.org/drawingml/2006/main">
              <a:ext uri="{FF2B5EF4-FFF2-40B4-BE49-F238E27FC236}">
                <a16:creationId xmlns:a16="http://schemas.microsoft.com/office/drawing/2014/main" id="{66948030-32FA-4F26-BA0C-6FB0D96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49" y="9131772"/>
            <a:ext cx="882731" cy="113779"/>
          </a:xfrm>
          <a:custGeom xmlns:a="http://schemas.openxmlformats.org/drawingml/2006/main">
            <a:pathLst>
              <a:path w="882731" h="113779">
                <a:moveTo>
                  <a:pt x="57304" y="37295"/>
                </a:moveTo>
                <a:lnTo>
                  <a:pt x="0" y="37295"/>
                </a:lnTo>
                <a:lnTo>
                  <a:pt x="0" y="27231"/>
                </a:lnTo>
                <a:lnTo>
                  <a:pt x="57304" y="27231"/>
                </a:lnTo>
                <a:lnTo>
                  <a:pt x="57304" y="37295"/>
                </a:lnTo>
                <a:moveTo>
                  <a:pt x="57304" y="63579"/>
                </a:moveTo>
                <a:lnTo>
                  <a:pt x="0" y="63579"/>
                </a:lnTo>
                <a:lnTo>
                  <a:pt x="0" y="53515"/>
                </a:lnTo>
                <a:lnTo>
                  <a:pt x="57304" y="53515"/>
                </a:lnTo>
                <a:lnTo>
                  <a:pt x="57304" y="63579"/>
                </a:lnTo>
                <a:close/>
                <a:moveTo>
                  <a:pt x="126114" y="113779"/>
                </a:moveTo>
                <a:cubicBezTo>
                  <a:pt x="120234" y="106359"/>
                  <a:pt x="115261" y="97677"/>
                  <a:pt x="111196" y="87731"/>
                </a:cubicBezTo>
                <a:cubicBezTo>
                  <a:pt x="107131" y="77786"/>
                  <a:pt x="105099" y="67486"/>
                  <a:pt x="105099" y="56830"/>
                </a:cubicBezTo>
                <a:cubicBezTo>
                  <a:pt x="105099" y="47437"/>
                  <a:pt x="106618" y="38439"/>
                  <a:pt x="109657" y="29836"/>
                </a:cubicBezTo>
                <a:cubicBezTo>
                  <a:pt x="113209" y="19851"/>
                  <a:pt x="118695" y="9906"/>
                  <a:pt x="126114" y="0"/>
                </a:cubicBezTo>
                <a:lnTo>
                  <a:pt x="133751" y="0"/>
                </a:lnTo>
                <a:cubicBezTo>
                  <a:pt x="128975" y="8209"/>
                  <a:pt x="125818" y="14069"/>
                  <a:pt x="124279" y="17582"/>
                </a:cubicBezTo>
                <a:cubicBezTo>
                  <a:pt x="121872" y="23028"/>
                  <a:pt x="119977" y="28711"/>
                  <a:pt x="118596" y="34631"/>
                </a:cubicBezTo>
                <a:cubicBezTo>
                  <a:pt x="116899" y="42011"/>
                  <a:pt x="116050" y="49430"/>
                  <a:pt x="116050" y="56889"/>
                </a:cubicBezTo>
                <a:cubicBezTo>
                  <a:pt x="116050" y="75872"/>
                  <a:pt x="121950" y="94835"/>
                  <a:pt x="133751" y="113779"/>
                </a:cubicBezTo>
                <a:lnTo>
                  <a:pt x="126114" y="113779"/>
                </a:lnTo>
                <a:close/>
                <a:moveTo>
                  <a:pt x="143221" y="65118"/>
                </a:moveTo>
                <a:lnTo>
                  <a:pt x="153877" y="63697"/>
                </a:lnTo>
                <a:cubicBezTo>
                  <a:pt x="155100" y="69735"/>
                  <a:pt x="157182" y="74086"/>
                  <a:pt x="160122" y="76750"/>
                </a:cubicBezTo>
                <a:cubicBezTo>
                  <a:pt x="163063" y="79414"/>
                  <a:pt x="166644" y="80746"/>
                  <a:pt x="170867" y="80746"/>
                </a:cubicBezTo>
                <a:cubicBezTo>
                  <a:pt x="175879" y="80746"/>
                  <a:pt x="180112" y="79013"/>
                  <a:pt x="183565" y="75546"/>
                </a:cubicBezTo>
                <a:cubicBezTo>
                  <a:pt x="187018" y="72079"/>
                  <a:pt x="188745" y="67785"/>
                  <a:pt x="188745" y="62663"/>
                </a:cubicBezTo>
                <a:cubicBezTo>
                  <a:pt x="188745" y="57777"/>
                  <a:pt x="187146" y="53748"/>
                  <a:pt x="183950" y="50577"/>
                </a:cubicBezTo>
                <a:cubicBezTo>
                  <a:pt x="180753" y="47405"/>
                  <a:pt x="176688" y="45819"/>
                  <a:pt x="171755" y="45819"/>
                </a:cubicBezTo>
                <a:cubicBezTo>
                  <a:pt x="169742" y="45819"/>
                  <a:pt x="167236" y="46214"/>
                  <a:pt x="164237" y="47003"/>
                </a:cubicBezTo>
                <a:lnTo>
                  <a:pt x="165421" y="37650"/>
                </a:lnTo>
                <a:cubicBezTo>
                  <a:pt x="166131" y="37729"/>
                  <a:pt x="166703" y="37768"/>
                  <a:pt x="167137" y="37768"/>
                </a:cubicBezTo>
                <a:cubicBezTo>
                  <a:pt x="171676" y="37768"/>
                  <a:pt x="175760" y="36594"/>
                  <a:pt x="179391" y="34246"/>
                </a:cubicBezTo>
                <a:cubicBezTo>
                  <a:pt x="183022" y="31898"/>
                  <a:pt x="184838" y="28278"/>
                  <a:pt x="184838" y="23387"/>
                </a:cubicBezTo>
                <a:cubicBezTo>
                  <a:pt x="184838" y="19513"/>
                  <a:pt x="183515" y="16305"/>
                  <a:pt x="180871" y="13762"/>
                </a:cubicBezTo>
                <a:cubicBezTo>
                  <a:pt x="178227" y="11217"/>
                  <a:pt x="174813" y="9945"/>
                  <a:pt x="170630" y="9945"/>
                </a:cubicBezTo>
                <a:cubicBezTo>
                  <a:pt x="166486" y="9945"/>
                  <a:pt x="163033" y="11248"/>
                  <a:pt x="160270" y="13852"/>
                </a:cubicBezTo>
                <a:cubicBezTo>
                  <a:pt x="157508" y="16457"/>
                  <a:pt x="155732" y="20364"/>
                  <a:pt x="154943" y="25574"/>
                </a:cubicBezTo>
                <a:lnTo>
                  <a:pt x="144287" y="23679"/>
                </a:lnTo>
                <a:cubicBezTo>
                  <a:pt x="145589" y="16499"/>
                  <a:pt x="148549" y="10935"/>
                  <a:pt x="153167" y="6987"/>
                </a:cubicBezTo>
                <a:cubicBezTo>
                  <a:pt x="157784" y="3039"/>
                  <a:pt x="163526" y="1066"/>
                  <a:pt x="170393" y="1066"/>
                </a:cubicBezTo>
                <a:cubicBezTo>
                  <a:pt x="175129" y="1066"/>
                  <a:pt x="179490" y="2079"/>
                  <a:pt x="183476" y="4105"/>
                </a:cubicBezTo>
                <a:cubicBezTo>
                  <a:pt x="187462" y="6131"/>
                  <a:pt x="190511" y="8896"/>
                  <a:pt x="192622" y="12398"/>
                </a:cubicBezTo>
                <a:cubicBezTo>
                  <a:pt x="194733" y="15900"/>
                  <a:pt x="195789" y="19618"/>
                  <a:pt x="195789" y="23553"/>
                </a:cubicBezTo>
                <a:cubicBezTo>
                  <a:pt x="195789" y="27292"/>
                  <a:pt x="194783" y="30695"/>
                  <a:pt x="192770" y="33765"/>
                </a:cubicBezTo>
                <a:cubicBezTo>
                  <a:pt x="190757" y="36833"/>
                  <a:pt x="187778" y="39273"/>
                  <a:pt x="183831" y="41083"/>
                </a:cubicBezTo>
                <a:cubicBezTo>
                  <a:pt x="188962" y="42267"/>
                  <a:pt x="192948" y="44724"/>
                  <a:pt x="195789" y="48454"/>
                </a:cubicBezTo>
                <a:cubicBezTo>
                  <a:pt x="198631" y="52183"/>
                  <a:pt x="200051" y="56850"/>
                  <a:pt x="200051" y="62454"/>
                </a:cubicBezTo>
                <a:cubicBezTo>
                  <a:pt x="200051" y="70031"/>
                  <a:pt x="197289" y="76454"/>
                  <a:pt x="191764" y="81723"/>
                </a:cubicBezTo>
                <a:cubicBezTo>
                  <a:pt x="186239" y="86991"/>
                  <a:pt x="179253" y="89626"/>
                  <a:pt x="170808" y="89626"/>
                </a:cubicBezTo>
                <a:cubicBezTo>
                  <a:pt x="163191" y="89626"/>
                  <a:pt x="156866" y="87351"/>
                  <a:pt x="151835" y="82801"/>
                </a:cubicBezTo>
                <a:cubicBezTo>
                  <a:pt x="146803" y="78252"/>
                  <a:pt x="143932" y="72357"/>
                  <a:pt x="143221" y="65118"/>
                </a:cubicBezTo>
                <a:close/>
                <a:moveTo>
                  <a:pt x="266572" y="77964"/>
                </a:moveTo>
                <a:lnTo>
                  <a:pt x="266572" y="88205"/>
                </a:lnTo>
                <a:lnTo>
                  <a:pt x="209209" y="88205"/>
                </a:lnTo>
                <a:cubicBezTo>
                  <a:pt x="209130" y="85641"/>
                  <a:pt x="209544" y="83176"/>
                  <a:pt x="210452" y="80809"/>
                </a:cubicBezTo>
                <a:cubicBezTo>
                  <a:pt x="211912" y="76904"/>
                  <a:pt x="214250" y="73059"/>
                  <a:pt x="217467" y="69273"/>
                </a:cubicBezTo>
                <a:cubicBezTo>
                  <a:pt x="220683" y="65487"/>
                  <a:pt x="225330" y="61108"/>
                  <a:pt x="231408" y="56138"/>
                </a:cubicBezTo>
                <a:cubicBezTo>
                  <a:pt x="240840" y="48410"/>
                  <a:pt x="247214" y="42289"/>
                  <a:pt x="250529" y="37774"/>
                </a:cubicBezTo>
                <a:cubicBezTo>
                  <a:pt x="253844" y="33259"/>
                  <a:pt x="255502" y="28990"/>
                  <a:pt x="255502" y="24969"/>
                </a:cubicBezTo>
                <a:cubicBezTo>
                  <a:pt x="255502" y="20750"/>
                  <a:pt x="253992" y="17191"/>
                  <a:pt x="250973" y="14293"/>
                </a:cubicBezTo>
                <a:cubicBezTo>
                  <a:pt x="247954" y="11394"/>
                  <a:pt x="244017" y="9945"/>
                  <a:pt x="239163" y="9945"/>
                </a:cubicBezTo>
                <a:cubicBezTo>
                  <a:pt x="234032" y="9945"/>
                  <a:pt x="229928" y="11484"/>
                  <a:pt x="226850" y="14563"/>
                </a:cubicBezTo>
                <a:cubicBezTo>
                  <a:pt x="223771" y="17641"/>
                  <a:pt x="222213" y="21903"/>
                  <a:pt x="222173" y="27349"/>
                </a:cubicBezTo>
                <a:lnTo>
                  <a:pt x="211221" y="26223"/>
                </a:lnTo>
                <a:cubicBezTo>
                  <a:pt x="211971" y="18035"/>
                  <a:pt x="214793" y="11795"/>
                  <a:pt x="219687" y="7503"/>
                </a:cubicBezTo>
                <a:cubicBezTo>
                  <a:pt x="224580" y="3211"/>
                  <a:pt x="231151" y="1066"/>
                  <a:pt x="239400" y="1066"/>
                </a:cubicBezTo>
                <a:cubicBezTo>
                  <a:pt x="247727" y="1066"/>
                  <a:pt x="254318" y="3375"/>
                  <a:pt x="259172" y="7994"/>
                </a:cubicBezTo>
                <a:cubicBezTo>
                  <a:pt x="264026" y="12612"/>
                  <a:pt x="266453" y="18337"/>
                  <a:pt x="266453" y="25167"/>
                </a:cubicBezTo>
                <a:cubicBezTo>
                  <a:pt x="266453" y="28641"/>
                  <a:pt x="265743" y="32056"/>
                  <a:pt x="264322" y="35412"/>
                </a:cubicBezTo>
                <a:cubicBezTo>
                  <a:pt x="262901" y="38767"/>
                  <a:pt x="260543" y="42301"/>
                  <a:pt x="257248" y="46012"/>
                </a:cubicBezTo>
                <a:cubicBezTo>
                  <a:pt x="253953" y="49721"/>
                  <a:pt x="248477" y="54814"/>
                  <a:pt x="240820" y="61288"/>
                </a:cubicBezTo>
                <a:cubicBezTo>
                  <a:pt x="234427" y="66650"/>
                  <a:pt x="230323" y="70287"/>
                  <a:pt x="228507" y="72199"/>
                </a:cubicBezTo>
                <a:cubicBezTo>
                  <a:pt x="226692" y="74111"/>
                  <a:pt x="225192" y="76032"/>
                  <a:pt x="224008" y="77964"/>
                </a:cubicBezTo>
                <a:lnTo>
                  <a:pt x="266572" y="77964"/>
                </a:lnTo>
                <a:close/>
                <a:moveTo>
                  <a:pt x="277978" y="45375"/>
                </a:moveTo>
                <a:cubicBezTo>
                  <a:pt x="277978" y="35122"/>
                  <a:pt x="279034" y="26869"/>
                  <a:pt x="281145" y="20618"/>
                </a:cubicBezTo>
                <a:cubicBezTo>
                  <a:pt x="283257" y="14366"/>
                  <a:pt x="286394" y="9544"/>
                  <a:pt x="290558" y="6153"/>
                </a:cubicBezTo>
                <a:cubicBezTo>
                  <a:pt x="294721" y="2761"/>
                  <a:pt x="299960" y="1066"/>
                  <a:pt x="306275" y="1066"/>
                </a:cubicBezTo>
                <a:cubicBezTo>
                  <a:pt x="310932" y="1066"/>
                  <a:pt x="315017" y="2002"/>
                  <a:pt x="318529" y="3876"/>
                </a:cubicBezTo>
                <a:cubicBezTo>
                  <a:pt x="322041" y="5749"/>
                  <a:pt x="324942" y="8451"/>
                  <a:pt x="327231" y="11980"/>
                </a:cubicBezTo>
                <a:cubicBezTo>
                  <a:pt x="329520" y="15510"/>
                  <a:pt x="331316" y="19809"/>
                  <a:pt x="332618" y="24878"/>
                </a:cubicBezTo>
                <a:cubicBezTo>
                  <a:pt x="333920" y="29946"/>
                  <a:pt x="334572" y="36778"/>
                  <a:pt x="334572" y="45375"/>
                </a:cubicBezTo>
                <a:cubicBezTo>
                  <a:pt x="334572" y="55550"/>
                  <a:pt x="333526" y="63763"/>
                  <a:pt x="331434" y="70015"/>
                </a:cubicBezTo>
                <a:cubicBezTo>
                  <a:pt x="329342" y="76266"/>
                  <a:pt x="326215" y="81098"/>
                  <a:pt x="322051" y="84509"/>
                </a:cubicBezTo>
                <a:cubicBezTo>
                  <a:pt x="317888" y="87920"/>
                  <a:pt x="312629" y="89626"/>
                  <a:pt x="306275" y="89626"/>
                </a:cubicBezTo>
                <a:cubicBezTo>
                  <a:pt x="297908" y="89626"/>
                  <a:pt x="291337" y="86628"/>
                  <a:pt x="286562" y="80633"/>
                </a:cubicBezTo>
                <a:cubicBezTo>
                  <a:pt x="280840" y="73416"/>
                  <a:pt x="277978" y="61663"/>
                  <a:pt x="277978" y="45375"/>
                </a:cubicBezTo>
                <a:moveTo>
                  <a:pt x="288930" y="45346"/>
                </a:moveTo>
                <a:cubicBezTo>
                  <a:pt x="288930" y="59545"/>
                  <a:pt x="290597" y="68995"/>
                  <a:pt x="293932" y="73696"/>
                </a:cubicBezTo>
                <a:cubicBezTo>
                  <a:pt x="297267" y="78396"/>
                  <a:pt x="301381" y="80746"/>
                  <a:pt x="306275" y="80746"/>
                </a:cubicBezTo>
                <a:cubicBezTo>
                  <a:pt x="311169" y="80746"/>
                  <a:pt x="315283" y="78386"/>
                  <a:pt x="318618" y="73666"/>
                </a:cubicBezTo>
                <a:cubicBezTo>
                  <a:pt x="321953" y="68947"/>
                  <a:pt x="323620" y="59506"/>
                  <a:pt x="323620" y="45346"/>
                </a:cubicBezTo>
                <a:cubicBezTo>
                  <a:pt x="323620" y="31107"/>
                  <a:pt x="321953" y="21648"/>
                  <a:pt x="318618" y="16968"/>
                </a:cubicBezTo>
                <a:cubicBezTo>
                  <a:pt x="315283" y="12286"/>
                  <a:pt x="311129" y="9945"/>
                  <a:pt x="306157" y="9945"/>
                </a:cubicBezTo>
                <a:cubicBezTo>
                  <a:pt x="301263" y="9945"/>
                  <a:pt x="297356" y="12010"/>
                  <a:pt x="294435" y="16141"/>
                </a:cubicBezTo>
                <a:cubicBezTo>
                  <a:pt x="290765" y="21412"/>
                  <a:pt x="288930" y="31147"/>
                  <a:pt x="288930" y="45346"/>
                </a:cubicBezTo>
                <a:close/>
                <a:moveTo>
                  <a:pt x="351129" y="88205"/>
                </a:moveTo>
                <a:lnTo>
                  <a:pt x="351129" y="76010"/>
                </a:lnTo>
                <a:lnTo>
                  <a:pt x="363264" y="76010"/>
                </a:lnTo>
                <a:lnTo>
                  <a:pt x="363264" y="88170"/>
                </a:lnTo>
                <a:cubicBezTo>
                  <a:pt x="363264" y="92639"/>
                  <a:pt x="362475" y="96248"/>
                  <a:pt x="360896" y="98996"/>
                </a:cubicBezTo>
                <a:cubicBezTo>
                  <a:pt x="359318" y="101745"/>
                  <a:pt x="356812" y="103870"/>
                  <a:pt x="353378" y="105372"/>
                </a:cubicBezTo>
                <a:lnTo>
                  <a:pt x="350418" y="100755"/>
                </a:lnTo>
                <a:cubicBezTo>
                  <a:pt x="352668" y="99773"/>
                  <a:pt x="354325" y="98330"/>
                  <a:pt x="355391" y="96424"/>
                </a:cubicBezTo>
                <a:cubicBezTo>
                  <a:pt x="356456" y="94519"/>
                  <a:pt x="357048" y="91779"/>
                  <a:pt x="357167" y="88205"/>
                </a:cubicBezTo>
                <a:lnTo>
                  <a:pt x="351129" y="88205"/>
                </a:lnTo>
                <a:close/>
                <a:moveTo>
                  <a:pt x="415636" y="88205"/>
                </a:moveTo>
                <a:lnTo>
                  <a:pt x="415636" y="25337"/>
                </a:lnTo>
                <a:lnTo>
                  <a:pt x="425226" y="25337"/>
                </a:lnTo>
                <a:lnTo>
                  <a:pt x="425226" y="34808"/>
                </a:lnTo>
                <a:cubicBezTo>
                  <a:pt x="427673" y="30374"/>
                  <a:pt x="429932" y="27449"/>
                  <a:pt x="432004" y="26036"/>
                </a:cubicBezTo>
                <a:cubicBezTo>
                  <a:pt x="434076" y="24623"/>
                  <a:pt x="436355" y="23916"/>
                  <a:pt x="438842" y="23916"/>
                </a:cubicBezTo>
                <a:cubicBezTo>
                  <a:pt x="442433" y="23916"/>
                  <a:pt x="446083" y="25056"/>
                  <a:pt x="449793" y="27335"/>
                </a:cubicBezTo>
                <a:lnTo>
                  <a:pt x="446123" y="37176"/>
                </a:lnTo>
                <a:cubicBezTo>
                  <a:pt x="443518" y="35637"/>
                  <a:pt x="440913" y="34868"/>
                  <a:pt x="438309" y="34868"/>
                </a:cubicBezTo>
                <a:cubicBezTo>
                  <a:pt x="435980" y="34868"/>
                  <a:pt x="433889" y="35569"/>
                  <a:pt x="432034" y="36973"/>
                </a:cubicBezTo>
                <a:cubicBezTo>
                  <a:pt x="430179" y="38375"/>
                  <a:pt x="428857" y="40321"/>
                  <a:pt x="428067" y="42809"/>
                </a:cubicBezTo>
                <a:cubicBezTo>
                  <a:pt x="426884" y="46602"/>
                  <a:pt x="426292" y="50750"/>
                  <a:pt x="426292" y="55254"/>
                </a:cubicBezTo>
                <a:lnTo>
                  <a:pt x="426292" y="88205"/>
                </a:lnTo>
                <a:lnTo>
                  <a:pt x="415636" y="88205"/>
                </a:lnTo>
                <a:close/>
                <a:moveTo>
                  <a:pt x="499163" y="67959"/>
                </a:moveTo>
                <a:lnTo>
                  <a:pt x="510174" y="69321"/>
                </a:lnTo>
                <a:cubicBezTo>
                  <a:pt x="508438" y="75754"/>
                  <a:pt x="505221" y="80746"/>
                  <a:pt x="500525" y="84298"/>
                </a:cubicBezTo>
                <a:cubicBezTo>
                  <a:pt x="495829" y="87850"/>
                  <a:pt x="489830" y="89626"/>
                  <a:pt x="482529" y="89626"/>
                </a:cubicBezTo>
                <a:cubicBezTo>
                  <a:pt x="473333" y="89626"/>
                  <a:pt x="466042" y="86794"/>
                  <a:pt x="460655" y="81131"/>
                </a:cubicBezTo>
                <a:cubicBezTo>
                  <a:pt x="455268" y="75468"/>
                  <a:pt x="452575" y="67525"/>
                  <a:pt x="452575" y="57304"/>
                </a:cubicBezTo>
                <a:cubicBezTo>
                  <a:pt x="452575" y="46727"/>
                  <a:pt x="455298" y="38518"/>
                  <a:pt x="460744" y="32677"/>
                </a:cubicBezTo>
                <a:cubicBezTo>
                  <a:pt x="466190" y="26836"/>
                  <a:pt x="473254" y="23916"/>
                  <a:pt x="481937" y="23916"/>
                </a:cubicBezTo>
                <a:cubicBezTo>
                  <a:pt x="490343" y="23916"/>
                  <a:pt x="497210" y="26773"/>
                  <a:pt x="502538" y="32487"/>
                </a:cubicBezTo>
                <a:cubicBezTo>
                  <a:pt x="507866" y="38199"/>
                  <a:pt x="510529" y="46237"/>
                  <a:pt x="510529" y="56599"/>
                </a:cubicBezTo>
                <a:cubicBezTo>
                  <a:pt x="510529" y="57229"/>
                  <a:pt x="510510" y="58174"/>
                  <a:pt x="510470" y="59435"/>
                </a:cubicBezTo>
                <a:lnTo>
                  <a:pt x="463585" y="59435"/>
                </a:lnTo>
                <a:cubicBezTo>
                  <a:pt x="463980" y="66322"/>
                  <a:pt x="465934" y="71595"/>
                  <a:pt x="469446" y="75255"/>
                </a:cubicBezTo>
                <a:cubicBezTo>
                  <a:pt x="472958" y="78916"/>
                  <a:pt x="477339" y="80746"/>
                  <a:pt x="482588" y="80746"/>
                </a:cubicBezTo>
                <a:cubicBezTo>
                  <a:pt x="486495" y="80746"/>
                  <a:pt x="489830" y="79730"/>
                  <a:pt x="492592" y="77697"/>
                </a:cubicBezTo>
                <a:cubicBezTo>
                  <a:pt x="495355" y="75664"/>
                  <a:pt x="497545" y="72418"/>
                  <a:pt x="499163" y="67959"/>
                </a:cubicBezTo>
                <a:moveTo>
                  <a:pt x="464177" y="50555"/>
                </a:moveTo>
                <a:lnTo>
                  <a:pt x="499282" y="50555"/>
                </a:lnTo>
                <a:cubicBezTo>
                  <a:pt x="498808" y="45353"/>
                  <a:pt x="497466" y="41452"/>
                  <a:pt x="495256" y="38851"/>
                </a:cubicBezTo>
                <a:cubicBezTo>
                  <a:pt x="491862" y="34814"/>
                  <a:pt x="487462" y="32796"/>
                  <a:pt x="482055" y="32796"/>
                </a:cubicBezTo>
                <a:cubicBezTo>
                  <a:pt x="477162" y="32796"/>
                  <a:pt x="473047" y="34407"/>
                  <a:pt x="469712" y="37630"/>
                </a:cubicBezTo>
                <a:cubicBezTo>
                  <a:pt x="466378" y="40851"/>
                  <a:pt x="464533" y="45159"/>
                  <a:pt x="464177" y="50555"/>
                </a:cubicBezTo>
                <a:close/>
                <a:moveTo>
                  <a:pt x="563612" y="112358"/>
                </a:moveTo>
                <a:lnTo>
                  <a:pt x="563612" y="81407"/>
                </a:lnTo>
                <a:cubicBezTo>
                  <a:pt x="561954" y="83766"/>
                  <a:pt x="559635" y="85726"/>
                  <a:pt x="556656" y="87286"/>
                </a:cubicBezTo>
                <a:cubicBezTo>
                  <a:pt x="553676" y="88846"/>
                  <a:pt x="550509" y="89626"/>
                  <a:pt x="547155" y="89626"/>
                </a:cubicBezTo>
                <a:cubicBezTo>
                  <a:pt x="539696" y="89626"/>
                  <a:pt x="533273" y="86646"/>
                  <a:pt x="527886" y="80687"/>
                </a:cubicBezTo>
                <a:cubicBezTo>
                  <a:pt x="522499" y="74728"/>
                  <a:pt x="519805" y="66558"/>
                  <a:pt x="519805" y="56179"/>
                </a:cubicBezTo>
                <a:cubicBezTo>
                  <a:pt x="519805" y="49864"/>
                  <a:pt x="520900" y="44201"/>
                  <a:pt x="523091" y="39189"/>
                </a:cubicBezTo>
                <a:cubicBezTo>
                  <a:pt x="525281" y="34177"/>
                  <a:pt x="528458" y="30378"/>
                  <a:pt x="532621" y="27793"/>
                </a:cubicBezTo>
                <a:cubicBezTo>
                  <a:pt x="536785" y="25208"/>
                  <a:pt x="541353" y="23916"/>
                  <a:pt x="546326" y="23916"/>
                </a:cubicBezTo>
                <a:cubicBezTo>
                  <a:pt x="554100" y="23916"/>
                  <a:pt x="560218" y="27152"/>
                  <a:pt x="564677" y="33624"/>
                </a:cubicBezTo>
                <a:lnTo>
                  <a:pt x="564677" y="25337"/>
                </a:lnTo>
                <a:lnTo>
                  <a:pt x="574267" y="25337"/>
                </a:lnTo>
                <a:lnTo>
                  <a:pt x="574267" y="112358"/>
                </a:lnTo>
                <a:lnTo>
                  <a:pt x="563612" y="112358"/>
                </a:lnTo>
                <a:moveTo>
                  <a:pt x="530757" y="56475"/>
                </a:moveTo>
                <a:cubicBezTo>
                  <a:pt x="530757" y="64565"/>
                  <a:pt x="532454" y="70633"/>
                  <a:pt x="535848" y="74678"/>
                </a:cubicBezTo>
                <a:cubicBezTo>
                  <a:pt x="539242" y="78723"/>
                  <a:pt x="543307" y="80746"/>
                  <a:pt x="548043" y="80746"/>
                </a:cubicBezTo>
                <a:cubicBezTo>
                  <a:pt x="552581" y="80746"/>
                  <a:pt x="556488" y="78822"/>
                  <a:pt x="559764" y="74974"/>
                </a:cubicBezTo>
                <a:cubicBezTo>
                  <a:pt x="563039" y="71126"/>
                  <a:pt x="564677" y="65276"/>
                  <a:pt x="564677" y="57422"/>
                </a:cubicBezTo>
                <a:cubicBezTo>
                  <a:pt x="564677" y="49055"/>
                  <a:pt x="562951" y="42761"/>
                  <a:pt x="559497" y="38538"/>
                </a:cubicBezTo>
                <a:cubicBezTo>
                  <a:pt x="556044" y="34315"/>
                  <a:pt x="551989" y="32204"/>
                  <a:pt x="547332" y="32204"/>
                </a:cubicBezTo>
                <a:cubicBezTo>
                  <a:pt x="542715" y="32204"/>
                  <a:pt x="538798" y="34167"/>
                  <a:pt x="535581" y="38094"/>
                </a:cubicBezTo>
                <a:cubicBezTo>
                  <a:pt x="532365" y="42021"/>
                  <a:pt x="530757" y="48148"/>
                  <a:pt x="530757" y="56475"/>
                </a:cubicBezTo>
                <a:close/>
                <a:moveTo>
                  <a:pt x="582951" y="89626"/>
                </a:moveTo>
                <a:lnTo>
                  <a:pt x="608110" y="0"/>
                </a:lnTo>
                <a:lnTo>
                  <a:pt x="616635" y="0"/>
                </a:lnTo>
                <a:lnTo>
                  <a:pt x="591535" y="89626"/>
                </a:lnTo>
                <a:lnTo>
                  <a:pt x="582951" y="89626"/>
                </a:lnTo>
                <a:close/>
                <a:moveTo>
                  <a:pt x="620384" y="69380"/>
                </a:moveTo>
                <a:lnTo>
                  <a:pt x="630922" y="67723"/>
                </a:lnTo>
                <a:cubicBezTo>
                  <a:pt x="631514" y="71927"/>
                  <a:pt x="633161" y="75149"/>
                  <a:pt x="635865" y="77388"/>
                </a:cubicBezTo>
                <a:cubicBezTo>
                  <a:pt x="638568" y="79627"/>
                  <a:pt x="642347" y="80746"/>
                  <a:pt x="647201" y="80746"/>
                </a:cubicBezTo>
                <a:cubicBezTo>
                  <a:pt x="652095" y="80746"/>
                  <a:pt x="655726" y="79758"/>
                  <a:pt x="658094" y="77781"/>
                </a:cubicBezTo>
                <a:cubicBezTo>
                  <a:pt x="660461" y="75802"/>
                  <a:pt x="661645" y="73483"/>
                  <a:pt x="661645" y="70821"/>
                </a:cubicBezTo>
                <a:cubicBezTo>
                  <a:pt x="661645" y="68432"/>
                  <a:pt x="660600" y="66553"/>
                  <a:pt x="658508" y="65183"/>
                </a:cubicBezTo>
                <a:cubicBezTo>
                  <a:pt x="657048" y="64243"/>
                  <a:pt x="653417" y="63048"/>
                  <a:pt x="647616" y="61599"/>
                </a:cubicBezTo>
                <a:cubicBezTo>
                  <a:pt x="639801" y="59625"/>
                  <a:pt x="634385" y="57917"/>
                  <a:pt x="631366" y="56475"/>
                </a:cubicBezTo>
                <a:cubicBezTo>
                  <a:pt x="628347" y="55033"/>
                  <a:pt x="626058" y="53038"/>
                  <a:pt x="624499" y="50490"/>
                </a:cubicBezTo>
                <a:cubicBezTo>
                  <a:pt x="622940" y="47942"/>
                  <a:pt x="622160" y="45128"/>
                  <a:pt x="622160" y="42047"/>
                </a:cubicBezTo>
                <a:cubicBezTo>
                  <a:pt x="622160" y="39243"/>
                  <a:pt x="622802" y="36645"/>
                  <a:pt x="624084" y="34255"/>
                </a:cubicBezTo>
                <a:cubicBezTo>
                  <a:pt x="625367" y="31865"/>
                  <a:pt x="627113" y="29880"/>
                  <a:pt x="629323" y="28300"/>
                </a:cubicBezTo>
                <a:cubicBezTo>
                  <a:pt x="630981" y="27076"/>
                  <a:pt x="633240" y="26039"/>
                  <a:pt x="636101" y="25191"/>
                </a:cubicBezTo>
                <a:cubicBezTo>
                  <a:pt x="638963" y="24341"/>
                  <a:pt x="642031" y="23916"/>
                  <a:pt x="645307" y="23916"/>
                </a:cubicBezTo>
                <a:cubicBezTo>
                  <a:pt x="650240" y="23916"/>
                  <a:pt x="654571" y="24631"/>
                  <a:pt x="658301" y="26062"/>
                </a:cubicBezTo>
                <a:cubicBezTo>
                  <a:pt x="662030" y="27491"/>
                  <a:pt x="664783" y="29428"/>
                  <a:pt x="666559" y="31873"/>
                </a:cubicBezTo>
                <a:cubicBezTo>
                  <a:pt x="668335" y="34316"/>
                  <a:pt x="669558" y="37583"/>
                  <a:pt x="670229" y="41675"/>
                </a:cubicBezTo>
                <a:lnTo>
                  <a:pt x="659810" y="43096"/>
                </a:lnTo>
                <a:cubicBezTo>
                  <a:pt x="659337" y="39860"/>
                  <a:pt x="657965" y="37334"/>
                  <a:pt x="655696" y="35519"/>
                </a:cubicBezTo>
                <a:cubicBezTo>
                  <a:pt x="653427" y="33703"/>
                  <a:pt x="650220" y="32796"/>
                  <a:pt x="646076" y="32796"/>
                </a:cubicBezTo>
                <a:cubicBezTo>
                  <a:pt x="641183" y="32796"/>
                  <a:pt x="637690" y="33601"/>
                  <a:pt x="635598" y="35212"/>
                </a:cubicBezTo>
                <a:cubicBezTo>
                  <a:pt x="633507" y="36821"/>
                  <a:pt x="632461" y="38706"/>
                  <a:pt x="632461" y="40867"/>
                </a:cubicBezTo>
                <a:cubicBezTo>
                  <a:pt x="632461" y="42241"/>
                  <a:pt x="632895" y="43478"/>
                  <a:pt x="633763" y="44578"/>
                </a:cubicBezTo>
                <a:cubicBezTo>
                  <a:pt x="634631" y="45716"/>
                  <a:pt x="635993" y="46659"/>
                  <a:pt x="637848" y="47405"/>
                </a:cubicBezTo>
                <a:cubicBezTo>
                  <a:pt x="638913" y="47798"/>
                  <a:pt x="642051" y="48701"/>
                  <a:pt x="647260" y="50115"/>
                </a:cubicBezTo>
                <a:cubicBezTo>
                  <a:pt x="654798" y="52126"/>
                  <a:pt x="660057" y="53773"/>
                  <a:pt x="663037" y="55054"/>
                </a:cubicBezTo>
                <a:cubicBezTo>
                  <a:pt x="666016" y="56336"/>
                  <a:pt x="668355" y="58199"/>
                  <a:pt x="670052" y="60645"/>
                </a:cubicBezTo>
                <a:cubicBezTo>
                  <a:pt x="671749" y="63089"/>
                  <a:pt x="672597" y="66125"/>
                  <a:pt x="672597" y="69752"/>
                </a:cubicBezTo>
                <a:cubicBezTo>
                  <a:pt x="672597" y="73301"/>
                  <a:pt x="671561" y="76644"/>
                  <a:pt x="669489" y="79779"/>
                </a:cubicBezTo>
                <a:cubicBezTo>
                  <a:pt x="667417" y="82912"/>
                  <a:pt x="664428" y="85337"/>
                  <a:pt x="660521" y="87053"/>
                </a:cubicBezTo>
                <a:cubicBezTo>
                  <a:pt x="656614" y="88768"/>
                  <a:pt x="652193" y="89626"/>
                  <a:pt x="647260" y="89626"/>
                </a:cubicBezTo>
                <a:cubicBezTo>
                  <a:pt x="639091" y="89626"/>
                  <a:pt x="632865" y="87924"/>
                  <a:pt x="628583" y="84520"/>
                </a:cubicBezTo>
                <a:cubicBezTo>
                  <a:pt x="624301" y="81116"/>
                  <a:pt x="621568" y="76069"/>
                  <a:pt x="620384" y="69380"/>
                </a:cubicBezTo>
                <a:close/>
                <a:moveTo>
                  <a:pt x="728302" y="67959"/>
                </a:moveTo>
                <a:lnTo>
                  <a:pt x="739313" y="69321"/>
                </a:lnTo>
                <a:cubicBezTo>
                  <a:pt x="737577" y="75754"/>
                  <a:pt x="734360" y="80746"/>
                  <a:pt x="729664" y="84298"/>
                </a:cubicBezTo>
                <a:cubicBezTo>
                  <a:pt x="724968" y="87850"/>
                  <a:pt x="718969" y="89626"/>
                  <a:pt x="711668" y="89626"/>
                </a:cubicBezTo>
                <a:cubicBezTo>
                  <a:pt x="702472" y="89626"/>
                  <a:pt x="695181" y="86794"/>
                  <a:pt x="689794" y="81131"/>
                </a:cubicBezTo>
                <a:cubicBezTo>
                  <a:pt x="684407" y="75468"/>
                  <a:pt x="681714" y="67525"/>
                  <a:pt x="681714" y="57304"/>
                </a:cubicBezTo>
                <a:cubicBezTo>
                  <a:pt x="681714" y="46727"/>
                  <a:pt x="684437" y="38518"/>
                  <a:pt x="689883" y="32677"/>
                </a:cubicBezTo>
                <a:cubicBezTo>
                  <a:pt x="695329" y="26836"/>
                  <a:pt x="702393" y="23916"/>
                  <a:pt x="711076" y="23916"/>
                </a:cubicBezTo>
                <a:cubicBezTo>
                  <a:pt x="719482" y="23916"/>
                  <a:pt x="726349" y="26773"/>
                  <a:pt x="731677" y="32487"/>
                </a:cubicBezTo>
                <a:cubicBezTo>
                  <a:pt x="737004" y="38199"/>
                  <a:pt x="739668" y="46237"/>
                  <a:pt x="739668" y="56599"/>
                </a:cubicBezTo>
                <a:cubicBezTo>
                  <a:pt x="739668" y="57229"/>
                  <a:pt x="739649" y="58174"/>
                  <a:pt x="739609" y="59435"/>
                </a:cubicBezTo>
                <a:lnTo>
                  <a:pt x="692724" y="59435"/>
                </a:lnTo>
                <a:cubicBezTo>
                  <a:pt x="693119" y="66322"/>
                  <a:pt x="695073" y="71595"/>
                  <a:pt x="698585" y="75255"/>
                </a:cubicBezTo>
                <a:cubicBezTo>
                  <a:pt x="702097" y="78916"/>
                  <a:pt x="706478" y="80746"/>
                  <a:pt x="711727" y="80746"/>
                </a:cubicBezTo>
                <a:cubicBezTo>
                  <a:pt x="715634" y="80746"/>
                  <a:pt x="718969" y="79730"/>
                  <a:pt x="721731" y="77697"/>
                </a:cubicBezTo>
                <a:cubicBezTo>
                  <a:pt x="724494" y="75664"/>
                  <a:pt x="726684" y="72418"/>
                  <a:pt x="728302" y="67959"/>
                </a:cubicBezTo>
                <a:moveTo>
                  <a:pt x="693316" y="50555"/>
                </a:moveTo>
                <a:lnTo>
                  <a:pt x="728421" y="50555"/>
                </a:lnTo>
                <a:cubicBezTo>
                  <a:pt x="727947" y="45353"/>
                  <a:pt x="726605" y="41452"/>
                  <a:pt x="724395" y="38851"/>
                </a:cubicBezTo>
                <a:cubicBezTo>
                  <a:pt x="721001" y="34814"/>
                  <a:pt x="716601" y="32796"/>
                  <a:pt x="711194" y="32796"/>
                </a:cubicBezTo>
                <a:cubicBezTo>
                  <a:pt x="706300" y="32796"/>
                  <a:pt x="702186" y="34407"/>
                  <a:pt x="698851" y="37630"/>
                </a:cubicBezTo>
                <a:cubicBezTo>
                  <a:pt x="695517" y="40851"/>
                  <a:pt x="693672" y="45159"/>
                  <a:pt x="693316" y="50555"/>
                </a:cubicBezTo>
                <a:close/>
                <a:moveTo>
                  <a:pt x="793698" y="65118"/>
                </a:moveTo>
                <a:lnTo>
                  <a:pt x="804176" y="66479"/>
                </a:lnTo>
                <a:cubicBezTo>
                  <a:pt x="803031" y="73720"/>
                  <a:pt x="800101" y="79388"/>
                  <a:pt x="795385" y="83484"/>
                </a:cubicBezTo>
                <a:cubicBezTo>
                  <a:pt x="790669" y="87579"/>
                  <a:pt x="784877" y="89626"/>
                  <a:pt x="778010" y="89626"/>
                </a:cubicBezTo>
                <a:cubicBezTo>
                  <a:pt x="769407" y="89626"/>
                  <a:pt x="762490" y="86814"/>
                  <a:pt x="757261" y="81190"/>
                </a:cubicBezTo>
                <a:cubicBezTo>
                  <a:pt x="752032" y="75566"/>
                  <a:pt x="749418" y="67505"/>
                  <a:pt x="749418" y="57008"/>
                </a:cubicBezTo>
                <a:cubicBezTo>
                  <a:pt x="749418" y="50220"/>
                  <a:pt x="750542" y="44280"/>
                  <a:pt x="752792" y="39189"/>
                </a:cubicBezTo>
                <a:cubicBezTo>
                  <a:pt x="755041" y="34098"/>
                  <a:pt x="758465" y="30280"/>
                  <a:pt x="763063" y="27734"/>
                </a:cubicBezTo>
                <a:cubicBezTo>
                  <a:pt x="767660" y="25189"/>
                  <a:pt x="772663" y="23916"/>
                  <a:pt x="778069" y="23916"/>
                </a:cubicBezTo>
                <a:cubicBezTo>
                  <a:pt x="784897" y="23916"/>
                  <a:pt x="790481" y="25648"/>
                  <a:pt x="794822" y="29112"/>
                </a:cubicBezTo>
                <a:cubicBezTo>
                  <a:pt x="799164" y="32576"/>
                  <a:pt x="801946" y="37493"/>
                  <a:pt x="803169" y="43866"/>
                </a:cubicBezTo>
                <a:lnTo>
                  <a:pt x="792810" y="45464"/>
                </a:lnTo>
                <a:cubicBezTo>
                  <a:pt x="791823" y="41261"/>
                  <a:pt x="790077" y="38099"/>
                  <a:pt x="787571" y="35978"/>
                </a:cubicBezTo>
                <a:cubicBezTo>
                  <a:pt x="785065" y="33856"/>
                  <a:pt x="782036" y="32796"/>
                  <a:pt x="778484" y="32796"/>
                </a:cubicBezTo>
                <a:cubicBezTo>
                  <a:pt x="773116" y="32796"/>
                  <a:pt x="768756" y="34710"/>
                  <a:pt x="765401" y="38540"/>
                </a:cubicBezTo>
                <a:cubicBezTo>
                  <a:pt x="762046" y="42368"/>
                  <a:pt x="760369" y="48425"/>
                  <a:pt x="760369" y="56712"/>
                </a:cubicBezTo>
                <a:cubicBezTo>
                  <a:pt x="760369" y="65117"/>
                  <a:pt x="761987" y="71224"/>
                  <a:pt x="765223" y="75033"/>
                </a:cubicBezTo>
                <a:cubicBezTo>
                  <a:pt x="768460" y="78842"/>
                  <a:pt x="772682" y="80746"/>
                  <a:pt x="777892" y="80746"/>
                </a:cubicBezTo>
                <a:cubicBezTo>
                  <a:pt x="782075" y="80746"/>
                  <a:pt x="785568" y="79468"/>
                  <a:pt x="788370" y="76913"/>
                </a:cubicBezTo>
                <a:cubicBezTo>
                  <a:pt x="791172" y="74358"/>
                  <a:pt x="792948" y="70426"/>
                  <a:pt x="793698" y="65118"/>
                </a:cubicBezTo>
                <a:close/>
                <a:moveTo>
                  <a:pt x="820278" y="113779"/>
                </a:moveTo>
                <a:lnTo>
                  <a:pt x="812641" y="113779"/>
                </a:lnTo>
                <a:cubicBezTo>
                  <a:pt x="824441" y="94835"/>
                  <a:pt x="830341" y="75872"/>
                  <a:pt x="830341" y="56889"/>
                </a:cubicBezTo>
                <a:cubicBezTo>
                  <a:pt x="830341" y="49470"/>
                  <a:pt x="829493" y="42110"/>
                  <a:pt x="827796" y="34808"/>
                </a:cubicBezTo>
                <a:cubicBezTo>
                  <a:pt x="826454" y="28889"/>
                  <a:pt x="824579" y="23206"/>
                  <a:pt x="822172" y="17759"/>
                </a:cubicBezTo>
                <a:cubicBezTo>
                  <a:pt x="820633" y="14208"/>
                  <a:pt x="817456" y="8288"/>
                  <a:pt x="812641" y="0"/>
                </a:cubicBezTo>
                <a:lnTo>
                  <a:pt x="820278" y="0"/>
                </a:lnTo>
                <a:cubicBezTo>
                  <a:pt x="827697" y="9906"/>
                  <a:pt x="833183" y="19851"/>
                  <a:pt x="836735" y="29836"/>
                </a:cubicBezTo>
                <a:cubicBezTo>
                  <a:pt x="839773" y="38439"/>
                  <a:pt x="841293" y="47437"/>
                  <a:pt x="841293" y="56830"/>
                </a:cubicBezTo>
                <a:cubicBezTo>
                  <a:pt x="841293" y="67486"/>
                  <a:pt x="839251" y="77786"/>
                  <a:pt x="835166" y="87731"/>
                </a:cubicBezTo>
                <a:cubicBezTo>
                  <a:pt x="831081" y="97677"/>
                  <a:pt x="826118" y="106359"/>
                  <a:pt x="820278" y="113779"/>
                </a:cubicBezTo>
                <a:close/>
                <a:moveTo>
                  <a:pt x="882731" y="51976"/>
                </a:moveTo>
                <a:lnTo>
                  <a:pt x="882731" y="61684"/>
                </a:lnTo>
                <a:cubicBezTo>
                  <a:pt x="879692" y="61763"/>
                  <a:pt x="877215" y="62592"/>
                  <a:pt x="875301" y="64171"/>
                </a:cubicBezTo>
                <a:cubicBezTo>
                  <a:pt x="873387" y="65749"/>
                  <a:pt x="872114" y="67890"/>
                  <a:pt x="871483" y="70594"/>
                </a:cubicBezTo>
                <a:cubicBezTo>
                  <a:pt x="870852" y="73297"/>
                  <a:pt x="870516" y="77944"/>
                  <a:pt x="870477" y="84535"/>
                </a:cubicBezTo>
                <a:cubicBezTo>
                  <a:pt x="870437" y="91125"/>
                  <a:pt x="870319" y="95467"/>
                  <a:pt x="870121" y="97558"/>
                </a:cubicBezTo>
                <a:cubicBezTo>
                  <a:pt x="869766" y="100913"/>
                  <a:pt x="869105" y="103587"/>
                  <a:pt x="868138" y="105580"/>
                </a:cubicBezTo>
                <a:cubicBezTo>
                  <a:pt x="867171" y="107573"/>
                  <a:pt x="865978" y="109171"/>
                  <a:pt x="864557" y="110375"/>
                </a:cubicBezTo>
                <a:cubicBezTo>
                  <a:pt x="863136" y="111578"/>
                  <a:pt x="861321" y="112496"/>
                  <a:pt x="859111" y="113127"/>
                </a:cubicBezTo>
                <a:cubicBezTo>
                  <a:pt x="857611" y="113562"/>
                  <a:pt x="855164" y="113779"/>
                  <a:pt x="851770" y="113779"/>
                </a:cubicBezTo>
                <a:lnTo>
                  <a:pt x="848455" y="113779"/>
                </a:lnTo>
                <a:lnTo>
                  <a:pt x="848455" y="104425"/>
                </a:lnTo>
                <a:lnTo>
                  <a:pt x="850290" y="104425"/>
                </a:lnTo>
                <a:cubicBezTo>
                  <a:pt x="854394" y="104425"/>
                  <a:pt x="857118" y="103685"/>
                  <a:pt x="858459" y="102205"/>
                </a:cubicBezTo>
                <a:cubicBezTo>
                  <a:pt x="859801" y="100727"/>
                  <a:pt x="860472" y="97404"/>
                  <a:pt x="860472" y="92238"/>
                </a:cubicBezTo>
                <a:cubicBezTo>
                  <a:pt x="860472" y="82378"/>
                  <a:pt x="860650" y="76126"/>
                  <a:pt x="861005" y="73483"/>
                </a:cubicBezTo>
                <a:cubicBezTo>
                  <a:pt x="861636" y="69106"/>
                  <a:pt x="862899" y="65606"/>
                  <a:pt x="864794" y="62983"/>
                </a:cubicBezTo>
                <a:cubicBezTo>
                  <a:pt x="866688" y="60360"/>
                  <a:pt x="869372" y="58319"/>
                  <a:pt x="872845" y="56860"/>
                </a:cubicBezTo>
                <a:cubicBezTo>
                  <a:pt x="868306" y="54693"/>
                  <a:pt x="865109" y="51827"/>
                  <a:pt x="863254" y="48263"/>
                </a:cubicBezTo>
                <a:cubicBezTo>
                  <a:pt x="861400" y="44698"/>
                  <a:pt x="860472" y="38680"/>
                  <a:pt x="860472" y="30211"/>
                </a:cubicBezTo>
                <a:cubicBezTo>
                  <a:pt x="860472" y="22530"/>
                  <a:pt x="860373" y="17941"/>
                  <a:pt x="860176" y="16444"/>
                </a:cubicBezTo>
                <a:cubicBezTo>
                  <a:pt x="859900" y="13805"/>
                  <a:pt x="859120" y="11964"/>
                  <a:pt x="857838" y="10920"/>
                </a:cubicBezTo>
                <a:cubicBezTo>
                  <a:pt x="856555" y="9876"/>
                  <a:pt x="854039" y="9353"/>
                  <a:pt x="850290" y="9353"/>
                </a:cubicBezTo>
                <a:lnTo>
                  <a:pt x="848455" y="9353"/>
                </a:lnTo>
                <a:lnTo>
                  <a:pt x="848455" y="0"/>
                </a:lnTo>
                <a:lnTo>
                  <a:pt x="851770" y="0"/>
                </a:lnTo>
                <a:cubicBezTo>
                  <a:pt x="855638" y="0"/>
                  <a:pt x="858440" y="315"/>
                  <a:pt x="860176" y="945"/>
                </a:cubicBezTo>
                <a:cubicBezTo>
                  <a:pt x="862702" y="1814"/>
                  <a:pt x="864794" y="3273"/>
                  <a:pt x="866451" y="5322"/>
                </a:cubicBezTo>
                <a:cubicBezTo>
                  <a:pt x="868109" y="7372"/>
                  <a:pt x="869184" y="9954"/>
                  <a:pt x="869677" y="13068"/>
                </a:cubicBezTo>
                <a:cubicBezTo>
                  <a:pt x="870171" y="16182"/>
                  <a:pt x="870437" y="21287"/>
                  <a:pt x="870477" y="28384"/>
                </a:cubicBezTo>
                <a:cubicBezTo>
                  <a:pt x="870516" y="35479"/>
                  <a:pt x="870852" y="40377"/>
                  <a:pt x="871483" y="43078"/>
                </a:cubicBezTo>
                <a:cubicBezTo>
                  <a:pt x="872114" y="45777"/>
                  <a:pt x="873387" y="47916"/>
                  <a:pt x="875301" y="49493"/>
                </a:cubicBezTo>
                <a:cubicBezTo>
                  <a:pt x="877215" y="51069"/>
                  <a:pt x="879692" y="51897"/>
                  <a:pt x="882731" y="51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E8D27-8D65-480C-98BA-3CDB610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985" y="8759759"/>
            <a:ext cx="1067294" cy="690084"/>
          </a:xfrm>
          <a:custGeom xmlns:a="http://schemas.openxmlformats.org/drawingml/2006/main">
            <a:pathLst>
              <a:path w="1067294" h="690084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0" y="423440"/>
                  <a:pt x="1049389" y="434388"/>
                  <a:pt x="1044315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50" y="555199"/>
                  <a:pt x="946161" y="563934"/>
                </a:cubicBezTo>
                <a:cubicBezTo>
                  <a:pt x="935074" y="572670"/>
                  <a:pt x="923351" y="581033"/>
                  <a:pt x="910992" y="589024"/>
                </a:cubicBezTo>
                <a:cubicBezTo>
                  <a:pt x="898634" y="597014"/>
                  <a:pt x="885699" y="604594"/>
                  <a:pt x="872189" y="611763"/>
                </a:cubicBezTo>
                <a:cubicBezTo>
                  <a:pt x="858679" y="618932"/>
                  <a:pt x="844657" y="625656"/>
                  <a:pt x="830125" y="631934"/>
                </a:cubicBezTo>
                <a:cubicBezTo>
                  <a:pt x="815593" y="638212"/>
                  <a:pt x="800620" y="644015"/>
                  <a:pt x="785206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6"/>
                </a:cubicBezTo>
                <a:cubicBezTo>
                  <a:pt x="671832" y="678507"/>
                  <a:pt x="654899" y="681249"/>
                  <a:pt x="637756" y="683454"/>
                </a:cubicBezTo>
                <a:cubicBezTo>
                  <a:pt x="620615" y="685659"/>
                  <a:pt x="603348" y="687315"/>
                  <a:pt x="585954" y="688423"/>
                </a:cubicBezTo>
                <a:cubicBezTo>
                  <a:pt x="568561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7" y="683454"/>
                </a:cubicBezTo>
                <a:cubicBezTo>
                  <a:pt x="412396" y="681249"/>
                  <a:pt x="395462" y="678507"/>
                  <a:pt x="378737" y="675226"/>
                </a:cubicBezTo>
                <a:cubicBezTo>
                  <a:pt x="362012" y="671946"/>
                  <a:pt x="345576" y="668144"/>
                  <a:pt x="329428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0" y="638212"/>
                  <a:pt x="237168" y="631934"/>
                </a:cubicBezTo>
                <a:cubicBezTo>
                  <a:pt x="222636" y="625656"/>
                  <a:pt x="208614" y="618932"/>
                  <a:pt x="195104" y="611763"/>
                </a:cubicBezTo>
                <a:cubicBezTo>
                  <a:pt x="181594" y="604594"/>
                  <a:pt x="168659" y="597014"/>
                  <a:pt x="156301" y="589024"/>
                </a:cubicBezTo>
                <a:cubicBezTo>
                  <a:pt x="143942" y="581033"/>
                  <a:pt x="132219" y="572670"/>
                  <a:pt x="121131" y="563934"/>
                </a:cubicBezTo>
                <a:cubicBezTo>
                  <a:pt x="110043" y="555199"/>
                  <a:pt x="99644" y="546133"/>
                  <a:pt x="89935" y="536737"/>
                </a:cubicBezTo>
                <a:cubicBezTo>
                  <a:pt x="80225" y="527341"/>
                  <a:pt x="71250" y="517660"/>
                  <a:pt x="63011" y="507694"/>
                </a:cubicBezTo>
                <a:cubicBezTo>
                  <a:pt x="54772" y="497727"/>
                  <a:pt x="47309" y="487524"/>
                  <a:pt x="40620" y="477084"/>
                </a:cubicBezTo>
                <a:cubicBezTo>
                  <a:pt x="33932" y="466643"/>
                  <a:pt x="28051" y="456016"/>
                  <a:pt x="22978" y="445202"/>
                </a:cubicBezTo>
                <a:cubicBezTo>
                  <a:pt x="17904" y="434388"/>
                  <a:pt x="13663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3" y="266644"/>
                  <a:pt x="17905" y="255696"/>
                  <a:pt x="22978" y="244882"/>
                </a:cubicBezTo>
                <a:cubicBezTo>
                  <a:pt x="28052" y="234068"/>
                  <a:pt x="33933" y="223441"/>
                  <a:pt x="40620" y="213000"/>
                </a:cubicBezTo>
                <a:cubicBezTo>
                  <a:pt x="47309" y="202560"/>
                  <a:pt x="54773" y="192357"/>
                  <a:pt x="63012" y="182390"/>
                </a:cubicBezTo>
                <a:cubicBezTo>
                  <a:pt x="71251" y="172424"/>
                  <a:pt x="80225" y="162743"/>
                  <a:pt x="89935" y="153347"/>
                </a:cubicBezTo>
                <a:cubicBezTo>
                  <a:pt x="99645" y="143951"/>
                  <a:pt x="110044" y="134885"/>
                  <a:pt x="121132" y="126150"/>
                </a:cubicBezTo>
                <a:cubicBezTo>
                  <a:pt x="132219" y="117414"/>
                  <a:pt x="143943" y="109051"/>
                  <a:pt x="156301" y="101060"/>
                </a:cubicBezTo>
                <a:cubicBezTo>
                  <a:pt x="168660" y="93070"/>
                  <a:pt x="181594" y="85490"/>
                  <a:pt x="195104" y="78321"/>
                </a:cubicBezTo>
                <a:cubicBezTo>
                  <a:pt x="208615" y="71152"/>
                  <a:pt x="222636" y="64428"/>
                  <a:pt x="237168" y="58150"/>
                </a:cubicBezTo>
                <a:cubicBezTo>
                  <a:pt x="251701" y="51872"/>
                  <a:pt x="266673" y="46069"/>
                  <a:pt x="282087" y="40742"/>
                </a:cubicBezTo>
                <a:cubicBezTo>
                  <a:pt x="297501" y="35415"/>
                  <a:pt x="313282" y="30589"/>
                  <a:pt x="329428" y="26265"/>
                </a:cubicBezTo>
                <a:cubicBezTo>
                  <a:pt x="345576" y="21940"/>
                  <a:pt x="362012" y="18138"/>
                  <a:pt x="378737" y="14857"/>
                </a:cubicBezTo>
                <a:cubicBezTo>
                  <a:pt x="395462" y="11577"/>
                  <a:pt x="412396" y="8835"/>
                  <a:pt x="429537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1" y="554"/>
                  <a:pt x="585954" y="1662"/>
                </a:cubicBezTo>
                <a:cubicBezTo>
                  <a:pt x="603348" y="2769"/>
                  <a:pt x="620615" y="4425"/>
                  <a:pt x="637756" y="6630"/>
                </a:cubicBezTo>
                <a:cubicBezTo>
                  <a:pt x="654899" y="8835"/>
                  <a:pt x="671832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6" y="40742"/>
                </a:cubicBezTo>
                <a:cubicBezTo>
                  <a:pt x="800620" y="46069"/>
                  <a:pt x="815593" y="51872"/>
                  <a:pt x="830125" y="58150"/>
                </a:cubicBezTo>
                <a:cubicBezTo>
                  <a:pt x="844657" y="64428"/>
                  <a:pt x="858679" y="71152"/>
                  <a:pt x="872189" y="78321"/>
                </a:cubicBezTo>
                <a:cubicBezTo>
                  <a:pt x="885699" y="85490"/>
                  <a:pt x="898634" y="93070"/>
                  <a:pt x="910992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50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7"/>
                  <a:pt x="1019984" y="202560"/>
                  <a:pt x="1026672" y="213000"/>
                </a:cubicBezTo>
                <a:cubicBezTo>
                  <a:pt x="1033360" y="223441"/>
                  <a:pt x="1039241" y="234068"/>
                  <a:pt x="1044315" y="244882"/>
                </a:cubicBezTo>
                <a:cubicBezTo>
                  <a:pt x="1049389" y="255696"/>
                  <a:pt x="1053630" y="266644"/>
                  <a:pt x="1057039" y="277728"/>
                </a:cubicBezTo>
                <a:cubicBezTo>
                  <a:pt x="1060450" y="288811"/>
                  <a:pt x="1063011" y="299976"/>
                  <a:pt x="1064724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F9EA9-E946-473F-B812-68D1A19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985" y="8759759"/>
            <a:ext cx="1067294" cy="690084"/>
          </a:xfrm>
          <a:custGeom xmlns:a="http://schemas.openxmlformats.org/drawingml/2006/main">
            <a:pathLst>
              <a:path w="1067294" h="690084" fill="none">
                <a:moveTo>
                  <a:pt x="1067294" y="345042"/>
                </a:moveTo>
                <a:cubicBezTo>
                  <a:pt x="1067294" y="356343"/>
                  <a:pt x="1066438" y="367616"/>
                  <a:pt x="1064725" y="378862"/>
                </a:cubicBezTo>
                <a:cubicBezTo>
                  <a:pt x="1063012" y="390108"/>
                  <a:pt x="1060450" y="401273"/>
                  <a:pt x="1057040" y="412356"/>
                </a:cubicBezTo>
                <a:cubicBezTo>
                  <a:pt x="1053630" y="423440"/>
                  <a:pt x="1049389" y="434388"/>
                  <a:pt x="1044315" y="445202"/>
                </a:cubicBezTo>
                <a:cubicBezTo>
                  <a:pt x="1039242" y="456016"/>
                  <a:pt x="1033361" y="466643"/>
                  <a:pt x="1026673" y="477084"/>
                </a:cubicBezTo>
                <a:cubicBezTo>
                  <a:pt x="1019984" y="487524"/>
                  <a:pt x="1012521" y="497727"/>
                  <a:pt x="1004282" y="507694"/>
                </a:cubicBezTo>
                <a:cubicBezTo>
                  <a:pt x="996043" y="517660"/>
                  <a:pt x="987068" y="527341"/>
                  <a:pt x="977358" y="536737"/>
                </a:cubicBezTo>
                <a:cubicBezTo>
                  <a:pt x="967648" y="546133"/>
                  <a:pt x="957250" y="555199"/>
                  <a:pt x="946161" y="563934"/>
                </a:cubicBezTo>
                <a:cubicBezTo>
                  <a:pt x="935074" y="572670"/>
                  <a:pt x="923351" y="581033"/>
                  <a:pt x="910992" y="589024"/>
                </a:cubicBezTo>
                <a:cubicBezTo>
                  <a:pt x="898634" y="597014"/>
                  <a:pt x="885699" y="604594"/>
                  <a:pt x="872189" y="611763"/>
                </a:cubicBezTo>
                <a:cubicBezTo>
                  <a:pt x="858679" y="618932"/>
                  <a:pt x="844657" y="625656"/>
                  <a:pt x="830125" y="631934"/>
                </a:cubicBezTo>
                <a:cubicBezTo>
                  <a:pt x="815593" y="638212"/>
                  <a:pt x="800620" y="644015"/>
                  <a:pt x="785206" y="649342"/>
                </a:cubicBezTo>
                <a:cubicBezTo>
                  <a:pt x="769793" y="654669"/>
                  <a:pt x="754012" y="659495"/>
                  <a:pt x="737865" y="663819"/>
                </a:cubicBezTo>
                <a:cubicBezTo>
                  <a:pt x="721718" y="668144"/>
                  <a:pt x="705282" y="671946"/>
                  <a:pt x="688557" y="675226"/>
                </a:cubicBezTo>
                <a:cubicBezTo>
                  <a:pt x="671832" y="678507"/>
                  <a:pt x="654899" y="681249"/>
                  <a:pt x="637756" y="683454"/>
                </a:cubicBezTo>
                <a:cubicBezTo>
                  <a:pt x="620615" y="685659"/>
                  <a:pt x="603348" y="687315"/>
                  <a:pt x="585954" y="688423"/>
                </a:cubicBezTo>
                <a:cubicBezTo>
                  <a:pt x="568561" y="689530"/>
                  <a:pt x="551125" y="690084"/>
                  <a:pt x="533647" y="690084"/>
                </a:cubicBezTo>
                <a:cubicBezTo>
                  <a:pt x="516170" y="690084"/>
                  <a:pt x="498734" y="689530"/>
                  <a:pt x="481341" y="688423"/>
                </a:cubicBezTo>
                <a:cubicBezTo>
                  <a:pt x="463947" y="687315"/>
                  <a:pt x="446680" y="685659"/>
                  <a:pt x="429537" y="683454"/>
                </a:cubicBezTo>
                <a:cubicBezTo>
                  <a:pt x="412396" y="681249"/>
                  <a:pt x="395462" y="678507"/>
                  <a:pt x="378737" y="675226"/>
                </a:cubicBezTo>
                <a:cubicBezTo>
                  <a:pt x="362012" y="671946"/>
                  <a:pt x="345576" y="668144"/>
                  <a:pt x="329428" y="663819"/>
                </a:cubicBezTo>
                <a:cubicBezTo>
                  <a:pt x="313282" y="659495"/>
                  <a:pt x="297501" y="654669"/>
                  <a:pt x="282087" y="649342"/>
                </a:cubicBezTo>
                <a:cubicBezTo>
                  <a:pt x="266673" y="644015"/>
                  <a:pt x="251700" y="638212"/>
                  <a:pt x="237168" y="631934"/>
                </a:cubicBezTo>
                <a:cubicBezTo>
                  <a:pt x="222636" y="625656"/>
                  <a:pt x="208614" y="618932"/>
                  <a:pt x="195104" y="611763"/>
                </a:cubicBezTo>
                <a:cubicBezTo>
                  <a:pt x="181594" y="604594"/>
                  <a:pt x="168659" y="597014"/>
                  <a:pt x="156301" y="589024"/>
                </a:cubicBezTo>
                <a:cubicBezTo>
                  <a:pt x="143942" y="581033"/>
                  <a:pt x="132219" y="572670"/>
                  <a:pt x="121131" y="563934"/>
                </a:cubicBezTo>
                <a:cubicBezTo>
                  <a:pt x="110043" y="555199"/>
                  <a:pt x="99644" y="546133"/>
                  <a:pt x="89935" y="536737"/>
                </a:cubicBezTo>
                <a:cubicBezTo>
                  <a:pt x="80225" y="527341"/>
                  <a:pt x="71250" y="517660"/>
                  <a:pt x="63011" y="507694"/>
                </a:cubicBezTo>
                <a:cubicBezTo>
                  <a:pt x="54772" y="497727"/>
                  <a:pt x="47309" y="487524"/>
                  <a:pt x="40620" y="477084"/>
                </a:cubicBezTo>
                <a:cubicBezTo>
                  <a:pt x="33932" y="466643"/>
                  <a:pt x="28051" y="456016"/>
                  <a:pt x="22978" y="445202"/>
                </a:cubicBezTo>
                <a:cubicBezTo>
                  <a:pt x="17904" y="434388"/>
                  <a:pt x="13663" y="423440"/>
                  <a:pt x="10254" y="412356"/>
                </a:cubicBezTo>
                <a:cubicBezTo>
                  <a:pt x="6844" y="401273"/>
                  <a:pt x="4283" y="390108"/>
                  <a:pt x="2570" y="378862"/>
                </a:cubicBezTo>
                <a:cubicBezTo>
                  <a:pt x="857" y="367616"/>
                  <a:pt x="0" y="356343"/>
                  <a:pt x="0" y="345042"/>
                </a:cubicBezTo>
                <a:cubicBezTo>
                  <a:pt x="0" y="333742"/>
                  <a:pt x="857" y="322468"/>
                  <a:pt x="2570" y="311222"/>
                </a:cubicBezTo>
                <a:cubicBezTo>
                  <a:pt x="4283" y="299976"/>
                  <a:pt x="6844" y="288811"/>
                  <a:pt x="10254" y="277728"/>
                </a:cubicBezTo>
                <a:cubicBezTo>
                  <a:pt x="13663" y="266644"/>
                  <a:pt x="17905" y="255696"/>
                  <a:pt x="22978" y="244882"/>
                </a:cubicBezTo>
                <a:cubicBezTo>
                  <a:pt x="28052" y="234068"/>
                  <a:pt x="33933" y="223441"/>
                  <a:pt x="40620" y="213000"/>
                </a:cubicBezTo>
                <a:cubicBezTo>
                  <a:pt x="47309" y="202560"/>
                  <a:pt x="54773" y="192357"/>
                  <a:pt x="63012" y="182390"/>
                </a:cubicBezTo>
                <a:cubicBezTo>
                  <a:pt x="71251" y="172424"/>
                  <a:pt x="80225" y="162743"/>
                  <a:pt x="89935" y="153347"/>
                </a:cubicBezTo>
                <a:cubicBezTo>
                  <a:pt x="99645" y="143951"/>
                  <a:pt x="110044" y="134885"/>
                  <a:pt x="121132" y="126150"/>
                </a:cubicBezTo>
                <a:cubicBezTo>
                  <a:pt x="132219" y="117414"/>
                  <a:pt x="143943" y="109051"/>
                  <a:pt x="156301" y="101060"/>
                </a:cubicBezTo>
                <a:cubicBezTo>
                  <a:pt x="168660" y="93070"/>
                  <a:pt x="181594" y="85490"/>
                  <a:pt x="195104" y="78321"/>
                </a:cubicBezTo>
                <a:cubicBezTo>
                  <a:pt x="208615" y="71152"/>
                  <a:pt x="222636" y="64428"/>
                  <a:pt x="237168" y="58150"/>
                </a:cubicBezTo>
                <a:cubicBezTo>
                  <a:pt x="251701" y="51872"/>
                  <a:pt x="266673" y="46069"/>
                  <a:pt x="282087" y="40742"/>
                </a:cubicBezTo>
                <a:cubicBezTo>
                  <a:pt x="297501" y="35415"/>
                  <a:pt x="313282" y="30589"/>
                  <a:pt x="329428" y="26265"/>
                </a:cubicBezTo>
                <a:cubicBezTo>
                  <a:pt x="345576" y="21940"/>
                  <a:pt x="362012" y="18138"/>
                  <a:pt x="378737" y="14857"/>
                </a:cubicBezTo>
                <a:cubicBezTo>
                  <a:pt x="395462" y="11577"/>
                  <a:pt x="412396" y="8835"/>
                  <a:pt x="429537" y="6630"/>
                </a:cubicBezTo>
                <a:cubicBezTo>
                  <a:pt x="446680" y="4425"/>
                  <a:pt x="463947" y="2769"/>
                  <a:pt x="481341" y="1662"/>
                </a:cubicBezTo>
                <a:cubicBezTo>
                  <a:pt x="498734" y="554"/>
                  <a:pt x="516170" y="0"/>
                  <a:pt x="533647" y="0"/>
                </a:cubicBezTo>
                <a:cubicBezTo>
                  <a:pt x="551125" y="0"/>
                  <a:pt x="568561" y="554"/>
                  <a:pt x="585954" y="1662"/>
                </a:cubicBezTo>
                <a:cubicBezTo>
                  <a:pt x="603348" y="2769"/>
                  <a:pt x="620615" y="4425"/>
                  <a:pt x="637756" y="6630"/>
                </a:cubicBezTo>
                <a:cubicBezTo>
                  <a:pt x="654899" y="8835"/>
                  <a:pt x="671832" y="11577"/>
                  <a:pt x="688557" y="14857"/>
                </a:cubicBezTo>
                <a:cubicBezTo>
                  <a:pt x="705282" y="18138"/>
                  <a:pt x="721718" y="21940"/>
                  <a:pt x="737865" y="26265"/>
                </a:cubicBezTo>
                <a:cubicBezTo>
                  <a:pt x="754012" y="30589"/>
                  <a:pt x="769793" y="35415"/>
                  <a:pt x="785206" y="40742"/>
                </a:cubicBezTo>
                <a:cubicBezTo>
                  <a:pt x="800620" y="46069"/>
                  <a:pt x="815593" y="51872"/>
                  <a:pt x="830125" y="58150"/>
                </a:cubicBezTo>
                <a:cubicBezTo>
                  <a:pt x="844657" y="64428"/>
                  <a:pt x="858679" y="71152"/>
                  <a:pt x="872189" y="78321"/>
                </a:cubicBezTo>
                <a:cubicBezTo>
                  <a:pt x="885699" y="85490"/>
                  <a:pt x="898634" y="93070"/>
                  <a:pt x="910992" y="101060"/>
                </a:cubicBezTo>
                <a:cubicBezTo>
                  <a:pt x="923351" y="109051"/>
                  <a:pt x="935074" y="117414"/>
                  <a:pt x="946162" y="126150"/>
                </a:cubicBezTo>
                <a:cubicBezTo>
                  <a:pt x="957250" y="134885"/>
                  <a:pt x="967648" y="143951"/>
                  <a:pt x="977358" y="153347"/>
                </a:cubicBezTo>
                <a:cubicBezTo>
                  <a:pt x="987068" y="162743"/>
                  <a:pt x="996043" y="172424"/>
                  <a:pt x="1004282" y="182390"/>
                </a:cubicBezTo>
                <a:cubicBezTo>
                  <a:pt x="1012521" y="192357"/>
                  <a:pt x="1019984" y="202560"/>
                  <a:pt x="1026672" y="213000"/>
                </a:cubicBezTo>
                <a:cubicBezTo>
                  <a:pt x="1033360" y="223441"/>
                  <a:pt x="1039241" y="234068"/>
                  <a:pt x="1044315" y="244882"/>
                </a:cubicBezTo>
                <a:cubicBezTo>
                  <a:pt x="1049389" y="255696"/>
                  <a:pt x="1053630" y="266644"/>
                  <a:pt x="1057039" y="277728"/>
                </a:cubicBezTo>
                <a:cubicBezTo>
                  <a:pt x="1060450" y="288811"/>
                  <a:pt x="1063011" y="299976"/>
                  <a:pt x="1064724" y="311222"/>
                </a:cubicBezTo>
                <a:cubicBezTo>
                  <a:pt x="1066438" y="322468"/>
                  <a:pt x="1067294" y="333742"/>
                  <a:pt x="1067294" y="3450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FF0000"/>
            </a:solidFill>
            <a:miter/>
          </a:ln>
        </p:spPr>
      </p:sp>
      <p:sp>
        <p:nvSpPr>
          <p:cNvPr id="331" name="Text {servicedemand">
            <a:extLst xmlns:a="http://schemas.openxmlformats.org/drawingml/2006/main">
              <a:ext uri="{FF2B5EF4-FFF2-40B4-BE49-F238E27FC236}">
                <a16:creationId xmlns:a16="http://schemas.microsoft.com/office/drawing/2014/main" id="{1E6C541F-3BC3-4540-BF51-C66C573B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984" y="8986288"/>
            <a:ext cx="884072" cy="113779"/>
          </a:xfrm>
          <a:custGeom xmlns:a="http://schemas.openxmlformats.org/drawingml/2006/main">
            <a:pathLst>
              <a:path w="884072" h="113779">
                <a:moveTo>
                  <a:pt x="0" y="51976"/>
                </a:moveTo>
                <a:cubicBezTo>
                  <a:pt x="3039" y="51897"/>
                  <a:pt x="5515" y="51079"/>
                  <a:pt x="7429" y="49523"/>
                </a:cubicBezTo>
                <a:cubicBezTo>
                  <a:pt x="9343" y="47965"/>
                  <a:pt x="10616" y="45827"/>
                  <a:pt x="11248" y="43107"/>
                </a:cubicBezTo>
                <a:cubicBezTo>
                  <a:pt x="11879" y="40387"/>
                  <a:pt x="12215" y="35735"/>
                  <a:pt x="12254" y="29151"/>
                </a:cubicBezTo>
                <a:cubicBezTo>
                  <a:pt x="12293" y="22568"/>
                  <a:pt x="12412" y="18232"/>
                  <a:pt x="12609" y="16143"/>
                </a:cubicBezTo>
                <a:cubicBezTo>
                  <a:pt x="12964" y="12831"/>
                  <a:pt x="13625" y="10170"/>
                  <a:pt x="14592" y="8160"/>
                </a:cubicBezTo>
                <a:cubicBezTo>
                  <a:pt x="15559" y="6150"/>
                  <a:pt x="16753" y="4543"/>
                  <a:pt x="18174" y="3341"/>
                </a:cubicBezTo>
                <a:cubicBezTo>
                  <a:pt x="19595" y="2139"/>
                  <a:pt x="21410" y="1222"/>
                  <a:pt x="23620" y="592"/>
                </a:cubicBezTo>
                <a:cubicBezTo>
                  <a:pt x="25120" y="197"/>
                  <a:pt x="27567" y="0"/>
                  <a:pt x="30961" y="0"/>
                </a:cubicBezTo>
                <a:lnTo>
                  <a:pt x="34276" y="0"/>
                </a:lnTo>
                <a:lnTo>
                  <a:pt x="34276" y="9353"/>
                </a:lnTo>
                <a:lnTo>
                  <a:pt x="32441" y="9353"/>
                </a:lnTo>
                <a:cubicBezTo>
                  <a:pt x="28336" y="9353"/>
                  <a:pt x="25613" y="10092"/>
                  <a:pt x="24271" y="11570"/>
                </a:cubicBezTo>
                <a:cubicBezTo>
                  <a:pt x="22929" y="13047"/>
                  <a:pt x="22258" y="16346"/>
                  <a:pt x="22258" y="21467"/>
                </a:cubicBezTo>
                <a:cubicBezTo>
                  <a:pt x="22258" y="31787"/>
                  <a:pt x="22041" y="38306"/>
                  <a:pt x="21607" y="41024"/>
                </a:cubicBezTo>
                <a:cubicBezTo>
                  <a:pt x="20897" y="45240"/>
                  <a:pt x="19683" y="48490"/>
                  <a:pt x="17967" y="50775"/>
                </a:cubicBezTo>
                <a:cubicBezTo>
                  <a:pt x="16250" y="53059"/>
                  <a:pt x="13556" y="55087"/>
                  <a:pt x="9886" y="56860"/>
                </a:cubicBezTo>
                <a:cubicBezTo>
                  <a:pt x="14227" y="58674"/>
                  <a:pt x="17375" y="61444"/>
                  <a:pt x="19328" y="65171"/>
                </a:cubicBezTo>
                <a:cubicBezTo>
                  <a:pt x="21282" y="68898"/>
                  <a:pt x="22258" y="75002"/>
                  <a:pt x="22258" y="83482"/>
                </a:cubicBezTo>
                <a:cubicBezTo>
                  <a:pt x="22258" y="91173"/>
                  <a:pt x="22337" y="95748"/>
                  <a:pt x="22495" y="97207"/>
                </a:cubicBezTo>
                <a:cubicBezTo>
                  <a:pt x="22811" y="99889"/>
                  <a:pt x="23610" y="101763"/>
                  <a:pt x="24893" y="102827"/>
                </a:cubicBezTo>
                <a:cubicBezTo>
                  <a:pt x="26175" y="103893"/>
                  <a:pt x="28691" y="104425"/>
                  <a:pt x="32441" y="104425"/>
                </a:cubicBezTo>
                <a:lnTo>
                  <a:pt x="34276" y="104425"/>
                </a:lnTo>
                <a:lnTo>
                  <a:pt x="34276" y="113779"/>
                </a:lnTo>
                <a:lnTo>
                  <a:pt x="30961" y="113779"/>
                </a:lnTo>
                <a:cubicBezTo>
                  <a:pt x="27093" y="113779"/>
                  <a:pt x="24291" y="113463"/>
                  <a:pt x="22554" y="112831"/>
                </a:cubicBezTo>
                <a:cubicBezTo>
                  <a:pt x="20029" y="111924"/>
                  <a:pt x="17937" y="110454"/>
                  <a:pt x="16279" y="108421"/>
                </a:cubicBezTo>
                <a:cubicBezTo>
                  <a:pt x="14622" y="106389"/>
                  <a:pt x="13546" y="103814"/>
                  <a:pt x="13053" y="100696"/>
                </a:cubicBezTo>
                <a:cubicBezTo>
                  <a:pt x="12560" y="97578"/>
                  <a:pt x="12293" y="92467"/>
                  <a:pt x="12254" y="85364"/>
                </a:cubicBezTo>
                <a:cubicBezTo>
                  <a:pt x="12215" y="78260"/>
                  <a:pt x="11879" y="73346"/>
                  <a:pt x="11248" y="70623"/>
                </a:cubicBezTo>
                <a:cubicBezTo>
                  <a:pt x="10616" y="67900"/>
                  <a:pt x="9343" y="65749"/>
                  <a:pt x="7429" y="64171"/>
                </a:cubicBezTo>
                <a:cubicBezTo>
                  <a:pt x="5515" y="62592"/>
                  <a:pt x="3039" y="61763"/>
                  <a:pt x="0" y="61684"/>
                </a:cubicBezTo>
                <a:lnTo>
                  <a:pt x="0" y="51976"/>
                </a:lnTo>
                <a:close/>
                <a:moveTo>
                  <a:pt x="40848" y="69380"/>
                </a:moveTo>
                <a:lnTo>
                  <a:pt x="51385" y="67723"/>
                </a:lnTo>
                <a:cubicBezTo>
                  <a:pt x="51977" y="71927"/>
                  <a:pt x="53625" y="75149"/>
                  <a:pt x="56329" y="77388"/>
                </a:cubicBezTo>
                <a:cubicBezTo>
                  <a:pt x="59032" y="79627"/>
                  <a:pt x="62811" y="80746"/>
                  <a:pt x="67665" y="80746"/>
                </a:cubicBezTo>
                <a:cubicBezTo>
                  <a:pt x="72559" y="80746"/>
                  <a:pt x="76189" y="79758"/>
                  <a:pt x="78557" y="77781"/>
                </a:cubicBezTo>
                <a:cubicBezTo>
                  <a:pt x="80925" y="75802"/>
                  <a:pt x="82109" y="73483"/>
                  <a:pt x="82109" y="70821"/>
                </a:cubicBezTo>
                <a:cubicBezTo>
                  <a:pt x="82109" y="68432"/>
                  <a:pt x="81063" y="66553"/>
                  <a:pt x="78972" y="65183"/>
                </a:cubicBezTo>
                <a:cubicBezTo>
                  <a:pt x="77512" y="64243"/>
                  <a:pt x="73881" y="63048"/>
                  <a:pt x="68079" y="61599"/>
                </a:cubicBezTo>
                <a:cubicBezTo>
                  <a:pt x="60265" y="59625"/>
                  <a:pt x="54849" y="57917"/>
                  <a:pt x="51829" y="56475"/>
                </a:cubicBezTo>
                <a:cubicBezTo>
                  <a:pt x="48810" y="55033"/>
                  <a:pt x="46521" y="53038"/>
                  <a:pt x="44963" y="50490"/>
                </a:cubicBezTo>
                <a:cubicBezTo>
                  <a:pt x="43404" y="47942"/>
                  <a:pt x="42624" y="45128"/>
                  <a:pt x="42624" y="42047"/>
                </a:cubicBezTo>
                <a:cubicBezTo>
                  <a:pt x="42624" y="39243"/>
                  <a:pt x="43266" y="36645"/>
                  <a:pt x="44548" y="34255"/>
                </a:cubicBezTo>
                <a:cubicBezTo>
                  <a:pt x="45831" y="31865"/>
                  <a:pt x="47577" y="29880"/>
                  <a:pt x="49787" y="28300"/>
                </a:cubicBezTo>
                <a:cubicBezTo>
                  <a:pt x="51445" y="27076"/>
                  <a:pt x="53704" y="26039"/>
                  <a:pt x="56565" y="25191"/>
                </a:cubicBezTo>
                <a:cubicBezTo>
                  <a:pt x="59427" y="24341"/>
                  <a:pt x="62495" y="23916"/>
                  <a:pt x="65771" y="23916"/>
                </a:cubicBezTo>
                <a:cubicBezTo>
                  <a:pt x="70704" y="23916"/>
                  <a:pt x="75035" y="24631"/>
                  <a:pt x="78765" y="26062"/>
                </a:cubicBezTo>
                <a:cubicBezTo>
                  <a:pt x="82494" y="27491"/>
                  <a:pt x="85247" y="29428"/>
                  <a:pt x="87023" y="31873"/>
                </a:cubicBezTo>
                <a:cubicBezTo>
                  <a:pt x="88799" y="34316"/>
                  <a:pt x="90022" y="37583"/>
                  <a:pt x="90693" y="41675"/>
                </a:cubicBezTo>
                <a:lnTo>
                  <a:pt x="80274" y="43096"/>
                </a:lnTo>
                <a:cubicBezTo>
                  <a:pt x="79801" y="39860"/>
                  <a:pt x="78429" y="37334"/>
                  <a:pt x="76160" y="35519"/>
                </a:cubicBezTo>
                <a:cubicBezTo>
                  <a:pt x="73891" y="33703"/>
                  <a:pt x="70684" y="32796"/>
                  <a:pt x="66540" y="32796"/>
                </a:cubicBezTo>
                <a:cubicBezTo>
                  <a:pt x="61646" y="32796"/>
                  <a:pt x="58154" y="33601"/>
                  <a:pt x="56062" y="35212"/>
                </a:cubicBezTo>
                <a:cubicBezTo>
                  <a:pt x="53970" y="36821"/>
                  <a:pt x="52925" y="38706"/>
                  <a:pt x="52925" y="40867"/>
                </a:cubicBezTo>
                <a:cubicBezTo>
                  <a:pt x="52925" y="42241"/>
                  <a:pt x="53359" y="43478"/>
                  <a:pt x="54227" y="44578"/>
                </a:cubicBezTo>
                <a:cubicBezTo>
                  <a:pt x="55095" y="45716"/>
                  <a:pt x="56457" y="46659"/>
                  <a:pt x="58312" y="47405"/>
                </a:cubicBezTo>
                <a:cubicBezTo>
                  <a:pt x="59377" y="47798"/>
                  <a:pt x="62515" y="48701"/>
                  <a:pt x="67724" y="50115"/>
                </a:cubicBezTo>
                <a:cubicBezTo>
                  <a:pt x="75262" y="52126"/>
                  <a:pt x="80521" y="53773"/>
                  <a:pt x="83500" y="55054"/>
                </a:cubicBezTo>
                <a:cubicBezTo>
                  <a:pt x="86480" y="56336"/>
                  <a:pt x="88818" y="58199"/>
                  <a:pt x="90515" y="60645"/>
                </a:cubicBezTo>
                <a:cubicBezTo>
                  <a:pt x="92212" y="63089"/>
                  <a:pt x="93061" y="66125"/>
                  <a:pt x="93061" y="69752"/>
                </a:cubicBezTo>
                <a:cubicBezTo>
                  <a:pt x="93061" y="73301"/>
                  <a:pt x="92025" y="76644"/>
                  <a:pt x="89953" y="79779"/>
                </a:cubicBezTo>
                <a:cubicBezTo>
                  <a:pt x="87881" y="82912"/>
                  <a:pt x="84892" y="85337"/>
                  <a:pt x="80984" y="87053"/>
                </a:cubicBezTo>
                <a:cubicBezTo>
                  <a:pt x="77077" y="88768"/>
                  <a:pt x="72657" y="89626"/>
                  <a:pt x="67724" y="89626"/>
                </a:cubicBezTo>
                <a:cubicBezTo>
                  <a:pt x="59555" y="89626"/>
                  <a:pt x="53329" y="87924"/>
                  <a:pt x="49047" y="84520"/>
                </a:cubicBezTo>
                <a:cubicBezTo>
                  <a:pt x="44765" y="81116"/>
                  <a:pt x="42032" y="76069"/>
                  <a:pt x="40848" y="69380"/>
                </a:cubicBezTo>
                <a:close/>
                <a:moveTo>
                  <a:pt x="148766" y="67959"/>
                </a:moveTo>
                <a:lnTo>
                  <a:pt x="159777" y="69321"/>
                </a:lnTo>
                <a:cubicBezTo>
                  <a:pt x="158041" y="75754"/>
                  <a:pt x="154824" y="80746"/>
                  <a:pt x="150128" y="84298"/>
                </a:cubicBezTo>
                <a:cubicBezTo>
                  <a:pt x="145432" y="87850"/>
                  <a:pt x="139433" y="89626"/>
                  <a:pt x="132132" y="89626"/>
                </a:cubicBezTo>
                <a:cubicBezTo>
                  <a:pt x="122936" y="89626"/>
                  <a:pt x="115645" y="86794"/>
                  <a:pt x="110258" y="81131"/>
                </a:cubicBezTo>
                <a:cubicBezTo>
                  <a:pt x="104871" y="75468"/>
                  <a:pt x="102178" y="67525"/>
                  <a:pt x="102178" y="57304"/>
                </a:cubicBezTo>
                <a:cubicBezTo>
                  <a:pt x="102178" y="46727"/>
                  <a:pt x="104901" y="38518"/>
                  <a:pt x="110347" y="32677"/>
                </a:cubicBezTo>
                <a:cubicBezTo>
                  <a:pt x="115793" y="26836"/>
                  <a:pt x="122857" y="23916"/>
                  <a:pt x="131540" y="23916"/>
                </a:cubicBezTo>
                <a:cubicBezTo>
                  <a:pt x="139946" y="23916"/>
                  <a:pt x="146813" y="26773"/>
                  <a:pt x="152141" y="32487"/>
                </a:cubicBezTo>
                <a:cubicBezTo>
                  <a:pt x="157469" y="38199"/>
                  <a:pt x="160132" y="46237"/>
                  <a:pt x="160132" y="56599"/>
                </a:cubicBezTo>
                <a:cubicBezTo>
                  <a:pt x="160132" y="57229"/>
                  <a:pt x="160113" y="58174"/>
                  <a:pt x="160073" y="59435"/>
                </a:cubicBezTo>
                <a:lnTo>
                  <a:pt x="113188" y="59435"/>
                </a:lnTo>
                <a:cubicBezTo>
                  <a:pt x="113583" y="66322"/>
                  <a:pt x="115537" y="71595"/>
                  <a:pt x="119049" y="75255"/>
                </a:cubicBezTo>
                <a:cubicBezTo>
                  <a:pt x="122561" y="78916"/>
                  <a:pt x="126942" y="80746"/>
                  <a:pt x="132191" y="80746"/>
                </a:cubicBezTo>
                <a:cubicBezTo>
                  <a:pt x="136098" y="80746"/>
                  <a:pt x="139433" y="79730"/>
                  <a:pt x="142195" y="77697"/>
                </a:cubicBezTo>
                <a:cubicBezTo>
                  <a:pt x="144958" y="75664"/>
                  <a:pt x="147148" y="72418"/>
                  <a:pt x="148766" y="67959"/>
                </a:cubicBezTo>
                <a:moveTo>
                  <a:pt x="113780" y="50555"/>
                </a:moveTo>
                <a:lnTo>
                  <a:pt x="148885" y="50555"/>
                </a:lnTo>
                <a:cubicBezTo>
                  <a:pt x="148411" y="45353"/>
                  <a:pt x="147069" y="41452"/>
                  <a:pt x="144859" y="38851"/>
                </a:cubicBezTo>
                <a:cubicBezTo>
                  <a:pt x="141465" y="34814"/>
                  <a:pt x="137065" y="32796"/>
                  <a:pt x="131658" y="32796"/>
                </a:cubicBezTo>
                <a:cubicBezTo>
                  <a:pt x="126765" y="32796"/>
                  <a:pt x="122650" y="34407"/>
                  <a:pt x="119315" y="37630"/>
                </a:cubicBezTo>
                <a:cubicBezTo>
                  <a:pt x="115981" y="40851"/>
                  <a:pt x="114136" y="45159"/>
                  <a:pt x="113780" y="50555"/>
                </a:cubicBezTo>
                <a:close/>
                <a:moveTo>
                  <a:pt x="173019" y="88205"/>
                </a:moveTo>
                <a:lnTo>
                  <a:pt x="173019" y="25337"/>
                </a:lnTo>
                <a:lnTo>
                  <a:pt x="182609" y="25337"/>
                </a:lnTo>
                <a:lnTo>
                  <a:pt x="182609" y="34808"/>
                </a:lnTo>
                <a:cubicBezTo>
                  <a:pt x="185056" y="30374"/>
                  <a:pt x="187316" y="27449"/>
                  <a:pt x="189388" y="26036"/>
                </a:cubicBezTo>
                <a:cubicBezTo>
                  <a:pt x="191459" y="24623"/>
                  <a:pt x="193739" y="23916"/>
                  <a:pt x="196225" y="23916"/>
                </a:cubicBezTo>
                <a:cubicBezTo>
                  <a:pt x="199816" y="23916"/>
                  <a:pt x="203467" y="25056"/>
                  <a:pt x="207177" y="27335"/>
                </a:cubicBezTo>
                <a:lnTo>
                  <a:pt x="203506" y="37176"/>
                </a:lnTo>
                <a:cubicBezTo>
                  <a:pt x="200902" y="35637"/>
                  <a:pt x="198297" y="34868"/>
                  <a:pt x="195692" y="34868"/>
                </a:cubicBezTo>
                <a:cubicBezTo>
                  <a:pt x="193364" y="34868"/>
                  <a:pt x="191272" y="35569"/>
                  <a:pt x="189417" y="36973"/>
                </a:cubicBezTo>
                <a:cubicBezTo>
                  <a:pt x="187562" y="38375"/>
                  <a:pt x="186240" y="40321"/>
                  <a:pt x="185451" y="42809"/>
                </a:cubicBezTo>
                <a:cubicBezTo>
                  <a:pt x="184267" y="46602"/>
                  <a:pt x="183675" y="50750"/>
                  <a:pt x="183675" y="55254"/>
                </a:cubicBezTo>
                <a:lnTo>
                  <a:pt x="183675" y="88205"/>
                </a:lnTo>
                <a:lnTo>
                  <a:pt x="173019" y="88205"/>
                </a:lnTo>
                <a:close/>
                <a:moveTo>
                  <a:pt x="230973" y="88205"/>
                </a:moveTo>
                <a:lnTo>
                  <a:pt x="207057" y="25337"/>
                </a:lnTo>
                <a:lnTo>
                  <a:pt x="218305" y="25337"/>
                </a:lnTo>
                <a:lnTo>
                  <a:pt x="231802" y="62987"/>
                </a:lnTo>
                <a:cubicBezTo>
                  <a:pt x="233262" y="67052"/>
                  <a:pt x="234604" y="71274"/>
                  <a:pt x="235827" y="75655"/>
                </a:cubicBezTo>
                <a:cubicBezTo>
                  <a:pt x="236774" y="72340"/>
                  <a:pt x="238096" y="68354"/>
                  <a:pt x="239793" y="63697"/>
                </a:cubicBezTo>
                <a:lnTo>
                  <a:pt x="253764" y="25337"/>
                </a:lnTo>
                <a:lnTo>
                  <a:pt x="264716" y="25337"/>
                </a:lnTo>
                <a:lnTo>
                  <a:pt x="240918" y="88205"/>
                </a:lnTo>
                <a:lnTo>
                  <a:pt x="230973" y="88205"/>
                </a:lnTo>
                <a:close/>
                <a:moveTo>
                  <a:pt x="274188" y="13734"/>
                </a:moveTo>
                <a:lnTo>
                  <a:pt x="274188" y="1421"/>
                </a:lnTo>
                <a:lnTo>
                  <a:pt x="284843" y="1421"/>
                </a:lnTo>
                <a:lnTo>
                  <a:pt x="284843" y="13734"/>
                </a:lnTo>
                <a:lnTo>
                  <a:pt x="274188" y="13734"/>
                </a:lnTo>
                <a:moveTo>
                  <a:pt x="274188" y="88205"/>
                </a:moveTo>
                <a:lnTo>
                  <a:pt x="274188" y="25337"/>
                </a:lnTo>
                <a:lnTo>
                  <a:pt x="284843" y="25337"/>
                </a:lnTo>
                <a:lnTo>
                  <a:pt x="284843" y="88205"/>
                </a:lnTo>
                <a:lnTo>
                  <a:pt x="274188" y="88205"/>
                </a:lnTo>
                <a:close/>
                <a:moveTo>
                  <a:pt x="342068" y="65118"/>
                </a:moveTo>
                <a:lnTo>
                  <a:pt x="352546" y="66479"/>
                </a:lnTo>
                <a:cubicBezTo>
                  <a:pt x="351401" y="73720"/>
                  <a:pt x="348471" y="79388"/>
                  <a:pt x="343755" y="83484"/>
                </a:cubicBezTo>
                <a:cubicBezTo>
                  <a:pt x="339039" y="87579"/>
                  <a:pt x="333247" y="89626"/>
                  <a:pt x="326380" y="89626"/>
                </a:cubicBezTo>
                <a:cubicBezTo>
                  <a:pt x="317777" y="89626"/>
                  <a:pt x="310860" y="86814"/>
                  <a:pt x="305631" y="81190"/>
                </a:cubicBezTo>
                <a:cubicBezTo>
                  <a:pt x="300402" y="75566"/>
                  <a:pt x="297787" y="67505"/>
                  <a:pt x="297787" y="57008"/>
                </a:cubicBezTo>
                <a:cubicBezTo>
                  <a:pt x="297787" y="50220"/>
                  <a:pt x="298912" y="44280"/>
                  <a:pt x="301162" y="39189"/>
                </a:cubicBezTo>
                <a:cubicBezTo>
                  <a:pt x="303411" y="34098"/>
                  <a:pt x="306835" y="30280"/>
                  <a:pt x="311433" y="27734"/>
                </a:cubicBezTo>
                <a:cubicBezTo>
                  <a:pt x="316030" y="25189"/>
                  <a:pt x="321033" y="23916"/>
                  <a:pt x="326439" y="23916"/>
                </a:cubicBezTo>
                <a:cubicBezTo>
                  <a:pt x="333267" y="23916"/>
                  <a:pt x="338851" y="25648"/>
                  <a:pt x="343192" y="29112"/>
                </a:cubicBezTo>
                <a:cubicBezTo>
                  <a:pt x="347534" y="32576"/>
                  <a:pt x="350316" y="37493"/>
                  <a:pt x="351539" y="43866"/>
                </a:cubicBezTo>
                <a:lnTo>
                  <a:pt x="341180" y="45464"/>
                </a:lnTo>
                <a:cubicBezTo>
                  <a:pt x="340193" y="41261"/>
                  <a:pt x="338447" y="38099"/>
                  <a:pt x="335941" y="35978"/>
                </a:cubicBezTo>
                <a:cubicBezTo>
                  <a:pt x="333435" y="33856"/>
                  <a:pt x="330406" y="32796"/>
                  <a:pt x="326854" y="32796"/>
                </a:cubicBezTo>
                <a:cubicBezTo>
                  <a:pt x="321486" y="32796"/>
                  <a:pt x="317125" y="34710"/>
                  <a:pt x="313771" y="38540"/>
                </a:cubicBezTo>
                <a:cubicBezTo>
                  <a:pt x="310416" y="42368"/>
                  <a:pt x="308739" y="48425"/>
                  <a:pt x="308739" y="56712"/>
                </a:cubicBezTo>
                <a:cubicBezTo>
                  <a:pt x="308739" y="65117"/>
                  <a:pt x="310357" y="71224"/>
                  <a:pt x="313593" y="75033"/>
                </a:cubicBezTo>
                <a:cubicBezTo>
                  <a:pt x="316829" y="78842"/>
                  <a:pt x="321052" y="80746"/>
                  <a:pt x="326262" y="80746"/>
                </a:cubicBezTo>
                <a:cubicBezTo>
                  <a:pt x="330445" y="80746"/>
                  <a:pt x="333938" y="79468"/>
                  <a:pt x="336740" y="76913"/>
                </a:cubicBezTo>
                <a:cubicBezTo>
                  <a:pt x="339542" y="74358"/>
                  <a:pt x="341318" y="70426"/>
                  <a:pt x="342068" y="65118"/>
                </a:cubicBezTo>
                <a:close/>
                <a:moveTo>
                  <a:pt x="404699" y="67959"/>
                </a:moveTo>
                <a:lnTo>
                  <a:pt x="415710" y="69321"/>
                </a:lnTo>
                <a:cubicBezTo>
                  <a:pt x="413974" y="75754"/>
                  <a:pt x="410757" y="80746"/>
                  <a:pt x="406061" y="84298"/>
                </a:cubicBezTo>
                <a:cubicBezTo>
                  <a:pt x="401364" y="87850"/>
                  <a:pt x="395366" y="89626"/>
                  <a:pt x="388065" y="89626"/>
                </a:cubicBezTo>
                <a:cubicBezTo>
                  <a:pt x="378869" y="89626"/>
                  <a:pt x="371578" y="86794"/>
                  <a:pt x="366191" y="81131"/>
                </a:cubicBezTo>
                <a:cubicBezTo>
                  <a:pt x="360804" y="75468"/>
                  <a:pt x="358110" y="67525"/>
                  <a:pt x="358110" y="57304"/>
                </a:cubicBezTo>
                <a:cubicBezTo>
                  <a:pt x="358110" y="46727"/>
                  <a:pt x="360834" y="38518"/>
                  <a:pt x="366280" y="32677"/>
                </a:cubicBezTo>
                <a:cubicBezTo>
                  <a:pt x="371726" y="26836"/>
                  <a:pt x="378790" y="23916"/>
                  <a:pt x="387473" y="23916"/>
                </a:cubicBezTo>
                <a:cubicBezTo>
                  <a:pt x="395879" y="23916"/>
                  <a:pt x="402746" y="26773"/>
                  <a:pt x="408074" y="32487"/>
                </a:cubicBezTo>
                <a:cubicBezTo>
                  <a:pt x="413401" y="38199"/>
                  <a:pt x="416065" y="46237"/>
                  <a:pt x="416065" y="56599"/>
                </a:cubicBezTo>
                <a:cubicBezTo>
                  <a:pt x="416065" y="57229"/>
                  <a:pt x="416046" y="58174"/>
                  <a:pt x="416006" y="59435"/>
                </a:cubicBezTo>
                <a:lnTo>
                  <a:pt x="369121" y="59435"/>
                </a:lnTo>
                <a:cubicBezTo>
                  <a:pt x="369516" y="66322"/>
                  <a:pt x="371469" y="71595"/>
                  <a:pt x="374982" y="75255"/>
                </a:cubicBezTo>
                <a:cubicBezTo>
                  <a:pt x="378494" y="78916"/>
                  <a:pt x="382875" y="80746"/>
                  <a:pt x="388124" y="80746"/>
                </a:cubicBezTo>
                <a:cubicBezTo>
                  <a:pt x="392031" y="80746"/>
                  <a:pt x="395366" y="79730"/>
                  <a:pt x="398128" y="77697"/>
                </a:cubicBezTo>
                <a:cubicBezTo>
                  <a:pt x="400891" y="75664"/>
                  <a:pt x="403081" y="72418"/>
                  <a:pt x="404699" y="67959"/>
                </a:cubicBezTo>
                <a:moveTo>
                  <a:pt x="369713" y="50555"/>
                </a:moveTo>
                <a:lnTo>
                  <a:pt x="404818" y="50555"/>
                </a:lnTo>
                <a:cubicBezTo>
                  <a:pt x="404344" y="45353"/>
                  <a:pt x="403002" y="41452"/>
                  <a:pt x="400792" y="38851"/>
                </a:cubicBezTo>
                <a:cubicBezTo>
                  <a:pt x="397398" y="34814"/>
                  <a:pt x="392998" y="32796"/>
                  <a:pt x="387591" y="32796"/>
                </a:cubicBezTo>
                <a:cubicBezTo>
                  <a:pt x="382697" y="32796"/>
                  <a:pt x="378583" y="34407"/>
                  <a:pt x="375248" y="37630"/>
                </a:cubicBezTo>
                <a:cubicBezTo>
                  <a:pt x="371913" y="40851"/>
                  <a:pt x="370068" y="45159"/>
                  <a:pt x="369713" y="50555"/>
                </a:cubicBezTo>
                <a:close/>
                <a:moveTo>
                  <a:pt x="503562" y="88205"/>
                </a:moveTo>
                <a:lnTo>
                  <a:pt x="503562" y="80273"/>
                </a:lnTo>
                <a:cubicBezTo>
                  <a:pt x="499576" y="86508"/>
                  <a:pt x="493715" y="89626"/>
                  <a:pt x="485980" y="89626"/>
                </a:cubicBezTo>
                <a:cubicBezTo>
                  <a:pt x="480968" y="89626"/>
                  <a:pt x="476360" y="88245"/>
                  <a:pt x="472157" y="85482"/>
                </a:cubicBezTo>
                <a:cubicBezTo>
                  <a:pt x="467954" y="82719"/>
                  <a:pt x="464698" y="78862"/>
                  <a:pt x="462390" y="73909"/>
                </a:cubicBezTo>
                <a:cubicBezTo>
                  <a:pt x="460081" y="68956"/>
                  <a:pt x="458927" y="63263"/>
                  <a:pt x="458927" y="56830"/>
                </a:cubicBezTo>
                <a:cubicBezTo>
                  <a:pt x="458927" y="50555"/>
                  <a:pt x="459972" y="44862"/>
                  <a:pt x="462064" y="39751"/>
                </a:cubicBezTo>
                <a:cubicBezTo>
                  <a:pt x="464156" y="34641"/>
                  <a:pt x="467293" y="30724"/>
                  <a:pt x="471477" y="28001"/>
                </a:cubicBezTo>
                <a:cubicBezTo>
                  <a:pt x="475660" y="25278"/>
                  <a:pt x="480336" y="23916"/>
                  <a:pt x="485506" y="23916"/>
                </a:cubicBezTo>
                <a:cubicBezTo>
                  <a:pt x="489295" y="23916"/>
                  <a:pt x="492669" y="24715"/>
                  <a:pt x="495629" y="26314"/>
                </a:cubicBezTo>
                <a:cubicBezTo>
                  <a:pt x="498589" y="27912"/>
                  <a:pt x="500997" y="29994"/>
                  <a:pt x="502851" y="32559"/>
                </a:cubicBezTo>
                <a:lnTo>
                  <a:pt x="502851" y="1421"/>
                </a:lnTo>
                <a:lnTo>
                  <a:pt x="513448" y="1421"/>
                </a:lnTo>
                <a:lnTo>
                  <a:pt x="513448" y="88205"/>
                </a:lnTo>
                <a:lnTo>
                  <a:pt x="503562" y="88205"/>
                </a:lnTo>
                <a:moveTo>
                  <a:pt x="469878" y="56800"/>
                </a:moveTo>
                <a:cubicBezTo>
                  <a:pt x="469878" y="64822"/>
                  <a:pt x="471575" y="70818"/>
                  <a:pt x="474969" y="74789"/>
                </a:cubicBezTo>
                <a:cubicBezTo>
                  <a:pt x="478363" y="78760"/>
                  <a:pt x="482369" y="80746"/>
                  <a:pt x="486986" y="80746"/>
                </a:cubicBezTo>
                <a:cubicBezTo>
                  <a:pt x="491643" y="80746"/>
                  <a:pt x="495600" y="78849"/>
                  <a:pt x="498856" y="75056"/>
                </a:cubicBezTo>
                <a:cubicBezTo>
                  <a:pt x="502112" y="71261"/>
                  <a:pt x="503739" y="65471"/>
                  <a:pt x="503739" y="57685"/>
                </a:cubicBezTo>
                <a:cubicBezTo>
                  <a:pt x="503739" y="49113"/>
                  <a:pt x="502082" y="42822"/>
                  <a:pt x="498767" y="38812"/>
                </a:cubicBezTo>
                <a:cubicBezTo>
                  <a:pt x="495452" y="34801"/>
                  <a:pt x="491367" y="32796"/>
                  <a:pt x="486513" y="32796"/>
                </a:cubicBezTo>
                <a:cubicBezTo>
                  <a:pt x="481777" y="32796"/>
                  <a:pt x="477821" y="34723"/>
                  <a:pt x="474644" y="38577"/>
                </a:cubicBezTo>
                <a:cubicBezTo>
                  <a:pt x="471467" y="42430"/>
                  <a:pt x="469878" y="48504"/>
                  <a:pt x="469878" y="56800"/>
                </a:cubicBezTo>
                <a:close/>
                <a:moveTo>
                  <a:pt x="573220" y="67959"/>
                </a:moveTo>
                <a:lnTo>
                  <a:pt x="584230" y="69321"/>
                </a:lnTo>
                <a:cubicBezTo>
                  <a:pt x="582494" y="75754"/>
                  <a:pt x="579277" y="80746"/>
                  <a:pt x="574581" y="84298"/>
                </a:cubicBezTo>
                <a:cubicBezTo>
                  <a:pt x="569885" y="87850"/>
                  <a:pt x="563886" y="89626"/>
                  <a:pt x="556585" y="89626"/>
                </a:cubicBezTo>
                <a:cubicBezTo>
                  <a:pt x="547389" y="89626"/>
                  <a:pt x="540098" y="86794"/>
                  <a:pt x="534711" y="81131"/>
                </a:cubicBezTo>
                <a:cubicBezTo>
                  <a:pt x="529324" y="75468"/>
                  <a:pt x="526631" y="67525"/>
                  <a:pt x="526631" y="57304"/>
                </a:cubicBezTo>
                <a:cubicBezTo>
                  <a:pt x="526631" y="46727"/>
                  <a:pt x="529354" y="38518"/>
                  <a:pt x="534800" y="32677"/>
                </a:cubicBezTo>
                <a:cubicBezTo>
                  <a:pt x="540246" y="26836"/>
                  <a:pt x="547311" y="23916"/>
                  <a:pt x="555993" y="23916"/>
                </a:cubicBezTo>
                <a:cubicBezTo>
                  <a:pt x="564399" y="23916"/>
                  <a:pt x="571266" y="26773"/>
                  <a:pt x="576594" y="32487"/>
                </a:cubicBezTo>
                <a:cubicBezTo>
                  <a:pt x="581922" y="38199"/>
                  <a:pt x="584586" y="46237"/>
                  <a:pt x="584586" y="56599"/>
                </a:cubicBezTo>
                <a:cubicBezTo>
                  <a:pt x="584586" y="57229"/>
                  <a:pt x="584566" y="58174"/>
                  <a:pt x="584526" y="59435"/>
                </a:cubicBezTo>
                <a:lnTo>
                  <a:pt x="537642" y="59435"/>
                </a:lnTo>
                <a:cubicBezTo>
                  <a:pt x="538036" y="66322"/>
                  <a:pt x="539990" y="71595"/>
                  <a:pt x="543502" y="75255"/>
                </a:cubicBezTo>
                <a:cubicBezTo>
                  <a:pt x="547015" y="78916"/>
                  <a:pt x="551395" y="80746"/>
                  <a:pt x="556644" y="80746"/>
                </a:cubicBezTo>
                <a:cubicBezTo>
                  <a:pt x="560551" y="80746"/>
                  <a:pt x="563886" y="79730"/>
                  <a:pt x="566649" y="77697"/>
                </a:cubicBezTo>
                <a:cubicBezTo>
                  <a:pt x="569411" y="75664"/>
                  <a:pt x="571601" y="72418"/>
                  <a:pt x="573220" y="67959"/>
                </a:cubicBezTo>
                <a:moveTo>
                  <a:pt x="538233" y="50555"/>
                </a:moveTo>
                <a:lnTo>
                  <a:pt x="573338" y="50555"/>
                </a:lnTo>
                <a:cubicBezTo>
                  <a:pt x="572864" y="45353"/>
                  <a:pt x="571523" y="41452"/>
                  <a:pt x="569312" y="38851"/>
                </a:cubicBezTo>
                <a:cubicBezTo>
                  <a:pt x="565918" y="34814"/>
                  <a:pt x="561518" y="32796"/>
                  <a:pt x="556111" y="32796"/>
                </a:cubicBezTo>
                <a:cubicBezTo>
                  <a:pt x="551218" y="32796"/>
                  <a:pt x="547103" y="34407"/>
                  <a:pt x="543769" y="37630"/>
                </a:cubicBezTo>
                <a:cubicBezTo>
                  <a:pt x="540434" y="40851"/>
                  <a:pt x="538589" y="45159"/>
                  <a:pt x="538233" y="50555"/>
                </a:cubicBezTo>
                <a:close/>
                <a:moveTo>
                  <a:pt x="597591" y="88205"/>
                </a:moveTo>
                <a:lnTo>
                  <a:pt x="597591" y="25337"/>
                </a:lnTo>
                <a:lnTo>
                  <a:pt x="607122" y="25337"/>
                </a:lnTo>
                <a:lnTo>
                  <a:pt x="607122" y="34098"/>
                </a:lnTo>
                <a:cubicBezTo>
                  <a:pt x="609095" y="31037"/>
                  <a:pt x="611720" y="28575"/>
                  <a:pt x="614995" y="26711"/>
                </a:cubicBezTo>
                <a:cubicBezTo>
                  <a:pt x="618271" y="24848"/>
                  <a:pt x="622000" y="23916"/>
                  <a:pt x="626184" y="23916"/>
                </a:cubicBezTo>
                <a:cubicBezTo>
                  <a:pt x="630841" y="23916"/>
                  <a:pt x="634659" y="24878"/>
                  <a:pt x="637638" y="26802"/>
                </a:cubicBezTo>
                <a:cubicBezTo>
                  <a:pt x="640618" y="28725"/>
                  <a:pt x="642720" y="31413"/>
                  <a:pt x="643943" y="34868"/>
                </a:cubicBezTo>
                <a:cubicBezTo>
                  <a:pt x="648916" y="27567"/>
                  <a:pt x="655388" y="23916"/>
                  <a:pt x="663360" y="23916"/>
                </a:cubicBezTo>
                <a:cubicBezTo>
                  <a:pt x="669596" y="23916"/>
                  <a:pt x="674391" y="25643"/>
                  <a:pt x="677745" y="29096"/>
                </a:cubicBezTo>
                <a:cubicBezTo>
                  <a:pt x="681100" y="32549"/>
                  <a:pt x="682777" y="37867"/>
                  <a:pt x="682777" y="45050"/>
                </a:cubicBezTo>
                <a:lnTo>
                  <a:pt x="682777" y="88205"/>
                </a:lnTo>
                <a:lnTo>
                  <a:pt x="672180" y="88205"/>
                </a:lnTo>
                <a:lnTo>
                  <a:pt x="672180" y="48559"/>
                </a:lnTo>
                <a:cubicBezTo>
                  <a:pt x="672180" y="44292"/>
                  <a:pt x="671835" y="41220"/>
                  <a:pt x="671145" y="39344"/>
                </a:cubicBezTo>
                <a:cubicBezTo>
                  <a:pt x="670454" y="37467"/>
                  <a:pt x="669201" y="35956"/>
                  <a:pt x="667385" y="34810"/>
                </a:cubicBezTo>
                <a:cubicBezTo>
                  <a:pt x="665570" y="33665"/>
                  <a:pt x="663439" y="33092"/>
                  <a:pt x="660992" y="33092"/>
                </a:cubicBezTo>
                <a:cubicBezTo>
                  <a:pt x="656572" y="33092"/>
                  <a:pt x="652902" y="34564"/>
                  <a:pt x="649981" y="37507"/>
                </a:cubicBezTo>
                <a:cubicBezTo>
                  <a:pt x="647061" y="40450"/>
                  <a:pt x="645601" y="45161"/>
                  <a:pt x="645601" y="51641"/>
                </a:cubicBezTo>
                <a:lnTo>
                  <a:pt x="645601" y="88205"/>
                </a:lnTo>
                <a:lnTo>
                  <a:pt x="634945" y="88205"/>
                </a:lnTo>
                <a:lnTo>
                  <a:pt x="634945" y="47314"/>
                </a:lnTo>
                <a:cubicBezTo>
                  <a:pt x="634945" y="42573"/>
                  <a:pt x="634077" y="39018"/>
                  <a:pt x="632340" y="36647"/>
                </a:cubicBezTo>
                <a:cubicBezTo>
                  <a:pt x="630604" y="34277"/>
                  <a:pt x="627762" y="33092"/>
                  <a:pt x="623816" y="33092"/>
                </a:cubicBezTo>
                <a:cubicBezTo>
                  <a:pt x="620816" y="33092"/>
                  <a:pt x="618044" y="33882"/>
                  <a:pt x="615498" y="35463"/>
                </a:cubicBezTo>
                <a:cubicBezTo>
                  <a:pt x="612953" y="37043"/>
                  <a:pt x="611108" y="39354"/>
                  <a:pt x="609963" y="42397"/>
                </a:cubicBezTo>
                <a:cubicBezTo>
                  <a:pt x="608819" y="45438"/>
                  <a:pt x="608247" y="49823"/>
                  <a:pt x="608247" y="55552"/>
                </a:cubicBezTo>
                <a:lnTo>
                  <a:pt x="608247" y="88205"/>
                </a:lnTo>
                <a:lnTo>
                  <a:pt x="597591" y="88205"/>
                </a:lnTo>
                <a:close/>
                <a:moveTo>
                  <a:pt x="739606" y="80443"/>
                </a:moveTo>
                <a:cubicBezTo>
                  <a:pt x="735660" y="83800"/>
                  <a:pt x="731861" y="86169"/>
                  <a:pt x="728210" y="87552"/>
                </a:cubicBezTo>
                <a:cubicBezTo>
                  <a:pt x="724560" y="88935"/>
                  <a:pt x="720643" y="89626"/>
                  <a:pt x="716460" y="89626"/>
                </a:cubicBezTo>
                <a:cubicBezTo>
                  <a:pt x="709553" y="89626"/>
                  <a:pt x="704245" y="87937"/>
                  <a:pt x="700535" y="84561"/>
                </a:cubicBezTo>
                <a:cubicBezTo>
                  <a:pt x="696826" y="81184"/>
                  <a:pt x="694971" y="76869"/>
                  <a:pt x="694971" y="71617"/>
                </a:cubicBezTo>
                <a:cubicBezTo>
                  <a:pt x="694971" y="68537"/>
                  <a:pt x="695671" y="65724"/>
                  <a:pt x="697072" y="63177"/>
                </a:cubicBezTo>
                <a:cubicBezTo>
                  <a:pt x="698473" y="60629"/>
                  <a:pt x="700309" y="58585"/>
                  <a:pt x="702578" y="57045"/>
                </a:cubicBezTo>
                <a:cubicBezTo>
                  <a:pt x="704847" y="55504"/>
                  <a:pt x="707402" y="54339"/>
                  <a:pt x="710244" y="53550"/>
                </a:cubicBezTo>
                <a:cubicBezTo>
                  <a:pt x="712336" y="52996"/>
                  <a:pt x="715493" y="52463"/>
                  <a:pt x="719716" y="51950"/>
                </a:cubicBezTo>
                <a:cubicBezTo>
                  <a:pt x="728319" y="50931"/>
                  <a:pt x="734653" y="49716"/>
                  <a:pt x="738718" y="48306"/>
                </a:cubicBezTo>
                <a:cubicBezTo>
                  <a:pt x="738758" y="46852"/>
                  <a:pt x="738777" y="45928"/>
                  <a:pt x="738777" y="45534"/>
                </a:cubicBezTo>
                <a:cubicBezTo>
                  <a:pt x="738777" y="41209"/>
                  <a:pt x="737771" y="38162"/>
                  <a:pt x="735758" y="36394"/>
                </a:cubicBezTo>
                <a:cubicBezTo>
                  <a:pt x="733035" y="33995"/>
                  <a:pt x="728990" y="32796"/>
                  <a:pt x="723623" y="32796"/>
                </a:cubicBezTo>
                <a:cubicBezTo>
                  <a:pt x="718611" y="32796"/>
                  <a:pt x="714911" y="33674"/>
                  <a:pt x="712523" y="35430"/>
                </a:cubicBezTo>
                <a:cubicBezTo>
                  <a:pt x="710135" y="37186"/>
                  <a:pt x="708369" y="40294"/>
                  <a:pt x="707225" y="44754"/>
                </a:cubicBezTo>
                <a:lnTo>
                  <a:pt x="696806" y="43333"/>
                </a:lnTo>
                <a:cubicBezTo>
                  <a:pt x="697753" y="38860"/>
                  <a:pt x="699312" y="35247"/>
                  <a:pt x="701483" y="32496"/>
                </a:cubicBezTo>
                <a:cubicBezTo>
                  <a:pt x="703653" y="29745"/>
                  <a:pt x="706791" y="27627"/>
                  <a:pt x="710895" y="26143"/>
                </a:cubicBezTo>
                <a:cubicBezTo>
                  <a:pt x="714999" y="24658"/>
                  <a:pt x="719755" y="23916"/>
                  <a:pt x="725162" y="23916"/>
                </a:cubicBezTo>
                <a:cubicBezTo>
                  <a:pt x="730529" y="23916"/>
                  <a:pt x="734890" y="24547"/>
                  <a:pt x="738245" y="25810"/>
                </a:cubicBezTo>
                <a:cubicBezTo>
                  <a:pt x="741599" y="27073"/>
                  <a:pt x="744066" y="28662"/>
                  <a:pt x="745644" y="30576"/>
                </a:cubicBezTo>
                <a:cubicBezTo>
                  <a:pt x="747223" y="32490"/>
                  <a:pt x="748328" y="34907"/>
                  <a:pt x="748959" y="37828"/>
                </a:cubicBezTo>
                <a:cubicBezTo>
                  <a:pt x="749315" y="39643"/>
                  <a:pt x="749492" y="42919"/>
                  <a:pt x="749492" y="47654"/>
                </a:cubicBezTo>
                <a:lnTo>
                  <a:pt x="749492" y="61862"/>
                </a:lnTo>
                <a:cubicBezTo>
                  <a:pt x="749492" y="71768"/>
                  <a:pt x="749719" y="78033"/>
                  <a:pt x="750173" y="80657"/>
                </a:cubicBezTo>
                <a:cubicBezTo>
                  <a:pt x="750627" y="83282"/>
                  <a:pt x="751525" y="85798"/>
                  <a:pt x="752866" y="88205"/>
                </a:cubicBezTo>
                <a:lnTo>
                  <a:pt x="741737" y="88205"/>
                </a:lnTo>
                <a:cubicBezTo>
                  <a:pt x="740632" y="85993"/>
                  <a:pt x="739922" y="83405"/>
                  <a:pt x="739606" y="80443"/>
                </a:cubicBezTo>
                <a:moveTo>
                  <a:pt x="738718" y="56593"/>
                </a:moveTo>
                <a:cubicBezTo>
                  <a:pt x="734851" y="58185"/>
                  <a:pt x="729049" y="59538"/>
                  <a:pt x="721314" y="60652"/>
                </a:cubicBezTo>
                <a:cubicBezTo>
                  <a:pt x="716933" y="61286"/>
                  <a:pt x="713835" y="61999"/>
                  <a:pt x="712020" y="62792"/>
                </a:cubicBezTo>
                <a:cubicBezTo>
                  <a:pt x="710204" y="63584"/>
                  <a:pt x="708803" y="64744"/>
                  <a:pt x="707817" y="66270"/>
                </a:cubicBezTo>
                <a:cubicBezTo>
                  <a:pt x="706830" y="67796"/>
                  <a:pt x="706337" y="69490"/>
                  <a:pt x="706337" y="71352"/>
                </a:cubicBezTo>
                <a:cubicBezTo>
                  <a:pt x="706337" y="74205"/>
                  <a:pt x="707412" y="76582"/>
                  <a:pt x="709563" y="78485"/>
                </a:cubicBezTo>
                <a:cubicBezTo>
                  <a:pt x="711714" y="80387"/>
                  <a:pt x="714861" y="81338"/>
                  <a:pt x="719005" y="81338"/>
                </a:cubicBezTo>
                <a:cubicBezTo>
                  <a:pt x="723110" y="81338"/>
                  <a:pt x="726760" y="80436"/>
                  <a:pt x="729957" y="78632"/>
                </a:cubicBezTo>
                <a:cubicBezTo>
                  <a:pt x="733154" y="76827"/>
                  <a:pt x="735502" y="74359"/>
                  <a:pt x="737001" y="71226"/>
                </a:cubicBezTo>
                <a:cubicBezTo>
                  <a:pt x="738146" y="68807"/>
                  <a:pt x="738718" y="65237"/>
                  <a:pt x="738718" y="60519"/>
                </a:cubicBezTo>
                <a:lnTo>
                  <a:pt x="738718" y="56593"/>
                </a:lnTo>
                <a:close/>
                <a:moveTo>
                  <a:pt x="765990" y="88205"/>
                </a:moveTo>
                <a:lnTo>
                  <a:pt x="765990" y="25337"/>
                </a:lnTo>
                <a:lnTo>
                  <a:pt x="775580" y="25337"/>
                </a:lnTo>
                <a:lnTo>
                  <a:pt x="775580" y="34216"/>
                </a:lnTo>
                <a:cubicBezTo>
                  <a:pt x="780198" y="27349"/>
                  <a:pt x="786867" y="23916"/>
                  <a:pt x="795589" y="23916"/>
                </a:cubicBezTo>
                <a:cubicBezTo>
                  <a:pt x="799378" y="23916"/>
                  <a:pt x="802861" y="24597"/>
                  <a:pt x="806037" y="25958"/>
                </a:cubicBezTo>
                <a:cubicBezTo>
                  <a:pt x="809214" y="27320"/>
                  <a:pt x="811592" y="29106"/>
                  <a:pt x="813171" y="31316"/>
                </a:cubicBezTo>
                <a:cubicBezTo>
                  <a:pt x="814749" y="33526"/>
                  <a:pt x="815854" y="36150"/>
                  <a:pt x="816486" y="39189"/>
                </a:cubicBezTo>
                <a:cubicBezTo>
                  <a:pt x="816881" y="41162"/>
                  <a:pt x="817078" y="44616"/>
                  <a:pt x="817078" y="49549"/>
                </a:cubicBezTo>
                <a:lnTo>
                  <a:pt x="817078" y="88205"/>
                </a:lnTo>
                <a:lnTo>
                  <a:pt x="806422" y="88205"/>
                </a:lnTo>
                <a:lnTo>
                  <a:pt x="806422" y="49922"/>
                </a:lnTo>
                <a:cubicBezTo>
                  <a:pt x="806422" y="45576"/>
                  <a:pt x="806008" y="42327"/>
                  <a:pt x="805179" y="40173"/>
                </a:cubicBezTo>
                <a:cubicBezTo>
                  <a:pt x="804350" y="38020"/>
                  <a:pt x="802880" y="36301"/>
                  <a:pt x="800769" y="35017"/>
                </a:cubicBezTo>
                <a:cubicBezTo>
                  <a:pt x="798657" y="33734"/>
                  <a:pt x="796181" y="33092"/>
                  <a:pt x="793340" y="33092"/>
                </a:cubicBezTo>
                <a:cubicBezTo>
                  <a:pt x="788801" y="33092"/>
                  <a:pt x="784884" y="34534"/>
                  <a:pt x="781589" y="37419"/>
                </a:cubicBezTo>
                <a:cubicBezTo>
                  <a:pt x="778293" y="40302"/>
                  <a:pt x="776646" y="45774"/>
                  <a:pt x="776646" y="53833"/>
                </a:cubicBezTo>
                <a:lnTo>
                  <a:pt x="776646" y="88205"/>
                </a:lnTo>
                <a:lnTo>
                  <a:pt x="765990" y="88205"/>
                </a:lnTo>
                <a:close/>
                <a:moveTo>
                  <a:pt x="874186" y="88205"/>
                </a:moveTo>
                <a:lnTo>
                  <a:pt x="874186" y="80273"/>
                </a:lnTo>
                <a:cubicBezTo>
                  <a:pt x="870200" y="86508"/>
                  <a:pt x="864339" y="89626"/>
                  <a:pt x="856604" y="89626"/>
                </a:cubicBezTo>
                <a:cubicBezTo>
                  <a:pt x="851592" y="89626"/>
                  <a:pt x="846984" y="88245"/>
                  <a:pt x="842781" y="85482"/>
                </a:cubicBezTo>
                <a:cubicBezTo>
                  <a:pt x="838578" y="82719"/>
                  <a:pt x="835322" y="78862"/>
                  <a:pt x="833013" y="73909"/>
                </a:cubicBezTo>
                <a:cubicBezTo>
                  <a:pt x="830705" y="68956"/>
                  <a:pt x="829550" y="63263"/>
                  <a:pt x="829550" y="56830"/>
                </a:cubicBezTo>
                <a:cubicBezTo>
                  <a:pt x="829550" y="50555"/>
                  <a:pt x="830596" y="44862"/>
                  <a:pt x="832688" y="39751"/>
                </a:cubicBezTo>
                <a:cubicBezTo>
                  <a:pt x="834779" y="34641"/>
                  <a:pt x="837917" y="30724"/>
                  <a:pt x="842100" y="28001"/>
                </a:cubicBezTo>
                <a:cubicBezTo>
                  <a:pt x="846284" y="25278"/>
                  <a:pt x="850960" y="23916"/>
                  <a:pt x="856130" y="23916"/>
                </a:cubicBezTo>
                <a:cubicBezTo>
                  <a:pt x="859919" y="23916"/>
                  <a:pt x="863293" y="24715"/>
                  <a:pt x="866253" y="26314"/>
                </a:cubicBezTo>
                <a:cubicBezTo>
                  <a:pt x="869213" y="27912"/>
                  <a:pt x="871620" y="29994"/>
                  <a:pt x="873475" y="32559"/>
                </a:cubicBezTo>
                <a:lnTo>
                  <a:pt x="873475" y="1421"/>
                </a:lnTo>
                <a:lnTo>
                  <a:pt x="884072" y="1421"/>
                </a:lnTo>
                <a:lnTo>
                  <a:pt x="884072" y="88205"/>
                </a:lnTo>
                <a:lnTo>
                  <a:pt x="874186" y="88205"/>
                </a:lnTo>
                <a:moveTo>
                  <a:pt x="840502" y="56800"/>
                </a:moveTo>
                <a:cubicBezTo>
                  <a:pt x="840502" y="64822"/>
                  <a:pt x="842199" y="70818"/>
                  <a:pt x="845593" y="74789"/>
                </a:cubicBezTo>
                <a:cubicBezTo>
                  <a:pt x="848987" y="78760"/>
                  <a:pt x="852993" y="80746"/>
                  <a:pt x="857610" y="80746"/>
                </a:cubicBezTo>
                <a:cubicBezTo>
                  <a:pt x="862267" y="80746"/>
                  <a:pt x="866223" y="78849"/>
                  <a:pt x="869479" y="75056"/>
                </a:cubicBezTo>
                <a:cubicBezTo>
                  <a:pt x="872735" y="71261"/>
                  <a:pt x="874363" y="65471"/>
                  <a:pt x="874363" y="57685"/>
                </a:cubicBezTo>
                <a:cubicBezTo>
                  <a:pt x="874363" y="49113"/>
                  <a:pt x="872706" y="42822"/>
                  <a:pt x="869391" y="38812"/>
                </a:cubicBezTo>
                <a:cubicBezTo>
                  <a:pt x="866075" y="34801"/>
                  <a:pt x="861991" y="32796"/>
                  <a:pt x="857137" y="32796"/>
                </a:cubicBezTo>
                <a:cubicBezTo>
                  <a:pt x="852401" y="32796"/>
                  <a:pt x="848444" y="34723"/>
                  <a:pt x="845267" y="38577"/>
                </a:cubicBezTo>
                <a:cubicBezTo>
                  <a:pt x="842090" y="42430"/>
                  <a:pt x="840502" y="48504"/>
                  <a:pt x="840502" y="5680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=(0.5,sec)}">
            <a:extLst xmlns:a="http://schemas.openxmlformats.org/drawingml/2006/main">
              <a:ext uri="{FF2B5EF4-FFF2-40B4-BE49-F238E27FC236}">
                <a16:creationId xmlns:a16="http://schemas.microsoft.com/office/drawing/2014/main" id="{4ADE3258-E61E-401F-B473-F815A0B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160" y="9131772"/>
            <a:ext cx="640134" cy="113779"/>
          </a:xfrm>
          <a:custGeom xmlns:a="http://schemas.openxmlformats.org/drawingml/2006/main">
            <a:pathLst>
              <a:path w="640134" h="113779">
                <a:moveTo>
                  <a:pt x="57304" y="37295"/>
                </a:moveTo>
                <a:lnTo>
                  <a:pt x="0" y="37295"/>
                </a:lnTo>
                <a:lnTo>
                  <a:pt x="0" y="27231"/>
                </a:lnTo>
                <a:lnTo>
                  <a:pt x="57304" y="27231"/>
                </a:lnTo>
                <a:lnTo>
                  <a:pt x="57304" y="37295"/>
                </a:lnTo>
                <a:moveTo>
                  <a:pt x="57304" y="63579"/>
                </a:moveTo>
                <a:lnTo>
                  <a:pt x="0" y="63579"/>
                </a:lnTo>
                <a:lnTo>
                  <a:pt x="0" y="53515"/>
                </a:lnTo>
                <a:lnTo>
                  <a:pt x="57304" y="53515"/>
                </a:lnTo>
                <a:lnTo>
                  <a:pt x="57304" y="63579"/>
                </a:lnTo>
                <a:close/>
                <a:moveTo>
                  <a:pt x="126114" y="113779"/>
                </a:moveTo>
                <a:cubicBezTo>
                  <a:pt x="120233" y="106359"/>
                  <a:pt x="115261" y="97677"/>
                  <a:pt x="111196" y="87731"/>
                </a:cubicBezTo>
                <a:cubicBezTo>
                  <a:pt x="107131" y="77786"/>
                  <a:pt x="105098" y="67486"/>
                  <a:pt x="105098" y="56830"/>
                </a:cubicBezTo>
                <a:cubicBezTo>
                  <a:pt x="105098" y="47437"/>
                  <a:pt x="106618" y="38439"/>
                  <a:pt x="109657" y="29836"/>
                </a:cubicBezTo>
                <a:cubicBezTo>
                  <a:pt x="113209" y="19851"/>
                  <a:pt x="118694" y="9906"/>
                  <a:pt x="126114" y="0"/>
                </a:cubicBezTo>
                <a:lnTo>
                  <a:pt x="133750" y="0"/>
                </a:lnTo>
                <a:cubicBezTo>
                  <a:pt x="128975" y="8209"/>
                  <a:pt x="125818" y="14069"/>
                  <a:pt x="124279" y="17582"/>
                </a:cubicBezTo>
                <a:cubicBezTo>
                  <a:pt x="121871" y="23028"/>
                  <a:pt x="119977" y="28711"/>
                  <a:pt x="118596" y="34631"/>
                </a:cubicBezTo>
                <a:cubicBezTo>
                  <a:pt x="116899" y="42011"/>
                  <a:pt x="116050" y="49430"/>
                  <a:pt x="116050" y="56889"/>
                </a:cubicBezTo>
                <a:cubicBezTo>
                  <a:pt x="116050" y="75872"/>
                  <a:pt x="121950" y="94835"/>
                  <a:pt x="133750" y="113779"/>
                </a:cubicBezTo>
                <a:lnTo>
                  <a:pt x="126114" y="113779"/>
                </a:lnTo>
                <a:close/>
                <a:moveTo>
                  <a:pt x="143162" y="45375"/>
                </a:moveTo>
                <a:cubicBezTo>
                  <a:pt x="143162" y="35122"/>
                  <a:pt x="144218" y="26869"/>
                  <a:pt x="146329" y="20618"/>
                </a:cubicBezTo>
                <a:cubicBezTo>
                  <a:pt x="148440" y="14366"/>
                  <a:pt x="151578" y="9544"/>
                  <a:pt x="155742" y="6153"/>
                </a:cubicBezTo>
                <a:cubicBezTo>
                  <a:pt x="159905" y="2761"/>
                  <a:pt x="165144" y="1066"/>
                  <a:pt x="171459" y="1066"/>
                </a:cubicBezTo>
                <a:cubicBezTo>
                  <a:pt x="176115" y="1066"/>
                  <a:pt x="180200" y="2002"/>
                  <a:pt x="183713" y="3876"/>
                </a:cubicBezTo>
                <a:cubicBezTo>
                  <a:pt x="187225" y="5749"/>
                  <a:pt x="190126" y="8451"/>
                  <a:pt x="192415" y="11980"/>
                </a:cubicBezTo>
                <a:cubicBezTo>
                  <a:pt x="194704" y="15510"/>
                  <a:pt x="196499" y="19809"/>
                  <a:pt x="197802" y="24878"/>
                </a:cubicBezTo>
                <a:cubicBezTo>
                  <a:pt x="199104" y="29946"/>
                  <a:pt x="199755" y="36778"/>
                  <a:pt x="199755" y="45375"/>
                </a:cubicBezTo>
                <a:cubicBezTo>
                  <a:pt x="199755" y="55550"/>
                  <a:pt x="198709" y="63763"/>
                  <a:pt x="196618" y="70015"/>
                </a:cubicBezTo>
                <a:cubicBezTo>
                  <a:pt x="194526" y="76266"/>
                  <a:pt x="191398" y="81098"/>
                  <a:pt x="187235" y="84509"/>
                </a:cubicBezTo>
                <a:cubicBezTo>
                  <a:pt x="183071" y="87920"/>
                  <a:pt x="177813" y="89626"/>
                  <a:pt x="171459" y="89626"/>
                </a:cubicBezTo>
                <a:cubicBezTo>
                  <a:pt x="163092" y="89626"/>
                  <a:pt x="156521" y="86628"/>
                  <a:pt x="151746" y="80633"/>
                </a:cubicBezTo>
                <a:cubicBezTo>
                  <a:pt x="146023" y="73416"/>
                  <a:pt x="143162" y="61663"/>
                  <a:pt x="143162" y="45375"/>
                </a:cubicBezTo>
                <a:moveTo>
                  <a:pt x="154114" y="45346"/>
                </a:moveTo>
                <a:cubicBezTo>
                  <a:pt x="154114" y="59545"/>
                  <a:pt x="155781" y="68995"/>
                  <a:pt x="159116" y="73696"/>
                </a:cubicBezTo>
                <a:cubicBezTo>
                  <a:pt x="162451" y="78396"/>
                  <a:pt x="166565" y="80746"/>
                  <a:pt x="171459" y="80746"/>
                </a:cubicBezTo>
                <a:cubicBezTo>
                  <a:pt x="176352" y="80746"/>
                  <a:pt x="180467" y="78386"/>
                  <a:pt x="183801" y="73666"/>
                </a:cubicBezTo>
                <a:cubicBezTo>
                  <a:pt x="187136" y="68947"/>
                  <a:pt x="188804" y="59506"/>
                  <a:pt x="188804" y="45346"/>
                </a:cubicBezTo>
                <a:cubicBezTo>
                  <a:pt x="188804" y="31107"/>
                  <a:pt x="187136" y="21648"/>
                  <a:pt x="183801" y="16968"/>
                </a:cubicBezTo>
                <a:cubicBezTo>
                  <a:pt x="180467" y="12286"/>
                  <a:pt x="176313" y="9945"/>
                  <a:pt x="171340" y="9945"/>
                </a:cubicBezTo>
                <a:cubicBezTo>
                  <a:pt x="166446" y="9945"/>
                  <a:pt x="162539" y="12010"/>
                  <a:pt x="159619" y="16141"/>
                </a:cubicBezTo>
                <a:cubicBezTo>
                  <a:pt x="155949" y="21412"/>
                  <a:pt x="154114" y="31147"/>
                  <a:pt x="154114" y="45346"/>
                </a:cubicBezTo>
                <a:close/>
                <a:moveTo>
                  <a:pt x="216550" y="88205"/>
                </a:moveTo>
                <a:lnTo>
                  <a:pt x="216550" y="76010"/>
                </a:lnTo>
                <a:lnTo>
                  <a:pt x="228685" y="76010"/>
                </a:lnTo>
                <a:lnTo>
                  <a:pt x="228685" y="88205"/>
                </a:lnTo>
                <a:lnTo>
                  <a:pt x="216550" y="88205"/>
                </a:lnTo>
                <a:close/>
                <a:moveTo>
                  <a:pt x="244274" y="65355"/>
                </a:moveTo>
                <a:lnTo>
                  <a:pt x="255463" y="64407"/>
                </a:lnTo>
                <a:cubicBezTo>
                  <a:pt x="256291" y="69835"/>
                  <a:pt x="258215" y="73916"/>
                  <a:pt x="261235" y="76648"/>
                </a:cubicBezTo>
                <a:cubicBezTo>
                  <a:pt x="264254" y="79380"/>
                  <a:pt x="267894" y="80746"/>
                  <a:pt x="272157" y="80746"/>
                </a:cubicBezTo>
                <a:cubicBezTo>
                  <a:pt x="277287" y="80746"/>
                  <a:pt x="281628" y="78815"/>
                  <a:pt x="285180" y="74954"/>
                </a:cubicBezTo>
                <a:cubicBezTo>
                  <a:pt x="288732" y="71091"/>
                  <a:pt x="290508" y="65968"/>
                  <a:pt x="290508" y="59585"/>
                </a:cubicBezTo>
                <a:cubicBezTo>
                  <a:pt x="290508" y="53516"/>
                  <a:pt x="288801" y="48727"/>
                  <a:pt x="285387" y="45220"/>
                </a:cubicBezTo>
                <a:cubicBezTo>
                  <a:pt x="281974" y="41712"/>
                  <a:pt x="277504" y="39959"/>
                  <a:pt x="271979" y="39959"/>
                </a:cubicBezTo>
                <a:cubicBezTo>
                  <a:pt x="268545" y="39959"/>
                  <a:pt x="265447" y="40733"/>
                  <a:pt x="262685" y="42280"/>
                </a:cubicBezTo>
                <a:cubicBezTo>
                  <a:pt x="259922" y="43828"/>
                  <a:pt x="257752" y="45837"/>
                  <a:pt x="256173" y="48306"/>
                </a:cubicBezTo>
                <a:lnTo>
                  <a:pt x="246169" y="47003"/>
                </a:lnTo>
                <a:lnTo>
                  <a:pt x="254575" y="2486"/>
                </a:lnTo>
                <a:lnTo>
                  <a:pt x="297730" y="2486"/>
                </a:lnTo>
                <a:lnTo>
                  <a:pt x="297730" y="12550"/>
                </a:lnTo>
                <a:lnTo>
                  <a:pt x="263099" y="12550"/>
                </a:lnTo>
                <a:lnTo>
                  <a:pt x="258423" y="35933"/>
                </a:lnTo>
                <a:cubicBezTo>
                  <a:pt x="263632" y="32342"/>
                  <a:pt x="269098" y="30546"/>
                  <a:pt x="274820" y="30546"/>
                </a:cubicBezTo>
                <a:cubicBezTo>
                  <a:pt x="282398" y="30546"/>
                  <a:pt x="288791" y="33174"/>
                  <a:pt x="294001" y="38429"/>
                </a:cubicBezTo>
                <a:cubicBezTo>
                  <a:pt x="299210" y="43683"/>
                  <a:pt x="301815" y="50437"/>
                  <a:pt x="301815" y="58693"/>
                </a:cubicBezTo>
                <a:cubicBezTo>
                  <a:pt x="301815" y="66555"/>
                  <a:pt x="299526" y="73350"/>
                  <a:pt x="294948" y="79077"/>
                </a:cubicBezTo>
                <a:cubicBezTo>
                  <a:pt x="289383" y="86110"/>
                  <a:pt x="281786" y="89626"/>
                  <a:pt x="272157" y="89626"/>
                </a:cubicBezTo>
                <a:cubicBezTo>
                  <a:pt x="264263" y="89626"/>
                  <a:pt x="257821" y="87410"/>
                  <a:pt x="252828" y="82979"/>
                </a:cubicBezTo>
                <a:cubicBezTo>
                  <a:pt x="247836" y="78548"/>
                  <a:pt x="244985" y="72673"/>
                  <a:pt x="244274" y="65355"/>
                </a:cubicBezTo>
                <a:close/>
                <a:moveTo>
                  <a:pt x="317425" y="88205"/>
                </a:moveTo>
                <a:lnTo>
                  <a:pt x="317425" y="76010"/>
                </a:lnTo>
                <a:lnTo>
                  <a:pt x="329561" y="76010"/>
                </a:lnTo>
                <a:lnTo>
                  <a:pt x="329561" y="88170"/>
                </a:lnTo>
                <a:cubicBezTo>
                  <a:pt x="329561" y="92639"/>
                  <a:pt x="328771" y="96248"/>
                  <a:pt x="327193" y="98996"/>
                </a:cubicBezTo>
                <a:cubicBezTo>
                  <a:pt x="325614" y="101745"/>
                  <a:pt x="323108" y="103870"/>
                  <a:pt x="319674" y="105372"/>
                </a:cubicBezTo>
                <a:lnTo>
                  <a:pt x="316715" y="100755"/>
                </a:lnTo>
                <a:cubicBezTo>
                  <a:pt x="318964" y="99773"/>
                  <a:pt x="320622" y="98330"/>
                  <a:pt x="321687" y="96424"/>
                </a:cubicBezTo>
                <a:cubicBezTo>
                  <a:pt x="322753" y="94519"/>
                  <a:pt x="323345" y="91779"/>
                  <a:pt x="323463" y="88205"/>
                </a:cubicBezTo>
                <a:lnTo>
                  <a:pt x="317425" y="88205"/>
                </a:lnTo>
                <a:close/>
                <a:moveTo>
                  <a:pt x="377788" y="69380"/>
                </a:moveTo>
                <a:lnTo>
                  <a:pt x="388325" y="67723"/>
                </a:lnTo>
                <a:cubicBezTo>
                  <a:pt x="388917" y="71927"/>
                  <a:pt x="390565" y="75149"/>
                  <a:pt x="393268" y="77388"/>
                </a:cubicBezTo>
                <a:cubicBezTo>
                  <a:pt x="395972" y="79627"/>
                  <a:pt x="399751" y="80746"/>
                  <a:pt x="404605" y="80746"/>
                </a:cubicBezTo>
                <a:cubicBezTo>
                  <a:pt x="409499" y="80746"/>
                  <a:pt x="413129" y="79758"/>
                  <a:pt x="415497" y="77781"/>
                </a:cubicBezTo>
                <a:cubicBezTo>
                  <a:pt x="417865" y="75802"/>
                  <a:pt x="419049" y="73483"/>
                  <a:pt x="419049" y="70821"/>
                </a:cubicBezTo>
                <a:cubicBezTo>
                  <a:pt x="419049" y="68432"/>
                  <a:pt x="418003" y="66553"/>
                  <a:pt x="415912" y="65183"/>
                </a:cubicBezTo>
                <a:cubicBezTo>
                  <a:pt x="414452" y="64243"/>
                  <a:pt x="410821" y="63048"/>
                  <a:pt x="405019" y="61599"/>
                </a:cubicBezTo>
                <a:cubicBezTo>
                  <a:pt x="397205" y="59625"/>
                  <a:pt x="391789" y="57917"/>
                  <a:pt x="388769" y="56475"/>
                </a:cubicBezTo>
                <a:cubicBezTo>
                  <a:pt x="385750" y="55033"/>
                  <a:pt x="383461" y="53038"/>
                  <a:pt x="381902" y="50490"/>
                </a:cubicBezTo>
                <a:cubicBezTo>
                  <a:pt x="380344" y="47942"/>
                  <a:pt x="379564" y="45128"/>
                  <a:pt x="379564" y="42047"/>
                </a:cubicBezTo>
                <a:cubicBezTo>
                  <a:pt x="379564" y="39243"/>
                  <a:pt x="380205" y="36645"/>
                  <a:pt x="381488" y="34255"/>
                </a:cubicBezTo>
                <a:cubicBezTo>
                  <a:pt x="382771" y="31865"/>
                  <a:pt x="384517" y="29880"/>
                  <a:pt x="386727" y="28300"/>
                </a:cubicBezTo>
                <a:cubicBezTo>
                  <a:pt x="388385" y="27076"/>
                  <a:pt x="390644" y="26039"/>
                  <a:pt x="393505" y="25191"/>
                </a:cubicBezTo>
                <a:cubicBezTo>
                  <a:pt x="396367" y="24341"/>
                  <a:pt x="399435" y="23916"/>
                  <a:pt x="402711" y="23916"/>
                </a:cubicBezTo>
                <a:cubicBezTo>
                  <a:pt x="407644" y="23916"/>
                  <a:pt x="411975" y="24631"/>
                  <a:pt x="415705" y="26062"/>
                </a:cubicBezTo>
                <a:cubicBezTo>
                  <a:pt x="419434" y="27491"/>
                  <a:pt x="422187" y="29428"/>
                  <a:pt x="423963" y="31873"/>
                </a:cubicBezTo>
                <a:cubicBezTo>
                  <a:pt x="425739" y="34316"/>
                  <a:pt x="426962" y="37583"/>
                  <a:pt x="427633" y="41675"/>
                </a:cubicBezTo>
                <a:lnTo>
                  <a:pt x="417214" y="43096"/>
                </a:lnTo>
                <a:cubicBezTo>
                  <a:pt x="416741" y="39860"/>
                  <a:pt x="415369" y="37334"/>
                  <a:pt x="413100" y="35519"/>
                </a:cubicBezTo>
                <a:cubicBezTo>
                  <a:pt x="410831" y="33703"/>
                  <a:pt x="407624" y="32796"/>
                  <a:pt x="403480" y="32796"/>
                </a:cubicBezTo>
                <a:cubicBezTo>
                  <a:pt x="398586" y="32796"/>
                  <a:pt x="395094" y="33601"/>
                  <a:pt x="393002" y="35212"/>
                </a:cubicBezTo>
                <a:cubicBezTo>
                  <a:pt x="390910" y="36821"/>
                  <a:pt x="389865" y="38706"/>
                  <a:pt x="389865" y="40867"/>
                </a:cubicBezTo>
                <a:cubicBezTo>
                  <a:pt x="389865" y="42241"/>
                  <a:pt x="390299" y="43478"/>
                  <a:pt x="391167" y="44578"/>
                </a:cubicBezTo>
                <a:cubicBezTo>
                  <a:pt x="392035" y="45716"/>
                  <a:pt x="393397" y="46659"/>
                  <a:pt x="395252" y="47405"/>
                </a:cubicBezTo>
                <a:cubicBezTo>
                  <a:pt x="396317" y="47798"/>
                  <a:pt x="399455" y="48701"/>
                  <a:pt x="404664" y="50115"/>
                </a:cubicBezTo>
                <a:cubicBezTo>
                  <a:pt x="412202" y="52126"/>
                  <a:pt x="417461" y="53773"/>
                  <a:pt x="420440" y="55054"/>
                </a:cubicBezTo>
                <a:cubicBezTo>
                  <a:pt x="423420" y="56336"/>
                  <a:pt x="425758" y="58199"/>
                  <a:pt x="427455" y="60645"/>
                </a:cubicBezTo>
                <a:cubicBezTo>
                  <a:pt x="429152" y="63089"/>
                  <a:pt x="430001" y="66125"/>
                  <a:pt x="430001" y="69752"/>
                </a:cubicBezTo>
                <a:cubicBezTo>
                  <a:pt x="430001" y="73301"/>
                  <a:pt x="428965" y="76644"/>
                  <a:pt x="426893" y="79779"/>
                </a:cubicBezTo>
                <a:cubicBezTo>
                  <a:pt x="424821" y="82912"/>
                  <a:pt x="421832" y="85337"/>
                  <a:pt x="417924" y="87053"/>
                </a:cubicBezTo>
                <a:cubicBezTo>
                  <a:pt x="414017" y="88768"/>
                  <a:pt x="409597" y="89626"/>
                  <a:pt x="404664" y="89626"/>
                </a:cubicBezTo>
                <a:cubicBezTo>
                  <a:pt x="396495" y="89626"/>
                  <a:pt x="390269" y="87924"/>
                  <a:pt x="385987" y="84520"/>
                </a:cubicBezTo>
                <a:cubicBezTo>
                  <a:pt x="381705" y="81116"/>
                  <a:pt x="378972" y="76069"/>
                  <a:pt x="377788" y="69380"/>
                </a:cubicBezTo>
                <a:close/>
                <a:moveTo>
                  <a:pt x="485706" y="67959"/>
                </a:moveTo>
                <a:lnTo>
                  <a:pt x="496717" y="69321"/>
                </a:lnTo>
                <a:cubicBezTo>
                  <a:pt x="494980" y="75754"/>
                  <a:pt x="491764" y="80746"/>
                  <a:pt x="487067" y="84298"/>
                </a:cubicBezTo>
                <a:cubicBezTo>
                  <a:pt x="482371" y="87850"/>
                  <a:pt x="476372" y="89626"/>
                  <a:pt x="469071" y="89626"/>
                </a:cubicBezTo>
                <a:cubicBezTo>
                  <a:pt x="459876" y="89626"/>
                  <a:pt x="452585" y="86794"/>
                  <a:pt x="447198" y="81131"/>
                </a:cubicBezTo>
                <a:cubicBezTo>
                  <a:pt x="441811" y="75468"/>
                  <a:pt x="439117" y="67525"/>
                  <a:pt x="439117" y="57304"/>
                </a:cubicBezTo>
                <a:cubicBezTo>
                  <a:pt x="439117" y="46727"/>
                  <a:pt x="441840" y="38518"/>
                  <a:pt x="447286" y="32677"/>
                </a:cubicBezTo>
                <a:cubicBezTo>
                  <a:pt x="452733" y="26836"/>
                  <a:pt x="459797" y="23916"/>
                  <a:pt x="468479" y="23916"/>
                </a:cubicBezTo>
                <a:cubicBezTo>
                  <a:pt x="476885" y="23916"/>
                  <a:pt x="483752" y="26773"/>
                  <a:pt x="489080" y="32487"/>
                </a:cubicBezTo>
                <a:cubicBezTo>
                  <a:pt x="494408" y="38199"/>
                  <a:pt x="497072" y="46237"/>
                  <a:pt x="497072" y="56599"/>
                </a:cubicBezTo>
                <a:cubicBezTo>
                  <a:pt x="497072" y="57229"/>
                  <a:pt x="497052" y="58174"/>
                  <a:pt x="497013" y="59435"/>
                </a:cubicBezTo>
                <a:lnTo>
                  <a:pt x="450128" y="59435"/>
                </a:lnTo>
                <a:cubicBezTo>
                  <a:pt x="450523" y="66322"/>
                  <a:pt x="452476" y="71595"/>
                  <a:pt x="455988" y="75255"/>
                </a:cubicBezTo>
                <a:cubicBezTo>
                  <a:pt x="459501" y="78916"/>
                  <a:pt x="463882" y="80746"/>
                  <a:pt x="469130" y="80746"/>
                </a:cubicBezTo>
                <a:cubicBezTo>
                  <a:pt x="473037" y="80746"/>
                  <a:pt x="476372" y="79730"/>
                  <a:pt x="479135" y="77697"/>
                </a:cubicBezTo>
                <a:cubicBezTo>
                  <a:pt x="481897" y="75664"/>
                  <a:pt x="484088" y="72418"/>
                  <a:pt x="485706" y="67959"/>
                </a:cubicBezTo>
                <a:moveTo>
                  <a:pt x="450720" y="50555"/>
                </a:moveTo>
                <a:lnTo>
                  <a:pt x="485824" y="50555"/>
                </a:lnTo>
                <a:cubicBezTo>
                  <a:pt x="485351" y="45353"/>
                  <a:pt x="484009" y="41452"/>
                  <a:pt x="481799" y="38851"/>
                </a:cubicBezTo>
                <a:cubicBezTo>
                  <a:pt x="478405" y="34814"/>
                  <a:pt x="474004" y="32796"/>
                  <a:pt x="468598" y="32796"/>
                </a:cubicBezTo>
                <a:cubicBezTo>
                  <a:pt x="463704" y="32796"/>
                  <a:pt x="459590" y="34407"/>
                  <a:pt x="456255" y="37630"/>
                </a:cubicBezTo>
                <a:cubicBezTo>
                  <a:pt x="452920" y="40851"/>
                  <a:pt x="451075" y="45159"/>
                  <a:pt x="450720" y="50555"/>
                </a:cubicBezTo>
                <a:close/>
                <a:moveTo>
                  <a:pt x="551101" y="65118"/>
                </a:moveTo>
                <a:lnTo>
                  <a:pt x="561579" y="66479"/>
                </a:lnTo>
                <a:cubicBezTo>
                  <a:pt x="560435" y="73720"/>
                  <a:pt x="557505" y="79388"/>
                  <a:pt x="552788" y="83484"/>
                </a:cubicBezTo>
                <a:cubicBezTo>
                  <a:pt x="548072" y="87579"/>
                  <a:pt x="542281" y="89626"/>
                  <a:pt x="535414" y="89626"/>
                </a:cubicBezTo>
                <a:cubicBezTo>
                  <a:pt x="526810" y="89626"/>
                  <a:pt x="519894" y="86814"/>
                  <a:pt x="514665" y="81190"/>
                </a:cubicBezTo>
                <a:cubicBezTo>
                  <a:pt x="509436" y="75566"/>
                  <a:pt x="506821" y="67505"/>
                  <a:pt x="506821" y="57008"/>
                </a:cubicBezTo>
                <a:cubicBezTo>
                  <a:pt x="506821" y="50220"/>
                  <a:pt x="507946" y="44280"/>
                  <a:pt x="510195" y="39189"/>
                </a:cubicBezTo>
                <a:cubicBezTo>
                  <a:pt x="512445" y="34098"/>
                  <a:pt x="515869" y="30280"/>
                  <a:pt x="520466" y="27734"/>
                </a:cubicBezTo>
                <a:cubicBezTo>
                  <a:pt x="525064" y="25189"/>
                  <a:pt x="530066" y="23916"/>
                  <a:pt x="535473" y="23916"/>
                </a:cubicBezTo>
                <a:cubicBezTo>
                  <a:pt x="542300" y="23916"/>
                  <a:pt x="547885" y="25648"/>
                  <a:pt x="552226" y="29112"/>
                </a:cubicBezTo>
                <a:cubicBezTo>
                  <a:pt x="556567" y="32576"/>
                  <a:pt x="559350" y="37493"/>
                  <a:pt x="560573" y="43866"/>
                </a:cubicBezTo>
                <a:lnTo>
                  <a:pt x="550213" y="45464"/>
                </a:lnTo>
                <a:cubicBezTo>
                  <a:pt x="549227" y="41261"/>
                  <a:pt x="547480" y="38099"/>
                  <a:pt x="544974" y="35978"/>
                </a:cubicBezTo>
                <a:cubicBezTo>
                  <a:pt x="542468" y="33856"/>
                  <a:pt x="539439" y="32796"/>
                  <a:pt x="535887" y="32796"/>
                </a:cubicBezTo>
                <a:cubicBezTo>
                  <a:pt x="530520" y="32796"/>
                  <a:pt x="526159" y="34710"/>
                  <a:pt x="522805" y="38540"/>
                </a:cubicBezTo>
                <a:cubicBezTo>
                  <a:pt x="519450" y="42368"/>
                  <a:pt x="517773" y="48425"/>
                  <a:pt x="517773" y="56712"/>
                </a:cubicBezTo>
                <a:cubicBezTo>
                  <a:pt x="517773" y="65117"/>
                  <a:pt x="519391" y="71224"/>
                  <a:pt x="522627" y="75033"/>
                </a:cubicBezTo>
                <a:cubicBezTo>
                  <a:pt x="525863" y="78842"/>
                  <a:pt x="530086" y="80746"/>
                  <a:pt x="535295" y="80746"/>
                </a:cubicBezTo>
                <a:cubicBezTo>
                  <a:pt x="539479" y="80746"/>
                  <a:pt x="542971" y="79468"/>
                  <a:pt x="545773" y="76913"/>
                </a:cubicBezTo>
                <a:cubicBezTo>
                  <a:pt x="548575" y="74358"/>
                  <a:pt x="550351" y="70426"/>
                  <a:pt x="551101" y="65118"/>
                </a:cubicBezTo>
                <a:close/>
                <a:moveTo>
                  <a:pt x="577681" y="113779"/>
                </a:moveTo>
                <a:lnTo>
                  <a:pt x="570045" y="113779"/>
                </a:lnTo>
                <a:cubicBezTo>
                  <a:pt x="581845" y="94835"/>
                  <a:pt x="587745" y="75872"/>
                  <a:pt x="587745" y="56889"/>
                </a:cubicBezTo>
                <a:cubicBezTo>
                  <a:pt x="587745" y="49470"/>
                  <a:pt x="586897" y="42110"/>
                  <a:pt x="585200" y="34808"/>
                </a:cubicBezTo>
                <a:cubicBezTo>
                  <a:pt x="583858" y="28889"/>
                  <a:pt x="581983" y="23206"/>
                  <a:pt x="579576" y="17759"/>
                </a:cubicBezTo>
                <a:cubicBezTo>
                  <a:pt x="578037" y="14208"/>
                  <a:pt x="574860" y="8288"/>
                  <a:pt x="570045" y="0"/>
                </a:cubicBezTo>
                <a:lnTo>
                  <a:pt x="577681" y="0"/>
                </a:lnTo>
                <a:cubicBezTo>
                  <a:pt x="585101" y="9906"/>
                  <a:pt x="590587" y="19851"/>
                  <a:pt x="594138" y="29836"/>
                </a:cubicBezTo>
                <a:cubicBezTo>
                  <a:pt x="597177" y="38439"/>
                  <a:pt x="598697" y="47437"/>
                  <a:pt x="598697" y="56830"/>
                </a:cubicBezTo>
                <a:cubicBezTo>
                  <a:pt x="598697" y="67486"/>
                  <a:pt x="596654" y="77786"/>
                  <a:pt x="592570" y="87731"/>
                </a:cubicBezTo>
                <a:cubicBezTo>
                  <a:pt x="588485" y="97677"/>
                  <a:pt x="583522" y="106359"/>
                  <a:pt x="577681" y="113779"/>
                </a:cubicBezTo>
                <a:close/>
                <a:moveTo>
                  <a:pt x="640134" y="51976"/>
                </a:moveTo>
                <a:lnTo>
                  <a:pt x="640134" y="61684"/>
                </a:lnTo>
                <a:cubicBezTo>
                  <a:pt x="637095" y="61763"/>
                  <a:pt x="634619" y="62592"/>
                  <a:pt x="632705" y="64171"/>
                </a:cubicBezTo>
                <a:cubicBezTo>
                  <a:pt x="630791" y="65749"/>
                  <a:pt x="629518" y="67890"/>
                  <a:pt x="628887" y="70594"/>
                </a:cubicBezTo>
                <a:cubicBezTo>
                  <a:pt x="628255" y="73297"/>
                  <a:pt x="627920" y="77944"/>
                  <a:pt x="627880" y="84535"/>
                </a:cubicBezTo>
                <a:cubicBezTo>
                  <a:pt x="627841" y="91125"/>
                  <a:pt x="627722" y="95467"/>
                  <a:pt x="627525" y="97558"/>
                </a:cubicBezTo>
                <a:cubicBezTo>
                  <a:pt x="627170" y="100913"/>
                  <a:pt x="626509" y="103587"/>
                  <a:pt x="625542" y="105580"/>
                </a:cubicBezTo>
                <a:cubicBezTo>
                  <a:pt x="624575" y="107573"/>
                  <a:pt x="623381" y="109171"/>
                  <a:pt x="621960" y="110375"/>
                </a:cubicBezTo>
                <a:cubicBezTo>
                  <a:pt x="620540" y="111578"/>
                  <a:pt x="618724" y="112496"/>
                  <a:pt x="616514" y="113127"/>
                </a:cubicBezTo>
                <a:cubicBezTo>
                  <a:pt x="615014" y="113562"/>
                  <a:pt x="612568" y="113779"/>
                  <a:pt x="609174" y="113779"/>
                </a:cubicBezTo>
                <a:lnTo>
                  <a:pt x="605859" y="113779"/>
                </a:lnTo>
                <a:lnTo>
                  <a:pt x="605859" y="104425"/>
                </a:lnTo>
                <a:lnTo>
                  <a:pt x="607694" y="104425"/>
                </a:lnTo>
                <a:cubicBezTo>
                  <a:pt x="611798" y="104425"/>
                  <a:pt x="614521" y="103685"/>
                  <a:pt x="615863" y="102205"/>
                </a:cubicBezTo>
                <a:cubicBezTo>
                  <a:pt x="617205" y="100727"/>
                  <a:pt x="617876" y="97404"/>
                  <a:pt x="617876" y="92238"/>
                </a:cubicBezTo>
                <a:cubicBezTo>
                  <a:pt x="617876" y="82378"/>
                  <a:pt x="618053" y="76126"/>
                  <a:pt x="618409" y="73483"/>
                </a:cubicBezTo>
                <a:cubicBezTo>
                  <a:pt x="619040" y="69106"/>
                  <a:pt x="620303" y="65606"/>
                  <a:pt x="622197" y="62983"/>
                </a:cubicBezTo>
                <a:cubicBezTo>
                  <a:pt x="624092" y="60360"/>
                  <a:pt x="626775" y="58319"/>
                  <a:pt x="630248" y="56860"/>
                </a:cubicBezTo>
                <a:cubicBezTo>
                  <a:pt x="625710" y="54693"/>
                  <a:pt x="622513" y="51827"/>
                  <a:pt x="620658" y="48263"/>
                </a:cubicBezTo>
                <a:cubicBezTo>
                  <a:pt x="618803" y="44698"/>
                  <a:pt x="617876" y="38680"/>
                  <a:pt x="617876" y="30211"/>
                </a:cubicBezTo>
                <a:cubicBezTo>
                  <a:pt x="617876" y="22530"/>
                  <a:pt x="617777" y="17941"/>
                  <a:pt x="617580" y="16444"/>
                </a:cubicBezTo>
                <a:cubicBezTo>
                  <a:pt x="617303" y="13805"/>
                  <a:pt x="616524" y="11964"/>
                  <a:pt x="615241" y="10920"/>
                </a:cubicBezTo>
                <a:cubicBezTo>
                  <a:pt x="613959" y="9876"/>
                  <a:pt x="611443" y="9353"/>
                  <a:pt x="607694" y="9353"/>
                </a:cubicBezTo>
                <a:lnTo>
                  <a:pt x="605859" y="9353"/>
                </a:lnTo>
                <a:lnTo>
                  <a:pt x="605859" y="0"/>
                </a:lnTo>
                <a:lnTo>
                  <a:pt x="609174" y="0"/>
                </a:lnTo>
                <a:cubicBezTo>
                  <a:pt x="613041" y="0"/>
                  <a:pt x="615843" y="315"/>
                  <a:pt x="617580" y="945"/>
                </a:cubicBezTo>
                <a:cubicBezTo>
                  <a:pt x="620106" y="1814"/>
                  <a:pt x="622197" y="3273"/>
                  <a:pt x="623855" y="5322"/>
                </a:cubicBezTo>
                <a:cubicBezTo>
                  <a:pt x="625512" y="7372"/>
                  <a:pt x="626588" y="9954"/>
                  <a:pt x="627081" y="13068"/>
                </a:cubicBezTo>
                <a:cubicBezTo>
                  <a:pt x="627574" y="16182"/>
                  <a:pt x="627841" y="21287"/>
                  <a:pt x="627880" y="28384"/>
                </a:cubicBezTo>
                <a:cubicBezTo>
                  <a:pt x="627920" y="35479"/>
                  <a:pt x="628255" y="40377"/>
                  <a:pt x="628887" y="43078"/>
                </a:cubicBezTo>
                <a:cubicBezTo>
                  <a:pt x="629518" y="45777"/>
                  <a:pt x="630791" y="47916"/>
                  <a:pt x="632705" y="49493"/>
                </a:cubicBezTo>
                <a:cubicBezTo>
                  <a:pt x="634619" y="51069"/>
                  <a:pt x="637095" y="51897"/>
                  <a:pt x="640134" y="5197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0EE40-68A6-4364-9760-86558CE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544" y="8447128"/>
            <a:ext cx="663088" cy="312631"/>
          </a:xfrm>
          <a:custGeom xmlns:a="http://schemas.openxmlformats.org/drawingml/2006/main">
            <a:pathLst>
              <a:path w="663088" h="312631" fill="none">
                <a:moveTo>
                  <a:pt x="663088" y="3126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83" cap="flat">
            <a:solidFill>
              <a:srgbClr val="000000"/>
            </a:solidFill>
            <a:miter/>
          </a:ln>
        </p:spPr>
      </p:sp>
      <p:sp>
        <p:nvSpPr>
          <p:cNvPr id="334" name="Text (d)Updatingarchitecturalmodel">
            <a:extLst xmlns:a="http://schemas.openxmlformats.org/drawingml/2006/main">
              <a:ext uri="{FF2B5EF4-FFF2-40B4-BE49-F238E27FC236}">
                <a16:creationId xmlns:a16="http://schemas.microsoft.com/office/drawing/2014/main" id="{4A0B425E-7C01-48F3-B9F2-33705EE0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034" y="9533076"/>
            <a:ext cx="3424822" cy="230885"/>
          </a:xfrm>
          <a:custGeom xmlns:a="http://schemas.openxmlformats.org/drawingml/2006/main">
            <a:pathLst>
              <a:path w="3424822" h="230885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61161" y="177497"/>
                </a:moveTo>
                <a:lnTo>
                  <a:pt x="198825" y="164177"/>
                </a:lnTo>
                <a:lnTo>
                  <a:pt x="198825" y="160080"/>
                </a:lnTo>
                <a:cubicBezTo>
                  <a:pt x="194212" y="160334"/>
                  <a:pt x="193700" y="160334"/>
                  <a:pt x="192929" y="160334"/>
                </a:cubicBezTo>
                <a:cubicBezTo>
                  <a:pt x="183707" y="160334"/>
                  <a:pt x="181658" y="157519"/>
                  <a:pt x="181658" y="145739"/>
                </a:cubicBezTo>
                <a:lnTo>
                  <a:pt x="181658" y="524"/>
                </a:lnTo>
                <a:lnTo>
                  <a:pt x="180376" y="12"/>
                </a:lnTo>
                <a:cubicBezTo>
                  <a:pt x="168076" y="4367"/>
                  <a:pt x="159112" y="6928"/>
                  <a:pt x="142711" y="11287"/>
                </a:cubicBezTo>
                <a:lnTo>
                  <a:pt x="142711" y="15384"/>
                </a:lnTo>
                <a:cubicBezTo>
                  <a:pt x="144764" y="15130"/>
                  <a:pt x="146300" y="15130"/>
                  <a:pt x="148349" y="15130"/>
                </a:cubicBezTo>
                <a:cubicBezTo>
                  <a:pt x="157830" y="15130"/>
                  <a:pt x="160136" y="17691"/>
                  <a:pt x="160136" y="28196"/>
                </a:cubicBezTo>
                <a:lnTo>
                  <a:pt x="160136" y="68163"/>
                </a:lnTo>
                <a:cubicBezTo>
                  <a:pt x="150398" y="59964"/>
                  <a:pt x="143482" y="57146"/>
                  <a:pt x="133231" y="57146"/>
                </a:cubicBezTo>
                <a:cubicBezTo>
                  <a:pt x="103769" y="57146"/>
                  <a:pt x="79940" y="86084"/>
                  <a:pt x="79940" y="122443"/>
                </a:cubicBezTo>
                <a:cubicBezTo>
                  <a:pt x="79940" y="155212"/>
                  <a:pt x="99155" y="177497"/>
                  <a:pt x="127339" y="177497"/>
                </a:cubicBezTo>
                <a:cubicBezTo>
                  <a:pt x="141687" y="177497"/>
                  <a:pt x="151426" y="172375"/>
                  <a:pt x="160136" y="160334"/>
                </a:cubicBezTo>
                <a:lnTo>
                  <a:pt x="160136" y="176730"/>
                </a:lnTo>
                <a:lnTo>
                  <a:pt x="161161" y="177497"/>
                </a:lnTo>
                <a:moveTo>
                  <a:pt x="160136" y="148812"/>
                </a:moveTo>
                <a:cubicBezTo>
                  <a:pt x="160136" y="150607"/>
                  <a:pt x="158342" y="153680"/>
                  <a:pt x="155781" y="156495"/>
                </a:cubicBezTo>
                <a:cubicBezTo>
                  <a:pt x="151168" y="161616"/>
                  <a:pt x="144764" y="164177"/>
                  <a:pt x="137332" y="164177"/>
                </a:cubicBezTo>
                <a:cubicBezTo>
                  <a:pt x="116068" y="164177"/>
                  <a:pt x="101974" y="143691"/>
                  <a:pt x="101974" y="112200"/>
                </a:cubicBezTo>
                <a:cubicBezTo>
                  <a:pt x="101974" y="83269"/>
                  <a:pt x="114528" y="64323"/>
                  <a:pt x="134001" y="64323"/>
                </a:cubicBezTo>
                <a:cubicBezTo>
                  <a:pt x="147583" y="64323"/>
                  <a:pt x="160136" y="76353"/>
                  <a:pt x="160136" y="89923"/>
                </a:cubicBezTo>
                <a:lnTo>
                  <a:pt x="160136" y="148812"/>
                </a:lnTo>
                <a:close/>
                <a:moveTo>
                  <a:pt x="210866" y="220404"/>
                </a:moveTo>
                <a:cubicBezTo>
                  <a:pt x="229827" y="208104"/>
                  <a:pt x="237513" y="201442"/>
                  <a:pt x="246990" y="189655"/>
                </a:cubicBezTo>
                <a:cubicBezTo>
                  <a:pt x="265185" y="167367"/>
                  <a:pt x="274149" y="141744"/>
                  <a:pt x="274149" y="111770"/>
                </a:cubicBezTo>
                <a:cubicBezTo>
                  <a:pt x="274149" y="78972"/>
                  <a:pt x="264669" y="54120"/>
                  <a:pt x="242122" y="27984"/>
                </a:cubicBezTo>
                <a:cubicBezTo>
                  <a:pt x="231618" y="15685"/>
                  <a:pt x="224956" y="10051"/>
                  <a:pt x="211632" y="1849"/>
                </a:cubicBezTo>
                <a:lnTo>
                  <a:pt x="208559" y="5950"/>
                </a:lnTo>
                <a:cubicBezTo>
                  <a:pt x="229057" y="22093"/>
                  <a:pt x="235973" y="31061"/>
                  <a:pt x="243147" y="50277"/>
                </a:cubicBezTo>
                <a:cubicBezTo>
                  <a:pt x="249296" y="67443"/>
                  <a:pt x="252115" y="86913"/>
                  <a:pt x="252115" y="112536"/>
                </a:cubicBezTo>
                <a:cubicBezTo>
                  <a:pt x="252115" y="139183"/>
                  <a:pt x="248784" y="160447"/>
                  <a:pt x="241868" y="176077"/>
                </a:cubicBezTo>
                <a:cubicBezTo>
                  <a:pt x="234694" y="192220"/>
                  <a:pt x="227008" y="201442"/>
                  <a:pt x="208559" y="216303"/>
                </a:cubicBezTo>
                <a:lnTo>
                  <a:pt x="210866" y="220404"/>
                </a:lnTo>
                <a:close/>
                <a:moveTo>
                  <a:pt x="532671" y="43005"/>
                </a:moveTo>
                <a:cubicBezTo>
                  <a:pt x="532671" y="16881"/>
                  <a:pt x="535748" y="12784"/>
                  <a:pt x="556754" y="10223"/>
                </a:cubicBezTo>
                <a:lnTo>
                  <a:pt x="556754" y="5352"/>
                </a:lnTo>
                <a:lnTo>
                  <a:pt x="497313" y="5352"/>
                </a:lnTo>
                <a:lnTo>
                  <a:pt x="497313" y="10223"/>
                </a:lnTo>
                <a:cubicBezTo>
                  <a:pt x="517299" y="11760"/>
                  <a:pt x="521396" y="17394"/>
                  <a:pt x="521396" y="43005"/>
                </a:cubicBezTo>
                <a:lnTo>
                  <a:pt x="521396" y="112160"/>
                </a:lnTo>
                <a:cubicBezTo>
                  <a:pt x="521396" y="129577"/>
                  <a:pt x="519605" y="139308"/>
                  <a:pt x="515504" y="146990"/>
                </a:cubicBezTo>
                <a:cubicBezTo>
                  <a:pt x="508588" y="159286"/>
                  <a:pt x="492188" y="167226"/>
                  <a:pt x="472973" y="167226"/>
                </a:cubicBezTo>
                <a:cubicBezTo>
                  <a:pt x="454782" y="167226"/>
                  <a:pt x="442228" y="161080"/>
                  <a:pt x="435308" y="149043"/>
                </a:cubicBezTo>
                <a:cubicBezTo>
                  <a:pt x="430699" y="140845"/>
                  <a:pt x="428904" y="131368"/>
                  <a:pt x="428904" y="115233"/>
                </a:cubicBezTo>
                <a:lnTo>
                  <a:pt x="428904" y="33274"/>
                </a:lnTo>
                <a:cubicBezTo>
                  <a:pt x="428904" y="14833"/>
                  <a:pt x="431723" y="12014"/>
                  <a:pt x="452221" y="10223"/>
                </a:cubicBezTo>
                <a:lnTo>
                  <a:pt x="452221" y="5352"/>
                </a:lnTo>
                <a:lnTo>
                  <a:pt x="379711" y="5352"/>
                </a:lnTo>
                <a:lnTo>
                  <a:pt x="379711" y="10223"/>
                </a:lnTo>
                <a:cubicBezTo>
                  <a:pt x="399950" y="11760"/>
                  <a:pt x="402769" y="14575"/>
                  <a:pt x="402769" y="33274"/>
                </a:cubicBezTo>
                <a:lnTo>
                  <a:pt x="402769" y="113185"/>
                </a:lnTo>
                <a:cubicBezTo>
                  <a:pt x="402769" y="157491"/>
                  <a:pt x="423525" y="178497"/>
                  <a:pt x="467081" y="178497"/>
                </a:cubicBezTo>
                <a:cubicBezTo>
                  <a:pt x="495007" y="178497"/>
                  <a:pt x="514222" y="169533"/>
                  <a:pt x="524215" y="152116"/>
                </a:cubicBezTo>
                <a:cubicBezTo>
                  <a:pt x="530364" y="141357"/>
                  <a:pt x="532671" y="129577"/>
                  <a:pt x="532671" y="109854"/>
                </a:cubicBezTo>
                <a:lnTo>
                  <a:pt x="532671" y="43005"/>
                </a:lnTo>
                <a:close/>
                <a:moveTo>
                  <a:pt x="563416" y="74250"/>
                </a:moveTo>
                <a:cubicBezTo>
                  <a:pt x="565723" y="73996"/>
                  <a:pt x="567517" y="73996"/>
                  <a:pt x="569824" y="73996"/>
                </a:cubicBezTo>
                <a:cubicBezTo>
                  <a:pt x="578534" y="73996"/>
                  <a:pt x="580329" y="76556"/>
                  <a:pt x="580329" y="88598"/>
                </a:cubicBezTo>
                <a:lnTo>
                  <a:pt x="580329" y="208507"/>
                </a:lnTo>
                <a:cubicBezTo>
                  <a:pt x="580329" y="221831"/>
                  <a:pt x="577510" y="224649"/>
                  <a:pt x="562392" y="226186"/>
                </a:cubicBezTo>
                <a:lnTo>
                  <a:pt x="562392" y="230541"/>
                </a:lnTo>
                <a:lnTo>
                  <a:pt x="624397" y="230541"/>
                </a:lnTo>
                <a:lnTo>
                  <a:pt x="624397" y="225932"/>
                </a:lnTo>
                <a:cubicBezTo>
                  <a:pt x="605182" y="225674"/>
                  <a:pt x="601851" y="222855"/>
                  <a:pt x="601851" y="206712"/>
                </a:cubicBezTo>
                <a:lnTo>
                  <a:pt x="601851" y="166483"/>
                </a:lnTo>
                <a:cubicBezTo>
                  <a:pt x="610819" y="174936"/>
                  <a:pt x="616965" y="177497"/>
                  <a:pt x="627728" y="177497"/>
                </a:cubicBezTo>
                <a:cubicBezTo>
                  <a:pt x="657960" y="177497"/>
                  <a:pt x="681531" y="148816"/>
                  <a:pt x="681531" y="111691"/>
                </a:cubicBezTo>
                <a:cubicBezTo>
                  <a:pt x="681531" y="79946"/>
                  <a:pt x="663598" y="57146"/>
                  <a:pt x="638745" y="57146"/>
                </a:cubicBezTo>
                <a:cubicBezTo>
                  <a:pt x="624397" y="57146"/>
                  <a:pt x="613122" y="63553"/>
                  <a:pt x="601851" y="77385"/>
                </a:cubicBezTo>
                <a:lnTo>
                  <a:pt x="601851" y="57662"/>
                </a:lnTo>
                <a:lnTo>
                  <a:pt x="600314" y="57146"/>
                </a:lnTo>
                <a:cubicBezTo>
                  <a:pt x="586478" y="62529"/>
                  <a:pt x="577510" y="65860"/>
                  <a:pt x="563416" y="70215"/>
                </a:cubicBezTo>
                <a:lnTo>
                  <a:pt x="563416" y="74250"/>
                </a:lnTo>
                <a:moveTo>
                  <a:pt x="601851" y="89419"/>
                </a:moveTo>
                <a:cubicBezTo>
                  <a:pt x="601851" y="81737"/>
                  <a:pt x="616199" y="72522"/>
                  <a:pt x="627982" y="72522"/>
                </a:cubicBezTo>
                <a:cubicBezTo>
                  <a:pt x="646943" y="72522"/>
                  <a:pt x="659497" y="91979"/>
                  <a:pt x="659497" y="121680"/>
                </a:cubicBezTo>
                <a:cubicBezTo>
                  <a:pt x="659497" y="150099"/>
                  <a:pt x="646943" y="169298"/>
                  <a:pt x="628498" y="169298"/>
                </a:cubicBezTo>
                <a:cubicBezTo>
                  <a:pt x="616453" y="169298"/>
                  <a:pt x="601851" y="160083"/>
                  <a:pt x="601851" y="152401"/>
                </a:cubicBezTo>
                <a:lnTo>
                  <a:pt x="601851" y="89419"/>
                </a:lnTo>
                <a:close/>
                <a:moveTo>
                  <a:pt x="777357" y="177497"/>
                </a:moveTo>
                <a:lnTo>
                  <a:pt x="815021" y="164177"/>
                </a:lnTo>
                <a:lnTo>
                  <a:pt x="815021" y="160080"/>
                </a:lnTo>
                <a:cubicBezTo>
                  <a:pt x="810408" y="160334"/>
                  <a:pt x="809896" y="160334"/>
                  <a:pt x="809126" y="160334"/>
                </a:cubicBezTo>
                <a:cubicBezTo>
                  <a:pt x="799903" y="160334"/>
                  <a:pt x="797854" y="157519"/>
                  <a:pt x="797854" y="145739"/>
                </a:cubicBezTo>
                <a:lnTo>
                  <a:pt x="797854" y="524"/>
                </a:lnTo>
                <a:lnTo>
                  <a:pt x="796572" y="12"/>
                </a:lnTo>
                <a:cubicBezTo>
                  <a:pt x="784273" y="4367"/>
                  <a:pt x="775308" y="6928"/>
                  <a:pt x="758908" y="11287"/>
                </a:cubicBezTo>
                <a:lnTo>
                  <a:pt x="758908" y="15384"/>
                </a:lnTo>
                <a:cubicBezTo>
                  <a:pt x="760960" y="15130"/>
                  <a:pt x="762497" y="15130"/>
                  <a:pt x="764545" y="15130"/>
                </a:cubicBezTo>
                <a:cubicBezTo>
                  <a:pt x="774026" y="15130"/>
                  <a:pt x="776332" y="17691"/>
                  <a:pt x="776332" y="28196"/>
                </a:cubicBezTo>
                <a:lnTo>
                  <a:pt x="776332" y="68163"/>
                </a:lnTo>
                <a:cubicBezTo>
                  <a:pt x="766594" y="59964"/>
                  <a:pt x="759678" y="57146"/>
                  <a:pt x="749427" y="57146"/>
                </a:cubicBezTo>
                <a:cubicBezTo>
                  <a:pt x="719965" y="57146"/>
                  <a:pt x="696136" y="86084"/>
                  <a:pt x="696136" y="122443"/>
                </a:cubicBezTo>
                <a:cubicBezTo>
                  <a:pt x="696136" y="155212"/>
                  <a:pt x="715352" y="177497"/>
                  <a:pt x="743535" y="177497"/>
                </a:cubicBezTo>
                <a:cubicBezTo>
                  <a:pt x="757883" y="177497"/>
                  <a:pt x="767622" y="172375"/>
                  <a:pt x="776332" y="160334"/>
                </a:cubicBezTo>
                <a:lnTo>
                  <a:pt x="776332" y="176730"/>
                </a:lnTo>
                <a:lnTo>
                  <a:pt x="777357" y="177497"/>
                </a:lnTo>
                <a:moveTo>
                  <a:pt x="776332" y="148812"/>
                </a:moveTo>
                <a:cubicBezTo>
                  <a:pt x="776332" y="150607"/>
                  <a:pt x="774538" y="153680"/>
                  <a:pt x="771977" y="156495"/>
                </a:cubicBezTo>
                <a:cubicBezTo>
                  <a:pt x="767364" y="161616"/>
                  <a:pt x="760960" y="164177"/>
                  <a:pt x="753528" y="164177"/>
                </a:cubicBezTo>
                <a:cubicBezTo>
                  <a:pt x="732264" y="164177"/>
                  <a:pt x="718170" y="143691"/>
                  <a:pt x="718170" y="112200"/>
                </a:cubicBezTo>
                <a:cubicBezTo>
                  <a:pt x="718170" y="83269"/>
                  <a:pt x="730724" y="64323"/>
                  <a:pt x="750197" y="64323"/>
                </a:cubicBezTo>
                <a:cubicBezTo>
                  <a:pt x="763779" y="64323"/>
                  <a:pt x="776332" y="76353"/>
                  <a:pt x="776332" y="89923"/>
                </a:cubicBezTo>
                <a:lnTo>
                  <a:pt x="776332" y="148812"/>
                </a:lnTo>
                <a:close/>
                <a:moveTo>
                  <a:pt x="930572" y="158031"/>
                </a:moveTo>
                <a:cubicBezTo>
                  <a:pt x="926217" y="161612"/>
                  <a:pt x="923144" y="162894"/>
                  <a:pt x="919301" y="162894"/>
                </a:cubicBezTo>
                <a:cubicBezTo>
                  <a:pt x="913409" y="162894"/>
                  <a:pt x="911614" y="159309"/>
                  <a:pt x="911614" y="148046"/>
                </a:cubicBezTo>
                <a:lnTo>
                  <a:pt x="911614" y="98117"/>
                </a:lnTo>
                <a:cubicBezTo>
                  <a:pt x="911614" y="84802"/>
                  <a:pt x="910332" y="77377"/>
                  <a:pt x="906489" y="71232"/>
                </a:cubicBezTo>
                <a:cubicBezTo>
                  <a:pt x="900851" y="62017"/>
                  <a:pt x="889834" y="57146"/>
                  <a:pt x="874720" y="57146"/>
                </a:cubicBezTo>
                <a:cubicBezTo>
                  <a:pt x="850634" y="57146"/>
                  <a:pt x="831676" y="69695"/>
                  <a:pt x="831676" y="85826"/>
                </a:cubicBezTo>
                <a:cubicBezTo>
                  <a:pt x="831676" y="91718"/>
                  <a:pt x="836798" y="96835"/>
                  <a:pt x="842693" y="96835"/>
                </a:cubicBezTo>
                <a:cubicBezTo>
                  <a:pt x="848839" y="96835"/>
                  <a:pt x="854223" y="91718"/>
                  <a:pt x="854223" y="86084"/>
                </a:cubicBezTo>
                <a:cubicBezTo>
                  <a:pt x="854223" y="85060"/>
                  <a:pt x="853965" y="83777"/>
                  <a:pt x="853710" y="81987"/>
                </a:cubicBezTo>
                <a:cubicBezTo>
                  <a:pt x="853198" y="79684"/>
                  <a:pt x="852940" y="77635"/>
                  <a:pt x="852940" y="75841"/>
                </a:cubicBezTo>
                <a:cubicBezTo>
                  <a:pt x="852940" y="68929"/>
                  <a:pt x="861138" y="63295"/>
                  <a:pt x="871389" y="63295"/>
                </a:cubicBezTo>
                <a:cubicBezTo>
                  <a:pt x="883943" y="63295"/>
                  <a:pt x="890859" y="70719"/>
                  <a:pt x="890859" y="84547"/>
                </a:cubicBezTo>
                <a:lnTo>
                  <a:pt x="890859" y="100166"/>
                </a:lnTo>
                <a:cubicBezTo>
                  <a:pt x="851404" y="116039"/>
                  <a:pt x="847049" y="118087"/>
                  <a:pt x="836031" y="127818"/>
                </a:cubicBezTo>
                <a:cubicBezTo>
                  <a:pt x="830394" y="132940"/>
                  <a:pt x="826805" y="141642"/>
                  <a:pt x="826805" y="150091"/>
                </a:cubicBezTo>
                <a:cubicBezTo>
                  <a:pt x="826805" y="166225"/>
                  <a:pt x="838080" y="177497"/>
                  <a:pt x="853710" y="177497"/>
                </a:cubicBezTo>
                <a:cubicBezTo>
                  <a:pt x="864982" y="177497"/>
                  <a:pt x="875486" y="172117"/>
                  <a:pt x="891117" y="158793"/>
                </a:cubicBezTo>
                <a:cubicBezTo>
                  <a:pt x="892399" y="172117"/>
                  <a:pt x="897008" y="177497"/>
                  <a:pt x="907513" y="177497"/>
                </a:cubicBezTo>
                <a:cubicBezTo>
                  <a:pt x="916224" y="177497"/>
                  <a:pt x="921607" y="174424"/>
                  <a:pt x="930572" y="164689"/>
                </a:cubicBezTo>
                <a:lnTo>
                  <a:pt x="930572" y="158031"/>
                </a:lnTo>
                <a:moveTo>
                  <a:pt x="890859" y="143421"/>
                </a:moveTo>
                <a:cubicBezTo>
                  <a:pt x="890859" y="151365"/>
                  <a:pt x="889580" y="153672"/>
                  <a:pt x="884197" y="156745"/>
                </a:cubicBezTo>
                <a:cubicBezTo>
                  <a:pt x="878051" y="160334"/>
                  <a:pt x="870877" y="162636"/>
                  <a:pt x="865494" y="162636"/>
                </a:cubicBezTo>
                <a:cubicBezTo>
                  <a:pt x="856529" y="162636"/>
                  <a:pt x="849355" y="153926"/>
                  <a:pt x="849355" y="142909"/>
                </a:cubicBezTo>
                <a:lnTo>
                  <a:pt x="849355" y="141885"/>
                </a:lnTo>
                <a:cubicBezTo>
                  <a:pt x="849355" y="126766"/>
                  <a:pt x="859856" y="117544"/>
                  <a:pt x="890859" y="106269"/>
                </a:cubicBezTo>
                <a:lnTo>
                  <a:pt x="890859" y="143421"/>
                </a:lnTo>
                <a:close/>
                <a:moveTo>
                  <a:pt x="996420" y="59648"/>
                </a:moveTo>
                <a:lnTo>
                  <a:pt x="970543" y="59648"/>
                </a:lnTo>
                <a:lnTo>
                  <a:pt x="970543" y="29927"/>
                </a:lnTo>
                <a:cubicBezTo>
                  <a:pt x="970543" y="27367"/>
                  <a:pt x="970289" y="26597"/>
                  <a:pt x="968748" y="26597"/>
                </a:cubicBezTo>
                <a:cubicBezTo>
                  <a:pt x="966958" y="28903"/>
                  <a:pt x="965417" y="31210"/>
                  <a:pt x="963627" y="33771"/>
                </a:cubicBezTo>
                <a:cubicBezTo>
                  <a:pt x="953888" y="47864"/>
                  <a:pt x="942871" y="60164"/>
                  <a:pt x="938774" y="61188"/>
                </a:cubicBezTo>
                <a:cubicBezTo>
                  <a:pt x="935955" y="62979"/>
                  <a:pt x="934415" y="64773"/>
                  <a:pt x="934415" y="66055"/>
                </a:cubicBezTo>
                <a:cubicBezTo>
                  <a:pt x="934415" y="66826"/>
                  <a:pt x="934673" y="67338"/>
                  <a:pt x="935443" y="67850"/>
                </a:cubicBezTo>
                <a:lnTo>
                  <a:pt x="949021" y="67850"/>
                </a:lnTo>
                <a:lnTo>
                  <a:pt x="949021" y="144961"/>
                </a:lnTo>
                <a:cubicBezTo>
                  <a:pt x="949021" y="166479"/>
                  <a:pt x="956707" y="177497"/>
                  <a:pt x="971825" y="177497"/>
                </a:cubicBezTo>
                <a:cubicBezTo>
                  <a:pt x="984378" y="177497"/>
                  <a:pt x="994113" y="171351"/>
                  <a:pt x="1002569" y="158027"/>
                </a:cubicBezTo>
                <a:lnTo>
                  <a:pt x="999239" y="155208"/>
                </a:lnTo>
                <a:cubicBezTo>
                  <a:pt x="993859" y="161612"/>
                  <a:pt x="989504" y="164177"/>
                  <a:pt x="983866" y="164177"/>
                </a:cubicBezTo>
                <a:cubicBezTo>
                  <a:pt x="974386" y="164177"/>
                  <a:pt x="970543" y="157257"/>
                  <a:pt x="970543" y="141118"/>
                </a:cubicBezTo>
                <a:lnTo>
                  <a:pt x="970543" y="67850"/>
                </a:lnTo>
                <a:lnTo>
                  <a:pt x="996420" y="67850"/>
                </a:lnTo>
                <a:lnTo>
                  <a:pt x="996420" y="59648"/>
                </a:lnTo>
                <a:close/>
                <a:moveTo>
                  <a:pt x="1047149" y="57146"/>
                </a:moveTo>
                <a:lnTo>
                  <a:pt x="1007436" y="71157"/>
                </a:lnTo>
                <a:lnTo>
                  <a:pt x="1007436" y="75004"/>
                </a:lnTo>
                <a:lnTo>
                  <a:pt x="1009489" y="74746"/>
                </a:lnTo>
                <a:cubicBezTo>
                  <a:pt x="1012562" y="74234"/>
                  <a:pt x="1015893" y="73976"/>
                  <a:pt x="1018199" y="73976"/>
                </a:cubicBezTo>
                <a:cubicBezTo>
                  <a:pt x="1024349" y="73976"/>
                  <a:pt x="1026652" y="78077"/>
                  <a:pt x="1026652" y="89360"/>
                </a:cubicBezTo>
                <a:lnTo>
                  <a:pt x="1026652" y="148847"/>
                </a:lnTo>
                <a:cubicBezTo>
                  <a:pt x="1026652" y="167308"/>
                  <a:pt x="1024091" y="170127"/>
                  <a:pt x="1006412" y="171151"/>
                </a:cubicBezTo>
                <a:lnTo>
                  <a:pt x="1006412" y="174994"/>
                </a:lnTo>
                <a:lnTo>
                  <a:pt x="1067135" y="174994"/>
                </a:lnTo>
                <a:lnTo>
                  <a:pt x="1067135" y="171151"/>
                </a:lnTo>
                <a:cubicBezTo>
                  <a:pt x="1050226" y="169873"/>
                  <a:pt x="1048174" y="167308"/>
                  <a:pt x="1048174" y="148847"/>
                </a:cubicBezTo>
                <a:lnTo>
                  <a:pt x="1048174" y="57916"/>
                </a:lnTo>
                <a:lnTo>
                  <a:pt x="1047149" y="57146"/>
                </a:lnTo>
                <a:moveTo>
                  <a:pt x="1035108" y="98"/>
                </a:moveTo>
                <a:cubicBezTo>
                  <a:pt x="1028192" y="98"/>
                  <a:pt x="1022296" y="5993"/>
                  <a:pt x="1022296" y="13167"/>
                </a:cubicBezTo>
                <a:cubicBezTo>
                  <a:pt x="1022296" y="20341"/>
                  <a:pt x="1027934" y="26233"/>
                  <a:pt x="1035108" y="26233"/>
                </a:cubicBezTo>
                <a:cubicBezTo>
                  <a:pt x="1042540" y="26233"/>
                  <a:pt x="1048432" y="20595"/>
                  <a:pt x="1048432" y="13167"/>
                </a:cubicBezTo>
                <a:cubicBezTo>
                  <a:pt x="1048432" y="5993"/>
                  <a:pt x="1042540" y="98"/>
                  <a:pt x="1035108" y="98"/>
                </a:cubicBezTo>
                <a:close/>
                <a:moveTo>
                  <a:pt x="1077640" y="73034"/>
                </a:moveTo>
                <a:cubicBezTo>
                  <a:pt x="1079176" y="72264"/>
                  <a:pt x="1081741" y="72010"/>
                  <a:pt x="1084559" y="72010"/>
                </a:cubicBezTo>
                <a:cubicBezTo>
                  <a:pt x="1091733" y="72010"/>
                  <a:pt x="1094036" y="75853"/>
                  <a:pt x="1094036" y="88402"/>
                </a:cubicBezTo>
                <a:lnTo>
                  <a:pt x="1094036" y="151940"/>
                </a:lnTo>
                <a:cubicBezTo>
                  <a:pt x="1094036" y="166542"/>
                  <a:pt x="1091217" y="170127"/>
                  <a:pt x="1078152" y="171151"/>
                </a:cubicBezTo>
                <a:lnTo>
                  <a:pt x="1078152" y="174994"/>
                </a:lnTo>
                <a:lnTo>
                  <a:pt x="1132471" y="174994"/>
                </a:lnTo>
                <a:lnTo>
                  <a:pt x="1132471" y="171151"/>
                </a:lnTo>
                <a:cubicBezTo>
                  <a:pt x="1119401" y="170127"/>
                  <a:pt x="1115558" y="167054"/>
                  <a:pt x="1115558" y="157832"/>
                </a:cubicBezTo>
                <a:lnTo>
                  <a:pt x="1115558" y="85842"/>
                </a:lnTo>
                <a:cubicBezTo>
                  <a:pt x="1127857" y="74312"/>
                  <a:pt x="1133495" y="71239"/>
                  <a:pt x="1141951" y="71239"/>
                </a:cubicBezTo>
                <a:cubicBezTo>
                  <a:pt x="1154505" y="71239"/>
                  <a:pt x="1160654" y="79180"/>
                  <a:pt x="1160654" y="96088"/>
                </a:cubicBezTo>
                <a:lnTo>
                  <a:pt x="1160654" y="149633"/>
                </a:lnTo>
                <a:cubicBezTo>
                  <a:pt x="1160654" y="165772"/>
                  <a:pt x="1157324" y="170127"/>
                  <a:pt x="1144512" y="171151"/>
                </a:cubicBezTo>
                <a:lnTo>
                  <a:pt x="1144512" y="174994"/>
                </a:lnTo>
                <a:lnTo>
                  <a:pt x="1197807" y="174994"/>
                </a:lnTo>
                <a:lnTo>
                  <a:pt x="1197807" y="171151"/>
                </a:lnTo>
                <a:cubicBezTo>
                  <a:pt x="1185249" y="169873"/>
                  <a:pt x="1182176" y="166796"/>
                  <a:pt x="1182176" y="154247"/>
                </a:cubicBezTo>
                <a:lnTo>
                  <a:pt x="1182176" y="95576"/>
                </a:lnTo>
                <a:cubicBezTo>
                  <a:pt x="1182176" y="71497"/>
                  <a:pt x="1170901" y="57146"/>
                  <a:pt x="1151944" y="57146"/>
                </a:cubicBezTo>
                <a:cubicBezTo>
                  <a:pt x="1140157" y="57146"/>
                  <a:pt x="1132213" y="61505"/>
                  <a:pt x="1114792" y="77901"/>
                </a:cubicBezTo>
                <a:lnTo>
                  <a:pt x="1114792" y="57662"/>
                </a:lnTo>
                <a:lnTo>
                  <a:pt x="1112997" y="57146"/>
                </a:lnTo>
                <a:cubicBezTo>
                  <a:pt x="1100444" y="61759"/>
                  <a:pt x="1091733" y="64578"/>
                  <a:pt x="1077640" y="68679"/>
                </a:cubicBezTo>
                <a:lnTo>
                  <a:pt x="1077640" y="73034"/>
                </a:lnTo>
                <a:close/>
                <a:moveTo>
                  <a:pt x="1322067" y="75645"/>
                </a:moveTo>
                <a:lnTo>
                  <a:pt x="1322067" y="65653"/>
                </a:lnTo>
                <a:lnTo>
                  <a:pt x="1302340" y="65653"/>
                </a:lnTo>
                <a:cubicBezTo>
                  <a:pt x="1297215" y="65653"/>
                  <a:pt x="1293372" y="64855"/>
                  <a:pt x="1288250" y="63041"/>
                </a:cubicBezTo>
                <a:lnTo>
                  <a:pt x="1282612" y="60993"/>
                </a:lnTo>
                <a:cubicBezTo>
                  <a:pt x="1275693" y="58428"/>
                  <a:pt x="1268777" y="57146"/>
                  <a:pt x="1262115" y="57146"/>
                </a:cubicBezTo>
                <a:cubicBezTo>
                  <a:pt x="1238286" y="57146"/>
                  <a:pt x="1219325" y="75645"/>
                  <a:pt x="1219325" y="98954"/>
                </a:cubicBezTo>
                <a:cubicBezTo>
                  <a:pt x="1219325" y="115093"/>
                  <a:pt x="1226245" y="124823"/>
                  <a:pt x="1243154" y="133276"/>
                </a:cubicBezTo>
                <a:cubicBezTo>
                  <a:pt x="1238286" y="137889"/>
                  <a:pt x="1233677" y="142236"/>
                  <a:pt x="1232137" y="143515"/>
                </a:cubicBezTo>
                <a:cubicBezTo>
                  <a:pt x="1223684" y="150931"/>
                  <a:pt x="1220353" y="156049"/>
                  <a:pt x="1220353" y="161163"/>
                </a:cubicBezTo>
                <a:cubicBezTo>
                  <a:pt x="1220353" y="166534"/>
                  <a:pt x="1223426" y="169603"/>
                  <a:pt x="1233931" y="174729"/>
                </a:cubicBezTo>
                <a:cubicBezTo>
                  <a:pt x="1215740" y="188064"/>
                  <a:pt x="1208824" y="196532"/>
                  <a:pt x="1208824" y="206020"/>
                </a:cubicBezTo>
                <a:cubicBezTo>
                  <a:pt x="1208824" y="219610"/>
                  <a:pt x="1228806" y="230885"/>
                  <a:pt x="1253146" y="230885"/>
                </a:cubicBezTo>
                <a:cubicBezTo>
                  <a:pt x="1272362" y="230885"/>
                  <a:pt x="1292347" y="224223"/>
                  <a:pt x="1305671" y="213460"/>
                </a:cubicBezTo>
                <a:cubicBezTo>
                  <a:pt x="1315410" y="205508"/>
                  <a:pt x="1319765" y="197298"/>
                  <a:pt x="1319765" y="187552"/>
                </a:cubicBezTo>
                <a:cubicBezTo>
                  <a:pt x="1319765" y="171652"/>
                  <a:pt x="1307719" y="160908"/>
                  <a:pt x="1288762" y="160142"/>
                </a:cubicBezTo>
                <a:lnTo>
                  <a:pt x="1255711" y="158606"/>
                </a:lnTo>
                <a:cubicBezTo>
                  <a:pt x="1242129" y="158094"/>
                  <a:pt x="1235726" y="155791"/>
                  <a:pt x="1235726" y="151701"/>
                </a:cubicBezTo>
                <a:cubicBezTo>
                  <a:pt x="1235726" y="146584"/>
                  <a:pt x="1244178" y="137631"/>
                  <a:pt x="1251098" y="135582"/>
                </a:cubicBezTo>
                <a:cubicBezTo>
                  <a:pt x="1253404" y="135840"/>
                  <a:pt x="1255199" y="136095"/>
                  <a:pt x="1255965" y="136095"/>
                </a:cubicBezTo>
                <a:cubicBezTo>
                  <a:pt x="1260833" y="136607"/>
                  <a:pt x="1264163" y="136865"/>
                  <a:pt x="1265704" y="136865"/>
                </a:cubicBezTo>
                <a:cubicBezTo>
                  <a:pt x="1275180" y="136865"/>
                  <a:pt x="1285431" y="133022"/>
                  <a:pt x="1293372" y="126106"/>
                </a:cubicBezTo>
                <a:cubicBezTo>
                  <a:pt x="1301828" y="118932"/>
                  <a:pt x="1305671" y="109967"/>
                  <a:pt x="1305671" y="97164"/>
                </a:cubicBezTo>
                <a:cubicBezTo>
                  <a:pt x="1305671" y="89735"/>
                  <a:pt x="1304389" y="83844"/>
                  <a:pt x="1300804" y="75645"/>
                </a:cubicBezTo>
                <a:lnTo>
                  <a:pt x="1322067" y="75645"/>
                </a:lnTo>
                <a:moveTo>
                  <a:pt x="1239311" y="175495"/>
                </a:moveTo>
                <a:cubicBezTo>
                  <a:pt x="1247767" y="177293"/>
                  <a:pt x="1268265" y="178830"/>
                  <a:pt x="1280818" y="178830"/>
                </a:cubicBezTo>
                <a:cubicBezTo>
                  <a:pt x="1304134" y="178830"/>
                  <a:pt x="1312591" y="182165"/>
                  <a:pt x="1312591" y="191399"/>
                </a:cubicBezTo>
                <a:cubicBezTo>
                  <a:pt x="1312591" y="206278"/>
                  <a:pt x="1293117" y="216279"/>
                  <a:pt x="1264163" y="216279"/>
                </a:cubicBezTo>
                <a:cubicBezTo>
                  <a:pt x="1241617" y="216279"/>
                  <a:pt x="1226757" y="208843"/>
                  <a:pt x="1226757" y="197556"/>
                </a:cubicBezTo>
                <a:cubicBezTo>
                  <a:pt x="1226757" y="191657"/>
                  <a:pt x="1228552" y="188322"/>
                  <a:pt x="1239311" y="175495"/>
                </a:cubicBezTo>
                <a:moveTo>
                  <a:pt x="1240593" y="88453"/>
                </a:moveTo>
                <a:cubicBezTo>
                  <a:pt x="1240593" y="73343"/>
                  <a:pt x="1247767" y="64323"/>
                  <a:pt x="1259554" y="64323"/>
                </a:cubicBezTo>
                <a:cubicBezTo>
                  <a:pt x="1267494" y="64323"/>
                  <a:pt x="1274156" y="68730"/>
                  <a:pt x="1278257" y="76416"/>
                </a:cubicBezTo>
                <a:cubicBezTo>
                  <a:pt x="1282867" y="85380"/>
                  <a:pt x="1285943" y="97164"/>
                  <a:pt x="1285943" y="107152"/>
                </a:cubicBezTo>
                <a:cubicBezTo>
                  <a:pt x="1285943" y="121493"/>
                  <a:pt x="1278511" y="130457"/>
                  <a:pt x="1266728" y="130457"/>
                </a:cubicBezTo>
                <a:cubicBezTo>
                  <a:pt x="1251356" y="130457"/>
                  <a:pt x="1240593" y="113810"/>
                  <a:pt x="1240593" y="89223"/>
                </a:cubicBezTo>
                <a:lnTo>
                  <a:pt x="1240593" y="88453"/>
                </a:lnTo>
                <a:close/>
                <a:moveTo>
                  <a:pt x="1532677" y="158031"/>
                </a:moveTo>
                <a:cubicBezTo>
                  <a:pt x="1528321" y="161612"/>
                  <a:pt x="1525249" y="162894"/>
                  <a:pt x="1521406" y="162894"/>
                </a:cubicBezTo>
                <a:cubicBezTo>
                  <a:pt x="1515514" y="162894"/>
                  <a:pt x="1513719" y="159309"/>
                  <a:pt x="1513719" y="148046"/>
                </a:cubicBezTo>
                <a:lnTo>
                  <a:pt x="1513719" y="98117"/>
                </a:lnTo>
                <a:cubicBezTo>
                  <a:pt x="1513719" y="84802"/>
                  <a:pt x="1512437" y="77377"/>
                  <a:pt x="1508594" y="71232"/>
                </a:cubicBezTo>
                <a:cubicBezTo>
                  <a:pt x="1502956" y="62017"/>
                  <a:pt x="1491939" y="57146"/>
                  <a:pt x="1476825" y="57146"/>
                </a:cubicBezTo>
                <a:cubicBezTo>
                  <a:pt x="1452739" y="57146"/>
                  <a:pt x="1433781" y="69695"/>
                  <a:pt x="1433781" y="85826"/>
                </a:cubicBezTo>
                <a:cubicBezTo>
                  <a:pt x="1433781" y="91718"/>
                  <a:pt x="1438903" y="96835"/>
                  <a:pt x="1444798" y="96835"/>
                </a:cubicBezTo>
                <a:cubicBezTo>
                  <a:pt x="1450944" y="96835"/>
                  <a:pt x="1456327" y="91718"/>
                  <a:pt x="1456327" y="86084"/>
                </a:cubicBezTo>
                <a:cubicBezTo>
                  <a:pt x="1456327" y="85060"/>
                  <a:pt x="1456069" y="83777"/>
                  <a:pt x="1455815" y="81987"/>
                </a:cubicBezTo>
                <a:cubicBezTo>
                  <a:pt x="1455303" y="79684"/>
                  <a:pt x="1455045" y="77635"/>
                  <a:pt x="1455045" y="75841"/>
                </a:cubicBezTo>
                <a:cubicBezTo>
                  <a:pt x="1455045" y="68929"/>
                  <a:pt x="1463243" y="63295"/>
                  <a:pt x="1473494" y="63295"/>
                </a:cubicBezTo>
                <a:cubicBezTo>
                  <a:pt x="1486048" y="63295"/>
                  <a:pt x="1492964" y="70719"/>
                  <a:pt x="1492964" y="84547"/>
                </a:cubicBezTo>
                <a:lnTo>
                  <a:pt x="1492964" y="100166"/>
                </a:lnTo>
                <a:cubicBezTo>
                  <a:pt x="1453509" y="116039"/>
                  <a:pt x="1449154" y="118087"/>
                  <a:pt x="1438136" y="127818"/>
                </a:cubicBezTo>
                <a:cubicBezTo>
                  <a:pt x="1432499" y="132940"/>
                  <a:pt x="1428910" y="141642"/>
                  <a:pt x="1428910" y="150091"/>
                </a:cubicBezTo>
                <a:cubicBezTo>
                  <a:pt x="1428910" y="166225"/>
                  <a:pt x="1440185" y="177497"/>
                  <a:pt x="1455815" y="177497"/>
                </a:cubicBezTo>
                <a:cubicBezTo>
                  <a:pt x="1467087" y="177497"/>
                  <a:pt x="1477591" y="172117"/>
                  <a:pt x="1493222" y="158793"/>
                </a:cubicBezTo>
                <a:cubicBezTo>
                  <a:pt x="1494504" y="172117"/>
                  <a:pt x="1499113" y="177497"/>
                  <a:pt x="1509618" y="177497"/>
                </a:cubicBezTo>
                <a:cubicBezTo>
                  <a:pt x="1518329" y="177497"/>
                  <a:pt x="1523712" y="174424"/>
                  <a:pt x="1532677" y="164689"/>
                </a:cubicBezTo>
                <a:lnTo>
                  <a:pt x="1532677" y="158031"/>
                </a:lnTo>
                <a:moveTo>
                  <a:pt x="1492964" y="143421"/>
                </a:moveTo>
                <a:cubicBezTo>
                  <a:pt x="1492964" y="151365"/>
                  <a:pt x="1491685" y="153672"/>
                  <a:pt x="1486302" y="156745"/>
                </a:cubicBezTo>
                <a:cubicBezTo>
                  <a:pt x="1480156" y="160334"/>
                  <a:pt x="1472982" y="162636"/>
                  <a:pt x="1467599" y="162636"/>
                </a:cubicBezTo>
                <a:cubicBezTo>
                  <a:pt x="1458634" y="162636"/>
                  <a:pt x="1451460" y="153926"/>
                  <a:pt x="1451460" y="142909"/>
                </a:cubicBezTo>
                <a:lnTo>
                  <a:pt x="1451460" y="141885"/>
                </a:lnTo>
                <a:cubicBezTo>
                  <a:pt x="1451460" y="126766"/>
                  <a:pt x="1461961" y="117544"/>
                  <a:pt x="1492964" y="106269"/>
                </a:cubicBezTo>
                <a:lnTo>
                  <a:pt x="1492964" y="143421"/>
                </a:lnTo>
                <a:close/>
                <a:moveTo>
                  <a:pt x="1534983" y="75083"/>
                </a:moveTo>
                <a:cubicBezTo>
                  <a:pt x="1538572" y="74312"/>
                  <a:pt x="1540879" y="74054"/>
                  <a:pt x="1543952" y="74054"/>
                </a:cubicBezTo>
                <a:cubicBezTo>
                  <a:pt x="1550355" y="74054"/>
                  <a:pt x="1552662" y="78155"/>
                  <a:pt x="1552662" y="89427"/>
                </a:cubicBezTo>
                <a:lnTo>
                  <a:pt x="1552662" y="153476"/>
                </a:lnTo>
                <a:cubicBezTo>
                  <a:pt x="1552662" y="166284"/>
                  <a:pt x="1550868" y="168078"/>
                  <a:pt x="1534471" y="171151"/>
                </a:cubicBezTo>
                <a:lnTo>
                  <a:pt x="1534471" y="174994"/>
                </a:lnTo>
                <a:lnTo>
                  <a:pt x="1595964" y="174994"/>
                </a:lnTo>
                <a:lnTo>
                  <a:pt x="1595964" y="171151"/>
                </a:lnTo>
                <a:cubicBezTo>
                  <a:pt x="1578539" y="170385"/>
                  <a:pt x="1574184" y="166542"/>
                  <a:pt x="1574184" y="151940"/>
                </a:cubicBezTo>
                <a:lnTo>
                  <a:pt x="1574184" y="94294"/>
                </a:lnTo>
                <a:cubicBezTo>
                  <a:pt x="1574184" y="86096"/>
                  <a:pt x="1585201" y="73288"/>
                  <a:pt x="1592121" y="73288"/>
                </a:cubicBezTo>
                <a:cubicBezTo>
                  <a:pt x="1593657" y="73288"/>
                  <a:pt x="1595964" y="74570"/>
                  <a:pt x="1598783" y="77131"/>
                </a:cubicBezTo>
                <a:cubicBezTo>
                  <a:pt x="1602880" y="80716"/>
                  <a:pt x="1605699" y="82253"/>
                  <a:pt x="1609030" y="82253"/>
                </a:cubicBezTo>
                <a:cubicBezTo>
                  <a:pt x="1615179" y="82253"/>
                  <a:pt x="1619022" y="77897"/>
                  <a:pt x="1619022" y="70727"/>
                </a:cubicBezTo>
                <a:cubicBezTo>
                  <a:pt x="1619022" y="62271"/>
                  <a:pt x="1613643" y="57146"/>
                  <a:pt x="1604932" y="57146"/>
                </a:cubicBezTo>
                <a:cubicBezTo>
                  <a:pt x="1594170" y="57146"/>
                  <a:pt x="1586741" y="63041"/>
                  <a:pt x="1574184" y="81228"/>
                </a:cubicBezTo>
                <a:lnTo>
                  <a:pt x="1574184" y="57662"/>
                </a:lnTo>
                <a:lnTo>
                  <a:pt x="1572906" y="57146"/>
                </a:lnTo>
                <a:cubicBezTo>
                  <a:pt x="1559324" y="62783"/>
                  <a:pt x="1550101" y="66114"/>
                  <a:pt x="1534983" y="70981"/>
                </a:cubicBezTo>
                <a:lnTo>
                  <a:pt x="1534983" y="75083"/>
                </a:lnTo>
                <a:close/>
                <a:moveTo>
                  <a:pt x="1720484" y="134984"/>
                </a:moveTo>
                <a:cubicBezTo>
                  <a:pt x="1708185" y="152906"/>
                  <a:pt x="1698962" y="159051"/>
                  <a:pt x="1684356" y="159051"/>
                </a:cubicBezTo>
                <a:cubicBezTo>
                  <a:pt x="1661040" y="159051"/>
                  <a:pt x="1644643" y="138569"/>
                  <a:pt x="1644643" y="109127"/>
                </a:cubicBezTo>
                <a:cubicBezTo>
                  <a:pt x="1644643" y="82757"/>
                  <a:pt x="1658737" y="64578"/>
                  <a:pt x="1679489" y="64578"/>
                </a:cubicBezTo>
                <a:cubicBezTo>
                  <a:pt x="1688712" y="64578"/>
                  <a:pt x="1692043" y="67392"/>
                  <a:pt x="1694607" y="76865"/>
                </a:cubicBezTo>
                <a:lnTo>
                  <a:pt x="1696144" y="82499"/>
                </a:lnTo>
                <a:cubicBezTo>
                  <a:pt x="1698192" y="89669"/>
                  <a:pt x="1702806" y="94278"/>
                  <a:pt x="1708185" y="94278"/>
                </a:cubicBezTo>
                <a:cubicBezTo>
                  <a:pt x="1714847" y="94278"/>
                  <a:pt x="1720484" y="89411"/>
                  <a:pt x="1720484" y="83523"/>
                </a:cubicBezTo>
                <a:cubicBezTo>
                  <a:pt x="1720484" y="69187"/>
                  <a:pt x="1702547" y="57146"/>
                  <a:pt x="1681026" y="57146"/>
                </a:cubicBezTo>
                <a:cubicBezTo>
                  <a:pt x="1668472" y="57146"/>
                  <a:pt x="1655406" y="62271"/>
                  <a:pt x="1644901" y="71490"/>
                </a:cubicBezTo>
                <a:cubicBezTo>
                  <a:pt x="1632090" y="82757"/>
                  <a:pt x="1624916" y="100166"/>
                  <a:pt x="1624916" y="120390"/>
                </a:cubicBezTo>
                <a:cubicBezTo>
                  <a:pt x="1624916" y="153676"/>
                  <a:pt x="1645156" y="177497"/>
                  <a:pt x="1673597" y="177497"/>
                </a:cubicBezTo>
                <a:cubicBezTo>
                  <a:pt x="1685127" y="177497"/>
                  <a:pt x="1695373" y="173399"/>
                  <a:pt x="1704600" y="165455"/>
                </a:cubicBezTo>
                <a:cubicBezTo>
                  <a:pt x="1711516" y="159305"/>
                  <a:pt x="1716383" y="152393"/>
                  <a:pt x="1724069" y="137287"/>
                </a:cubicBezTo>
                <a:lnTo>
                  <a:pt x="1720484" y="134984"/>
                </a:lnTo>
                <a:close/>
                <a:moveTo>
                  <a:pt x="1772497" y="87124"/>
                </a:moveTo>
                <a:cubicBezTo>
                  <a:pt x="1783256" y="75341"/>
                  <a:pt x="1790942" y="70981"/>
                  <a:pt x="1800935" y="70981"/>
                </a:cubicBezTo>
                <a:cubicBezTo>
                  <a:pt x="1813746" y="70981"/>
                  <a:pt x="1820150" y="80208"/>
                  <a:pt x="1820150" y="98141"/>
                </a:cubicBezTo>
                <a:lnTo>
                  <a:pt x="1820150" y="148863"/>
                </a:lnTo>
                <a:cubicBezTo>
                  <a:pt x="1820150" y="166284"/>
                  <a:pt x="1817589" y="169615"/>
                  <a:pt x="1802729" y="171151"/>
                </a:cubicBezTo>
                <a:lnTo>
                  <a:pt x="1802729" y="174994"/>
                </a:lnTo>
                <a:lnTo>
                  <a:pt x="1857048" y="174994"/>
                </a:lnTo>
                <a:lnTo>
                  <a:pt x="1857048" y="171151"/>
                </a:lnTo>
                <a:cubicBezTo>
                  <a:pt x="1843212" y="168591"/>
                  <a:pt x="1841672" y="166542"/>
                  <a:pt x="1841672" y="148863"/>
                </a:cubicBezTo>
                <a:lnTo>
                  <a:pt x="1841672" y="97883"/>
                </a:lnTo>
                <a:cubicBezTo>
                  <a:pt x="1841672" y="70981"/>
                  <a:pt x="1830913" y="57146"/>
                  <a:pt x="1810157" y="57146"/>
                </a:cubicBezTo>
                <a:cubicBezTo>
                  <a:pt x="1795043" y="57146"/>
                  <a:pt x="1784280" y="63295"/>
                  <a:pt x="1772497" y="78668"/>
                </a:cubicBezTo>
                <a:lnTo>
                  <a:pt x="1772497" y="782"/>
                </a:lnTo>
                <a:lnTo>
                  <a:pt x="1771214" y="12"/>
                </a:lnTo>
                <a:cubicBezTo>
                  <a:pt x="1762504" y="3085"/>
                  <a:pt x="1756096" y="5137"/>
                  <a:pt x="1741748" y="9234"/>
                </a:cubicBezTo>
                <a:lnTo>
                  <a:pt x="1734832" y="11287"/>
                </a:lnTo>
                <a:lnTo>
                  <a:pt x="1734832" y="15384"/>
                </a:lnTo>
                <a:cubicBezTo>
                  <a:pt x="1735857" y="15130"/>
                  <a:pt x="1736627" y="15130"/>
                  <a:pt x="1737905" y="15130"/>
                </a:cubicBezTo>
                <a:cubicBezTo>
                  <a:pt x="1748922" y="15130"/>
                  <a:pt x="1750975" y="17178"/>
                  <a:pt x="1750975" y="28196"/>
                </a:cubicBezTo>
                <a:lnTo>
                  <a:pt x="1750975" y="148863"/>
                </a:lnTo>
                <a:cubicBezTo>
                  <a:pt x="1750975" y="166796"/>
                  <a:pt x="1749434" y="169103"/>
                  <a:pt x="1734574" y="171151"/>
                </a:cubicBezTo>
                <a:lnTo>
                  <a:pt x="1734574" y="174994"/>
                </a:lnTo>
                <a:lnTo>
                  <a:pt x="1789918" y="174994"/>
                </a:lnTo>
                <a:lnTo>
                  <a:pt x="1789918" y="171151"/>
                </a:lnTo>
                <a:cubicBezTo>
                  <a:pt x="1775057" y="169615"/>
                  <a:pt x="1772497" y="166542"/>
                  <a:pt x="1772497" y="148863"/>
                </a:cubicBezTo>
                <a:lnTo>
                  <a:pt x="1772497" y="87124"/>
                </a:lnTo>
                <a:close/>
                <a:moveTo>
                  <a:pt x="1905213" y="57146"/>
                </a:moveTo>
                <a:lnTo>
                  <a:pt x="1865500" y="71157"/>
                </a:lnTo>
                <a:lnTo>
                  <a:pt x="1865500" y="75004"/>
                </a:lnTo>
                <a:lnTo>
                  <a:pt x="1867553" y="74746"/>
                </a:lnTo>
                <a:cubicBezTo>
                  <a:pt x="1870626" y="74234"/>
                  <a:pt x="1873956" y="73976"/>
                  <a:pt x="1876263" y="73976"/>
                </a:cubicBezTo>
                <a:cubicBezTo>
                  <a:pt x="1882413" y="73976"/>
                  <a:pt x="1884715" y="78077"/>
                  <a:pt x="1884715" y="89360"/>
                </a:cubicBezTo>
                <a:lnTo>
                  <a:pt x="1884715" y="148847"/>
                </a:lnTo>
                <a:cubicBezTo>
                  <a:pt x="1884715" y="167308"/>
                  <a:pt x="1882155" y="170127"/>
                  <a:pt x="1864476" y="171151"/>
                </a:cubicBezTo>
                <a:lnTo>
                  <a:pt x="1864476" y="174994"/>
                </a:lnTo>
                <a:lnTo>
                  <a:pt x="1925199" y="174994"/>
                </a:lnTo>
                <a:lnTo>
                  <a:pt x="1925199" y="171151"/>
                </a:lnTo>
                <a:cubicBezTo>
                  <a:pt x="1908290" y="169873"/>
                  <a:pt x="1906237" y="167308"/>
                  <a:pt x="1906237" y="148847"/>
                </a:cubicBezTo>
                <a:lnTo>
                  <a:pt x="1906237" y="57916"/>
                </a:lnTo>
                <a:lnTo>
                  <a:pt x="1905213" y="57146"/>
                </a:lnTo>
                <a:moveTo>
                  <a:pt x="1893172" y="98"/>
                </a:moveTo>
                <a:cubicBezTo>
                  <a:pt x="1886256" y="98"/>
                  <a:pt x="1880360" y="5993"/>
                  <a:pt x="1880360" y="13167"/>
                </a:cubicBezTo>
                <a:cubicBezTo>
                  <a:pt x="1880360" y="20341"/>
                  <a:pt x="1885998" y="26233"/>
                  <a:pt x="1893172" y="26233"/>
                </a:cubicBezTo>
                <a:cubicBezTo>
                  <a:pt x="1900604" y="26233"/>
                  <a:pt x="1906495" y="20595"/>
                  <a:pt x="1906495" y="13167"/>
                </a:cubicBezTo>
                <a:cubicBezTo>
                  <a:pt x="1906495" y="5993"/>
                  <a:pt x="1900604" y="98"/>
                  <a:pt x="1893172" y="98"/>
                </a:cubicBezTo>
                <a:close/>
                <a:moveTo>
                  <a:pt x="1996938" y="59648"/>
                </a:moveTo>
                <a:lnTo>
                  <a:pt x="1971061" y="59648"/>
                </a:lnTo>
                <a:lnTo>
                  <a:pt x="1971061" y="29927"/>
                </a:lnTo>
                <a:cubicBezTo>
                  <a:pt x="1971061" y="27367"/>
                  <a:pt x="1970807" y="26597"/>
                  <a:pt x="1969266" y="26597"/>
                </a:cubicBezTo>
                <a:cubicBezTo>
                  <a:pt x="1967476" y="28903"/>
                  <a:pt x="1965935" y="31210"/>
                  <a:pt x="1964145" y="33771"/>
                </a:cubicBezTo>
                <a:cubicBezTo>
                  <a:pt x="1954406" y="47864"/>
                  <a:pt x="1943389" y="60164"/>
                  <a:pt x="1939292" y="61188"/>
                </a:cubicBezTo>
                <a:cubicBezTo>
                  <a:pt x="1936473" y="62979"/>
                  <a:pt x="1934933" y="64773"/>
                  <a:pt x="1934933" y="66055"/>
                </a:cubicBezTo>
                <a:cubicBezTo>
                  <a:pt x="1934933" y="66826"/>
                  <a:pt x="1935191" y="67338"/>
                  <a:pt x="1935961" y="67850"/>
                </a:cubicBezTo>
                <a:lnTo>
                  <a:pt x="1949539" y="67850"/>
                </a:lnTo>
                <a:lnTo>
                  <a:pt x="1949539" y="144961"/>
                </a:lnTo>
                <a:cubicBezTo>
                  <a:pt x="1949539" y="166479"/>
                  <a:pt x="1957225" y="177497"/>
                  <a:pt x="1972343" y="177497"/>
                </a:cubicBezTo>
                <a:cubicBezTo>
                  <a:pt x="1984897" y="177497"/>
                  <a:pt x="1994631" y="171351"/>
                  <a:pt x="2003088" y="158027"/>
                </a:cubicBezTo>
                <a:lnTo>
                  <a:pt x="1999757" y="155208"/>
                </a:lnTo>
                <a:cubicBezTo>
                  <a:pt x="1994377" y="161612"/>
                  <a:pt x="1990022" y="164177"/>
                  <a:pt x="1984384" y="164177"/>
                </a:cubicBezTo>
                <a:cubicBezTo>
                  <a:pt x="1974904" y="164177"/>
                  <a:pt x="1971061" y="157257"/>
                  <a:pt x="1971061" y="141118"/>
                </a:cubicBezTo>
                <a:lnTo>
                  <a:pt x="1971061" y="67850"/>
                </a:lnTo>
                <a:lnTo>
                  <a:pt x="1996938" y="67850"/>
                </a:lnTo>
                <a:lnTo>
                  <a:pt x="1996938" y="59648"/>
                </a:lnTo>
                <a:close/>
                <a:moveTo>
                  <a:pt x="2107366" y="132904"/>
                </a:moveTo>
                <a:cubicBezTo>
                  <a:pt x="2095071" y="152386"/>
                  <a:pt x="2084050" y="159822"/>
                  <a:pt x="2067653" y="159822"/>
                </a:cubicBezTo>
                <a:cubicBezTo>
                  <a:pt x="2053051" y="159822"/>
                  <a:pt x="2042034" y="152386"/>
                  <a:pt x="2034602" y="137776"/>
                </a:cubicBezTo>
                <a:cubicBezTo>
                  <a:pt x="2029989" y="128033"/>
                  <a:pt x="2028198" y="119573"/>
                  <a:pt x="2027686" y="103935"/>
                </a:cubicBezTo>
                <a:lnTo>
                  <a:pt x="2106600" y="103935"/>
                </a:lnTo>
                <a:cubicBezTo>
                  <a:pt x="2104547" y="87312"/>
                  <a:pt x="2101987" y="79907"/>
                  <a:pt x="2095583" y="71736"/>
                </a:cubicBezTo>
                <a:cubicBezTo>
                  <a:pt x="2087893" y="62529"/>
                  <a:pt x="2076109" y="57146"/>
                  <a:pt x="2062786" y="57146"/>
                </a:cubicBezTo>
                <a:cubicBezTo>
                  <a:pt x="2049974" y="57146"/>
                  <a:pt x="2037933" y="61759"/>
                  <a:pt x="2028198" y="70458"/>
                </a:cubicBezTo>
                <a:cubicBezTo>
                  <a:pt x="2016153" y="80927"/>
                  <a:pt x="2009237" y="99067"/>
                  <a:pt x="2009237" y="120085"/>
                </a:cubicBezTo>
                <a:cubicBezTo>
                  <a:pt x="2009237" y="155462"/>
                  <a:pt x="2027686" y="177497"/>
                  <a:pt x="2057148" y="177497"/>
                </a:cubicBezTo>
                <a:cubicBezTo>
                  <a:pt x="2081489" y="177497"/>
                  <a:pt x="2100704" y="162382"/>
                  <a:pt x="2111467" y="134699"/>
                </a:cubicBezTo>
                <a:lnTo>
                  <a:pt x="2107366" y="132904"/>
                </a:lnTo>
                <a:moveTo>
                  <a:pt x="2028198" y="95737"/>
                </a:moveTo>
                <a:cubicBezTo>
                  <a:pt x="2031013" y="75821"/>
                  <a:pt x="2039727" y="66372"/>
                  <a:pt x="2055354" y="66372"/>
                </a:cubicBezTo>
                <a:cubicBezTo>
                  <a:pt x="2070984" y="66372"/>
                  <a:pt x="2077134" y="73523"/>
                  <a:pt x="2080465" y="95737"/>
                </a:cubicBezTo>
                <a:lnTo>
                  <a:pt x="2028198" y="95737"/>
                </a:lnTo>
                <a:close/>
                <a:moveTo>
                  <a:pt x="2218565" y="134984"/>
                </a:moveTo>
                <a:cubicBezTo>
                  <a:pt x="2206266" y="152906"/>
                  <a:pt x="2197043" y="159051"/>
                  <a:pt x="2182437" y="159051"/>
                </a:cubicBezTo>
                <a:cubicBezTo>
                  <a:pt x="2159121" y="159051"/>
                  <a:pt x="2142724" y="138569"/>
                  <a:pt x="2142724" y="109127"/>
                </a:cubicBezTo>
                <a:cubicBezTo>
                  <a:pt x="2142724" y="82757"/>
                  <a:pt x="2156818" y="64578"/>
                  <a:pt x="2177570" y="64578"/>
                </a:cubicBezTo>
                <a:cubicBezTo>
                  <a:pt x="2186792" y="64578"/>
                  <a:pt x="2190123" y="67392"/>
                  <a:pt x="2192688" y="76865"/>
                </a:cubicBezTo>
                <a:lnTo>
                  <a:pt x="2194224" y="82499"/>
                </a:lnTo>
                <a:cubicBezTo>
                  <a:pt x="2196273" y="89669"/>
                  <a:pt x="2200886" y="94278"/>
                  <a:pt x="2206266" y="94278"/>
                </a:cubicBezTo>
                <a:cubicBezTo>
                  <a:pt x="2212927" y="94278"/>
                  <a:pt x="2218565" y="89411"/>
                  <a:pt x="2218565" y="83523"/>
                </a:cubicBezTo>
                <a:cubicBezTo>
                  <a:pt x="2218565" y="69187"/>
                  <a:pt x="2200628" y="57146"/>
                  <a:pt x="2179106" y="57146"/>
                </a:cubicBezTo>
                <a:cubicBezTo>
                  <a:pt x="2166553" y="57146"/>
                  <a:pt x="2153487" y="62271"/>
                  <a:pt x="2142982" y="71490"/>
                </a:cubicBezTo>
                <a:cubicBezTo>
                  <a:pt x="2130170" y="82757"/>
                  <a:pt x="2122997" y="100166"/>
                  <a:pt x="2122997" y="120390"/>
                </a:cubicBezTo>
                <a:cubicBezTo>
                  <a:pt x="2122997" y="153676"/>
                  <a:pt x="2143236" y="177497"/>
                  <a:pt x="2171678" y="177497"/>
                </a:cubicBezTo>
                <a:cubicBezTo>
                  <a:pt x="2183207" y="177497"/>
                  <a:pt x="2193454" y="173399"/>
                  <a:pt x="2202681" y="165455"/>
                </a:cubicBezTo>
                <a:cubicBezTo>
                  <a:pt x="2209596" y="159305"/>
                  <a:pt x="2214464" y="152393"/>
                  <a:pt x="2222150" y="137287"/>
                </a:cubicBezTo>
                <a:lnTo>
                  <a:pt x="2218565" y="134984"/>
                </a:lnTo>
                <a:close/>
                <a:moveTo>
                  <a:pt x="2295684" y="59648"/>
                </a:moveTo>
                <a:lnTo>
                  <a:pt x="2269807" y="59648"/>
                </a:lnTo>
                <a:lnTo>
                  <a:pt x="2269807" y="29927"/>
                </a:lnTo>
                <a:cubicBezTo>
                  <a:pt x="2269807" y="27367"/>
                  <a:pt x="2269553" y="26597"/>
                  <a:pt x="2268013" y="26597"/>
                </a:cubicBezTo>
                <a:cubicBezTo>
                  <a:pt x="2266222" y="28903"/>
                  <a:pt x="2264682" y="31210"/>
                  <a:pt x="2262891" y="33771"/>
                </a:cubicBezTo>
                <a:cubicBezTo>
                  <a:pt x="2253152" y="47864"/>
                  <a:pt x="2242135" y="60164"/>
                  <a:pt x="2238038" y="61188"/>
                </a:cubicBezTo>
                <a:cubicBezTo>
                  <a:pt x="2235219" y="62979"/>
                  <a:pt x="2233679" y="64773"/>
                  <a:pt x="2233679" y="66055"/>
                </a:cubicBezTo>
                <a:cubicBezTo>
                  <a:pt x="2233679" y="66826"/>
                  <a:pt x="2233937" y="67338"/>
                  <a:pt x="2234707" y="67850"/>
                </a:cubicBezTo>
                <a:lnTo>
                  <a:pt x="2248285" y="67850"/>
                </a:lnTo>
                <a:lnTo>
                  <a:pt x="2248285" y="144961"/>
                </a:lnTo>
                <a:cubicBezTo>
                  <a:pt x="2248285" y="166479"/>
                  <a:pt x="2255971" y="177497"/>
                  <a:pt x="2271089" y="177497"/>
                </a:cubicBezTo>
                <a:cubicBezTo>
                  <a:pt x="2283643" y="177497"/>
                  <a:pt x="2293378" y="171351"/>
                  <a:pt x="2301834" y="158027"/>
                </a:cubicBezTo>
                <a:lnTo>
                  <a:pt x="2298503" y="155208"/>
                </a:lnTo>
                <a:cubicBezTo>
                  <a:pt x="2293123" y="161612"/>
                  <a:pt x="2288768" y="164177"/>
                  <a:pt x="2283131" y="164177"/>
                </a:cubicBezTo>
                <a:cubicBezTo>
                  <a:pt x="2273650" y="164177"/>
                  <a:pt x="2269807" y="157257"/>
                  <a:pt x="2269807" y="141118"/>
                </a:cubicBezTo>
                <a:lnTo>
                  <a:pt x="2269807" y="67850"/>
                </a:lnTo>
                <a:lnTo>
                  <a:pt x="2295684" y="67850"/>
                </a:lnTo>
                <a:lnTo>
                  <a:pt x="2295684" y="59648"/>
                </a:lnTo>
                <a:close/>
                <a:moveTo>
                  <a:pt x="2424303" y="162136"/>
                </a:moveTo>
                <a:lnTo>
                  <a:pt x="2423025" y="162136"/>
                </a:lnTo>
                <a:cubicBezTo>
                  <a:pt x="2411238" y="162136"/>
                  <a:pt x="2408419" y="159317"/>
                  <a:pt x="2408419" y="147530"/>
                </a:cubicBezTo>
                <a:lnTo>
                  <a:pt x="2408419" y="59648"/>
                </a:lnTo>
                <a:lnTo>
                  <a:pt x="2367936" y="59648"/>
                </a:lnTo>
                <a:lnTo>
                  <a:pt x="2367936" y="64007"/>
                </a:lnTo>
                <a:cubicBezTo>
                  <a:pt x="2383824" y="64773"/>
                  <a:pt x="2386897" y="67338"/>
                  <a:pt x="2386897" y="80145"/>
                </a:cubicBezTo>
                <a:lnTo>
                  <a:pt x="2386897" y="140348"/>
                </a:lnTo>
                <a:cubicBezTo>
                  <a:pt x="2386897" y="147522"/>
                  <a:pt x="2385615" y="151111"/>
                  <a:pt x="2382030" y="153926"/>
                </a:cubicBezTo>
                <a:cubicBezTo>
                  <a:pt x="2375110" y="159564"/>
                  <a:pt x="2367169" y="162636"/>
                  <a:pt x="2359483" y="162636"/>
                </a:cubicBezTo>
                <a:cubicBezTo>
                  <a:pt x="2349491" y="162636"/>
                  <a:pt x="2341292" y="153926"/>
                  <a:pt x="2341292" y="143167"/>
                </a:cubicBezTo>
                <a:lnTo>
                  <a:pt x="2341292" y="59648"/>
                </a:lnTo>
                <a:lnTo>
                  <a:pt x="2303882" y="59648"/>
                </a:lnTo>
                <a:lnTo>
                  <a:pt x="2303882" y="63237"/>
                </a:lnTo>
                <a:cubicBezTo>
                  <a:pt x="2316181" y="64007"/>
                  <a:pt x="2319770" y="67850"/>
                  <a:pt x="2319770" y="79633"/>
                </a:cubicBezTo>
                <a:lnTo>
                  <a:pt x="2319770" y="144191"/>
                </a:lnTo>
                <a:cubicBezTo>
                  <a:pt x="2319770" y="164431"/>
                  <a:pt x="2332066" y="177497"/>
                  <a:pt x="2350769" y="177497"/>
                </a:cubicBezTo>
                <a:cubicBezTo>
                  <a:pt x="2360250" y="177497"/>
                  <a:pt x="2370242" y="173399"/>
                  <a:pt x="2377162" y="166479"/>
                </a:cubicBezTo>
                <a:lnTo>
                  <a:pt x="2388179" y="155466"/>
                </a:lnTo>
                <a:lnTo>
                  <a:pt x="2388179" y="176730"/>
                </a:lnTo>
                <a:lnTo>
                  <a:pt x="2389204" y="177246"/>
                </a:lnTo>
                <a:cubicBezTo>
                  <a:pt x="2402015" y="172125"/>
                  <a:pt x="2411238" y="169306"/>
                  <a:pt x="2424303" y="165717"/>
                </a:cubicBezTo>
                <a:lnTo>
                  <a:pt x="2424303" y="162136"/>
                </a:lnTo>
                <a:close/>
                <a:moveTo>
                  <a:pt x="2431477" y="75083"/>
                </a:moveTo>
                <a:cubicBezTo>
                  <a:pt x="2435066" y="74312"/>
                  <a:pt x="2437373" y="74054"/>
                  <a:pt x="2440445" y="74054"/>
                </a:cubicBezTo>
                <a:cubicBezTo>
                  <a:pt x="2446849" y="74054"/>
                  <a:pt x="2449156" y="78155"/>
                  <a:pt x="2449156" y="89427"/>
                </a:cubicBezTo>
                <a:lnTo>
                  <a:pt x="2449156" y="153476"/>
                </a:lnTo>
                <a:cubicBezTo>
                  <a:pt x="2449156" y="166284"/>
                  <a:pt x="2447361" y="168078"/>
                  <a:pt x="2430965" y="171151"/>
                </a:cubicBezTo>
                <a:lnTo>
                  <a:pt x="2430965" y="174994"/>
                </a:lnTo>
                <a:lnTo>
                  <a:pt x="2492458" y="174994"/>
                </a:lnTo>
                <a:lnTo>
                  <a:pt x="2492458" y="171151"/>
                </a:lnTo>
                <a:cubicBezTo>
                  <a:pt x="2475033" y="170385"/>
                  <a:pt x="2470678" y="166542"/>
                  <a:pt x="2470678" y="151940"/>
                </a:cubicBezTo>
                <a:lnTo>
                  <a:pt x="2470678" y="94294"/>
                </a:lnTo>
                <a:cubicBezTo>
                  <a:pt x="2470678" y="86096"/>
                  <a:pt x="2481695" y="73288"/>
                  <a:pt x="2488615" y="73288"/>
                </a:cubicBezTo>
                <a:cubicBezTo>
                  <a:pt x="2490151" y="73288"/>
                  <a:pt x="2492458" y="74570"/>
                  <a:pt x="2495277" y="77131"/>
                </a:cubicBezTo>
                <a:cubicBezTo>
                  <a:pt x="2499374" y="80716"/>
                  <a:pt x="2502193" y="82253"/>
                  <a:pt x="2505523" y="82253"/>
                </a:cubicBezTo>
                <a:cubicBezTo>
                  <a:pt x="2511673" y="82253"/>
                  <a:pt x="2515516" y="77897"/>
                  <a:pt x="2515516" y="70727"/>
                </a:cubicBezTo>
                <a:cubicBezTo>
                  <a:pt x="2515516" y="62271"/>
                  <a:pt x="2510137" y="57146"/>
                  <a:pt x="2501426" y="57146"/>
                </a:cubicBezTo>
                <a:cubicBezTo>
                  <a:pt x="2490663" y="57146"/>
                  <a:pt x="2483235" y="63041"/>
                  <a:pt x="2470678" y="81228"/>
                </a:cubicBezTo>
                <a:lnTo>
                  <a:pt x="2470678" y="57662"/>
                </a:lnTo>
                <a:lnTo>
                  <a:pt x="2469399" y="57146"/>
                </a:lnTo>
                <a:cubicBezTo>
                  <a:pt x="2455818" y="62783"/>
                  <a:pt x="2446595" y="66114"/>
                  <a:pt x="2431477" y="70981"/>
                </a:cubicBezTo>
                <a:lnTo>
                  <a:pt x="2431477" y="75083"/>
                </a:lnTo>
                <a:close/>
                <a:moveTo>
                  <a:pt x="2628249" y="158031"/>
                </a:moveTo>
                <a:cubicBezTo>
                  <a:pt x="2623894" y="161612"/>
                  <a:pt x="2620821" y="162894"/>
                  <a:pt x="2616978" y="162894"/>
                </a:cubicBezTo>
                <a:cubicBezTo>
                  <a:pt x="2611086" y="162894"/>
                  <a:pt x="2609292" y="159309"/>
                  <a:pt x="2609292" y="148046"/>
                </a:cubicBezTo>
                <a:lnTo>
                  <a:pt x="2609292" y="98117"/>
                </a:lnTo>
                <a:cubicBezTo>
                  <a:pt x="2609292" y="84802"/>
                  <a:pt x="2608009" y="77377"/>
                  <a:pt x="2604166" y="71232"/>
                </a:cubicBezTo>
                <a:cubicBezTo>
                  <a:pt x="2598529" y="62017"/>
                  <a:pt x="2587512" y="57146"/>
                  <a:pt x="2572398" y="57146"/>
                </a:cubicBezTo>
                <a:cubicBezTo>
                  <a:pt x="2548311" y="57146"/>
                  <a:pt x="2529354" y="69695"/>
                  <a:pt x="2529354" y="85826"/>
                </a:cubicBezTo>
                <a:cubicBezTo>
                  <a:pt x="2529354" y="91718"/>
                  <a:pt x="2534475" y="96835"/>
                  <a:pt x="2540371" y="96835"/>
                </a:cubicBezTo>
                <a:cubicBezTo>
                  <a:pt x="2546516" y="96835"/>
                  <a:pt x="2551900" y="91718"/>
                  <a:pt x="2551900" y="86084"/>
                </a:cubicBezTo>
                <a:cubicBezTo>
                  <a:pt x="2551900" y="85060"/>
                  <a:pt x="2551642" y="83777"/>
                  <a:pt x="2551388" y="81987"/>
                </a:cubicBezTo>
                <a:cubicBezTo>
                  <a:pt x="2550876" y="79684"/>
                  <a:pt x="2550618" y="77635"/>
                  <a:pt x="2550618" y="75841"/>
                </a:cubicBezTo>
                <a:cubicBezTo>
                  <a:pt x="2550618" y="68929"/>
                  <a:pt x="2558816" y="63295"/>
                  <a:pt x="2569067" y="63295"/>
                </a:cubicBezTo>
                <a:cubicBezTo>
                  <a:pt x="2581620" y="63295"/>
                  <a:pt x="2588536" y="70719"/>
                  <a:pt x="2588536" y="84547"/>
                </a:cubicBezTo>
                <a:lnTo>
                  <a:pt x="2588536" y="100166"/>
                </a:lnTo>
                <a:cubicBezTo>
                  <a:pt x="2549081" y="116039"/>
                  <a:pt x="2544726" y="118087"/>
                  <a:pt x="2533709" y="127818"/>
                </a:cubicBezTo>
                <a:cubicBezTo>
                  <a:pt x="2528071" y="132940"/>
                  <a:pt x="2524482" y="141642"/>
                  <a:pt x="2524482" y="150091"/>
                </a:cubicBezTo>
                <a:cubicBezTo>
                  <a:pt x="2524482" y="166225"/>
                  <a:pt x="2535757" y="177497"/>
                  <a:pt x="2551388" y="177497"/>
                </a:cubicBezTo>
                <a:cubicBezTo>
                  <a:pt x="2562659" y="177497"/>
                  <a:pt x="2573164" y="172117"/>
                  <a:pt x="2588794" y="158793"/>
                </a:cubicBezTo>
                <a:cubicBezTo>
                  <a:pt x="2590076" y="172117"/>
                  <a:pt x="2594686" y="177497"/>
                  <a:pt x="2605191" y="177497"/>
                </a:cubicBezTo>
                <a:cubicBezTo>
                  <a:pt x="2613901" y="177497"/>
                  <a:pt x="2619284" y="174424"/>
                  <a:pt x="2628249" y="164689"/>
                </a:cubicBezTo>
                <a:lnTo>
                  <a:pt x="2628249" y="158031"/>
                </a:lnTo>
                <a:moveTo>
                  <a:pt x="2588536" y="143421"/>
                </a:moveTo>
                <a:cubicBezTo>
                  <a:pt x="2588536" y="151365"/>
                  <a:pt x="2587258" y="153672"/>
                  <a:pt x="2581874" y="156745"/>
                </a:cubicBezTo>
                <a:cubicBezTo>
                  <a:pt x="2575728" y="160334"/>
                  <a:pt x="2568554" y="162636"/>
                  <a:pt x="2563171" y="162636"/>
                </a:cubicBezTo>
                <a:cubicBezTo>
                  <a:pt x="2554206" y="162636"/>
                  <a:pt x="2547032" y="153926"/>
                  <a:pt x="2547032" y="142909"/>
                </a:cubicBezTo>
                <a:lnTo>
                  <a:pt x="2547032" y="141885"/>
                </a:lnTo>
                <a:cubicBezTo>
                  <a:pt x="2547032" y="126766"/>
                  <a:pt x="2557533" y="117544"/>
                  <a:pt x="2588536" y="106269"/>
                </a:cubicBezTo>
                <a:lnTo>
                  <a:pt x="2588536" y="143421"/>
                </a:lnTo>
                <a:close/>
                <a:moveTo>
                  <a:pt x="2633633" y="15372"/>
                </a:moveTo>
                <a:lnTo>
                  <a:pt x="2635169" y="15372"/>
                </a:lnTo>
                <a:cubicBezTo>
                  <a:pt x="2637988" y="15118"/>
                  <a:pt x="2641061" y="14860"/>
                  <a:pt x="2643113" y="14860"/>
                </a:cubicBezTo>
                <a:cubicBezTo>
                  <a:pt x="2651312" y="14860"/>
                  <a:pt x="2653872" y="18449"/>
                  <a:pt x="2653872" y="30490"/>
                </a:cubicBezTo>
                <a:lnTo>
                  <a:pt x="2653872" y="152706"/>
                </a:lnTo>
                <a:cubicBezTo>
                  <a:pt x="2653872" y="166542"/>
                  <a:pt x="2650287" y="169873"/>
                  <a:pt x="2634145" y="171151"/>
                </a:cubicBezTo>
                <a:lnTo>
                  <a:pt x="2634145" y="174994"/>
                </a:lnTo>
                <a:lnTo>
                  <a:pt x="2694610" y="174994"/>
                </a:lnTo>
                <a:lnTo>
                  <a:pt x="2694610" y="171151"/>
                </a:lnTo>
                <a:cubicBezTo>
                  <a:pt x="2678471" y="170127"/>
                  <a:pt x="2675394" y="167566"/>
                  <a:pt x="2675394" y="153472"/>
                </a:cubicBezTo>
                <a:lnTo>
                  <a:pt x="2675394" y="512"/>
                </a:lnTo>
                <a:lnTo>
                  <a:pt x="2674370" y="0"/>
                </a:lnTo>
                <a:cubicBezTo>
                  <a:pt x="2661046" y="4355"/>
                  <a:pt x="2651312" y="6920"/>
                  <a:pt x="2633633" y="11275"/>
                </a:cubicBezTo>
                <a:lnTo>
                  <a:pt x="2633633" y="15372"/>
                </a:lnTo>
                <a:close/>
                <a:moveTo>
                  <a:pt x="2794535" y="73034"/>
                </a:moveTo>
                <a:cubicBezTo>
                  <a:pt x="2797866" y="72264"/>
                  <a:pt x="2799915" y="72010"/>
                  <a:pt x="2802734" y="72010"/>
                </a:cubicBezTo>
                <a:cubicBezTo>
                  <a:pt x="2809395" y="72010"/>
                  <a:pt x="2811702" y="76107"/>
                  <a:pt x="2811702" y="88402"/>
                </a:cubicBezTo>
                <a:lnTo>
                  <a:pt x="2811702" y="153218"/>
                </a:lnTo>
                <a:cubicBezTo>
                  <a:pt x="2811702" y="167054"/>
                  <a:pt x="2808113" y="170897"/>
                  <a:pt x="2793765" y="171151"/>
                </a:cubicBezTo>
                <a:lnTo>
                  <a:pt x="2793765" y="174994"/>
                </a:lnTo>
                <a:lnTo>
                  <a:pt x="2850645" y="174994"/>
                </a:lnTo>
                <a:lnTo>
                  <a:pt x="2850645" y="171151"/>
                </a:lnTo>
                <a:cubicBezTo>
                  <a:pt x="2837067" y="170639"/>
                  <a:pt x="2833224" y="167824"/>
                  <a:pt x="2833224" y="157832"/>
                </a:cubicBezTo>
                <a:lnTo>
                  <a:pt x="2833224" y="85587"/>
                </a:lnTo>
                <a:cubicBezTo>
                  <a:pt x="2833224" y="85075"/>
                  <a:pt x="2835273" y="82511"/>
                  <a:pt x="2837067" y="80720"/>
                </a:cubicBezTo>
                <a:cubicBezTo>
                  <a:pt x="2843471" y="74824"/>
                  <a:pt x="2854488" y="70469"/>
                  <a:pt x="2863456" y="70469"/>
                </a:cubicBezTo>
                <a:cubicBezTo>
                  <a:pt x="2874728" y="70469"/>
                  <a:pt x="2880365" y="79438"/>
                  <a:pt x="2880365" y="97371"/>
                </a:cubicBezTo>
                <a:lnTo>
                  <a:pt x="2880365" y="152964"/>
                </a:lnTo>
                <a:cubicBezTo>
                  <a:pt x="2880365" y="167312"/>
                  <a:pt x="2877546" y="170127"/>
                  <a:pt x="2862944" y="171151"/>
                </a:cubicBezTo>
                <a:lnTo>
                  <a:pt x="2862944" y="174994"/>
                </a:lnTo>
                <a:lnTo>
                  <a:pt x="2920336" y="174994"/>
                </a:lnTo>
                <a:lnTo>
                  <a:pt x="2920336" y="171151"/>
                </a:lnTo>
                <a:cubicBezTo>
                  <a:pt x="2905730" y="170897"/>
                  <a:pt x="2901887" y="166542"/>
                  <a:pt x="2901887" y="150658"/>
                </a:cubicBezTo>
                <a:lnTo>
                  <a:pt x="2901887" y="86100"/>
                </a:lnTo>
                <a:cubicBezTo>
                  <a:pt x="2909573" y="75083"/>
                  <a:pt x="2918030" y="70469"/>
                  <a:pt x="2929817" y="70469"/>
                </a:cubicBezTo>
                <a:cubicBezTo>
                  <a:pt x="2944419" y="70469"/>
                  <a:pt x="2949032" y="77389"/>
                  <a:pt x="2949032" y="98653"/>
                </a:cubicBezTo>
                <a:lnTo>
                  <a:pt x="2949032" y="152706"/>
                </a:lnTo>
                <a:cubicBezTo>
                  <a:pt x="2949032" y="167312"/>
                  <a:pt x="2946983" y="169361"/>
                  <a:pt x="2932123" y="171151"/>
                </a:cubicBezTo>
                <a:lnTo>
                  <a:pt x="2932123" y="174994"/>
                </a:lnTo>
                <a:lnTo>
                  <a:pt x="2988233" y="174994"/>
                </a:lnTo>
                <a:lnTo>
                  <a:pt x="2988233" y="171151"/>
                </a:lnTo>
                <a:lnTo>
                  <a:pt x="2981571" y="170639"/>
                </a:lnTo>
                <a:cubicBezTo>
                  <a:pt x="2973885" y="170127"/>
                  <a:pt x="2970554" y="165518"/>
                  <a:pt x="2970554" y="155525"/>
                </a:cubicBezTo>
                <a:lnTo>
                  <a:pt x="2970554" y="102750"/>
                </a:lnTo>
                <a:cubicBezTo>
                  <a:pt x="2970554" y="72522"/>
                  <a:pt x="2960561" y="57146"/>
                  <a:pt x="2940834" y="57146"/>
                </a:cubicBezTo>
                <a:cubicBezTo>
                  <a:pt x="2925974" y="57146"/>
                  <a:pt x="2912904" y="63807"/>
                  <a:pt x="2899068" y="78668"/>
                </a:cubicBezTo>
                <a:cubicBezTo>
                  <a:pt x="2894459" y="64065"/>
                  <a:pt x="2885749" y="57146"/>
                  <a:pt x="2871913" y="57146"/>
                </a:cubicBezTo>
                <a:cubicBezTo>
                  <a:pt x="2860638" y="57146"/>
                  <a:pt x="2853464" y="60735"/>
                  <a:pt x="2832196" y="76877"/>
                </a:cubicBezTo>
                <a:lnTo>
                  <a:pt x="2832196" y="57662"/>
                </a:lnTo>
                <a:lnTo>
                  <a:pt x="2830405" y="57146"/>
                </a:lnTo>
                <a:cubicBezTo>
                  <a:pt x="2817336" y="62017"/>
                  <a:pt x="2808625" y="64836"/>
                  <a:pt x="2794535" y="68679"/>
                </a:cubicBezTo>
                <a:lnTo>
                  <a:pt x="2794535" y="73034"/>
                </a:lnTo>
                <a:close/>
                <a:moveTo>
                  <a:pt x="3053057" y="57146"/>
                </a:moveTo>
                <a:cubicBezTo>
                  <a:pt x="3019748" y="57146"/>
                  <a:pt x="2996431" y="81733"/>
                  <a:pt x="2996431" y="117067"/>
                </a:cubicBezTo>
                <a:cubicBezTo>
                  <a:pt x="2996431" y="151631"/>
                  <a:pt x="3020260" y="177497"/>
                  <a:pt x="3052541" y="177497"/>
                </a:cubicBezTo>
                <a:cubicBezTo>
                  <a:pt x="3084826" y="177497"/>
                  <a:pt x="3109421" y="150353"/>
                  <a:pt x="3109421" y="115018"/>
                </a:cubicBezTo>
                <a:cubicBezTo>
                  <a:pt x="3109421" y="81475"/>
                  <a:pt x="3085850" y="57146"/>
                  <a:pt x="3053057" y="57146"/>
                </a:cubicBezTo>
                <a:moveTo>
                  <a:pt x="3049726" y="64323"/>
                </a:moveTo>
                <a:cubicBezTo>
                  <a:pt x="3071248" y="64323"/>
                  <a:pt x="3086362" y="88903"/>
                  <a:pt x="3086362" y="123979"/>
                </a:cubicBezTo>
                <a:cubicBezTo>
                  <a:pt x="3086362" y="152913"/>
                  <a:pt x="3074833" y="170323"/>
                  <a:pt x="3055618" y="170323"/>
                </a:cubicBezTo>
                <a:cubicBezTo>
                  <a:pt x="3045625" y="170323"/>
                  <a:pt x="3036144" y="164181"/>
                  <a:pt x="3030765" y="153938"/>
                </a:cubicBezTo>
                <a:cubicBezTo>
                  <a:pt x="3023591" y="140622"/>
                  <a:pt x="3019490" y="122701"/>
                  <a:pt x="3019490" y="104521"/>
                </a:cubicBezTo>
                <a:cubicBezTo>
                  <a:pt x="3019490" y="80196"/>
                  <a:pt x="3031531" y="64323"/>
                  <a:pt x="3049726" y="64323"/>
                </a:cubicBezTo>
                <a:close/>
                <a:moveTo>
                  <a:pt x="3205246" y="177497"/>
                </a:moveTo>
                <a:lnTo>
                  <a:pt x="3242911" y="164177"/>
                </a:lnTo>
                <a:lnTo>
                  <a:pt x="3242911" y="160080"/>
                </a:lnTo>
                <a:cubicBezTo>
                  <a:pt x="3238298" y="160334"/>
                  <a:pt x="3237785" y="160334"/>
                  <a:pt x="3237015" y="160334"/>
                </a:cubicBezTo>
                <a:cubicBezTo>
                  <a:pt x="3227793" y="160334"/>
                  <a:pt x="3225744" y="157519"/>
                  <a:pt x="3225744" y="145739"/>
                </a:cubicBezTo>
                <a:lnTo>
                  <a:pt x="3225744" y="524"/>
                </a:lnTo>
                <a:lnTo>
                  <a:pt x="3224462" y="12"/>
                </a:lnTo>
                <a:cubicBezTo>
                  <a:pt x="3212162" y="4367"/>
                  <a:pt x="3203198" y="6928"/>
                  <a:pt x="3186797" y="11287"/>
                </a:cubicBezTo>
                <a:lnTo>
                  <a:pt x="3186797" y="15384"/>
                </a:lnTo>
                <a:cubicBezTo>
                  <a:pt x="3188850" y="15130"/>
                  <a:pt x="3190386" y="15130"/>
                  <a:pt x="3192435" y="15130"/>
                </a:cubicBezTo>
                <a:cubicBezTo>
                  <a:pt x="3201916" y="15130"/>
                  <a:pt x="3204222" y="17691"/>
                  <a:pt x="3204222" y="28196"/>
                </a:cubicBezTo>
                <a:lnTo>
                  <a:pt x="3204222" y="68163"/>
                </a:lnTo>
                <a:cubicBezTo>
                  <a:pt x="3194484" y="59964"/>
                  <a:pt x="3187568" y="57146"/>
                  <a:pt x="3177317" y="57146"/>
                </a:cubicBezTo>
                <a:cubicBezTo>
                  <a:pt x="3147855" y="57146"/>
                  <a:pt x="3124026" y="86084"/>
                  <a:pt x="3124026" y="122443"/>
                </a:cubicBezTo>
                <a:cubicBezTo>
                  <a:pt x="3124026" y="155212"/>
                  <a:pt x="3143241" y="177497"/>
                  <a:pt x="3171425" y="177497"/>
                </a:cubicBezTo>
                <a:cubicBezTo>
                  <a:pt x="3185773" y="177497"/>
                  <a:pt x="3195512" y="172375"/>
                  <a:pt x="3204222" y="160334"/>
                </a:cubicBezTo>
                <a:lnTo>
                  <a:pt x="3204222" y="176730"/>
                </a:lnTo>
                <a:lnTo>
                  <a:pt x="3205246" y="177497"/>
                </a:lnTo>
                <a:moveTo>
                  <a:pt x="3204222" y="148812"/>
                </a:moveTo>
                <a:cubicBezTo>
                  <a:pt x="3204222" y="150607"/>
                  <a:pt x="3202428" y="153680"/>
                  <a:pt x="3199867" y="156495"/>
                </a:cubicBezTo>
                <a:cubicBezTo>
                  <a:pt x="3195254" y="161616"/>
                  <a:pt x="3188850" y="164177"/>
                  <a:pt x="3181418" y="164177"/>
                </a:cubicBezTo>
                <a:cubicBezTo>
                  <a:pt x="3160154" y="164177"/>
                  <a:pt x="3146060" y="143691"/>
                  <a:pt x="3146060" y="112200"/>
                </a:cubicBezTo>
                <a:cubicBezTo>
                  <a:pt x="3146060" y="83269"/>
                  <a:pt x="3158614" y="64323"/>
                  <a:pt x="3178087" y="64323"/>
                </a:cubicBezTo>
                <a:cubicBezTo>
                  <a:pt x="3191669" y="64323"/>
                  <a:pt x="3204222" y="76353"/>
                  <a:pt x="3204222" y="89923"/>
                </a:cubicBezTo>
                <a:lnTo>
                  <a:pt x="3204222" y="148812"/>
                </a:lnTo>
                <a:close/>
                <a:moveTo>
                  <a:pt x="3349751" y="132904"/>
                </a:moveTo>
                <a:cubicBezTo>
                  <a:pt x="3337456" y="152386"/>
                  <a:pt x="3326435" y="159822"/>
                  <a:pt x="3310038" y="159822"/>
                </a:cubicBezTo>
                <a:cubicBezTo>
                  <a:pt x="3295436" y="159822"/>
                  <a:pt x="3284419" y="152386"/>
                  <a:pt x="3276987" y="137776"/>
                </a:cubicBezTo>
                <a:cubicBezTo>
                  <a:pt x="3272374" y="128033"/>
                  <a:pt x="3270583" y="119573"/>
                  <a:pt x="3270071" y="103935"/>
                </a:cubicBezTo>
                <a:lnTo>
                  <a:pt x="3348985" y="103935"/>
                </a:lnTo>
                <a:cubicBezTo>
                  <a:pt x="3346932" y="87312"/>
                  <a:pt x="3344372" y="79907"/>
                  <a:pt x="3337968" y="71736"/>
                </a:cubicBezTo>
                <a:cubicBezTo>
                  <a:pt x="3330278" y="62529"/>
                  <a:pt x="3318494" y="57146"/>
                  <a:pt x="3305171" y="57146"/>
                </a:cubicBezTo>
                <a:cubicBezTo>
                  <a:pt x="3292359" y="57146"/>
                  <a:pt x="3280318" y="61759"/>
                  <a:pt x="3270583" y="70458"/>
                </a:cubicBezTo>
                <a:cubicBezTo>
                  <a:pt x="3258538" y="80927"/>
                  <a:pt x="3251622" y="99067"/>
                  <a:pt x="3251622" y="120085"/>
                </a:cubicBezTo>
                <a:cubicBezTo>
                  <a:pt x="3251622" y="155462"/>
                  <a:pt x="3270071" y="177497"/>
                  <a:pt x="3299533" y="177497"/>
                </a:cubicBezTo>
                <a:cubicBezTo>
                  <a:pt x="3323874" y="177497"/>
                  <a:pt x="3343089" y="162382"/>
                  <a:pt x="3353852" y="134699"/>
                </a:cubicBezTo>
                <a:lnTo>
                  <a:pt x="3349751" y="132904"/>
                </a:lnTo>
                <a:moveTo>
                  <a:pt x="3270583" y="95737"/>
                </a:moveTo>
                <a:cubicBezTo>
                  <a:pt x="3273398" y="75821"/>
                  <a:pt x="3282112" y="66372"/>
                  <a:pt x="3297739" y="66372"/>
                </a:cubicBezTo>
                <a:cubicBezTo>
                  <a:pt x="3313369" y="66372"/>
                  <a:pt x="3319519" y="73523"/>
                  <a:pt x="3322850" y="95737"/>
                </a:cubicBezTo>
                <a:lnTo>
                  <a:pt x="3270583" y="95737"/>
                </a:lnTo>
                <a:close/>
                <a:moveTo>
                  <a:pt x="3363845" y="15372"/>
                </a:moveTo>
                <a:lnTo>
                  <a:pt x="3365381" y="15372"/>
                </a:lnTo>
                <a:cubicBezTo>
                  <a:pt x="3368200" y="15118"/>
                  <a:pt x="3371273" y="14860"/>
                  <a:pt x="3373325" y="14860"/>
                </a:cubicBezTo>
                <a:cubicBezTo>
                  <a:pt x="3381524" y="14860"/>
                  <a:pt x="3384084" y="18449"/>
                  <a:pt x="3384084" y="30490"/>
                </a:cubicBezTo>
                <a:lnTo>
                  <a:pt x="3384084" y="152706"/>
                </a:lnTo>
                <a:cubicBezTo>
                  <a:pt x="3384084" y="166542"/>
                  <a:pt x="3380499" y="169873"/>
                  <a:pt x="3364357" y="171151"/>
                </a:cubicBezTo>
                <a:lnTo>
                  <a:pt x="3364357" y="174994"/>
                </a:lnTo>
                <a:lnTo>
                  <a:pt x="3424822" y="174994"/>
                </a:lnTo>
                <a:lnTo>
                  <a:pt x="3424822" y="171151"/>
                </a:lnTo>
                <a:cubicBezTo>
                  <a:pt x="3408683" y="170127"/>
                  <a:pt x="3405606" y="167566"/>
                  <a:pt x="3405606" y="153472"/>
                </a:cubicBezTo>
                <a:lnTo>
                  <a:pt x="3405606" y="512"/>
                </a:lnTo>
                <a:lnTo>
                  <a:pt x="3404582" y="0"/>
                </a:lnTo>
                <a:cubicBezTo>
                  <a:pt x="3391258" y="4355"/>
                  <a:pt x="3381524" y="6920"/>
                  <a:pt x="3363845" y="11275"/>
                </a:cubicBezTo>
                <a:lnTo>
                  <a:pt x="3363845" y="15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1673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2026-09-05T14:43:11.7250000Z</dcterms:created>
  <dcterms:modified xsi:type="dcterms:W3CDTF">2026-09-05T14:43:11.7250000Z</dcterms:modified>
</coreProperties>
</file>